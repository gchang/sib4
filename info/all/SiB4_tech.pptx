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61"/>
  </p:notesMasterIdLst>
  <p:sldIdLst>
    <p:sldId id="412" r:id="rId2"/>
    <p:sldId id="270" r:id="rId3"/>
    <p:sldId id="328" r:id="rId4"/>
    <p:sldId id="256" r:id="rId5"/>
    <p:sldId id="379" r:id="rId6"/>
    <p:sldId id="381" r:id="rId7"/>
    <p:sldId id="382" r:id="rId8"/>
    <p:sldId id="383" r:id="rId9"/>
    <p:sldId id="384" r:id="rId10"/>
    <p:sldId id="363" r:id="rId11"/>
    <p:sldId id="329" r:id="rId12"/>
    <p:sldId id="333" r:id="rId13"/>
    <p:sldId id="373" r:id="rId14"/>
    <p:sldId id="347" r:id="rId15"/>
    <p:sldId id="336" r:id="rId16"/>
    <p:sldId id="330" r:id="rId17"/>
    <p:sldId id="371" r:id="rId18"/>
    <p:sldId id="372" r:id="rId19"/>
    <p:sldId id="374" r:id="rId20"/>
    <p:sldId id="350" r:id="rId21"/>
    <p:sldId id="353" r:id="rId22"/>
    <p:sldId id="375" r:id="rId23"/>
    <p:sldId id="385" r:id="rId24"/>
    <p:sldId id="365" r:id="rId25"/>
    <p:sldId id="376" r:id="rId26"/>
    <p:sldId id="386" r:id="rId27"/>
    <p:sldId id="387" r:id="rId28"/>
    <p:sldId id="320" r:id="rId29"/>
    <p:sldId id="354" r:id="rId30"/>
    <p:sldId id="401" r:id="rId31"/>
    <p:sldId id="393" r:id="rId32"/>
    <p:sldId id="337" r:id="rId33"/>
    <p:sldId id="391" r:id="rId34"/>
    <p:sldId id="388" r:id="rId35"/>
    <p:sldId id="389" r:id="rId36"/>
    <p:sldId id="390" r:id="rId37"/>
    <p:sldId id="394" r:id="rId38"/>
    <p:sldId id="342" r:id="rId39"/>
    <p:sldId id="395" r:id="rId40"/>
    <p:sldId id="396" r:id="rId41"/>
    <p:sldId id="338" r:id="rId42"/>
    <p:sldId id="341" r:id="rId43"/>
    <p:sldId id="397" r:id="rId44"/>
    <p:sldId id="343" r:id="rId45"/>
    <p:sldId id="398" r:id="rId46"/>
    <p:sldId id="399" r:id="rId47"/>
    <p:sldId id="400" r:id="rId48"/>
    <p:sldId id="402" r:id="rId49"/>
    <p:sldId id="297" r:id="rId50"/>
    <p:sldId id="403" r:id="rId51"/>
    <p:sldId id="405" r:id="rId52"/>
    <p:sldId id="345" r:id="rId53"/>
    <p:sldId id="410" r:id="rId54"/>
    <p:sldId id="357" r:id="rId55"/>
    <p:sldId id="406" r:id="rId56"/>
    <p:sldId id="407" r:id="rId57"/>
    <p:sldId id="411" r:id="rId58"/>
    <p:sldId id="312" r:id="rId59"/>
    <p:sldId id="271" r:id="rId60"/>
  </p:sldIdLst>
  <p:sldSz cx="9144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01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prnPr/>
  <p:clrMru>
    <a:srgbClr val="9E160D"/>
    <a:srgbClr val="FFFDF0"/>
    <a:srgbClr val="4B3118"/>
    <a:srgbClr val="FFFEF1"/>
    <a:srgbClr val="E1DBB4"/>
    <a:srgbClr val="BB7D3D"/>
    <a:srgbClr val="DFFEE0"/>
    <a:srgbClr val="CDFECE"/>
    <a:srgbClr val="996633"/>
    <a:srgbClr val="65432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EB344D84-9AFB-497E-A393-DC336BA19D2E}" styleName="Medium Style 3 - Accent 3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29310" autoAdjust="0"/>
    <p:restoredTop sz="50000" autoAdjust="0"/>
  </p:normalViewPr>
  <p:slideViewPr>
    <p:cSldViewPr snapToGrid="0" snapToObjects="1" showGuides="1">
      <p:cViewPr varScale="1">
        <p:scale>
          <a:sx n="102" d="100"/>
          <a:sy n="102" d="100"/>
        </p:scale>
        <p:origin x="184" y="720"/>
      </p:cViewPr>
      <p:guideLst>
        <p:guide orient="horz" pos="2160"/>
        <p:guide pos="3011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37" d="100"/>
        <a:sy n="37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viewProps" Target="viewProp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5" Type="http://schemas.openxmlformats.org/officeDocument/2006/relationships/slide" Target="slides/slide4.xml"/><Relationship Id="rId61" Type="http://schemas.openxmlformats.org/officeDocument/2006/relationships/notesMaster" Target="notesMasters/notesMaster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theme" Target="theme/theme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8.e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11.e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8.emf"/></Relationships>
</file>

<file path=ppt/drawings/_rels/vmlDrawing4.vml.rels><?xml version="1.0" encoding="UTF-8" standalone="yes"?>
<Relationships xmlns="http://schemas.openxmlformats.org/package/2006/relationships"><Relationship Id="rId2" Type="http://schemas.openxmlformats.org/officeDocument/2006/relationships/image" Target="../media/image14.emf"/><Relationship Id="rId1" Type="http://schemas.openxmlformats.org/officeDocument/2006/relationships/image" Target="../media/image13.emf"/></Relationships>
</file>

<file path=ppt/drawings/_rels/vmlDrawing5.vml.rels><?xml version="1.0" encoding="UTF-8" standalone="yes"?>
<Relationships xmlns="http://schemas.openxmlformats.org/package/2006/relationships"><Relationship Id="rId3" Type="http://schemas.openxmlformats.org/officeDocument/2006/relationships/image" Target="../media/image19.emf"/><Relationship Id="rId2" Type="http://schemas.openxmlformats.org/officeDocument/2006/relationships/image" Target="../media/image18.emf"/><Relationship Id="rId1" Type="http://schemas.openxmlformats.org/officeDocument/2006/relationships/image" Target="../media/image17.emf"/><Relationship Id="rId4" Type="http://schemas.openxmlformats.org/officeDocument/2006/relationships/image" Target="../media/image20.emf"/></Relationships>
</file>

<file path=ppt/drawings/_rels/vmlDrawing6.vml.rels><?xml version="1.0" encoding="UTF-8" standalone="yes"?>
<Relationships xmlns="http://schemas.openxmlformats.org/package/2006/relationships"><Relationship Id="rId2" Type="http://schemas.openxmlformats.org/officeDocument/2006/relationships/image" Target="../media/image28.emf"/><Relationship Id="rId1" Type="http://schemas.openxmlformats.org/officeDocument/2006/relationships/image" Target="../media/image27.emf"/></Relationships>
</file>

<file path=ppt/drawings/_rels/vmlDrawing7.vml.rels><?xml version="1.0" encoding="UTF-8" standalone="yes"?>
<Relationships xmlns="http://schemas.openxmlformats.org/package/2006/relationships"><Relationship Id="rId3" Type="http://schemas.openxmlformats.org/officeDocument/2006/relationships/image" Target="../media/image52.emf"/><Relationship Id="rId2" Type="http://schemas.openxmlformats.org/officeDocument/2006/relationships/image" Target="../media/image51.emf"/><Relationship Id="rId1" Type="http://schemas.openxmlformats.org/officeDocument/2006/relationships/image" Target="../media/image50.emf"/><Relationship Id="rId4" Type="http://schemas.openxmlformats.org/officeDocument/2006/relationships/image" Target="../media/image53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98B3F93-F635-8149-B9AA-0591BFD09312}" type="datetimeFigureOut">
              <a:rPr lang="en-US" smtClean="0"/>
              <a:t>2/4/20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BB67ACB-8AFB-9F4A-8B83-146BD4454E1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626450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B67ACB-8AFB-9F4A-8B83-146BD4454E18}" type="slidenum">
              <a:rPr lang="en-US" smtClean="0"/>
              <a:t>58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2626409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DF5594-BA73-DF47-8712-8F45C9E09BCA}" type="datetimeFigureOut">
              <a:rPr lang="en-US" smtClean="0"/>
              <a:t>2/4/20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B47D60-3696-2E40-B22A-CD5BA2861D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5598200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DF5594-BA73-DF47-8712-8F45C9E09BCA}" type="datetimeFigureOut">
              <a:rPr lang="en-US" smtClean="0"/>
              <a:t>2/4/20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B47D60-3696-2E40-B22A-CD5BA2861D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974479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DF5594-BA73-DF47-8712-8F45C9E09BCA}" type="datetimeFigureOut">
              <a:rPr lang="en-US" smtClean="0"/>
              <a:t>2/4/20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B47D60-3696-2E40-B22A-CD5BA2861D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8489893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DF5594-BA73-DF47-8712-8F45C9E09BCA}" type="datetimeFigureOut">
              <a:rPr lang="en-US" smtClean="0"/>
              <a:t>2/4/20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B47D60-3696-2E40-B22A-CD5BA2861D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5469310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DF5594-BA73-DF47-8712-8F45C9E09BCA}" type="datetimeFigureOut">
              <a:rPr lang="en-US" smtClean="0"/>
              <a:t>2/4/20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B47D60-3696-2E40-B22A-CD5BA2861D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786806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DF5594-BA73-DF47-8712-8F45C9E09BCA}" type="datetimeFigureOut">
              <a:rPr lang="en-US" smtClean="0"/>
              <a:t>2/4/20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B47D60-3696-2E40-B22A-CD5BA2861D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237776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DF5594-BA73-DF47-8712-8F45C9E09BCA}" type="datetimeFigureOut">
              <a:rPr lang="en-US" smtClean="0"/>
              <a:t>2/4/20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B47D60-3696-2E40-B22A-CD5BA2861D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0618041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DF5594-BA73-DF47-8712-8F45C9E09BCA}" type="datetimeFigureOut">
              <a:rPr lang="en-US" smtClean="0"/>
              <a:t>2/4/20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B47D60-3696-2E40-B22A-CD5BA2861D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210577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DF5594-BA73-DF47-8712-8F45C9E09BCA}" type="datetimeFigureOut">
              <a:rPr lang="en-US" smtClean="0"/>
              <a:t>2/4/20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B47D60-3696-2E40-B22A-CD5BA2861D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298305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DF5594-BA73-DF47-8712-8F45C9E09BCA}" type="datetimeFigureOut">
              <a:rPr lang="en-US" smtClean="0"/>
              <a:t>2/4/20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B47D60-3696-2E40-B22A-CD5BA2861D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7395220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DF5594-BA73-DF47-8712-8F45C9E09BCA}" type="datetimeFigureOut">
              <a:rPr lang="en-US" smtClean="0"/>
              <a:t>2/4/20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B47D60-3696-2E40-B22A-CD5BA2861D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3669443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B3118">
            <a:alpha val="8000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9DF5594-BA73-DF47-8712-8F45C9E09BCA}" type="datetimeFigureOut">
              <a:rPr lang="en-US" smtClean="0"/>
              <a:t>2/4/20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6B47D60-3696-2E40-B22A-CD5BA2861D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636244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png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.vml"/><Relationship Id="rId5" Type="http://schemas.openxmlformats.org/officeDocument/2006/relationships/image" Target="../media/image9.emf"/><Relationship Id="rId4" Type="http://schemas.openxmlformats.org/officeDocument/2006/relationships/image" Target="../media/image8.emf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0.emf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.vml"/><Relationship Id="rId4" Type="http://schemas.openxmlformats.org/officeDocument/2006/relationships/image" Target="../media/image11.emf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6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3.vml"/><Relationship Id="rId5" Type="http://schemas.openxmlformats.org/officeDocument/2006/relationships/image" Target="../media/image9.emf"/><Relationship Id="rId4" Type="http://schemas.openxmlformats.org/officeDocument/2006/relationships/image" Target="../media/image8.emf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emf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7" Type="http://schemas.openxmlformats.org/officeDocument/2006/relationships/image" Target="../media/image14.emf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4.vml"/><Relationship Id="rId6" Type="http://schemas.openxmlformats.org/officeDocument/2006/relationships/oleObject" Target="../embeddings/oleObject4.bin"/><Relationship Id="rId5" Type="http://schemas.openxmlformats.org/officeDocument/2006/relationships/image" Target="../media/image15.emf"/><Relationship Id="rId4" Type="http://schemas.openxmlformats.org/officeDocument/2006/relationships/image" Target="../media/image13.emf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6.jp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emf"/><Relationship Id="rId3" Type="http://schemas.openxmlformats.org/officeDocument/2006/relationships/oleObject" Target="../embeddings/oleObject5.bin"/><Relationship Id="rId7" Type="http://schemas.openxmlformats.org/officeDocument/2006/relationships/oleObject" Target="../embeddings/oleObject7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5.vml"/><Relationship Id="rId6" Type="http://schemas.openxmlformats.org/officeDocument/2006/relationships/image" Target="../media/image18.emf"/><Relationship Id="rId5" Type="http://schemas.openxmlformats.org/officeDocument/2006/relationships/oleObject" Target="../embeddings/oleObject6.bin"/><Relationship Id="rId10" Type="http://schemas.openxmlformats.org/officeDocument/2006/relationships/image" Target="../media/image20.emf"/><Relationship Id="rId4" Type="http://schemas.openxmlformats.org/officeDocument/2006/relationships/image" Target="../media/image17.emf"/><Relationship Id="rId9" Type="http://schemas.openxmlformats.org/officeDocument/2006/relationships/oleObject" Target="../embeddings/oleObject8.bin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emf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4.png"/><Relationship Id="rId4" Type="http://schemas.openxmlformats.org/officeDocument/2006/relationships/image" Target="../media/image33.png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23.emf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9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24.emf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25.emf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7.png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26.emf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emf"/><Relationship Id="rId7" Type="http://schemas.openxmlformats.org/officeDocument/2006/relationships/image" Target="../media/image28.emf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6.vml"/><Relationship Id="rId6" Type="http://schemas.openxmlformats.org/officeDocument/2006/relationships/oleObject" Target="../embeddings/oleObject10.bin"/><Relationship Id="rId5" Type="http://schemas.openxmlformats.org/officeDocument/2006/relationships/image" Target="../media/image27.emf"/><Relationship Id="rId4" Type="http://schemas.openxmlformats.org/officeDocument/2006/relationships/oleObject" Target="../embeddings/oleObject9.bin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30.emf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31.emf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image" Target="../media/image32.emf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png"/><Relationship Id="rId3" Type="http://schemas.openxmlformats.org/officeDocument/2006/relationships/image" Target="../media/image37.png"/><Relationship Id="rId7" Type="http://schemas.openxmlformats.org/officeDocument/2006/relationships/image" Target="../media/image42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6" Type="http://schemas.microsoft.com/office/2007/relationships/hdphoto" Target="../media/hdphoto2.wdp"/><Relationship Id="rId5" Type="http://schemas.microsoft.com/office/2007/relationships/hdphoto" Target="../media/hdphoto1.wdp"/><Relationship Id="rId10" Type="http://schemas.openxmlformats.org/officeDocument/2006/relationships/image" Target="../media/image3.png"/><Relationship Id="rId4" Type="http://schemas.openxmlformats.org/officeDocument/2006/relationships/image" Target="../media/image40.png"/><Relationship Id="rId9" Type="http://schemas.openxmlformats.org/officeDocument/2006/relationships/image" Target="../media/image2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image" Target="../media/image66.pn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9.png"/><Relationship Id="rId4" Type="http://schemas.openxmlformats.org/officeDocument/2006/relationships/image" Target="../media/image3.png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.emf"/><Relationship Id="rId3" Type="http://schemas.openxmlformats.org/officeDocument/2006/relationships/oleObject" Target="../embeddings/oleObject11.bin"/><Relationship Id="rId7" Type="http://schemas.openxmlformats.org/officeDocument/2006/relationships/oleObject" Target="../embeddings/oleObject13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7.vml"/><Relationship Id="rId6" Type="http://schemas.openxmlformats.org/officeDocument/2006/relationships/image" Target="../media/image51.emf"/><Relationship Id="rId5" Type="http://schemas.openxmlformats.org/officeDocument/2006/relationships/oleObject" Target="../embeddings/oleObject12.bin"/><Relationship Id="rId10" Type="http://schemas.openxmlformats.org/officeDocument/2006/relationships/image" Target="../media/image53.emf"/><Relationship Id="rId4" Type="http://schemas.openxmlformats.org/officeDocument/2006/relationships/image" Target="../media/image50.emf"/><Relationship Id="rId9" Type="http://schemas.openxmlformats.org/officeDocument/2006/relationships/oleObject" Target="../embeddings/oleObject14.bin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e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6.png"/><Relationship Id="rId4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" name="Group 25">
            <a:extLst>
              <a:ext uri="{FF2B5EF4-FFF2-40B4-BE49-F238E27FC236}">
                <a16:creationId xmlns:a16="http://schemas.microsoft.com/office/drawing/2014/main" id="{256E7B5A-A909-6B4D-9816-E3281D2E2D81}"/>
              </a:ext>
            </a:extLst>
          </p:cNvPr>
          <p:cNvGrpSpPr/>
          <p:nvPr/>
        </p:nvGrpSpPr>
        <p:grpSpPr>
          <a:xfrm>
            <a:off x="1985278" y="442220"/>
            <a:ext cx="5596696" cy="6360282"/>
            <a:chOff x="1606734" y="289820"/>
            <a:chExt cx="5596696" cy="6360282"/>
          </a:xfrm>
        </p:grpSpPr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D65D05C4-4ACB-4648-8FA8-97A916DDA6BC}"/>
                </a:ext>
              </a:extLst>
            </p:cNvPr>
            <p:cNvCxnSpPr>
              <a:cxnSpLocks/>
            </p:cNvCxnSpPr>
            <p:nvPr/>
          </p:nvCxnSpPr>
          <p:spPr>
            <a:xfrm>
              <a:off x="1606734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216C1B1B-05AB-1447-AE3E-249D8ACC9BC2}"/>
                </a:ext>
              </a:extLst>
            </p:cNvPr>
            <p:cNvSpPr>
              <a:spLocks/>
            </p:cNvSpPr>
            <p:nvPr/>
          </p:nvSpPr>
          <p:spPr>
            <a:xfrm>
              <a:off x="1779019" y="5419472"/>
              <a:ext cx="5102083" cy="1230630"/>
            </a:xfrm>
            <a:custGeom>
              <a:avLst/>
              <a:gdLst>
                <a:gd name="connsiteX0" fmla="*/ 1573619 w 3622158"/>
                <a:gd name="connsiteY0" fmla="*/ 0 h 1509823"/>
                <a:gd name="connsiteX1" fmla="*/ 1453116 w 3622158"/>
                <a:gd name="connsiteY1" fmla="*/ 262270 h 1509823"/>
                <a:gd name="connsiteX2" fmla="*/ 1020726 w 3622158"/>
                <a:gd name="connsiteY2" fmla="*/ 311888 h 1509823"/>
                <a:gd name="connsiteX3" fmla="*/ 595423 w 3622158"/>
                <a:gd name="connsiteY3" fmla="*/ 248093 h 1509823"/>
                <a:gd name="connsiteX4" fmla="*/ 326065 w 3622158"/>
                <a:gd name="connsiteY4" fmla="*/ 120502 h 1509823"/>
                <a:gd name="connsiteX5" fmla="*/ 567070 w 3622158"/>
                <a:gd name="connsiteY5" fmla="*/ 297711 h 1509823"/>
                <a:gd name="connsiteX6" fmla="*/ 233916 w 3622158"/>
                <a:gd name="connsiteY6" fmla="*/ 432391 h 1509823"/>
                <a:gd name="connsiteX7" fmla="*/ 609600 w 3622158"/>
                <a:gd name="connsiteY7" fmla="*/ 340242 h 1509823"/>
                <a:gd name="connsiteX8" fmla="*/ 1020726 w 3622158"/>
                <a:gd name="connsiteY8" fmla="*/ 354418 h 1509823"/>
                <a:gd name="connsiteX9" fmla="*/ 786809 w 3622158"/>
                <a:gd name="connsiteY9" fmla="*/ 531628 h 1509823"/>
                <a:gd name="connsiteX10" fmla="*/ 1070344 w 3622158"/>
                <a:gd name="connsiteY10" fmla="*/ 382772 h 1509823"/>
                <a:gd name="connsiteX11" fmla="*/ 1502735 w 3622158"/>
                <a:gd name="connsiteY11" fmla="*/ 318977 h 1509823"/>
                <a:gd name="connsiteX12" fmla="*/ 1672856 w 3622158"/>
                <a:gd name="connsiteY12" fmla="*/ 14177 h 1509823"/>
                <a:gd name="connsiteX13" fmla="*/ 1616149 w 3622158"/>
                <a:gd name="connsiteY13" fmla="*/ 453656 h 1509823"/>
                <a:gd name="connsiteX14" fmla="*/ 1254642 w 3622158"/>
                <a:gd name="connsiteY14" fmla="*/ 708837 h 1509823"/>
                <a:gd name="connsiteX15" fmla="*/ 829340 w 3622158"/>
                <a:gd name="connsiteY15" fmla="*/ 808074 h 1509823"/>
                <a:gd name="connsiteX16" fmla="*/ 496186 w 3622158"/>
                <a:gd name="connsiteY16" fmla="*/ 659218 h 1509823"/>
                <a:gd name="connsiteX17" fmla="*/ 800986 w 3622158"/>
                <a:gd name="connsiteY17" fmla="*/ 871870 h 1509823"/>
                <a:gd name="connsiteX18" fmla="*/ 446568 w 3622158"/>
                <a:gd name="connsiteY18" fmla="*/ 907311 h 1509823"/>
                <a:gd name="connsiteX19" fmla="*/ 836428 w 3622158"/>
                <a:gd name="connsiteY19" fmla="*/ 935665 h 1509823"/>
                <a:gd name="connsiteX20" fmla="*/ 1119963 w 3622158"/>
                <a:gd name="connsiteY20" fmla="*/ 864781 h 1509823"/>
                <a:gd name="connsiteX21" fmla="*/ 730102 w 3622158"/>
                <a:gd name="connsiteY21" fmla="*/ 1148316 h 1509823"/>
                <a:gd name="connsiteX22" fmla="*/ 375684 w 3622158"/>
                <a:gd name="connsiteY22" fmla="*/ 1233377 h 1509823"/>
                <a:gd name="connsiteX23" fmla="*/ 106326 w 3622158"/>
                <a:gd name="connsiteY23" fmla="*/ 1020725 h 1509823"/>
                <a:gd name="connsiteX24" fmla="*/ 382772 w 3622158"/>
                <a:gd name="connsiteY24" fmla="*/ 1297172 h 1509823"/>
                <a:gd name="connsiteX25" fmla="*/ 0 w 3622158"/>
                <a:gd name="connsiteY25" fmla="*/ 1268818 h 1509823"/>
                <a:gd name="connsiteX26" fmla="*/ 389861 w 3622158"/>
                <a:gd name="connsiteY26" fmla="*/ 1353879 h 1509823"/>
                <a:gd name="connsiteX27" fmla="*/ 7088 w 3622158"/>
                <a:gd name="connsiteY27" fmla="*/ 1474381 h 1509823"/>
                <a:gd name="connsiteX28" fmla="*/ 418214 w 3622158"/>
                <a:gd name="connsiteY28" fmla="*/ 1396409 h 1509823"/>
                <a:gd name="connsiteX29" fmla="*/ 779721 w 3622158"/>
                <a:gd name="connsiteY29" fmla="*/ 1261730 h 1509823"/>
                <a:gd name="connsiteX30" fmla="*/ 1020726 w 3622158"/>
                <a:gd name="connsiteY30" fmla="*/ 1041991 h 1509823"/>
                <a:gd name="connsiteX31" fmla="*/ 964019 w 3622158"/>
                <a:gd name="connsiteY31" fmla="*/ 1431851 h 1509823"/>
                <a:gd name="connsiteX32" fmla="*/ 1077433 w 3622158"/>
                <a:gd name="connsiteY32" fmla="*/ 1034902 h 1509823"/>
                <a:gd name="connsiteX33" fmla="*/ 1297172 w 3622158"/>
                <a:gd name="connsiteY33" fmla="*/ 779721 h 1509823"/>
                <a:gd name="connsiteX34" fmla="*/ 1630326 w 3622158"/>
                <a:gd name="connsiteY34" fmla="*/ 545804 h 1509823"/>
                <a:gd name="connsiteX35" fmla="*/ 1566530 w 3622158"/>
                <a:gd name="connsiteY35" fmla="*/ 914400 h 1509823"/>
                <a:gd name="connsiteX36" fmla="*/ 1389321 w 3622158"/>
                <a:gd name="connsiteY36" fmla="*/ 1119963 h 1509823"/>
                <a:gd name="connsiteX37" fmla="*/ 1609061 w 3622158"/>
                <a:gd name="connsiteY37" fmla="*/ 949842 h 1509823"/>
                <a:gd name="connsiteX38" fmla="*/ 1538177 w 3622158"/>
                <a:gd name="connsiteY38" fmla="*/ 1304260 h 1509823"/>
                <a:gd name="connsiteX39" fmla="*/ 1304261 w 3622158"/>
                <a:gd name="connsiteY39" fmla="*/ 1375144 h 1509823"/>
                <a:gd name="connsiteX40" fmla="*/ 1552354 w 3622158"/>
                <a:gd name="connsiteY40" fmla="*/ 1346791 h 1509823"/>
                <a:gd name="connsiteX41" fmla="*/ 1545265 w 3622158"/>
                <a:gd name="connsiteY41" fmla="*/ 1509823 h 1509823"/>
                <a:gd name="connsiteX42" fmla="*/ 1601972 w 3622158"/>
                <a:gd name="connsiteY42" fmla="*/ 1339702 h 1509823"/>
                <a:gd name="connsiteX43" fmla="*/ 1772093 w 3622158"/>
                <a:gd name="connsiteY43" fmla="*/ 1453116 h 1509823"/>
                <a:gd name="connsiteX44" fmla="*/ 1601972 w 3622158"/>
                <a:gd name="connsiteY44" fmla="*/ 1282995 h 1509823"/>
                <a:gd name="connsiteX45" fmla="*/ 1679944 w 3622158"/>
                <a:gd name="connsiteY45" fmla="*/ 935665 h 1509823"/>
                <a:gd name="connsiteX46" fmla="*/ 1793358 w 3622158"/>
                <a:gd name="connsiteY46" fmla="*/ 1190846 h 1509823"/>
                <a:gd name="connsiteX47" fmla="*/ 1701209 w 3622158"/>
                <a:gd name="connsiteY47" fmla="*/ 850604 h 1509823"/>
                <a:gd name="connsiteX48" fmla="*/ 1757916 w 3622158"/>
                <a:gd name="connsiteY48" fmla="*/ 538716 h 1509823"/>
                <a:gd name="connsiteX49" fmla="*/ 2083982 w 3622158"/>
                <a:gd name="connsiteY49" fmla="*/ 1006549 h 1509823"/>
                <a:gd name="connsiteX50" fmla="*/ 2587256 w 3622158"/>
                <a:gd name="connsiteY50" fmla="*/ 1375144 h 1509823"/>
                <a:gd name="connsiteX51" fmla="*/ 2948763 w 3622158"/>
                <a:gd name="connsiteY51" fmla="*/ 1332614 h 1509823"/>
                <a:gd name="connsiteX52" fmla="*/ 2601433 w 3622158"/>
                <a:gd name="connsiteY52" fmla="*/ 1325525 h 1509823"/>
                <a:gd name="connsiteX53" fmla="*/ 2948763 w 3622158"/>
                <a:gd name="connsiteY53" fmla="*/ 1261730 h 1509823"/>
                <a:gd name="connsiteX54" fmla="*/ 2580168 w 3622158"/>
                <a:gd name="connsiteY54" fmla="*/ 1240465 h 1509823"/>
                <a:gd name="connsiteX55" fmla="*/ 2190307 w 3622158"/>
                <a:gd name="connsiteY55" fmla="*/ 921488 h 1509823"/>
                <a:gd name="connsiteX56" fmla="*/ 1835888 w 3622158"/>
                <a:gd name="connsiteY56" fmla="*/ 496186 h 1509823"/>
                <a:gd name="connsiteX57" fmla="*/ 2558902 w 3622158"/>
                <a:gd name="connsiteY57" fmla="*/ 914400 h 1509823"/>
                <a:gd name="connsiteX58" fmla="*/ 3274828 w 3622158"/>
                <a:gd name="connsiteY58" fmla="*/ 1027814 h 1509823"/>
                <a:gd name="connsiteX59" fmla="*/ 3622158 w 3622158"/>
                <a:gd name="connsiteY59" fmla="*/ 1261730 h 1509823"/>
                <a:gd name="connsiteX60" fmla="*/ 3310270 w 3622158"/>
                <a:gd name="connsiteY60" fmla="*/ 999460 h 1509823"/>
                <a:gd name="connsiteX61" fmla="*/ 3586716 w 3622158"/>
                <a:gd name="connsiteY61" fmla="*/ 893135 h 1509823"/>
                <a:gd name="connsiteX62" fmla="*/ 3246475 w 3622158"/>
                <a:gd name="connsiteY62" fmla="*/ 942753 h 1509823"/>
                <a:gd name="connsiteX63" fmla="*/ 2544726 w 3622158"/>
                <a:gd name="connsiteY63" fmla="*/ 829339 h 1509823"/>
                <a:gd name="connsiteX64" fmla="*/ 1842977 w 3622158"/>
                <a:gd name="connsiteY64" fmla="*/ 404037 h 1509823"/>
                <a:gd name="connsiteX65" fmla="*/ 1963479 w 3622158"/>
                <a:gd name="connsiteY65" fmla="*/ 198474 h 1509823"/>
                <a:gd name="connsiteX66" fmla="*/ 2587256 w 3622158"/>
                <a:gd name="connsiteY66" fmla="*/ 425302 h 1509823"/>
                <a:gd name="connsiteX67" fmla="*/ 3196856 w 3622158"/>
                <a:gd name="connsiteY67" fmla="*/ 446567 h 1509823"/>
                <a:gd name="connsiteX68" fmla="*/ 3579628 w 3622158"/>
                <a:gd name="connsiteY68" fmla="*/ 595423 h 1509823"/>
                <a:gd name="connsiteX69" fmla="*/ 3225209 w 3622158"/>
                <a:gd name="connsiteY69" fmla="*/ 432391 h 1509823"/>
                <a:gd name="connsiteX70" fmla="*/ 3600893 w 3622158"/>
                <a:gd name="connsiteY70" fmla="*/ 489097 h 1509823"/>
                <a:gd name="connsiteX71" fmla="*/ 3189768 w 3622158"/>
                <a:gd name="connsiteY71" fmla="*/ 368595 h 1509823"/>
                <a:gd name="connsiteX72" fmla="*/ 2580168 w 3622158"/>
                <a:gd name="connsiteY72" fmla="*/ 340242 h 1509823"/>
                <a:gd name="connsiteX73" fmla="*/ 1977656 w 3622158"/>
                <a:gd name="connsiteY73" fmla="*/ 63795 h 1509823"/>
                <a:gd name="connsiteX74" fmla="*/ 2013098 w 3622158"/>
                <a:gd name="connsiteY74" fmla="*/ 0 h 1509823"/>
                <a:gd name="connsiteX75" fmla="*/ 2013098 w 3622158"/>
                <a:gd name="connsiteY75" fmla="*/ 0 h 1509823"/>
                <a:gd name="connsiteX76" fmla="*/ 1573619 w 3622158"/>
                <a:gd name="connsiteY76" fmla="*/ 0 h 1509823"/>
                <a:gd name="connsiteX0" fmla="*/ 1573619 w 3622158"/>
                <a:gd name="connsiteY0" fmla="*/ 0 h 1573618"/>
                <a:gd name="connsiteX1" fmla="*/ 1453116 w 3622158"/>
                <a:gd name="connsiteY1" fmla="*/ 262270 h 1573618"/>
                <a:gd name="connsiteX2" fmla="*/ 1020726 w 3622158"/>
                <a:gd name="connsiteY2" fmla="*/ 311888 h 1573618"/>
                <a:gd name="connsiteX3" fmla="*/ 595423 w 3622158"/>
                <a:gd name="connsiteY3" fmla="*/ 248093 h 1573618"/>
                <a:gd name="connsiteX4" fmla="*/ 326065 w 3622158"/>
                <a:gd name="connsiteY4" fmla="*/ 120502 h 1573618"/>
                <a:gd name="connsiteX5" fmla="*/ 567070 w 3622158"/>
                <a:gd name="connsiteY5" fmla="*/ 297711 h 1573618"/>
                <a:gd name="connsiteX6" fmla="*/ 233916 w 3622158"/>
                <a:gd name="connsiteY6" fmla="*/ 432391 h 1573618"/>
                <a:gd name="connsiteX7" fmla="*/ 609600 w 3622158"/>
                <a:gd name="connsiteY7" fmla="*/ 340242 h 1573618"/>
                <a:gd name="connsiteX8" fmla="*/ 1020726 w 3622158"/>
                <a:gd name="connsiteY8" fmla="*/ 354418 h 1573618"/>
                <a:gd name="connsiteX9" fmla="*/ 786809 w 3622158"/>
                <a:gd name="connsiteY9" fmla="*/ 531628 h 1573618"/>
                <a:gd name="connsiteX10" fmla="*/ 1070344 w 3622158"/>
                <a:gd name="connsiteY10" fmla="*/ 382772 h 1573618"/>
                <a:gd name="connsiteX11" fmla="*/ 1502735 w 3622158"/>
                <a:gd name="connsiteY11" fmla="*/ 318977 h 1573618"/>
                <a:gd name="connsiteX12" fmla="*/ 1672856 w 3622158"/>
                <a:gd name="connsiteY12" fmla="*/ 14177 h 1573618"/>
                <a:gd name="connsiteX13" fmla="*/ 1616149 w 3622158"/>
                <a:gd name="connsiteY13" fmla="*/ 453656 h 1573618"/>
                <a:gd name="connsiteX14" fmla="*/ 1254642 w 3622158"/>
                <a:gd name="connsiteY14" fmla="*/ 708837 h 1573618"/>
                <a:gd name="connsiteX15" fmla="*/ 829340 w 3622158"/>
                <a:gd name="connsiteY15" fmla="*/ 808074 h 1573618"/>
                <a:gd name="connsiteX16" fmla="*/ 496186 w 3622158"/>
                <a:gd name="connsiteY16" fmla="*/ 659218 h 1573618"/>
                <a:gd name="connsiteX17" fmla="*/ 800986 w 3622158"/>
                <a:gd name="connsiteY17" fmla="*/ 871870 h 1573618"/>
                <a:gd name="connsiteX18" fmla="*/ 446568 w 3622158"/>
                <a:gd name="connsiteY18" fmla="*/ 907311 h 1573618"/>
                <a:gd name="connsiteX19" fmla="*/ 836428 w 3622158"/>
                <a:gd name="connsiteY19" fmla="*/ 935665 h 1573618"/>
                <a:gd name="connsiteX20" fmla="*/ 1119963 w 3622158"/>
                <a:gd name="connsiteY20" fmla="*/ 864781 h 1573618"/>
                <a:gd name="connsiteX21" fmla="*/ 730102 w 3622158"/>
                <a:gd name="connsiteY21" fmla="*/ 1148316 h 1573618"/>
                <a:gd name="connsiteX22" fmla="*/ 375684 w 3622158"/>
                <a:gd name="connsiteY22" fmla="*/ 1233377 h 1573618"/>
                <a:gd name="connsiteX23" fmla="*/ 106326 w 3622158"/>
                <a:gd name="connsiteY23" fmla="*/ 1020725 h 1573618"/>
                <a:gd name="connsiteX24" fmla="*/ 382772 w 3622158"/>
                <a:gd name="connsiteY24" fmla="*/ 1297172 h 1573618"/>
                <a:gd name="connsiteX25" fmla="*/ 0 w 3622158"/>
                <a:gd name="connsiteY25" fmla="*/ 1268818 h 1573618"/>
                <a:gd name="connsiteX26" fmla="*/ 389861 w 3622158"/>
                <a:gd name="connsiteY26" fmla="*/ 1353879 h 1573618"/>
                <a:gd name="connsiteX27" fmla="*/ 70883 w 3622158"/>
                <a:gd name="connsiteY27" fmla="*/ 1573618 h 1573618"/>
                <a:gd name="connsiteX28" fmla="*/ 418214 w 3622158"/>
                <a:gd name="connsiteY28" fmla="*/ 1396409 h 1573618"/>
                <a:gd name="connsiteX29" fmla="*/ 779721 w 3622158"/>
                <a:gd name="connsiteY29" fmla="*/ 1261730 h 1573618"/>
                <a:gd name="connsiteX30" fmla="*/ 1020726 w 3622158"/>
                <a:gd name="connsiteY30" fmla="*/ 1041991 h 1573618"/>
                <a:gd name="connsiteX31" fmla="*/ 964019 w 3622158"/>
                <a:gd name="connsiteY31" fmla="*/ 1431851 h 1573618"/>
                <a:gd name="connsiteX32" fmla="*/ 1077433 w 3622158"/>
                <a:gd name="connsiteY32" fmla="*/ 1034902 h 1573618"/>
                <a:gd name="connsiteX33" fmla="*/ 1297172 w 3622158"/>
                <a:gd name="connsiteY33" fmla="*/ 779721 h 1573618"/>
                <a:gd name="connsiteX34" fmla="*/ 1630326 w 3622158"/>
                <a:gd name="connsiteY34" fmla="*/ 545804 h 1573618"/>
                <a:gd name="connsiteX35" fmla="*/ 1566530 w 3622158"/>
                <a:gd name="connsiteY35" fmla="*/ 914400 h 1573618"/>
                <a:gd name="connsiteX36" fmla="*/ 1389321 w 3622158"/>
                <a:gd name="connsiteY36" fmla="*/ 1119963 h 1573618"/>
                <a:gd name="connsiteX37" fmla="*/ 1609061 w 3622158"/>
                <a:gd name="connsiteY37" fmla="*/ 949842 h 1573618"/>
                <a:gd name="connsiteX38" fmla="*/ 1538177 w 3622158"/>
                <a:gd name="connsiteY38" fmla="*/ 1304260 h 1573618"/>
                <a:gd name="connsiteX39" fmla="*/ 1304261 w 3622158"/>
                <a:gd name="connsiteY39" fmla="*/ 1375144 h 1573618"/>
                <a:gd name="connsiteX40" fmla="*/ 1552354 w 3622158"/>
                <a:gd name="connsiteY40" fmla="*/ 1346791 h 1573618"/>
                <a:gd name="connsiteX41" fmla="*/ 1545265 w 3622158"/>
                <a:gd name="connsiteY41" fmla="*/ 1509823 h 1573618"/>
                <a:gd name="connsiteX42" fmla="*/ 1601972 w 3622158"/>
                <a:gd name="connsiteY42" fmla="*/ 1339702 h 1573618"/>
                <a:gd name="connsiteX43" fmla="*/ 1772093 w 3622158"/>
                <a:gd name="connsiteY43" fmla="*/ 1453116 h 1573618"/>
                <a:gd name="connsiteX44" fmla="*/ 1601972 w 3622158"/>
                <a:gd name="connsiteY44" fmla="*/ 1282995 h 1573618"/>
                <a:gd name="connsiteX45" fmla="*/ 1679944 w 3622158"/>
                <a:gd name="connsiteY45" fmla="*/ 935665 h 1573618"/>
                <a:gd name="connsiteX46" fmla="*/ 1793358 w 3622158"/>
                <a:gd name="connsiteY46" fmla="*/ 1190846 h 1573618"/>
                <a:gd name="connsiteX47" fmla="*/ 1701209 w 3622158"/>
                <a:gd name="connsiteY47" fmla="*/ 850604 h 1573618"/>
                <a:gd name="connsiteX48" fmla="*/ 1757916 w 3622158"/>
                <a:gd name="connsiteY48" fmla="*/ 538716 h 1573618"/>
                <a:gd name="connsiteX49" fmla="*/ 2083982 w 3622158"/>
                <a:gd name="connsiteY49" fmla="*/ 1006549 h 1573618"/>
                <a:gd name="connsiteX50" fmla="*/ 2587256 w 3622158"/>
                <a:gd name="connsiteY50" fmla="*/ 1375144 h 1573618"/>
                <a:gd name="connsiteX51" fmla="*/ 2948763 w 3622158"/>
                <a:gd name="connsiteY51" fmla="*/ 1332614 h 1573618"/>
                <a:gd name="connsiteX52" fmla="*/ 2601433 w 3622158"/>
                <a:gd name="connsiteY52" fmla="*/ 1325525 h 1573618"/>
                <a:gd name="connsiteX53" fmla="*/ 2948763 w 3622158"/>
                <a:gd name="connsiteY53" fmla="*/ 1261730 h 1573618"/>
                <a:gd name="connsiteX54" fmla="*/ 2580168 w 3622158"/>
                <a:gd name="connsiteY54" fmla="*/ 1240465 h 1573618"/>
                <a:gd name="connsiteX55" fmla="*/ 2190307 w 3622158"/>
                <a:gd name="connsiteY55" fmla="*/ 921488 h 1573618"/>
                <a:gd name="connsiteX56" fmla="*/ 1835888 w 3622158"/>
                <a:gd name="connsiteY56" fmla="*/ 496186 h 1573618"/>
                <a:gd name="connsiteX57" fmla="*/ 2558902 w 3622158"/>
                <a:gd name="connsiteY57" fmla="*/ 914400 h 1573618"/>
                <a:gd name="connsiteX58" fmla="*/ 3274828 w 3622158"/>
                <a:gd name="connsiteY58" fmla="*/ 1027814 h 1573618"/>
                <a:gd name="connsiteX59" fmla="*/ 3622158 w 3622158"/>
                <a:gd name="connsiteY59" fmla="*/ 1261730 h 1573618"/>
                <a:gd name="connsiteX60" fmla="*/ 3310270 w 3622158"/>
                <a:gd name="connsiteY60" fmla="*/ 999460 h 1573618"/>
                <a:gd name="connsiteX61" fmla="*/ 3586716 w 3622158"/>
                <a:gd name="connsiteY61" fmla="*/ 893135 h 1573618"/>
                <a:gd name="connsiteX62" fmla="*/ 3246475 w 3622158"/>
                <a:gd name="connsiteY62" fmla="*/ 942753 h 1573618"/>
                <a:gd name="connsiteX63" fmla="*/ 2544726 w 3622158"/>
                <a:gd name="connsiteY63" fmla="*/ 829339 h 1573618"/>
                <a:gd name="connsiteX64" fmla="*/ 1842977 w 3622158"/>
                <a:gd name="connsiteY64" fmla="*/ 404037 h 1573618"/>
                <a:gd name="connsiteX65" fmla="*/ 1963479 w 3622158"/>
                <a:gd name="connsiteY65" fmla="*/ 198474 h 1573618"/>
                <a:gd name="connsiteX66" fmla="*/ 2587256 w 3622158"/>
                <a:gd name="connsiteY66" fmla="*/ 425302 h 1573618"/>
                <a:gd name="connsiteX67" fmla="*/ 3196856 w 3622158"/>
                <a:gd name="connsiteY67" fmla="*/ 446567 h 1573618"/>
                <a:gd name="connsiteX68" fmla="*/ 3579628 w 3622158"/>
                <a:gd name="connsiteY68" fmla="*/ 595423 h 1573618"/>
                <a:gd name="connsiteX69" fmla="*/ 3225209 w 3622158"/>
                <a:gd name="connsiteY69" fmla="*/ 432391 h 1573618"/>
                <a:gd name="connsiteX70" fmla="*/ 3600893 w 3622158"/>
                <a:gd name="connsiteY70" fmla="*/ 489097 h 1573618"/>
                <a:gd name="connsiteX71" fmla="*/ 3189768 w 3622158"/>
                <a:gd name="connsiteY71" fmla="*/ 368595 h 1573618"/>
                <a:gd name="connsiteX72" fmla="*/ 2580168 w 3622158"/>
                <a:gd name="connsiteY72" fmla="*/ 340242 h 1573618"/>
                <a:gd name="connsiteX73" fmla="*/ 1977656 w 3622158"/>
                <a:gd name="connsiteY73" fmla="*/ 63795 h 1573618"/>
                <a:gd name="connsiteX74" fmla="*/ 2013098 w 3622158"/>
                <a:gd name="connsiteY74" fmla="*/ 0 h 1573618"/>
                <a:gd name="connsiteX75" fmla="*/ 2013098 w 3622158"/>
                <a:gd name="connsiteY75" fmla="*/ 0 h 1573618"/>
                <a:gd name="connsiteX76" fmla="*/ 1573619 w 3622158"/>
                <a:gd name="connsiteY76" fmla="*/ 0 h 1573618"/>
                <a:gd name="connsiteX0" fmla="*/ 1552354 w 3600893"/>
                <a:gd name="connsiteY0" fmla="*/ 0 h 1573618"/>
                <a:gd name="connsiteX1" fmla="*/ 1431851 w 3600893"/>
                <a:gd name="connsiteY1" fmla="*/ 262270 h 1573618"/>
                <a:gd name="connsiteX2" fmla="*/ 999461 w 3600893"/>
                <a:gd name="connsiteY2" fmla="*/ 311888 h 1573618"/>
                <a:gd name="connsiteX3" fmla="*/ 574158 w 3600893"/>
                <a:gd name="connsiteY3" fmla="*/ 248093 h 1573618"/>
                <a:gd name="connsiteX4" fmla="*/ 304800 w 3600893"/>
                <a:gd name="connsiteY4" fmla="*/ 120502 h 1573618"/>
                <a:gd name="connsiteX5" fmla="*/ 545805 w 3600893"/>
                <a:gd name="connsiteY5" fmla="*/ 297711 h 1573618"/>
                <a:gd name="connsiteX6" fmla="*/ 212651 w 3600893"/>
                <a:gd name="connsiteY6" fmla="*/ 432391 h 1573618"/>
                <a:gd name="connsiteX7" fmla="*/ 588335 w 3600893"/>
                <a:gd name="connsiteY7" fmla="*/ 340242 h 1573618"/>
                <a:gd name="connsiteX8" fmla="*/ 999461 w 3600893"/>
                <a:gd name="connsiteY8" fmla="*/ 354418 h 1573618"/>
                <a:gd name="connsiteX9" fmla="*/ 765544 w 3600893"/>
                <a:gd name="connsiteY9" fmla="*/ 531628 h 1573618"/>
                <a:gd name="connsiteX10" fmla="*/ 1049079 w 3600893"/>
                <a:gd name="connsiteY10" fmla="*/ 382772 h 1573618"/>
                <a:gd name="connsiteX11" fmla="*/ 1481470 w 3600893"/>
                <a:gd name="connsiteY11" fmla="*/ 318977 h 1573618"/>
                <a:gd name="connsiteX12" fmla="*/ 1651591 w 3600893"/>
                <a:gd name="connsiteY12" fmla="*/ 14177 h 1573618"/>
                <a:gd name="connsiteX13" fmla="*/ 1594884 w 3600893"/>
                <a:gd name="connsiteY13" fmla="*/ 453656 h 1573618"/>
                <a:gd name="connsiteX14" fmla="*/ 1233377 w 3600893"/>
                <a:gd name="connsiteY14" fmla="*/ 708837 h 1573618"/>
                <a:gd name="connsiteX15" fmla="*/ 808075 w 3600893"/>
                <a:gd name="connsiteY15" fmla="*/ 808074 h 1573618"/>
                <a:gd name="connsiteX16" fmla="*/ 474921 w 3600893"/>
                <a:gd name="connsiteY16" fmla="*/ 659218 h 1573618"/>
                <a:gd name="connsiteX17" fmla="*/ 779721 w 3600893"/>
                <a:gd name="connsiteY17" fmla="*/ 871870 h 1573618"/>
                <a:gd name="connsiteX18" fmla="*/ 425303 w 3600893"/>
                <a:gd name="connsiteY18" fmla="*/ 907311 h 1573618"/>
                <a:gd name="connsiteX19" fmla="*/ 815163 w 3600893"/>
                <a:gd name="connsiteY19" fmla="*/ 935665 h 1573618"/>
                <a:gd name="connsiteX20" fmla="*/ 1098698 w 3600893"/>
                <a:gd name="connsiteY20" fmla="*/ 864781 h 1573618"/>
                <a:gd name="connsiteX21" fmla="*/ 708837 w 3600893"/>
                <a:gd name="connsiteY21" fmla="*/ 1148316 h 1573618"/>
                <a:gd name="connsiteX22" fmla="*/ 354419 w 3600893"/>
                <a:gd name="connsiteY22" fmla="*/ 1233377 h 1573618"/>
                <a:gd name="connsiteX23" fmla="*/ 85061 w 3600893"/>
                <a:gd name="connsiteY23" fmla="*/ 1020725 h 1573618"/>
                <a:gd name="connsiteX24" fmla="*/ 361507 w 3600893"/>
                <a:gd name="connsiteY24" fmla="*/ 1297172 h 1573618"/>
                <a:gd name="connsiteX25" fmla="*/ 0 w 3600893"/>
                <a:gd name="connsiteY25" fmla="*/ 1438939 h 1573618"/>
                <a:gd name="connsiteX26" fmla="*/ 368596 w 3600893"/>
                <a:gd name="connsiteY26" fmla="*/ 1353879 h 1573618"/>
                <a:gd name="connsiteX27" fmla="*/ 49618 w 3600893"/>
                <a:gd name="connsiteY27" fmla="*/ 1573618 h 1573618"/>
                <a:gd name="connsiteX28" fmla="*/ 396949 w 3600893"/>
                <a:gd name="connsiteY28" fmla="*/ 1396409 h 1573618"/>
                <a:gd name="connsiteX29" fmla="*/ 758456 w 3600893"/>
                <a:gd name="connsiteY29" fmla="*/ 1261730 h 1573618"/>
                <a:gd name="connsiteX30" fmla="*/ 999461 w 3600893"/>
                <a:gd name="connsiteY30" fmla="*/ 1041991 h 1573618"/>
                <a:gd name="connsiteX31" fmla="*/ 942754 w 3600893"/>
                <a:gd name="connsiteY31" fmla="*/ 1431851 h 1573618"/>
                <a:gd name="connsiteX32" fmla="*/ 1056168 w 3600893"/>
                <a:gd name="connsiteY32" fmla="*/ 1034902 h 1573618"/>
                <a:gd name="connsiteX33" fmla="*/ 1275907 w 3600893"/>
                <a:gd name="connsiteY33" fmla="*/ 779721 h 1573618"/>
                <a:gd name="connsiteX34" fmla="*/ 1609061 w 3600893"/>
                <a:gd name="connsiteY34" fmla="*/ 545804 h 1573618"/>
                <a:gd name="connsiteX35" fmla="*/ 1545265 w 3600893"/>
                <a:gd name="connsiteY35" fmla="*/ 914400 h 1573618"/>
                <a:gd name="connsiteX36" fmla="*/ 1368056 w 3600893"/>
                <a:gd name="connsiteY36" fmla="*/ 1119963 h 1573618"/>
                <a:gd name="connsiteX37" fmla="*/ 1587796 w 3600893"/>
                <a:gd name="connsiteY37" fmla="*/ 949842 h 1573618"/>
                <a:gd name="connsiteX38" fmla="*/ 1516912 w 3600893"/>
                <a:gd name="connsiteY38" fmla="*/ 1304260 h 1573618"/>
                <a:gd name="connsiteX39" fmla="*/ 1282996 w 3600893"/>
                <a:gd name="connsiteY39" fmla="*/ 1375144 h 1573618"/>
                <a:gd name="connsiteX40" fmla="*/ 1531089 w 3600893"/>
                <a:gd name="connsiteY40" fmla="*/ 1346791 h 1573618"/>
                <a:gd name="connsiteX41" fmla="*/ 1524000 w 3600893"/>
                <a:gd name="connsiteY41" fmla="*/ 1509823 h 1573618"/>
                <a:gd name="connsiteX42" fmla="*/ 1580707 w 3600893"/>
                <a:gd name="connsiteY42" fmla="*/ 1339702 h 1573618"/>
                <a:gd name="connsiteX43" fmla="*/ 1750828 w 3600893"/>
                <a:gd name="connsiteY43" fmla="*/ 1453116 h 1573618"/>
                <a:gd name="connsiteX44" fmla="*/ 1580707 w 3600893"/>
                <a:gd name="connsiteY44" fmla="*/ 1282995 h 1573618"/>
                <a:gd name="connsiteX45" fmla="*/ 1658679 w 3600893"/>
                <a:gd name="connsiteY45" fmla="*/ 935665 h 1573618"/>
                <a:gd name="connsiteX46" fmla="*/ 1772093 w 3600893"/>
                <a:gd name="connsiteY46" fmla="*/ 1190846 h 1573618"/>
                <a:gd name="connsiteX47" fmla="*/ 1679944 w 3600893"/>
                <a:gd name="connsiteY47" fmla="*/ 850604 h 1573618"/>
                <a:gd name="connsiteX48" fmla="*/ 1736651 w 3600893"/>
                <a:gd name="connsiteY48" fmla="*/ 538716 h 1573618"/>
                <a:gd name="connsiteX49" fmla="*/ 2062717 w 3600893"/>
                <a:gd name="connsiteY49" fmla="*/ 1006549 h 1573618"/>
                <a:gd name="connsiteX50" fmla="*/ 2565991 w 3600893"/>
                <a:gd name="connsiteY50" fmla="*/ 1375144 h 1573618"/>
                <a:gd name="connsiteX51" fmla="*/ 2927498 w 3600893"/>
                <a:gd name="connsiteY51" fmla="*/ 1332614 h 1573618"/>
                <a:gd name="connsiteX52" fmla="*/ 2580168 w 3600893"/>
                <a:gd name="connsiteY52" fmla="*/ 1325525 h 1573618"/>
                <a:gd name="connsiteX53" fmla="*/ 2927498 w 3600893"/>
                <a:gd name="connsiteY53" fmla="*/ 1261730 h 1573618"/>
                <a:gd name="connsiteX54" fmla="*/ 2558903 w 3600893"/>
                <a:gd name="connsiteY54" fmla="*/ 1240465 h 1573618"/>
                <a:gd name="connsiteX55" fmla="*/ 2169042 w 3600893"/>
                <a:gd name="connsiteY55" fmla="*/ 921488 h 1573618"/>
                <a:gd name="connsiteX56" fmla="*/ 1814623 w 3600893"/>
                <a:gd name="connsiteY56" fmla="*/ 496186 h 1573618"/>
                <a:gd name="connsiteX57" fmla="*/ 2537637 w 3600893"/>
                <a:gd name="connsiteY57" fmla="*/ 914400 h 1573618"/>
                <a:gd name="connsiteX58" fmla="*/ 3253563 w 3600893"/>
                <a:gd name="connsiteY58" fmla="*/ 1027814 h 1573618"/>
                <a:gd name="connsiteX59" fmla="*/ 3600893 w 3600893"/>
                <a:gd name="connsiteY59" fmla="*/ 1261730 h 1573618"/>
                <a:gd name="connsiteX60" fmla="*/ 3289005 w 3600893"/>
                <a:gd name="connsiteY60" fmla="*/ 999460 h 1573618"/>
                <a:gd name="connsiteX61" fmla="*/ 3565451 w 3600893"/>
                <a:gd name="connsiteY61" fmla="*/ 893135 h 1573618"/>
                <a:gd name="connsiteX62" fmla="*/ 3225210 w 3600893"/>
                <a:gd name="connsiteY62" fmla="*/ 942753 h 1573618"/>
                <a:gd name="connsiteX63" fmla="*/ 2523461 w 3600893"/>
                <a:gd name="connsiteY63" fmla="*/ 829339 h 1573618"/>
                <a:gd name="connsiteX64" fmla="*/ 1821712 w 3600893"/>
                <a:gd name="connsiteY64" fmla="*/ 404037 h 1573618"/>
                <a:gd name="connsiteX65" fmla="*/ 1942214 w 3600893"/>
                <a:gd name="connsiteY65" fmla="*/ 198474 h 1573618"/>
                <a:gd name="connsiteX66" fmla="*/ 2565991 w 3600893"/>
                <a:gd name="connsiteY66" fmla="*/ 425302 h 1573618"/>
                <a:gd name="connsiteX67" fmla="*/ 3175591 w 3600893"/>
                <a:gd name="connsiteY67" fmla="*/ 446567 h 1573618"/>
                <a:gd name="connsiteX68" fmla="*/ 3558363 w 3600893"/>
                <a:gd name="connsiteY68" fmla="*/ 595423 h 1573618"/>
                <a:gd name="connsiteX69" fmla="*/ 3203944 w 3600893"/>
                <a:gd name="connsiteY69" fmla="*/ 432391 h 1573618"/>
                <a:gd name="connsiteX70" fmla="*/ 3579628 w 3600893"/>
                <a:gd name="connsiteY70" fmla="*/ 489097 h 1573618"/>
                <a:gd name="connsiteX71" fmla="*/ 3168503 w 3600893"/>
                <a:gd name="connsiteY71" fmla="*/ 368595 h 1573618"/>
                <a:gd name="connsiteX72" fmla="*/ 2558903 w 3600893"/>
                <a:gd name="connsiteY72" fmla="*/ 340242 h 1573618"/>
                <a:gd name="connsiteX73" fmla="*/ 1956391 w 3600893"/>
                <a:gd name="connsiteY73" fmla="*/ 63795 h 1573618"/>
                <a:gd name="connsiteX74" fmla="*/ 1991833 w 3600893"/>
                <a:gd name="connsiteY74" fmla="*/ 0 h 1573618"/>
                <a:gd name="connsiteX75" fmla="*/ 1991833 w 3600893"/>
                <a:gd name="connsiteY75" fmla="*/ 0 h 1573618"/>
                <a:gd name="connsiteX76" fmla="*/ 1552354 w 3600893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715925 w 3607981"/>
                <a:gd name="connsiteY21" fmla="*/ 1148316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06232 w 3607981"/>
                <a:gd name="connsiteY51" fmla="*/ 1502735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73656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73656 w 3607981"/>
                <a:gd name="connsiteY76" fmla="*/ 0 h 157361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6130 w 3607981"/>
                <a:gd name="connsiteY55" fmla="*/ 927838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1922 w 3607981"/>
                <a:gd name="connsiteY25" fmla="*/ 1403960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94660 w 3607981"/>
                <a:gd name="connsiteY29" fmla="*/ 1296433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0092 w 3607981"/>
                <a:gd name="connsiteY71" fmla="*/ 395609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90368 w 3607981"/>
                <a:gd name="connsiteY69" fmla="*/ 428409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95300 w 3607981"/>
                <a:gd name="connsiteY51" fmla="*/ 1426547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63479 w 3607981"/>
                <a:gd name="connsiteY73" fmla="*/ 6379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73172 w 3607981"/>
                <a:gd name="connsiteY73" fmla="*/ 15103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53622 w 3607981"/>
                <a:gd name="connsiteY73" fmla="*/ 19303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28416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134833 w 3607981"/>
                <a:gd name="connsiteY73" fmla="*/ 215181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202686 w 3607981"/>
                <a:gd name="connsiteY73" fmla="*/ 173176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41295 w 3607981"/>
                <a:gd name="connsiteY66" fmla="*/ 292727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48905 w 3607981"/>
                <a:gd name="connsiteY73" fmla="*/ 344425 h 1516791"/>
                <a:gd name="connsiteX74" fmla="*/ 2565991 w 3607981"/>
                <a:gd name="connsiteY74" fmla="*/ 340242 h 1516791"/>
                <a:gd name="connsiteX75" fmla="*/ 2202686 w 3607981"/>
                <a:gd name="connsiteY75" fmla="*/ 173176 h 1516791"/>
                <a:gd name="connsiteX76" fmla="*/ 1834234 w 3607981"/>
                <a:gd name="connsiteY76" fmla="*/ 128416 h 1516791"/>
                <a:gd name="connsiteX77" fmla="*/ 1998921 w 3607981"/>
                <a:gd name="connsiteY77" fmla="*/ 0 h 1516791"/>
                <a:gd name="connsiteX78" fmla="*/ 1573656 w 3607981"/>
                <a:gd name="connsiteY78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84447 w 3607981"/>
                <a:gd name="connsiteY73" fmla="*/ 341193 h 1516791"/>
                <a:gd name="connsiteX74" fmla="*/ 2848905 w 3607981"/>
                <a:gd name="connsiteY74" fmla="*/ 344425 h 1516791"/>
                <a:gd name="connsiteX75" fmla="*/ 2565991 w 3607981"/>
                <a:gd name="connsiteY75" fmla="*/ 340242 h 1516791"/>
                <a:gd name="connsiteX76" fmla="*/ 2202686 w 3607981"/>
                <a:gd name="connsiteY76" fmla="*/ 173176 h 1516791"/>
                <a:gd name="connsiteX77" fmla="*/ 1834234 w 3607981"/>
                <a:gd name="connsiteY77" fmla="*/ 128416 h 1516791"/>
                <a:gd name="connsiteX78" fmla="*/ 1998921 w 3607981"/>
                <a:gd name="connsiteY78" fmla="*/ 0 h 1516791"/>
                <a:gd name="connsiteX79" fmla="*/ 1573656 w 3607981"/>
                <a:gd name="connsiteY79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884447 w 3607981"/>
                <a:gd name="connsiteY74" fmla="*/ 34119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961994 w 3607981"/>
                <a:gd name="connsiteY74" fmla="*/ 19256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78376 w 3607981"/>
                <a:gd name="connsiteY69" fmla="*/ 514646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54712 w 3607981"/>
                <a:gd name="connsiteY67" fmla="*/ 373504 h 1516791"/>
                <a:gd name="connsiteX68" fmla="*/ 2573079 w 3607981"/>
                <a:gd name="connsiteY68" fmla="*/ 425302 h 1516791"/>
                <a:gd name="connsiteX69" fmla="*/ 3117436 w 3607981"/>
                <a:gd name="connsiteY69" fmla="*/ 431708 h 1516791"/>
                <a:gd name="connsiteX70" fmla="*/ 3578376 w 3607981"/>
                <a:gd name="connsiteY70" fmla="*/ 514646 h 1516791"/>
                <a:gd name="connsiteX71" fmla="*/ 3180035 w 3607981"/>
                <a:gd name="connsiteY71" fmla="*/ 401394 h 1516791"/>
                <a:gd name="connsiteX72" fmla="*/ 3580254 w 3607981"/>
                <a:gd name="connsiteY72" fmla="*/ 279076 h 1516791"/>
                <a:gd name="connsiteX73" fmla="*/ 3165258 w 3607981"/>
                <a:gd name="connsiteY73" fmla="*/ 358263 h 1516791"/>
                <a:gd name="connsiteX74" fmla="*/ 2949069 w 3607981"/>
                <a:gd name="connsiteY74" fmla="*/ 357349 h 1516791"/>
                <a:gd name="connsiteX75" fmla="*/ 3000767 w 3607981"/>
                <a:gd name="connsiteY75" fmla="*/ 186101 h 1516791"/>
                <a:gd name="connsiteX76" fmla="*/ 2900603 w 3607981"/>
                <a:gd name="connsiteY76" fmla="*/ 357350 h 1516791"/>
                <a:gd name="connsiteX77" fmla="*/ 2565991 w 3607981"/>
                <a:gd name="connsiteY77" fmla="*/ 340242 h 1516791"/>
                <a:gd name="connsiteX78" fmla="*/ 2202686 w 3607981"/>
                <a:gd name="connsiteY78" fmla="*/ 173176 h 1516791"/>
                <a:gd name="connsiteX79" fmla="*/ 1834234 w 3607981"/>
                <a:gd name="connsiteY79" fmla="*/ 128416 h 1516791"/>
                <a:gd name="connsiteX80" fmla="*/ 1998921 w 3607981"/>
                <a:gd name="connsiteY80" fmla="*/ 0 h 1516791"/>
                <a:gd name="connsiteX81" fmla="*/ 1573656 w 3607981"/>
                <a:gd name="connsiteY81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15938 w 3607981"/>
                <a:gd name="connsiteY67" fmla="*/ 363811 h 1516791"/>
                <a:gd name="connsiteX68" fmla="*/ 2454712 w 3607981"/>
                <a:gd name="connsiteY68" fmla="*/ 373504 h 1516791"/>
                <a:gd name="connsiteX69" fmla="*/ 2573079 w 3607981"/>
                <a:gd name="connsiteY69" fmla="*/ 425302 h 1516791"/>
                <a:gd name="connsiteX70" fmla="*/ 3117436 w 3607981"/>
                <a:gd name="connsiteY70" fmla="*/ 431708 h 1516791"/>
                <a:gd name="connsiteX71" fmla="*/ 3578376 w 3607981"/>
                <a:gd name="connsiteY71" fmla="*/ 514646 h 1516791"/>
                <a:gd name="connsiteX72" fmla="*/ 3180035 w 3607981"/>
                <a:gd name="connsiteY72" fmla="*/ 401394 h 1516791"/>
                <a:gd name="connsiteX73" fmla="*/ 3580254 w 3607981"/>
                <a:gd name="connsiteY73" fmla="*/ 279076 h 1516791"/>
                <a:gd name="connsiteX74" fmla="*/ 3165258 w 3607981"/>
                <a:gd name="connsiteY74" fmla="*/ 358263 h 1516791"/>
                <a:gd name="connsiteX75" fmla="*/ 2949069 w 3607981"/>
                <a:gd name="connsiteY75" fmla="*/ 357349 h 1516791"/>
                <a:gd name="connsiteX76" fmla="*/ 3000767 w 3607981"/>
                <a:gd name="connsiteY76" fmla="*/ 186101 h 1516791"/>
                <a:gd name="connsiteX77" fmla="*/ 2900603 w 3607981"/>
                <a:gd name="connsiteY77" fmla="*/ 357350 h 1516791"/>
                <a:gd name="connsiteX78" fmla="*/ 2565991 w 3607981"/>
                <a:gd name="connsiteY78" fmla="*/ 340242 h 1516791"/>
                <a:gd name="connsiteX79" fmla="*/ 2202686 w 3607981"/>
                <a:gd name="connsiteY79" fmla="*/ 173176 h 1516791"/>
                <a:gd name="connsiteX80" fmla="*/ 1834234 w 3607981"/>
                <a:gd name="connsiteY80" fmla="*/ 128416 h 1516791"/>
                <a:gd name="connsiteX81" fmla="*/ 1998921 w 3607981"/>
                <a:gd name="connsiteY81" fmla="*/ 0 h 1516791"/>
                <a:gd name="connsiteX82" fmla="*/ 1573656 w 3607981"/>
                <a:gd name="connsiteY82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15938 w 3607981"/>
                <a:gd name="connsiteY68" fmla="*/ 36381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25631 w 3607981"/>
                <a:gd name="connsiteY67" fmla="*/ 367042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906306 w 3607981"/>
                <a:gd name="connsiteY65" fmla="*/ 185690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17176 w 3607981"/>
                <a:gd name="connsiteY65" fmla="*/ 169185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72624 w 3607981"/>
                <a:gd name="connsiteY64" fmla="*/ 434517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27330 w 3607981"/>
                <a:gd name="connsiteY13" fmla="*/ 25277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03255 w 3607981"/>
                <a:gd name="connsiteY13" fmla="*/ 279184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6761 w 3607981"/>
                <a:gd name="connsiteY67" fmla="*/ 26267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43169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0062 w 3607981"/>
                <a:gd name="connsiteY83" fmla="*/ 19443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0159 w 3607981"/>
                <a:gd name="connsiteY67" fmla="*/ 232968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76180 w 3607981"/>
                <a:gd name="connsiteY83" fmla="*/ 16472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80493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2825 w 3607981"/>
                <a:gd name="connsiteY18" fmla="*/ 767646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61903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40337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29916 w 3607981"/>
                <a:gd name="connsiteY29" fmla="*/ 1357590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60535 w 3580254"/>
                <a:gd name="connsiteY60" fmla="*/ 1227225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5504 w 3580254"/>
                <a:gd name="connsiteY12" fmla="*/ 93552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14229 w 3580254"/>
                <a:gd name="connsiteY12" fmla="*/ 12212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01529 w 3580254"/>
                <a:gd name="connsiteY12" fmla="*/ 1030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37461 w 3580254"/>
                <a:gd name="connsiteY66" fmla="*/ 199475 h 1516791"/>
                <a:gd name="connsiteX67" fmla="*/ 2199455 w 3580254"/>
                <a:gd name="connsiteY67" fmla="*/ 241029 h 1516791"/>
                <a:gd name="connsiteX68" fmla="*/ 2409476 w 3580254"/>
                <a:gd name="connsiteY68" fmla="*/ 363811 h 1516791"/>
                <a:gd name="connsiteX69" fmla="*/ 2470867 w 3580254"/>
                <a:gd name="connsiteY69" fmla="*/ 570601 h 1516791"/>
                <a:gd name="connsiteX70" fmla="*/ 2454712 w 3580254"/>
                <a:gd name="connsiteY70" fmla="*/ 373504 h 1516791"/>
                <a:gd name="connsiteX71" fmla="*/ 2573079 w 3580254"/>
                <a:gd name="connsiteY71" fmla="*/ 425302 h 1516791"/>
                <a:gd name="connsiteX72" fmla="*/ 3117436 w 3580254"/>
                <a:gd name="connsiteY72" fmla="*/ 431708 h 1516791"/>
                <a:gd name="connsiteX73" fmla="*/ 3578376 w 3580254"/>
                <a:gd name="connsiteY73" fmla="*/ 514646 h 1516791"/>
                <a:gd name="connsiteX74" fmla="*/ 3180035 w 3580254"/>
                <a:gd name="connsiteY74" fmla="*/ 401394 h 1516791"/>
                <a:gd name="connsiteX75" fmla="*/ 3580254 w 3580254"/>
                <a:gd name="connsiteY75" fmla="*/ 279076 h 1516791"/>
                <a:gd name="connsiteX76" fmla="*/ 3165258 w 3580254"/>
                <a:gd name="connsiteY76" fmla="*/ 358263 h 1516791"/>
                <a:gd name="connsiteX77" fmla="*/ 2949069 w 3580254"/>
                <a:gd name="connsiteY77" fmla="*/ 357349 h 1516791"/>
                <a:gd name="connsiteX78" fmla="*/ 3000767 w 3580254"/>
                <a:gd name="connsiteY78" fmla="*/ 186101 h 1516791"/>
                <a:gd name="connsiteX79" fmla="*/ 2900603 w 3580254"/>
                <a:gd name="connsiteY79" fmla="*/ 357350 h 1516791"/>
                <a:gd name="connsiteX80" fmla="*/ 2565991 w 3580254"/>
                <a:gd name="connsiteY80" fmla="*/ 340242 h 1516791"/>
                <a:gd name="connsiteX81" fmla="*/ 2202686 w 3580254"/>
                <a:gd name="connsiteY81" fmla="*/ 173176 h 1516791"/>
                <a:gd name="connsiteX82" fmla="*/ 1958927 w 3580254"/>
                <a:gd name="connsiteY82" fmla="*/ 143160 h 1516791"/>
                <a:gd name="connsiteX83" fmla="*/ 1998921 w 3580254"/>
                <a:gd name="connsiteY83" fmla="*/ 0 h 1516791"/>
                <a:gd name="connsiteX84" fmla="*/ 1573656 w 3580254"/>
                <a:gd name="connsiteY84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17007 w 3580254"/>
                <a:gd name="connsiteY15" fmla="*/ 709918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36359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32624 w 3580254"/>
                <a:gd name="connsiteY17" fmla="*/ 766071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44946 w 3580254"/>
                <a:gd name="connsiteY82" fmla="*/ 0 h 1516791"/>
                <a:gd name="connsiteX83" fmla="*/ 1573656 w 3580254"/>
                <a:gd name="connsiteY83" fmla="*/ 0 h 1516791"/>
                <a:gd name="connsiteX0" fmla="*/ 1646681 w 3580254"/>
                <a:gd name="connsiteY0" fmla="*/ 0 h 1519966"/>
                <a:gd name="connsiteX1" fmla="*/ 1438939 w 3580254"/>
                <a:gd name="connsiteY1" fmla="*/ 26544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854152 w 3580254"/>
                <a:gd name="connsiteY81" fmla="*/ 193960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33527 w 3580254"/>
                <a:gd name="connsiteY81" fmla="*/ 1717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72081 w 3580254"/>
                <a:gd name="connsiteY0" fmla="*/ 130175 h 1516791"/>
                <a:gd name="connsiteX1" fmla="*/ 1680239 w 3580254"/>
                <a:gd name="connsiteY1" fmla="*/ 19242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545708 w 3580254"/>
                <a:gd name="connsiteY11" fmla="*/ 290402 h 1516791"/>
                <a:gd name="connsiteX12" fmla="*/ 1601529 w 3580254"/>
                <a:gd name="connsiteY12" fmla="*/ 2713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33527 w 3580254"/>
                <a:gd name="connsiteY81" fmla="*/ 168560 h 1516791"/>
                <a:gd name="connsiteX82" fmla="*/ 1944946 w 3580254"/>
                <a:gd name="connsiteY82" fmla="*/ 0 h 1516791"/>
                <a:gd name="connsiteX83" fmla="*/ 1672081 w 3580254"/>
                <a:gd name="connsiteY83" fmla="*/ 130175 h 1516791"/>
                <a:gd name="connsiteX0" fmla="*/ 1672081 w 3580254"/>
                <a:gd name="connsiteY0" fmla="*/ 69850 h 1456466"/>
                <a:gd name="connsiteX1" fmla="*/ 1680239 w 3580254"/>
                <a:gd name="connsiteY1" fmla="*/ 132095 h 1456466"/>
                <a:gd name="connsiteX2" fmla="*/ 1015176 w 3580254"/>
                <a:gd name="connsiteY2" fmla="*/ 247250 h 1456466"/>
                <a:gd name="connsiteX3" fmla="*/ 581246 w 3580254"/>
                <a:gd name="connsiteY3" fmla="*/ 187768 h 1456466"/>
                <a:gd name="connsiteX4" fmla="*/ 311888 w 3580254"/>
                <a:gd name="connsiteY4" fmla="*/ 60177 h 1456466"/>
                <a:gd name="connsiteX5" fmla="*/ 552893 w 3580254"/>
                <a:gd name="connsiteY5" fmla="*/ 224446 h 1456466"/>
                <a:gd name="connsiteX6" fmla="*/ 232679 w 3580254"/>
                <a:gd name="connsiteY6" fmla="*/ 333247 h 1456466"/>
                <a:gd name="connsiteX7" fmla="*/ 573857 w 3580254"/>
                <a:gd name="connsiteY7" fmla="*/ 275604 h 1456466"/>
                <a:gd name="connsiteX8" fmla="*/ 1006549 w 3580254"/>
                <a:gd name="connsiteY8" fmla="*/ 294093 h 1456466"/>
                <a:gd name="connsiteX9" fmla="*/ 772632 w 3580254"/>
                <a:gd name="connsiteY9" fmla="*/ 471303 h 1456466"/>
                <a:gd name="connsiteX10" fmla="*/ 1064794 w 3580254"/>
                <a:gd name="connsiteY10" fmla="*/ 300881 h 1456466"/>
                <a:gd name="connsiteX11" fmla="*/ 1545708 w 3580254"/>
                <a:gd name="connsiteY11" fmla="*/ 230077 h 1456466"/>
                <a:gd name="connsiteX12" fmla="*/ 1601529 w 3580254"/>
                <a:gd name="connsiteY12" fmla="*/ 211027 h 1456466"/>
                <a:gd name="connsiteX13" fmla="*/ 1601972 w 3580254"/>
                <a:gd name="connsiteY13" fmla="*/ 393331 h 1456466"/>
                <a:gd name="connsiteX14" fmla="*/ 1152641 w 3580254"/>
                <a:gd name="connsiteY14" fmla="*/ 731170 h 1456466"/>
                <a:gd name="connsiteX15" fmla="*/ 789578 w 3580254"/>
                <a:gd name="connsiteY15" fmla="*/ 678622 h 1456466"/>
                <a:gd name="connsiteX16" fmla="*/ 378687 w 3580254"/>
                <a:gd name="connsiteY16" fmla="*/ 552398 h 1456466"/>
                <a:gd name="connsiteX17" fmla="*/ 718110 w 3580254"/>
                <a:gd name="connsiteY17" fmla="*/ 710584 h 1456466"/>
                <a:gd name="connsiteX18" fmla="*/ 339353 w 3580254"/>
                <a:gd name="connsiteY18" fmla="*/ 747977 h 1456466"/>
                <a:gd name="connsiteX19" fmla="*/ 787891 w 3580254"/>
                <a:gd name="connsiteY19" fmla="*/ 753863 h 1456466"/>
                <a:gd name="connsiteX20" fmla="*/ 1105786 w 3580254"/>
                <a:gd name="connsiteY20" fmla="*/ 804456 h 1456466"/>
                <a:gd name="connsiteX21" fmla="*/ 709678 w 3580254"/>
                <a:gd name="connsiteY21" fmla="*/ 1052310 h 1456466"/>
                <a:gd name="connsiteX22" fmla="*/ 480327 w 3580254"/>
                <a:gd name="connsiteY22" fmla="*/ 1121391 h 1456466"/>
                <a:gd name="connsiteX23" fmla="*/ 0 w 3580254"/>
                <a:gd name="connsiteY23" fmla="*/ 1194316 h 1456466"/>
                <a:gd name="connsiteX24" fmla="*/ 485758 w 3580254"/>
                <a:gd name="connsiteY24" fmla="*/ 1163620 h 1456466"/>
                <a:gd name="connsiteX25" fmla="*/ 1922 w 3580254"/>
                <a:gd name="connsiteY25" fmla="*/ 1337285 h 1456466"/>
                <a:gd name="connsiteX26" fmla="*/ 494553 w 3580254"/>
                <a:gd name="connsiteY26" fmla="*/ 1205682 h 1456466"/>
                <a:gd name="connsiteX27" fmla="*/ 41207 w 3580254"/>
                <a:gd name="connsiteY27" fmla="*/ 1456466 h 1456466"/>
                <a:gd name="connsiteX28" fmla="*/ 429916 w 3580254"/>
                <a:gd name="connsiteY28" fmla="*/ 1297265 h 1456466"/>
                <a:gd name="connsiteX29" fmla="*/ 632667 w 3580254"/>
                <a:gd name="connsiteY29" fmla="*/ 1161649 h 1456466"/>
                <a:gd name="connsiteX30" fmla="*/ 1006549 w 3580254"/>
                <a:gd name="connsiteY30" fmla="*/ 981666 h 1456466"/>
                <a:gd name="connsiteX31" fmla="*/ 949842 w 3580254"/>
                <a:gd name="connsiteY31" fmla="*/ 1371526 h 1456466"/>
                <a:gd name="connsiteX32" fmla="*/ 1063256 w 3580254"/>
                <a:gd name="connsiteY32" fmla="*/ 974577 h 1456466"/>
                <a:gd name="connsiteX33" fmla="*/ 1282995 w 3580254"/>
                <a:gd name="connsiteY33" fmla="*/ 719396 h 1456466"/>
                <a:gd name="connsiteX34" fmla="*/ 1616149 w 3580254"/>
                <a:gd name="connsiteY34" fmla="*/ 485479 h 1456466"/>
                <a:gd name="connsiteX35" fmla="*/ 1552353 w 3580254"/>
                <a:gd name="connsiteY35" fmla="*/ 854075 h 1456466"/>
                <a:gd name="connsiteX36" fmla="*/ 1375144 w 3580254"/>
                <a:gd name="connsiteY36" fmla="*/ 1059638 h 1456466"/>
                <a:gd name="connsiteX37" fmla="*/ 1594884 w 3580254"/>
                <a:gd name="connsiteY37" fmla="*/ 889517 h 1456466"/>
                <a:gd name="connsiteX38" fmla="*/ 1524000 w 3580254"/>
                <a:gd name="connsiteY38" fmla="*/ 1243935 h 1456466"/>
                <a:gd name="connsiteX39" fmla="*/ 1290084 w 3580254"/>
                <a:gd name="connsiteY39" fmla="*/ 1314819 h 1456466"/>
                <a:gd name="connsiteX40" fmla="*/ 1538177 w 3580254"/>
                <a:gd name="connsiteY40" fmla="*/ 1286466 h 1456466"/>
                <a:gd name="connsiteX41" fmla="*/ 1531088 w 3580254"/>
                <a:gd name="connsiteY41" fmla="*/ 1449498 h 1456466"/>
                <a:gd name="connsiteX42" fmla="*/ 1587795 w 3580254"/>
                <a:gd name="connsiteY42" fmla="*/ 1279377 h 1456466"/>
                <a:gd name="connsiteX43" fmla="*/ 1757916 w 3580254"/>
                <a:gd name="connsiteY43" fmla="*/ 1392791 h 1456466"/>
                <a:gd name="connsiteX44" fmla="*/ 1587795 w 3580254"/>
                <a:gd name="connsiteY44" fmla="*/ 1222670 h 1456466"/>
                <a:gd name="connsiteX45" fmla="*/ 1665767 w 3580254"/>
                <a:gd name="connsiteY45" fmla="*/ 875340 h 1456466"/>
                <a:gd name="connsiteX46" fmla="*/ 1779181 w 3580254"/>
                <a:gd name="connsiteY46" fmla="*/ 1130521 h 1456466"/>
                <a:gd name="connsiteX47" fmla="*/ 1687032 w 3580254"/>
                <a:gd name="connsiteY47" fmla="*/ 790279 h 1456466"/>
                <a:gd name="connsiteX48" fmla="*/ 1743739 w 3580254"/>
                <a:gd name="connsiteY48" fmla="*/ 478391 h 1456466"/>
                <a:gd name="connsiteX49" fmla="*/ 2121466 w 3580254"/>
                <a:gd name="connsiteY49" fmla="*/ 977220 h 1456466"/>
                <a:gd name="connsiteX50" fmla="*/ 2474924 w 3580254"/>
                <a:gd name="connsiteY50" fmla="*/ 1262436 h 1456466"/>
                <a:gd name="connsiteX51" fmla="*/ 2895300 w 3580254"/>
                <a:gd name="connsiteY51" fmla="*/ 1359872 h 1456466"/>
                <a:gd name="connsiteX52" fmla="*/ 2489100 w 3580254"/>
                <a:gd name="connsiteY52" fmla="*/ 1208373 h 1456466"/>
                <a:gd name="connsiteX53" fmla="*/ 2906233 w 3580254"/>
                <a:gd name="connsiteY53" fmla="*/ 1215582 h 1456466"/>
                <a:gd name="connsiteX54" fmla="*/ 2447171 w 3580254"/>
                <a:gd name="connsiteY54" fmla="*/ 1159476 h 1456466"/>
                <a:gd name="connsiteX55" fmla="*/ 2170964 w 3580254"/>
                <a:gd name="connsiteY55" fmla="*/ 933489 h 1456466"/>
                <a:gd name="connsiteX56" fmla="*/ 1821711 w 3580254"/>
                <a:gd name="connsiteY56" fmla="*/ 435861 h 1456466"/>
                <a:gd name="connsiteX57" fmla="*/ 2544725 w 3580254"/>
                <a:gd name="connsiteY57" fmla="*/ 854075 h 1456466"/>
                <a:gd name="connsiteX58" fmla="*/ 3260651 w 3580254"/>
                <a:gd name="connsiteY58" fmla="*/ 967489 h 1456466"/>
                <a:gd name="connsiteX59" fmla="*/ 3543282 w 3580254"/>
                <a:gd name="connsiteY59" fmla="*/ 1123768 h 1456466"/>
                <a:gd name="connsiteX60" fmla="*/ 3296093 w 3580254"/>
                <a:gd name="connsiteY60" fmla="*/ 939135 h 1456466"/>
                <a:gd name="connsiteX61" fmla="*/ 3572539 w 3580254"/>
                <a:gd name="connsiteY61" fmla="*/ 832810 h 1456466"/>
                <a:gd name="connsiteX62" fmla="*/ 3232298 w 3580254"/>
                <a:gd name="connsiteY62" fmla="*/ 882428 h 1456466"/>
                <a:gd name="connsiteX63" fmla="*/ 2530549 w 3580254"/>
                <a:gd name="connsiteY63" fmla="*/ 769014 h 1456466"/>
                <a:gd name="connsiteX64" fmla="*/ 1828174 w 3580254"/>
                <a:gd name="connsiteY64" fmla="*/ 355142 h 1456466"/>
                <a:gd name="connsiteX65" fmla="*/ 1937461 w 3580254"/>
                <a:gd name="connsiteY65" fmla="*/ 139150 h 1456466"/>
                <a:gd name="connsiteX66" fmla="*/ 2199455 w 3580254"/>
                <a:gd name="connsiteY66" fmla="*/ 180704 h 1456466"/>
                <a:gd name="connsiteX67" fmla="*/ 2409476 w 3580254"/>
                <a:gd name="connsiteY67" fmla="*/ 303486 h 1456466"/>
                <a:gd name="connsiteX68" fmla="*/ 2470867 w 3580254"/>
                <a:gd name="connsiteY68" fmla="*/ 510276 h 1456466"/>
                <a:gd name="connsiteX69" fmla="*/ 2454712 w 3580254"/>
                <a:gd name="connsiteY69" fmla="*/ 313179 h 1456466"/>
                <a:gd name="connsiteX70" fmla="*/ 2573079 w 3580254"/>
                <a:gd name="connsiteY70" fmla="*/ 364977 h 1456466"/>
                <a:gd name="connsiteX71" fmla="*/ 3117436 w 3580254"/>
                <a:gd name="connsiteY71" fmla="*/ 371383 h 1456466"/>
                <a:gd name="connsiteX72" fmla="*/ 3578376 w 3580254"/>
                <a:gd name="connsiteY72" fmla="*/ 454321 h 1456466"/>
                <a:gd name="connsiteX73" fmla="*/ 3180035 w 3580254"/>
                <a:gd name="connsiteY73" fmla="*/ 341069 h 1456466"/>
                <a:gd name="connsiteX74" fmla="*/ 3580254 w 3580254"/>
                <a:gd name="connsiteY74" fmla="*/ 218751 h 1456466"/>
                <a:gd name="connsiteX75" fmla="*/ 3165258 w 3580254"/>
                <a:gd name="connsiteY75" fmla="*/ 297938 h 1456466"/>
                <a:gd name="connsiteX76" fmla="*/ 2949069 w 3580254"/>
                <a:gd name="connsiteY76" fmla="*/ 297024 h 1456466"/>
                <a:gd name="connsiteX77" fmla="*/ 3000767 w 3580254"/>
                <a:gd name="connsiteY77" fmla="*/ 125776 h 1456466"/>
                <a:gd name="connsiteX78" fmla="*/ 2900603 w 3580254"/>
                <a:gd name="connsiteY78" fmla="*/ 297025 h 1456466"/>
                <a:gd name="connsiteX79" fmla="*/ 2565991 w 3580254"/>
                <a:gd name="connsiteY79" fmla="*/ 279917 h 1456466"/>
                <a:gd name="connsiteX80" fmla="*/ 2202686 w 3580254"/>
                <a:gd name="connsiteY80" fmla="*/ 112851 h 1456466"/>
                <a:gd name="connsiteX81" fmla="*/ 1933527 w 3580254"/>
                <a:gd name="connsiteY81" fmla="*/ 108235 h 1456466"/>
                <a:gd name="connsiteX82" fmla="*/ 1998921 w 3580254"/>
                <a:gd name="connsiteY82" fmla="*/ 0 h 1456466"/>
                <a:gd name="connsiteX83" fmla="*/ 1672081 w 3580254"/>
                <a:gd name="connsiteY83" fmla="*/ 69850 h 1456466"/>
                <a:gd name="connsiteX0" fmla="*/ 1672081 w 3580254"/>
                <a:gd name="connsiteY0" fmla="*/ 9673 h 1396289"/>
                <a:gd name="connsiteX1" fmla="*/ 1680239 w 3580254"/>
                <a:gd name="connsiteY1" fmla="*/ 71918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72081 w 3580254"/>
                <a:gd name="connsiteY0" fmla="*/ 9673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29439 w 3580254"/>
                <a:gd name="connsiteY1" fmla="*/ 8779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381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118769 w 3580254"/>
                <a:gd name="connsiteY10" fmla="*/ 2280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573857 w 3580254"/>
                <a:gd name="connsiteY7" fmla="*/ 205754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599056 w 3580254"/>
                <a:gd name="connsiteY0" fmla="*/ 635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599056 w 3580254"/>
                <a:gd name="connsiteY83" fmla="*/ 63500 h 1386616"/>
                <a:gd name="connsiteX0" fmla="*/ 1649856 w 3580254"/>
                <a:gd name="connsiteY0" fmla="*/ 127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49856 w 3580254"/>
                <a:gd name="connsiteY83" fmla="*/ 12700 h 1386616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16149 w 3580254"/>
                <a:gd name="connsiteY34" fmla="*/ 41245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85999 w 3580254"/>
                <a:gd name="connsiteY34" fmla="*/ 39975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86410 w 3580254"/>
                <a:gd name="connsiteY65" fmla="*/ 165652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74725 w 3580254"/>
                <a:gd name="connsiteY64" fmla="*/ 30206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06008 w 3580254"/>
                <a:gd name="connsiteY11" fmla="*/ 15387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51062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31713 w 3580254"/>
                <a:gd name="connsiteY64" fmla="*/ 127734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81936 w 3580254"/>
                <a:gd name="connsiteY64" fmla="*/ 3647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72446 w 3580254"/>
                <a:gd name="connsiteY65" fmla="*/ 123500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66949 w 3580254"/>
                <a:gd name="connsiteY33" fmla="*/ 380704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0866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70208 w 3580254"/>
                <a:gd name="connsiteY79" fmla="*/ 120200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883486 w 3580254"/>
                <a:gd name="connsiteY46" fmla="*/ 9806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73961 w 3580254"/>
                <a:gd name="connsiteY47" fmla="*/ 96796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20011 w 3580254"/>
                <a:gd name="connsiteY46" fmla="*/ 1012417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73986 w 3580254"/>
                <a:gd name="connsiteY47" fmla="*/ 100289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102561 w 3580254"/>
                <a:gd name="connsiteY47" fmla="*/ 106321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064931 w 3580254"/>
                <a:gd name="connsiteY45" fmla="*/ 1228946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3580254" h="1383441">
                  <a:moveTo>
                    <a:pt x="1649856" y="9525"/>
                  </a:moveTo>
                  <a:cubicBezTo>
                    <a:pt x="1650459" y="34507"/>
                    <a:pt x="1644652" y="33069"/>
                    <a:pt x="1645255" y="58051"/>
                  </a:cubicBezTo>
                  <a:lnTo>
                    <a:pt x="1015176" y="174225"/>
                  </a:lnTo>
                  <a:lnTo>
                    <a:pt x="581246" y="114743"/>
                  </a:lnTo>
                  <a:lnTo>
                    <a:pt x="226163" y="72877"/>
                  </a:lnTo>
                  <a:lnTo>
                    <a:pt x="565593" y="157771"/>
                  </a:lnTo>
                  <a:lnTo>
                    <a:pt x="232679" y="260222"/>
                  </a:lnTo>
                  <a:lnTo>
                    <a:pt x="624657" y="186704"/>
                  </a:lnTo>
                  <a:lnTo>
                    <a:pt x="1006549" y="221068"/>
                  </a:lnTo>
                  <a:lnTo>
                    <a:pt x="772632" y="398278"/>
                  </a:lnTo>
                  <a:lnTo>
                    <a:pt x="1118769" y="215156"/>
                  </a:lnTo>
                  <a:lnTo>
                    <a:pt x="1386958" y="147527"/>
                  </a:lnTo>
                  <a:lnTo>
                    <a:pt x="1651579" y="93852"/>
                  </a:lnTo>
                  <a:cubicBezTo>
                    <a:pt x="1612526" y="178955"/>
                    <a:pt x="1296308" y="572854"/>
                    <a:pt x="1152641" y="658145"/>
                  </a:cubicBezTo>
                  <a:lnTo>
                    <a:pt x="789578" y="605597"/>
                  </a:lnTo>
                  <a:lnTo>
                    <a:pt x="378687" y="479373"/>
                  </a:lnTo>
                  <a:lnTo>
                    <a:pt x="718110" y="637559"/>
                  </a:lnTo>
                  <a:lnTo>
                    <a:pt x="339353" y="674952"/>
                  </a:lnTo>
                  <a:lnTo>
                    <a:pt x="787891" y="680838"/>
                  </a:lnTo>
                  <a:lnTo>
                    <a:pt x="1129062" y="714805"/>
                  </a:lnTo>
                  <a:lnTo>
                    <a:pt x="709678" y="979285"/>
                  </a:lnTo>
                  <a:lnTo>
                    <a:pt x="480327" y="1048366"/>
                  </a:lnTo>
                  <a:lnTo>
                    <a:pt x="0" y="1121291"/>
                  </a:lnTo>
                  <a:lnTo>
                    <a:pt x="485758" y="1090595"/>
                  </a:lnTo>
                  <a:lnTo>
                    <a:pt x="1922" y="1264260"/>
                  </a:lnTo>
                  <a:lnTo>
                    <a:pt x="494553" y="1132657"/>
                  </a:lnTo>
                  <a:lnTo>
                    <a:pt x="41207" y="1383441"/>
                  </a:lnTo>
                  <a:lnTo>
                    <a:pt x="429916" y="1224240"/>
                  </a:lnTo>
                  <a:lnTo>
                    <a:pt x="632667" y="1088624"/>
                  </a:lnTo>
                  <a:lnTo>
                    <a:pt x="976623" y="875390"/>
                  </a:lnTo>
                  <a:lnTo>
                    <a:pt x="949842" y="1298501"/>
                  </a:lnTo>
                  <a:lnTo>
                    <a:pt x="1030006" y="871627"/>
                  </a:lnTo>
                  <a:lnTo>
                    <a:pt x="1282995" y="646371"/>
                  </a:lnTo>
                  <a:lnTo>
                    <a:pt x="1654009" y="290127"/>
                  </a:lnTo>
                  <a:lnTo>
                    <a:pt x="1619028" y="708025"/>
                  </a:lnTo>
                  <a:lnTo>
                    <a:pt x="1375144" y="986613"/>
                  </a:lnTo>
                  <a:lnTo>
                    <a:pt x="1620284" y="768867"/>
                  </a:lnTo>
                  <a:lnTo>
                    <a:pt x="1539875" y="1107410"/>
                  </a:lnTo>
                  <a:lnTo>
                    <a:pt x="1290084" y="1241794"/>
                  </a:lnTo>
                  <a:lnTo>
                    <a:pt x="1538177" y="1153116"/>
                  </a:lnTo>
                  <a:lnTo>
                    <a:pt x="1531088" y="1376473"/>
                  </a:lnTo>
                  <a:lnTo>
                    <a:pt x="1571920" y="1155552"/>
                  </a:lnTo>
                  <a:cubicBezTo>
                    <a:pt x="1628627" y="1193357"/>
                    <a:pt x="1756858" y="1328159"/>
                    <a:pt x="1757916" y="1319766"/>
                  </a:cubicBezTo>
                  <a:cubicBezTo>
                    <a:pt x="1758974" y="1311373"/>
                    <a:pt x="1638152" y="1176719"/>
                    <a:pt x="1578270" y="1105195"/>
                  </a:cubicBezTo>
                  <a:lnTo>
                    <a:pt x="1653067" y="764215"/>
                  </a:lnTo>
                  <a:lnTo>
                    <a:pt x="2064931" y="1228946"/>
                  </a:lnTo>
                  <a:lnTo>
                    <a:pt x="1908886" y="1002892"/>
                  </a:lnTo>
                  <a:lnTo>
                    <a:pt x="2061286" y="1021942"/>
                  </a:lnTo>
                  <a:lnTo>
                    <a:pt x="1873961" y="967967"/>
                  </a:lnTo>
                  <a:lnTo>
                    <a:pt x="1687032" y="717254"/>
                  </a:lnTo>
                  <a:lnTo>
                    <a:pt x="1735352" y="307540"/>
                  </a:lnTo>
                  <a:lnTo>
                    <a:pt x="2121466" y="904195"/>
                  </a:lnTo>
                  <a:lnTo>
                    <a:pt x="2474924" y="1189411"/>
                  </a:lnTo>
                  <a:lnTo>
                    <a:pt x="2895300" y="1286847"/>
                  </a:lnTo>
                  <a:lnTo>
                    <a:pt x="2489100" y="1135348"/>
                  </a:lnTo>
                  <a:lnTo>
                    <a:pt x="2906233" y="1142557"/>
                  </a:lnTo>
                  <a:lnTo>
                    <a:pt x="2447171" y="1086451"/>
                  </a:lnTo>
                  <a:lnTo>
                    <a:pt x="2170964" y="860464"/>
                  </a:lnTo>
                  <a:lnTo>
                    <a:pt x="1826025" y="280885"/>
                  </a:lnTo>
                  <a:lnTo>
                    <a:pt x="2544725" y="781050"/>
                  </a:lnTo>
                  <a:lnTo>
                    <a:pt x="3260651" y="894464"/>
                  </a:lnTo>
                  <a:lnTo>
                    <a:pt x="3543282" y="1050743"/>
                  </a:lnTo>
                  <a:lnTo>
                    <a:pt x="3282792" y="869435"/>
                  </a:lnTo>
                  <a:lnTo>
                    <a:pt x="3572539" y="759785"/>
                  </a:lnTo>
                  <a:lnTo>
                    <a:pt x="3252248" y="836004"/>
                  </a:lnTo>
                  <a:lnTo>
                    <a:pt x="2558138" y="721602"/>
                  </a:lnTo>
                  <a:cubicBezTo>
                    <a:pt x="2278033" y="546087"/>
                    <a:pt x="2373272" y="599470"/>
                    <a:pt x="2063322" y="300498"/>
                  </a:cubicBezTo>
                  <a:cubicBezTo>
                    <a:pt x="1949784" y="25078"/>
                    <a:pt x="1990330" y="153260"/>
                    <a:pt x="1995737" y="129155"/>
                  </a:cubicBezTo>
                  <a:lnTo>
                    <a:pt x="2250375" y="165071"/>
                  </a:lnTo>
                  <a:lnTo>
                    <a:pt x="2400662" y="209658"/>
                  </a:lnTo>
                  <a:lnTo>
                    <a:pt x="2470867" y="437251"/>
                  </a:lnTo>
                  <a:lnTo>
                    <a:pt x="2454712" y="240154"/>
                  </a:lnTo>
                  <a:lnTo>
                    <a:pt x="2595473" y="269559"/>
                  </a:lnTo>
                  <a:lnTo>
                    <a:pt x="3117436" y="298358"/>
                  </a:lnTo>
                  <a:lnTo>
                    <a:pt x="3578376" y="381296"/>
                  </a:lnTo>
                  <a:lnTo>
                    <a:pt x="3180035" y="268044"/>
                  </a:lnTo>
                  <a:lnTo>
                    <a:pt x="3580254" y="145726"/>
                  </a:lnTo>
                  <a:lnTo>
                    <a:pt x="3165258" y="224913"/>
                  </a:lnTo>
                  <a:lnTo>
                    <a:pt x="2949069" y="223999"/>
                  </a:lnTo>
                  <a:lnTo>
                    <a:pt x="3070617" y="68626"/>
                  </a:lnTo>
                  <a:lnTo>
                    <a:pt x="2900603" y="224000"/>
                  </a:lnTo>
                  <a:lnTo>
                    <a:pt x="2562461" y="192770"/>
                  </a:lnTo>
                  <a:lnTo>
                    <a:pt x="2280799" y="106078"/>
                  </a:lnTo>
                  <a:lnTo>
                    <a:pt x="1968452" y="66960"/>
                  </a:lnTo>
                  <a:cubicBezTo>
                    <a:pt x="1969083" y="45698"/>
                    <a:pt x="1953840" y="21262"/>
                    <a:pt x="1954471" y="0"/>
                  </a:cubicBezTo>
                  <a:lnTo>
                    <a:pt x="1649856" y="9525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9" name="Triangle 28">
              <a:extLst>
                <a:ext uri="{FF2B5EF4-FFF2-40B4-BE49-F238E27FC236}">
                  <a16:creationId xmlns:a16="http://schemas.microsoft.com/office/drawing/2014/main" id="{A662C871-75AF-324D-AFDD-C8ED57AC8338}"/>
                </a:ext>
              </a:extLst>
            </p:cNvPr>
            <p:cNvSpPr/>
            <p:nvPr/>
          </p:nvSpPr>
          <p:spPr>
            <a:xfrm>
              <a:off x="2300341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0" name="Triangle 263">
              <a:extLst>
                <a:ext uri="{FF2B5EF4-FFF2-40B4-BE49-F238E27FC236}">
                  <a16:creationId xmlns:a16="http://schemas.microsoft.com/office/drawing/2014/main" id="{2B0121F6-4ADC-8E41-AD18-9FF361918583}"/>
                </a:ext>
              </a:extLst>
            </p:cNvPr>
            <p:cNvSpPr/>
            <p:nvPr/>
          </p:nvSpPr>
          <p:spPr>
            <a:xfrm>
              <a:off x="2534549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1" name="Triangle 264">
              <a:extLst>
                <a:ext uri="{FF2B5EF4-FFF2-40B4-BE49-F238E27FC236}">
                  <a16:creationId xmlns:a16="http://schemas.microsoft.com/office/drawing/2014/main" id="{F14CD732-95A4-9F4A-8FB7-1C7248D11B22}"/>
                </a:ext>
              </a:extLst>
            </p:cNvPr>
            <p:cNvSpPr/>
            <p:nvPr/>
          </p:nvSpPr>
          <p:spPr>
            <a:xfrm>
              <a:off x="2737088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2" name="Triangle 264">
              <a:extLst>
                <a:ext uri="{FF2B5EF4-FFF2-40B4-BE49-F238E27FC236}">
                  <a16:creationId xmlns:a16="http://schemas.microsoft.com/office/drawing/2014/main" id="{7A2BC5EA-9F37-8646-ADE6-B32EA3D811A9}"/>
                </a:ext>
              </a:extLst>
            </p:cNvPr>
            <p:cNvSpPr/>
            <p:nvPr/>
          </p:nvSpPr>
          <p:spPr>
            <a:xfrm>
              <a:off x="2921755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3" name="Triangle 32">
              <a:extLst>
                <a:ext uri="{FF2B5EF4-FFF2-40B4-BE49-F238E27FC236}">
                  <a16:creationId xmlns:a16="http://schemas.microsoft.com/office/drawing/2014/main" id="{F8668D2E-100F-2840-A4FD-DF7008CE302F}"/>
                </a:ext>
              </a:extLst>
            </p:cNvPr>
            <p:cNvSpPr/>
            <p:nvPr/>
          </p:nvSpPr>
          <p:spPr>
            <a:xfrm>
              <a:off x="2751864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4" name="Triangle 263">
              <a:extLst>
                <a:ext uri="{FF2B5EF4-FFF2-40B4-BE49-F238E27FC236}">
                  <a16:creationId xmlns:a16="http://schemas.microsoft.com/office/drawing/2014/main" id="{7083A15F-C232-8A4B-A489-FCC53AE4E101}"/>
                </a:ext>
              </a:extLst>
            </p:cNvPr>
            <p:cNvSpPr/>
            <p:nvPr/>
          </p:nvSpPr>
          <p:spPr>
            <a:xfrm>
              <a:off x="2968155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5" name="Triangle 264">
              <a:extLst>
                <a:ext uri="{FF2B5EF4-FFF2-40B4-BE49-F238E27FC236}">
                  <a16:creationId xmlns:a16="http://schemas.microsoft.com/office/drawing/2014/main" id="{13F81D05-06CA-5347-9782-4B1658FD25BC}"/>
                </a:ext>
              </a:extLst>
            </p:cNvPr>
            <p:cNvSpPr/>
            <p:nvPr/>
          </p:nvSpPr>
          <p:spPr>
            <a:xfrm>
              <a:off x="3158031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B9E2096A-5DB8-EA44-85CE-3D6822D343B9}"/>
                </a:ext>
              </a:extLst>
            </p:cNvPr>
            <p:cNvSpPr/>
            <p:nvPr/>
          </p:nvSpPr>
          <p:spPr>
            <a:xfrm>
              <a:off x="4130695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7" name="Triangle 264">
              <a:extLst>
                <a:ext uri="{FF2B5EF4-FFF2-40B4-BE49-F238E27FC236}">
                  <a16:creationId xmlns:a16="http://schemas.microsoft.com/office/drawing/2014/main" id="{3B863B7B-BF3C-0641-A7C1-5F4D164B77C6}"/>
                </a:ext>
              </a:extLst>
            </p:cNvPr>
            <p:cNvSpPr/>
            <p:nvPr/>
          </p:nvSpPr>
          <p:spPr>
            <a:xfrm>
              <a:off x="3200228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8" name="Triangle 264">
              <a:extLst>
                <a:ext uri="{FF2B5EF4-FFF2-40B4-BE49-F238E27FC236}">
                  <a16:creationId xmlns:a16="http://schemas.microsoft.com/office/drawing/2014/main" id="{76ADF576-1A87-474B-884E-AA88C214285F}"/>
                </a:ext>
              </a:extLst>
            </p:cNvPr>
            <p:cNvSpPr/>
            <p:nvPr/>
          </p:nvSpPr>
          <p:spPr>
            <a:xfrm>
              <a:off x="3549059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9" name="Triangle 264">
              <a:extLst>
                <a:ext uri="{FF2B5EF4-FFF2-40B4-BE49-F238E27FC236}">
                  <a16:creationId xmlns:a16="http://schemas.microsoft.com/office/drawing/2014/main" id="{3E711137-F118-3044-93A7-C40A023F9307}"/>
                </a:ext>
              </a:extLst>
            </p:cNvPr>
            <p:cNvSpPr/>
            <p:nvPr/>
          </p:nvSpPr>
          <p:spPr>
            <a:xfrm>
              <a:off x="3344674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86DF990B-DBDF-DD49-A5B3-126AC6F26BD0}"/>
                </a:ext>
              </a:extLst>
            </p:cNvPr>
            <p:cNvSpPr/>
            <p:nvPr/>
          </p:nvSpPr>
          <p:spPr>
            <a:xfrm rot="10800000">
              <a:off x="4149487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72E197CD-8B6F-194F-9AD2-A69E883D96BB}"/>
                </a:ext>
              </a:extLst>
            </p:cNvPr>
            <p:cNvGrpSpPr/>
            <p:nvPr/>
          </p:nvGrpSpPr>
          <p:grpSpPr>
            <a:xfrm rot="20275914">
              <a:off x="4415395" y="2993878"/>
              <a:ext cx="319926" cy="404542"/>
              <a:chOff x="3510479" y="1211170"/>
              <a:chExt cx="2079479" cy="2629470"/>
            </a:xfrm>
          </p:grpSpPr>
          <p:sp>
            <p:nvSpPr>
              <p:cNvPr id="104" name="Oval 1">
                <a:extLst>
                  <a:ext uri="{FF2B5EF4-FFF2-40B4-BE49-F238E27FC236}">
                    <a16:creationId xmlns:a16="http://schemas.microsoft.com/office/drawing/2014/main" id="{FDEEAFC2-213A-3641-BF3D-BDF3910D4701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" name="Teardrop 104">
                <a:extLst>
                  <a:ext uri="{FF2B5EF4-FFF2-40B4-BE49-F238E27FC236}">
                    <a16:creationId xmlns:a16="http://schemas.microsoft.com/office/drawing/2014/main" id="{0A593795-A543-1942-BE4C-241E9BF742EB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" name="Teardrop 105">
                <a:extLst>
                  <a:ext uri="{FF2B5EF4-FFF2-40B4-BE49-F238E27FC236}">
                    <a16:creationId xmlns:a16="http://schemas.microsoft.com/office/drawing/2014/main" id="{69AEFA26-1FA0-E44C-A384-347B97F03C34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" name="Teardrop 106">
                <a:extLst>
                  <a:ext uri="{FF2B5EF4-FFF2-40B4-BE49-F238E27FC236}">
                    <a16:creationId xmlns:a16="http://schemas.microsoft.com/office/drawing/2014/main" id="{2A909F63-34DA-6C48-94CF-BD444A6A7235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" name="Teardrop 107">
                <a:extLst>
                  <a:ext uri="{FF2B5EF4-FFF2-40B4-BE49-F238E27FC236}">
                    <a16:creationId xmlns:a16="http://schemas.microsoft.com/office/drawing/2014/main" id="{E7E0ADBC-BCED-474F-9442-26ABB1B58917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" name="Teardrop 108">
                <a:extLst>
                  <a:ext uri="{FF2B5EF4-FFF2-40B4-BE49-F238E27FC236}">
                    <a16:creationId xmlns:a16="http://schemas.microsoft.com/office/drawing/2014/main" id="{D441CA37-4C7A-804B-8C9E-D3659EBE340C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0" name="Teardrop 109">
                <a:extLst>
                  <a:ext uri="{FF2B5EF4-FFF2-40B4-BE49-F238E27FC236}">
                    <a16:creationId xmlns:a16="http://schemas.microsoft.com/office/drawing/2014/main" id="{AF891F71-5C07-9F40-90EB-4ACA025E3290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1" name="Teardrop 110">
                <a:extLst>
                  <a:ext uri="{FF2B5EF4-FFF2-40B4-BE49-F238E27FC236}">
                    <a16:creationId xmlns:a16="http://schemas.microsoft.com/office/drawing/2014/main" id="{0AEBDF07-9766-D040-BC7A-2CF8C2127291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2" name="Teardrop 111">
                <a:extLst>
                  <a:ext uri="{FF2B5EF4-FFF2-40B4-BE49-F238E27FC236}">
                    <a16:creationId xmlns:a16="http://schemas.microsoft.com/office/drawing/2014/main" id="{33479A19-BAD0-774D-AAC3-440329614DC5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3" name="Teardrop 112">
                <a:extLst>
                  <a:ext uri="{FF2B5EF4-FFF2-40B4-BE49-F238E27FC236}">
                    <a16:creationId xmlns:a16="http://schemas.microsoft.com/office/drawing/2014/main" id="{25E2EBBB-C1B5-D846-A338-4E4EC6CAE301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4" name="Teardrop 113">
                <a:extLst>
                  <a:ext uri="{FF2B5EF4-FFF2-40B4-BE49-F238E27FC236}">
                    <a16:creationId xmlns:a16="http://schemas.microsoft.com/office/drawing/2014/main" id="{4628A390-C090-D94A-A50F-F6E5E5938C07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5" name="Teardrop 114">
                <a:extLst>
                  <a:ext uri="{FF2B5EF4-FFF2-40B4-BE49-F238E27FC236}">
                    <a16:creationId xmlns:a16="http://schemas.microsoft.com/office/drawing/2014/main" id="{A7F82C86-7DF8-DD42-A631-769AB5866ED0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6" name="Teardrop 115">
                <a:extLst>
                  <a:ext uri="{FF2B5EF4-FFF2-40B4-BE49-F238E27FC236}">
                    <a16:creationId xmlns:a16="http://schemas.microsoft.com/office/drawing/2014/main" id="{EC4A075D-7285-8D40-98EC-1C2EA9F1C482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" name="Teardrop 116">
                <a:extLst>
                  <a:ext uri="{FF2B5EF4-FFF2-40B4-BE49-F238E27FC236}">
                    <a16:creationId xmlns:a16="http://schemas.microsoft.com/office/drawing/2014/main" id="{2A52B3D2-2CF0-584D-90C0-A13549B31E62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" name="Teardrop 117">
                <a:extLst>
                  <a:ext uri="{FF2B5EF4-FFF2-40B4-BE49-F238E27FC236}">
                    <a16:creationId xmlns:a16="http://schemas.microsoft.com/office/drawing/2014/main" id="{EBC9598D-B3AA-244E-9307-EC5115334242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9" name="Teardrop 118">
                <a:extLst>
                  <a:ext uri="{FF2B5EF4-FFF2-40B4-BE49-F238E27FC236}">
                    <a16:creationId xmlns:a16="http://schemas.microsoft.com/office/drawing/2014/main" id="{DC7AEA35-479A-BA4F-B2FA-510C7E447AE7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0" name="Teardrop 119">
                <a:extLst>
                  <a:ext uri="{FF2B5EF4-FFF2-40B4-BE49-F238E27FC236}">
                    <a16:creationId xmlns:a16="http://schemas.microsoft.com/office/drawing/2014/main" id="{3B5F9B00-B2F0-8447-A4BF-1B1DF74A2BFC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1" name="Teardrop 120">
                <a:extLst>
                  <a:ext uri="{FF2B5EF4-FFF2-40B4-BE49-F238E27FC236}">
                    <a16:creationId xmlns:a16="http://schemas.microsoft.com/office/drawing/2014/main" id="{8624AB3F-4605-E644-A813-2DE5C459842E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2" name="Teardrop 121">
                <a:extLst>
                  <a:ext uri="{FF2B5EF4-FFF2-40B4-BE49-F238E27FC236}">
                    <a16:creationId xmlns:a16="http://schemas.microsoft.com/office/drawing/2014/main" id="{619EABA1-9AE7-2941-9E4D-406F3322B7CD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3" name="Teardrop 122">
                <a:extLst>
                  <a:ext uri="{FF2B5EF4-FFF2-40B4-BE49-F238E27FC236}">
                    <a16:creationId xmlns:a16="http://schemas.microsoft.com/office/drawing/2014/main" id="{F3364D7E-0B89-1840-911B-E6E06CC78CE1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4" name="Teardrop 123">
                <a:extLst>
                  <a:ext uri="{FF2B5EF4-FFF2-40B4-BE49-F238E27FC236}">
                    <a16:creationId xmlns:a16="http://schemas.microsoft.com/office/drawing/2014/main" id="{EB974F8E-A053-3749-954E-028FA61E3C8A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5" name="Teardrop 124">
                <a:extLst>
                  <a:ext uri="{FF2B5EF4-FFF2-40B4-BE49-F238E27FC236}">
                    <a16:creationId xmlns:a16="http://schemas.microsoft.com/office/drawing/2014/main" id="{87526DB5-E02B-CA48-AFDC-FC1915B312D3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6" name="Teardrop 125">
                <a:extLst>
                  <a:ext uri="{FF2B5EF4-FFF2-40B4-BE49-F238E27FC236}">
                    <a16:creationId xmlns:a16="http://schemas.microsoft.com/office/drawing/2014/main" id="{5200EEE0-C665-0248-AD10-5B6C372ADC6D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7" name="Teardrop 126">
                <a:extLst>
                  <a:ext uri="{FF2B5EF4-FFF2-40B4-BE49-F238E27FC236}">
                    <a16:creationId xmlns:a16="http://schemas.microsoft.com/office/drawing/2014/main" id="{FFFCB712-E7F7-1744-9F40-3552054804F9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8" name="Teardrop 127">
                <a:extLst>
                  <a:ext uri="{FF2B5EF4-FFF2-40B4-BE49-F238E27FC236}">
                    <a16:creationId xmlns:a16="http://schemas.microsoft.com/office/drawing/2014/main" id="{C9786987-9C39-F245-A0CF-A87067119FAB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" name="Teardrop 128">
                <a:extLst>
                  <a:ext uri="{FF2B5EF4-FFF2-40B4-BE49-F238E27FC236}">
                    <a16:creationId xmlns:a16="http://schemas.microsoft.com/office/drawing/2014/main" id="{29D97608-1484-CB45-A4B2-E964E0BCF333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" name="Teardrop 129">
                <a:extLst>
                  <a:ext uri="{FF2B5EF4-FFF2-40B4-BE49-F238E27FC236}">
                    <a16:creationId xmlns:a16="http://schemas.microsoft.com/office/drawing/2014/main" id="{FD074ECA-CFF4-A24C-AFD0-C406A32587F3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" name="Teardrop 130">
                <a:extLst>
                  <a:ext uri="{FF2B5EF4-FFF2-40B4-BE49-F238E27FC236}">
                    <a16:creationId xmlns:a16="http://schemas.microsoft.com/office/drawing/2014/main" id="{0CCFEE43-69A6-EC4A-86FB-9D7AAC198896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2" name="Teardrop 131">
                <a:extLst>
                  <a:ext uri="{FF2B5EF4-FFF2-40B4-BE49-F238E27FC236}">
                    <a16:creationId xmlns:a16="http://schemas.microsoft.com/office/drawing/2014/main" id="{0E9D4E01-077B-E248-9CBB-0CFB2361B4A9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" name="Teardrop 132">
                <a:extLst>
                  <a:ext uri="{FF2B5EF4-FFF2-40B4-BE49-F238E27FC236}">
                    <a16:creationId xmlns:a16="http://schemas.microsoft.com/office/drawing/2014/main" id="{136BC643-49CD-994E-A7B8-0FE052C496B2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CBE273D2-35FB-2A42-803D-9491463A984A}"/>
                </a:ext>
              </a:extLst>
            </p:cNvPr>
            <p:cNvGrpSpPr/>
            <p:nvPr/>
          </p:nvGrpSpPr>
          <p:grpSpPr>
            <a:xfrm rot="20726076">
              <a:off x="4445230" y="1854502"/>
              <a:ext cx="319926" cy="404542"/>
              <a:chOff x="3510479" y="1211170"/>
              <a:chExt cx="2079479" cy="2629470"/>
            </a:xfrm>
          </p:grpSpPr>
          <p:sp>
            <p:nvSpPr>
              <p:cNvPr id="74" name="Oval 1">
                <a:extLst>
                  <a:ext uri="{FF2B5EF4-FFF2-40B4-BE49-F238E27FC236}">
                    <a16:creationId xmlns:a16="http://schemas.microsoft.com/office/drawing/2014/main" id="{EC433C2A-7A08-194E-9CF4-CA50C0047CB6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" name="Teardrop 74">
                <a:extLst>
                  <a:ext uri="{FF2B5EF4-FFF2-40B4-BE49-F238E27FC236}">
                    <a16:creationId xmlns:a16="http://schemas.microsoft.com/office/drawing/2014/main" id="{380B98A7-40F8-9940-A6CB-FCA6E07FE0DD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" name="Teardrop 75">
                <a:extLst>
                  <a:ext uri="{FF2B5EF4-FFF2-40B4-BE49-F238E27FC236}">
                    <a16:creationId xmlns:a16="http://schemas.microsoft.com/office/drawing/2014/main" id="{6DAAD654-0981-3F48-914F-DC762A77F8CA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" name="Teardrop 76">
                <a:extLst>
                  <a:ext uri="{FF2B5EF4-FFF2-40B4-BE49-F238E27FC236}">
                    <a16:creationId xmlns:a16="http://schemas.microsoft.com/office/drawing/2014/main" id="{3D9D2E43-EBC8-8A41-BB78-A03B7ADCFD04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" name="Teardrop 77">
                <a:extLst>
                  <a:ext uri="{FF2B5EF4-FFF2-40B4-BE49-F238E27FC236}">
                    <a16:creationId xmlns:a16="http://schemas.microsoft.com/office/drawing/2014/main" id="{CC4FE87E-EB6F-4F46-9982-A323CCAA8382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" name="Teardrop 78">
                <a:extLst>
                  <a:ext uri="{FF2B5EF4-FFF2-40B4-BE49-F238E27FC236}">
                    <a16:creationId xmlns:a16="http://schemas.microsoft.com/office/drawing/2014/main" id="{DCC6B758-25F9-184C-8D98-89DBBAD9EC47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" name="Teardrop 79">
                <a:extLst>
                  <a:ext uri="{FF2B5EF4-FFF2-40B4-BE49-F238E27FC236}">
                    <a16:creationId xmlns:a16="http://schemas.microsoft.com/office/drawing/2014/main" id="{115DCFFB-2C13-C042-9CB4-6F9E7A76F28D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" name="Teardrop 80">
                <a:extLst>
                  <a:ext uri="{FF2B5EF4-FFF2-40B4-BE49-F238E27FC236}">
                    <a16:creationId xmlns:a16="http://schemas.microsoft.com/office/drawing/2014/main" id="{DB634867-8A88-2145-91AA-8B1A00388DB8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2" name="Teardrop 81">
                <a:extLst>
                  <a:ext uri="{FF2B5EF4-FFF2-40B4-BE49-F238E27FC236}">
                    <a16:creationId xmlns:a16="http://schemas.microsoft.com/office/drawing/2014/main" id="{F8F1B05A-9DAB-A843-9F74-9EA1E3A19FCE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" name="Teardrop 82">
                <a:extLst>
                  <a:ext uri="{FF2B5EF4-FFF2-40B4-BE49-F238E27FC236}">
                    <a16:creationId xmlns:a16="http://schemas.microsoft.com/office/drawing/2014/main" id="{707F1D71-6A00-4746-AD31-B3F3F7C76143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" name="Teardrop 83">
                <a:extLst>
                  <a:ext uri="{FF2B5EF4-FFF2-40B4-BE49-F238E27FC236}">
                    <a16:creationId xmlns:a16="http://schemas.microsoft.com/office/drawing/2014/main" id="{BF7ADF85-5CE3-5549-8E4C-7E31E8EDF9D1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" name="Teardrop 84">
                <a:extLst>
                  <a:ext uri="{FF2B5EF4-FFF2-40B4-BE49-F238E27FC236}">
                    <a16:creationId xmlns:a16="http://schemas.microsoft.com/office/drawing/2014/main" id="{3857D8DF-6EE7-C846-B93E-D0B1D1684700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" name="Teardrop 85">
                <a:extLst>
                  <a:ext uri="{FF2B5EF4-FFF2-40B4-BE49-F238E27FC236}">
                    <a16:creationId xmlns:a16="http://schemas.microsoft.com/office/drawing/2014/main" id="{0A853821-1862-FD4B-9823-02694330E690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" name="Teardrop 86">
                <a:extLst>
                  <a:ext uri="{FF2B5EF4-FFF2-40B4-BE49-F238E27FC236}">
                    <a16:creationId xmlns:a16="http://schemas.microsoft.com/office/drawing/2014/main" id="{469F25EC-607A-EC42-A768-CC8DD33B6F88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" name="Teardrop 87">
                <a:extLst>
                  <a:ext uri="{FF2B5EF4-FFF2-40B4-BE49-F238E27FC236}">
                    <a16:creationId xmlns:a16="http://schemas.microsoft.com/office/drawing/2014/main" id="{14935A44-4C6E-C440-BDD8-48DE6E57A4EF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" name="Teardrop 88">
                <a:extLst>
                  <a:ext uri="{FF2B5EF4-FFF2-40B4-BE49-F238E27FC236}">
                    <a16:creationId xmlns:a16="http://schemas.microsoft.com/office/drawing/2014/main" id="{0671C4E0-5C7C-FA49-AD08-69A35581B4E6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" name="Teardrop 89">
                <a:extLst>
                  <a:ext uri="{FF2B5EF4-FFF2-40B4-BE49-F238E27FC236}">
                    <a16:creationId xmlns:a16="http://schemas.microsoft.com/office/drawing/2014/main" id="{2075CAFC-6CCA-094F-9D17-02D50485A038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" name="Teardrop 90">
                <a:extLst>
                  <a:ext uri="{FF2B5EF4-FFF2-40B4-BE49-F238E27FC236}">
                    <a16:creationId xmlns:a16="http://schemas.microsoft.com/office/drawing/2014/main" id="{C60F087A-7BCE-FC4E-889E-846E513E1D29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" name="Teardrop 91">
                <a:extLst>
                  <a:ext uri="{FF2B5EF4-FFF2-40B4-BE49-F238E27FC236}">
                    <a16:creationId xmlns:a16="http://schemas.microsoft.com/office/drawing/2014/main" id="{50AF56FF-2B27-2640-B9B5-9B2AE4B293E8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" name="Teardrop 92">
                <a:extLst>
                  <a:ext uri="{FF2B5EF4-FFF2-40B4-BE49-F238E27FC236}">
                    <a16:creationId xmlns:a16="http://schemas.microsoft.com/office/drawing/2014/main" id="{2238D15C-E639-E14E-A588-F26706E9C2A4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" name="Teardrop 93">
                <a:extLst>
                  <a:ext uri="{FF2B5EF4-FFF2-40B4-BE49-F238E27FC236}">
                    <a16:creationId xmlns:a16="http://schemas.microsoft.com/office/drawing/2014/main" id="{94D6F25A-75D4-104F-BA93-F1705362D28A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" name="Teardrop 94">
                <a:extLst>
                  <a:ext uri="{FF2B5EF4-FFF2-40B4-BE49-F238E27FC236}">
                    <a16:creationId xmlns:a16="http://schemas.microsoft.com/office/drawing/2014/main" id="{6C3B51AD-136B-9546-96F7-DE835C116774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" name="Teardrop 95">
                <a:extLst>
                  <a:ext uri="{FF2B5EF4-FFF2-40B4-BE49-F238E27FC236}">
                    <a16:creationId xmlns:a16="http://schemas.microsoft.com/office/drawing/2014/main" id="{F1108B1C-6F1E-0C42-B913-E043DA788038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" name="Teardrop 96">
                <a:extLst>
                  <a:ext uri="{FF2B5EF4-FFF2-40B4-BE49-F238E27FC236}">
                    <a16:creationId xmlns:a16="http://schemas.microsoft.com/office/drawing/2014/main" id="{BE09A18F-840B-BC47-900E-EEDC706099D9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" name="Teardrop 97">
                <a:extLst>
                  <a:ext uri="{FF2B5EF4-FFF2-40B4-BE49-F238E27FC236}">
                    <a16:creationId xmlns:a16="http://schemas.microsoft.com/office/drawing/2014/main" id="{DBE538C2-F07A-C840-85F3-D038F0371221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" name="Teardrop 98">
                <a:extLst>
                  <a:ext uri="{FF2B5EF4-FFF2-40B4-BE49-F238E27FC236}">
                    <a16:creationId xmlns:a16="http://schemas.microsoft.com/office/drawing/2014/main" id="{A954800A-852A-704A-9475-F7916E33FA15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" name="Teardrop 99">
                <a:extLst>
                  <a:ext uri="{FF2B5EF4-FFF2-40B4-BE49-F238E27FC236}">
                    <a16:creationId xmlns:a16="http://schemas.microsoft.com/office/drawing/2014/main" id="{2A7F4F99-559A-1A4A-AC37-50B097C3E132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" name="Teardrop 100">
                <a:extLst>
                  <a:ext uri="{FF2B5EF4-FFF2-40B4-BE49-F238E27FC236}">
                    <a16:creationId xmlns:a16="http://schemas.microsoft.com/office/drawing/2014/main" id="{91317F9A-DC38-8445-9381-505F3DA38387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" name="Teardrop 101">
                <a:extLst>
                  <a:ext uri="{FF2B5EF4-FFF2-40B4-BE49-F238E27FC236}">
                    <a16:creationId xmlns:a16="http://schemas.microsoft.com/office/drawing/2014/main" id="{F4E85689-A5AC-4B41-A5AA-24BF39A99A71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" name="Teardrop 102">
                <a:extLst>
                  <a:ext uri="{FF2B5EF4-FFF2-40B4-BE49-F238E27FC236}">
                    <a16:creationId xmlns:a16="http://schemas.microsoft.com/office/drawing/2014/main" id="{7878EADF-B524-7040-A52F-6B221855BFF7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8836FA3E-C14F-B64B-A5A1-D82ACD9FEAB5}"/>
                </a:ext>
              </a:extLst>
            </p:cNvPr>
            <p:cNvGrpSpPr/>
            <p:nvPr/>
          </p:nvGrpSpPr>
          <p:grpSpPr>
            <a:xfrm rot="21065350">
              <a:off x="3727049" y="2277700"/>
              <a:ext cx="319926" cy="404542"/>
              <a:chOff x="3510479" y="1211170"/>
              <a:chExt cx="2079479" cy="2629470"/>
            </a:xfrm>
          </p:grpSpPr>
          <p:sp>
            <p:nvSpPr>
              <p:cNvPr id="44" name="Oval 1">
                <a:extLst>
                  <a:ext uri="{FF2B5EF4-FFF2-40B4-BE49-F238E27FC236}">
                    <a16:creationId xmlns:a16="http://schemas.microsoft.com/office/drawing/2014/main" id="{91600B0C-3803-AA46-861A-C9D5F6ADAEA1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" name="Teardrop 44">
                <a:extLst>
                  <a:ext uri="{FF2B5EF4-FFF2-40B4-BE49-F238E27FC236}">
                    <a16:creationId xmlns:a16="http://schemas.microsoft.com/office/drawing/2014/main" id="{1430FAAE-C2BC-C34A-AB90-E77BB78EF582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" name="Teardrop 45">
                <a:extLst>
                  <a:ext uri="{FF2B5EF4-FFF2-40B4-BE49-F238E27FC236}">
                    <a16:creationId xmlns:a16="http://schemas.microsoft.com/office/drawing/2014/main" id="{53377211-FEE8-5246-911B-BA7B22277B1C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" name="Teardrop 46">
                <a:extLst>
                  <a:ext uri="{FF2B5EF4-FFF2-40B4-BE49-F238E27FC236}">
                    <a16:creationId xmlns:a16="http://schemas.microsoft.com/office/drawing/2014/main" id="{8E09D2B0-55B3-324F-B4C1-8F7868A67146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" name="Teardrop 47">
                <a:extLst>
                  <a:ext uri="{FF2B5EF4-FFF2-40B4-BE49-F238E27FC236}">
                    <a16:creationId xmlns:a16="http://schemas.microsoft.com/office/drawing/2014/main" id="{67E51AF4-8E88-2C46-A264-9445C20FEE90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" name="Teardrop 48">
                <a:extLst>
                  <a:ext uri="{FF2B5EF4-FFF2-40B4-BE49-F238E27FC236}">
                    <a16:creationId xmlns:a16="http://schemas.microsoft.com/office/drawing/2014/main" id="{969E4D0C-1EE4-2840-8B52-32E436199BDA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" name="Teardrop 49">
                <a:extLst>
                  <a:ext uri="{FF2B5EF4-FFF2-40B4-BE49-F238E27FC236}">
                    <a16:creationId xmlns:a16="http://schemas.microsoft.com/office/drawing/2014/main" id="{66B5E9ED-05CC-D14F-B722-B96C38F69C42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" name="Teardrop 50">
                <a:extLst>
                  <a:ext uri="{FF2B5EF4-FFF2-40B4-BE49-F238E27FC236}">
                    <a16:creationId xmlns:a16="http://schemas.microsoft.com/office/drawing/2014/main" id="{5B07D6FD-1212-F243-BC0A-7C2489F84634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" name="Teardrop 51">
                <a:extLst>
                  <a:ext uri="{FF2B5EF4-FFF2-40B4-BE49-F238E27FC236}">
                    <a16:creationId xmlns:a16="http://schemas.microsoft.com/office/drawing/2014/main" id="{6C15F747-CD50-7844-9258-A5EAC18AE5D1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" name="Teardrop 52">
                <a:extLst>
                  <a:ext uri="{FF2B5EF4-FFF2-40B4-BE49-F238E27FC236}">
                    <a16:creationId xmlns:a16="http://schemas.microsoft.com/office/drawing/2014/main" id="{0B9DD4D4-8A6B-024A-970A-58BF12F05098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" name="Teardrop 53">
                <a:extLst>
                  <a:ext uri="{FF2B5EF4-FFF2-40B4-BE49-F238E27FC236}">
                    <a16:creationId xmlns:a16="http://schemas.microsoft.com/office/drawing/2014/main" id="{0DF5B2D2-9FB6-D046-A025-7BE86670631F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" name="Teardrop 54">
                <a:extLst>
                  <a:ext uri="{FF2B5EF4-FFF2-40B4-BE49-F238E27FC236}">
                    <a16:creationId xmlns:a16="http://schemas.microsoft.com/office/drawing/2014/main" id="{026F367C-E4C2-8D4F-935B-043A5CB9EA58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" name="Teardrop 55">
                <a:extLst>
                  <a:ext uri="{FF2B5EF4-FFF2-40B4-BE49-F238E27FC236}">
                    <a16:creationId xmlns:a16="http://schemas.microsoft.com/office/drawing/2014/main" id="{09AAEDED-F161-DC41-A231-71505ED03989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" name="Teardrop 56">
                <a:extLst>
                  <a:ext uri="{FF2B5EF4-FFF2-40B4-BE49-F238E27FC236}">
                    <a16:creationId xmlns:a16="http://schemas.microsoft.com/office/drawing/2014/main" id="{BCEC209A-DA6E-8747-8484-6EEDA763B42B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" name="Teardrop 57">
                <a:extLst>
                  <a:ext uri="{FF2B5EF4-FFF2-40B4-BE49-F238E27FC236}">
                    <a16:creationId xmlns:a16="http://schemas.microsoft.com/office/drawing/2014/main" id="{75758951-A7C0-A24D-BD06-46F736573D1A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" name="Teardrop 58">
                <a:extLst>
                  <a:ext uri="{FF2B5EF4-FFF2-40B4-BE49-F238E27FC236}">
                    <a16:creationId xmlns:a16="http://schemas.microsoft.com/office/drawing/2014/main" id="{D156F1CB-3353-B045-8CE5-CE8E011526E5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Teardrop 59">
                <a:extLst>
                  <a:ext uri="{FF2B5EF4-FFF2-40B4-BE49-F238E27FC236}">
                    <a16:creationId xmlns:a16="http://schemas.microsoft.com/office/drawing/2014/main" id="{537DC2F1-4727-CE4F-9255-CBB44E52F322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" name="Teardrop 60">
                <a:extLst>
                  <a:ext uri="{FF2B5EF4-FFF2-40B4-BE49-F238E27FC236}">
                    <a16:creationId xmlns:a16="http://schemas.microsoft.com/office/drawing/2014/main" id="{87815E3C-6168-FA43-AD22-6E3492F52065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" name="Teardrop 61">
                <a:extLst>
                  <a:ext uri="{FF2B5EF4-FFF2-40B4-BE49-F238E27FC236}">
                    <a16:creationId xmlns:a16="http://schemas.microsoft.com/office/drawing/2014/main" id="{BD04529B-5E85-8C4B-8198-C2BEFBAFAF38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" name="Teardrop 62">
                <a:extLst>
                  <a:ext uri="{FF2B5EF4-FFF2-40B4-BE49-F238E27FC236}">
                    <a16:creationId xmlns:a16="http://schemas.microsoft.com/office/drawing/2014/main" id="{937BC66D-DBCF-DE48-9C9A-B4E2AE87A271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" name="Teardrop 63">
                <a:extLst>
                  <a:ext uri="{FF2B5EF4-FFF2-40B4-BE49-F238E27FC236}">
                    <a16:creationId xmlns:a16="http://schemas.microsoft.com/office/drawing/2014/main" id="{32EFBB07-CE99-2446-A96F-FC6F883561D6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" name="Teardrop 64">
                <a:extLst>
                  <a:ext uri="{FF2B5EF4-FFF2-40B4-BE49-F238E27FC236}">
                    <a16:creationId xmlns:a16="http://schemas.microsoft.com/office/drawing/2014/main" id="{D464A43F-FA6D-394F-8615-6C05966659AB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" name="Teardrop 65">
                <a:extLst>
                  <a:ext uri="{FF2B5EF4-FFF2-40B4-BE49-F238E27FC236}">
                    <a16:creationId xmlns:a16="http://schemas.microsoft.com/office/drawing/2014/main" id="{A0705CAE-705E-AD4A-9C78-E5F0C8B74191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" name="Teardrop 66">
                <a:extLst>
                  <a:ext uri="{FF2B5EF4-FFF2-40B4-BE49-F238E27FC236}">
                    <a16:creationId xmlns:a16="http://schemas.microsoft.com/office/drawing/2014/main" id="{66A5639C-C228-EA41-9F8A-DC429C444668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" name="Teardrop 67">
                <a:extLst>
                  <a:ext uri="{FF2B5EF4-FFF2-40B4-BE49-F238E27FC236}">
                    <a16:creationId xmlns:a16="http://schemas.microsoft.com/office/drawing/2014/main" id="{5BF315A3-D875-FD47-BF71-827181DBE311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" name="Teardrop 68">
                <a:extLst>
                  <a:ext uri="{FF2B5EF4-FFF2-40B4-BE49-F238E27FC236}">
                    <a16:creationId xmlns:a16="http://schemas.microsoft.com/office/drawing/2014/main" id="{C01B41EC-199B-994E-800F-8A20F6FC8A19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" name="Teardrop 69">
                <a:extLst>
                  <a:ext uri="{FF2B5EF4-FFF2-40B4-BE49-F238E27FC236}">
                    <a16:creationId xmlns:a16="http://schemas.microsoft.com/office/drawing/2014/main" id="{1A01B842-2262-A542-B6E9-02E3582D0281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" name="Teardrop 70">
                <a:extLst>
                  <a:ext uri="{FF2B5EF4-FFF2-40B4-BE49-F238E27FC236}">
                    <a16:creationId xmlns:a16="http://schemas.microsoft.com/office/drawing/2014/main" id="{E93FE4CC-F063-8C4F-9E47-633F9B09F066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" name="Teardrop 71">
                <a:extLst>
                  <a:ext uri="{FF2B5EF4-FFF2-40B4-BE49-F238E27FC236}">
                    <a16:creationId xmlns:a16="http://schemas.microsoft.com/office/drawing/2014/main" id="{4F7CDBD2-2936-A540-8259-1D227C0389B9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" name="Teardrop 72">
                <a:extLst>
                  <a:ext uri="{FF2B5EF4-FFF2-40B4-BE49-F238E27FC236}">
                    <a16:creationId xmlns:a16="http://schemas.microsoft.com/office/drawing/2014/main" id="{A7B94F7B-72A8-6142-BC0F-21F710EAB5D9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134" name="Donut 133">
            <a:extLst>
              <a:ext uri="{FF2B5EF4-FFF2-40B4-BE49-F238E27FC236}">
                <a16:creationId xmlns:a16="http://schemas.microsoft.com/office/drawing/2014/main" id="{2DA6066A-36DD-4448-B668-5E1E27217BD9}"/>
              </a:ext>
            </a:extLst>
          </p:cNvPr>
          <p:cNvSpPr/>
          <p:nvPr/>
        </p:nvSpPr>
        <p:spPr>
          <a:xfrm>
            <a:off x="84666" y="98747"/>
            <a:ext cx="8980683" cy="6680566"/>
          </a:xfrm>
          <a:prstGeom prst="donut">
            <a:avLst>
              <a:gd name="adj" fmla="val 2395"/>
            </a:avLst>
          </a:prstGeom>
          <a:solidFill>
            <a:schemeClr val="bg2">
              <a:alpha val="75000"/>
            </a:schemeClr>
          </a:solidFill>
          <a:ln>
            <a:solidFill>
              <a:schemeClr val="tx1">
                <a:alpha val="1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B4D9437-7E8D-914B-9DA3-E89F5C94B2E1}"/>
              </a:ext>
            </a:extLst>
          </p:cNvPr>
          <p:cNvSpPr txBox="1"/>
          <p:nvPr/>
        </p:nvSpPr>
        <p:spPr>
          <a:xfrm>
            <a:off x="1108148" y="2025203"/>
            <a:ext cx="6945407" cy="769441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The Simple Biosphere Model: SiB4</a:t>
            </a:r>
          </a:p>
          <a:p>
            <a:pPr algn="ctr"/>
            <a:r>
              <a:rPr lang="en-US" sz="1200" dirty="0">
                <a:solidFill>
                  <a:srgbClr val="4B3118"/>
                </a:solidFill>
                <a:latin typeface="Helvetica"/>
                <a:cs typeface="Helvetica"/>
              </a:rPr>
              <a:t>Updated February 2020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38D5B770-E29A-E840-A891-1F00ED02F631}"/>
              </a:ext>
            </a:extLst>
          </p:cNvPr>
          <p:cNvSpPr txBox="1"/>
          <p:nvPr/>
        </p:nvSpPr>
        <p:spPr>
          <a:xfrm>
            <a:off x="232946" y="4394010"/>
            <a:ext cx="8590168" cy="2400657"/>
          </a:xfrm>
          <a:prstGeom prst="rect">
            <a:avLst/>
          </a:prstGeom>
          <a:solidFill>
            <a:srgbClr val="FDFAF0"/>
          </a:solidFill>
          <a:ln w="28575">
            <a:solidFill>
              <a:srgbClr val="9E160D"/>
            </a:solidFill>
          </a:ln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9E160D"/>
              </a:buClr>
              <a:buFont typeface="Wingdings" pitchFamily="2" charset="2"/>
              <a:buChar char="q"/>
            </a:pPr>
            <a:r>
              <a:rPr lang="en-US" dirty="0"/>
              <a:t>Haynes, K.D., Baker, I.T., Denning, A.S., </a:t>
            </a:r>
            <a:r>
              <a:rPr lang="en-US" dirty="0" err="1"/>
              <a:t>Stöckli</a:t>
            </a:r>
            <a:r>
              <a:rPr lang="en-US" dirty="0"/>
              <a:t>, R., Schaefer, K., </a:t>
            </a:r>
            <a:r>
              <a:rPr lang="en-US" dirty="0" err="1"/>
              <a:t>Lokupitiya</a:t>
            </a:r>
            <a:r>
              <a:rPr lang="en-US" dirty="0"/>
              <a:t>, E.Y., &amp; Haynes, J.M. (2019).  Representing grasslands using dynamic prognostic phenology based on biological growth stages: 1. Implementation in the Simple Biosphere Model (SiB4).  </a:t>
            </a:r>
            <a:r>
              <a:rPr lang="en-US" i="1" dirty="0"/>
              <a:t>J. Adv. Model. Earth Syst</a:t>
            </a:r>
            <a:r>
              <a:rPr lang="en-US" dirty="0"/>
              <a:t>., 11, https://</a:t>
            </a:r>
            <a:r>
              <a:rPr lang="en-US" dirty="0" err="1"/>
              <a:t>doi.org</a:t>
            </a:r>
            <a:r>
              <a:rPr lang="en-US" dirty="0"/>
              <a:t>/10.1029/2018MS001540. </a:t>
            </a:r>
          </a:p>
          <a:p>
            <a:endParaRPr lang="en-US" sz="600" dirty="0"/>
          </a:p>
          <a:p>
            <a:pPr marL="285750" indent="-285750">
              <a:buClr>
                <a:srgbClr val="9E160D"/>
              </a:buClr>
              <a:buFont typeface="Wingdings" pitchFamily="2" charset="2"/>
              <a:buChar char="q"/>
            </a:pPr>
            <a:r>
              <a:rPr lang="en-US" dirty="0"/>
              <a:t>Haynes, K.D., Baker, I.T., Denning, A.S., Wolf, S., </a:t>
            </a:r>
            <a:r>
              <a:rPr lang="en-US" dirty="0" err="1"/>
              <a:t>Wohlfahrt</a:t>
            </a:r>
            <a:r>
              <a:rPr lang="en-US" dirty="0"/>
              <a:t>, G., Kiely, G., &amp; </a:t>
            </a:r>
            <a:r>
              <a:rPr lang="en-US" dirty="0" err="1"/>
              <a:t>Minaya</a:t>
            </a:r>
            <a:r>
              <a:rPr lang="en-US" dirty="0"/>
              <a:t>, R.C. (2019).  Representing grasslands using dynamic prognostic phenology based on biological growth stages: 2. Grassland carbon cycling.  </a:t>
            </a:r>
            <a:r>
              <a:rPr lang="en-US" i="1" dirty="0"/>
              <a:t>J. Adv. Model. Earth Syst</a:t>
            </a:r>
            <a:r>
              <a:rPr lang="en-US" dirty="0"/>
              <a:t>., 11, https://</a:t>
            </a:r>
            <a:r>
              <a:rPr lang="en-US" dirty="0" err="1"/>
              <a:t>doi.org</a:t>
            </a:r>
            <a:r>
              <a:rPr lang="en-US" dirty="0"/>
              <a:t>/10.1029/2018MS001541.</a:t>
            </a:r>
          </a:p>
        </p:txBody>
      </p: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D142BFE4-6EC5-1844-A160-052096ADC32E}"/>
              </a:ext>
            </a:extLst>
          </p:cNvPr>
          <p:cNvGrpSpPr/>
          <p:nvPr/>
        </p:nvGrpSpPr>
        <p:grpSpPr>
          <a:xfrm>
            <a:off x="-26292" y="47068"/>
            <a:ext cx="2728913" cy="1762102"/>
            <a:chOff x="-66158" y="-26695"/>
            <a:chExt cx="2728913" cy="1762102"/>
          </a:xfrm>
        </p:grpSpPr>
        <p:pic>
          <p:nvPicPr>
            <p:cNvPr id="138" name="Picture 137">
              <a:extLst>
                <a:ext uri="{FF2B5EF4-FFF2-40B4-BE49-F238E27FC236}">
                  <a16:creationId xmlns:a16="http://schemas.microsoft.com/office/drawing/2014/main" id="{40D47E0B-CEA3-CB4B-8B32-04283DD5542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139" name="Picture 138">
              <a:extLst>
                <a:ext uri="{FF2B5EF4-FFF2-40B4-BE49-F238E27FC236}">
                  <a16:creationId xmlns:a16="http://schemas.microsoft.com/office/drawing/2014/main" id="{B1747756-FF1D-AA4F-B7D4-6FA5784E85A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122174" y="-26695"/>
              <a:ext cx="2540581" cy="1413104"/>
            </a:xfrm>
            <a:prstGeom prst="rect">
              <a:avLst/>
            </a:prstGeom>
          </p:spPr>
        </p:pic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1C163998-3AC3-CA4E-9A93-E4B3D80AFD3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51831" y="165870"/>
              <a:ext cx="993606" cy="1020488"/>
              <a:chOff x="1393880" y="1143248"/>
              <a:chExt cx="1298448" cy="1298448"/>
            </a:xfrm>
            <a:solidFill>
              <a:srgbClr val="FFF400"/>
            </a:solidFill>
          </p:grpSpPr>
          <p:sp>
            <p:nvSpPr>
              <p:cNvPr id="142" name="Oval 141">
                <a:extLst>
                  <a:ext uri="{FF2B5EF4-FFF2-40B4-BE49-F238E27FC236}">
                    <a16:creationId xmlns:a16="http://schemas.microsoft.com/office/drawing/2014/main" id="{54909A05-6300-7B45-8E12-CEB4DA96BF91}"/>
                  </a:ext>
                </a:extLst>
              </p:cNvPr>
              <p:cNvSpPr/>
              <p:nvPr/>
            </p:nvSpPr>
            <p:spPr>
              <a:xfrm>
                <a:off x="1620283" y="1370783"/>
                <a:ext cx="845643" cy="845643"/>
              </a:xfrm>
              <a:prstGeom prst="ellipse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43" name="Group 142">
                <a:extLst>
                  <a:ext uri="{FF2B5EF4-FFF2-40B4-BE49-F238E27FC236}">
                    <a16:creationId xmlns:a16="http://schemas.microsoft.com/office/drawing/2014/main" id="{2B593D69-B11B-D84D-91CD-E8ABDD135AA3}"/>
                  </a:ext>
                </a:extLst>
              </p:cNvPr>
              <p:cNvGrpSpPr/>
              <p:nvPr/>
            </p:nvGrpSpPr>
            <p:grpSpPr>
              <a:xfrm>
                <a:off x="1394682" y="1284460"/>
                <a:ext cx="1296846" cy="1034301"/>
                <a:chOff x="1394682" y="1284460"/>
                <a:chExt cx="1296846" cy="1034301"/>
              </a:xfrm>
              <a:grpFill/>
            </p:grpSpPr>
            <p:sp>
              <p:nvSpPr>
                <p:cNvPr id="153" name="Rectangle 152">
                  <a:extLst>
                    <a:ext uri="{FF2B5EF4-FFF2-40B4-BE49-F238E27FC236}">
                      <a16:creationId xmlns:a16="http://schemas.microsoft.com/office/drawing/2014/main" id="{79DF6E57-EA59-0C40-852D-12C176CEED3A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4" name="Rectangle 153">
                  <a:extLst>
                    <a:ext uri="{FF2B5EF4-FFF2-40B4-BE49-F238E27FC236}">
                      <a16:creationId xmlns:a16="http://schemas.microsoft.com/office/drawing/2014/main" id="{66FD7A04-9E43-B34F-BA59-6B5D8E1C2F5E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4" name="Group 143">
                <a:extLst>
                  <a:ext uri="{FF2B5EF4-FFF2-40B4-BE49-F238E27FC236}">
                    <a16:creationId xmlns:a16="http://schemas.microsoft.com/office/drawing/2014/main" id="{D9A06FC1-EE4E-3747-BF3B-B4B1884AAA9C}"/>
                  </a:ext>
                </a:extLst>
              </p:cNvPr>
              <p:cNvGrpSpPr/>
              <p:nvPr/>
            </p:nvGrpSpPr>
            <p:grpSpPr>
              <a:xfrm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151" name="Rectangle 150">
                  <a:extLst>
                    <a:ext uri="{FF2B5EF4-FFF2-40B4-BE49-F238E27FC236}">
                      <a16:creationId xmlns:a16="http://schemas.microsoft.com/office/drawing/2014/main" id="{9A018A77-FEB2-754D-A300-6EABBD98B1CA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Rectangle 151">
                  <a:extLst>
                    <a:ext uri="{FF2B5EF4-FFF2-40B4-BE49-F238E27FC236}">
                      <a16:creationId xmlns:a16="http://schemas.microsoft.com/office/drawing/2014/main" id="{99CBF653-A0FE-2E4F-B317-05B641C31238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5" name="Group 144">
                <a:extLst>
                  <a:ext uri="{FF2B5EF4-FFF2-40B4-BE49-F238E27FC236}">
                    <a16:creationId xmlns:a16="http://schemas.microsoft.com/office/drawing/2014/main" id="{162AE6A7-CFAD-8041-BE60-D4471E7F9DA3}"/>
                  </a:ext>
                </a:extLst>
              </p:cNvPr>
              <p:cNvGrpSpPr/>
              <p:nvPr/>
            </p:nvGrpSpPr>
            <p:grpSpPr>
              <a:xfrm rot="18926824"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149" name="Rectangle 148">
                  <a:extLst>
                    <a:ext uri="{FF2B5EF4-FFF2-40B4-BE49-F238E27FC236}">
                      <a16:creationId xmlns:a16="http://schemas.microsoft.com/office/drawing/2014/main" id="{01D1C91A-4276-1440-89DF-0B3892354A79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Rectangle 149">
                  <a:extLst>
                    <a:ext uri="{FF2B5EF4-FFF2-40B4-BE49-F238E27FC236}">
                      <a16:creationId xmlns:a16="http://schemas.microsoft.com/office/drawing/2014/main" id="{53E57F22-1340-F840-A67A-CC6D6CBA53D2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6" name="Group 145">
                <a:extLst>
                  <a:ext uri="{FF2B5EF4-FFF2-40B4-BE49-F238E27FC236}">
                    <a16:creationId xmlns:a16="http://schemas.microsoft.com/office/drawing/2014/main" id="{742E7F66-CB80-9648-8BEF-E5D02AAD7D72}"/>
                  </a:ext>
                </a:extLst>
              </p:cNvPr>
              <p:cNvGrpSpPr/>
              <p:nvPr/>
            </p:nvGrpSpPr>
            <p:grpSpPr>
              <a:xfrm rot="2728193" flipH="1">
                <a:off x="1393881" y="1275836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147" name="Rectangle 146">
                  <a:extLst>
                    <a:ext uri="{FF2B5EF4-FFF2-40B4-BE49-F238E27FC236}">
                      <a16:creationId xmlns:a16="http://schemas.microsoft.com/office/drawing/2014/main" id="{5BD1C5D3-15FC-EF4C-9C95-ABC8BC729E4A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Rectangle 147">
                  <a:extLst>
                    <a:ext uri="{FF2B5EF4-FFF2-40B4-BE49-F238E27FC236}">
                      <a16:creationId xmlns:a16="http://schemas.microsoft.com/office/drawing/2014/main" id="{A89E7BAE-702B-D54C-ADCB-49F99DBABC88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141" name="Picture 140">
              <a:extLst>
                <a:ext uri="{FF2B5EF4-FFF2-40B4-BE49-F238E27FC236}">
                  <a16:creationId xmlns:a16="http://schemas.microsoft.com/office/drawing/2014/main" id="{DC7C9196-9587-544C-B1AD-CC9BC419397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09860832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1068293" y="100198"/>
            <a:ext cx="6945407" cy="769441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The Simple Biosphere Model: SiB4</a:t>
            </a:r>
          </a:p>
          <a:p>
            <a:pPr algn="ctr"/>
            <a:r>
              <a:rPr lang="en-US" sz="1200" dirty="0">
                <a:solidFill>
                  <a:srgbClr val="4B3118"/>
                </a:solidFill>
                <a:latin typeface="Helvetica"/>
                <a:cs typeface="Helvetica"/>
              </a:rPr>
              <a:t>Updated February 2020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090945" y="962524"/>
            <a:ext cx="6922755" cy="5779800"/>
          </a:xfrm>
          <a:prstGeom prst="rect">
            <a:avLst/>
          </a:prstGeom>
          <a:solidFill>
            <a:srgbClr val="FFFDF0"/>
          </a:solidFill>
          <a:ln w="50800">
            <a:solidFill>
              <a:srgbClr val="9E160D"/>
            </a:solidFill>
          </a:ln>
        </p:spPr>
        <p:txBody>
          <a:bodyPr wrap="none" rtlCol="0">
            <a:noAutofit/>
          </a:bodyPr>
          <a:lstStyle/>
          <a:p>
            <a:pPr marL="285750" indent="-285750">
              <a:lnSpc>
                <a:spcPts val="3438"/>
              </a:lnSpc>
              <a:buClr>
                <a:srgbClr val="9E160D"/>
              </a:buClr>
              <a:buSzPct val="120000"/>
              <a:buFont typeface="Wingdings" charset="2"/>
              <a:buChar char="§"/>
            </a:pPr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Utilizes a </a:t>
            </a:r>
            <a:r>
              <a:rPr lang="en-US" sz="2000" dirty="0">
                <a:solidFill>
                  <a:srgbClr val="9E160D"/>
                </a:solidFill>
                <a:latin typeface="Helvetica"/>
                <a:cs typeface="Helvetica"/>
              </a:rPr>
              <a:t>Single Framework </a:t>
            </a:r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to predict:</a:t>
            </a:r>
            <a:endParaRPr lang="en-US" sz="2000" dirty="0">
              <a:solidFill>
                <a:srgbClr val="9E160D"/>
              </a:solidFill>
              <a:latin typeface="Helvetica"/>
              <a:cs typeface="Helvetica"/>
            </a:endParaRPr>
          </a:p>
          <a:p>
            <a:pPr>
              <a:buClr>
                <a:srgbClr val="9E160D"/>
              </a:buClr>
              <a:buSzPct val="120000"/>
            </a:pPr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	</a:t>
            </a:r>
            <a:r>
              <a:rPr lang="en-US" dirty="0">
                <a:solidFill>
                  <a:srgbClr val="4B3118"/>
                </a:solidFill>
                <a:latin typeface="Helvetica"/>
                <a:cs typeface="Helvetica"/>
                <a:sym typeface="Wingdings"/>
              </a:rPr>
              <a:t> Land Cover State</a:t>
            </a:r>
          </a:p>
          <a:p>
            <a:pPr>
              <a:buClr>
                <a:srgbClr val="9E160D"/>
              </a:buClr>
              <a:buSzPct val="120000"/>
            </a:pP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  <a:sym typeface="Wingdings"/>
              </a:rPr>
              <a:t>		- Land Surface Properties and Vegetation Characteristics</a:t>
            </a:r>
            <a:endParaRPr lang="en-US" sz="1600" dirty="0">
              <a:solidFill>
                <a:srgbClr val="4B3118"/>
              </a:solidFill>
              <a:latin typeface="Helvetica"/>
              <a:cs typeface="Helvetica"/>
            </a:endParaRPr>
          </a:p>
          <a:p>
            <a:pPr>
              <a:buClr>
                <a:srgbClr val="9E160D"/>
              </a:buClr>
              <a:buSzPct val="120000"/>
            </a:pPr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	</a:t>
            </a:r>
            <a:r>
              <a:rPr lang="en-US" dirty="0">
                <a:solidFill>
                  <a:srgbClr val="4B3118"/>
                </a:solidFill>
                <a:latin typeface="Helvetica"/>
                <a:cs typeface="Helvetica"/>
                <a:sym typeface="Wingdings"/>
              </a:rPr>
              <a:t></a:t>
            </a:r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 Land Surface Energy and Water Budgets</a:t>
            </a:r>
          </a:p>
          <a:p>
            <a:pPr>
              <a:buClr>
                <a:srgbClr val="9E160D"/>
              </a:buClr>
              <a:buSzPct val="120000"/>
            </a:pP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		- Land-Atmosphere Exchanges</a:t>
            </a:r>
          </a:p>
          <a:p>
            <a:pPr>
              <a:buClr>
                <a:srgbClr val="9E160D"/>
              </a:buClr>
              <a:buSzPct val="120000"/>
            </a:pP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			• Energy  • Momentum  • Radiation  • Water</a:t>
            </a:r>
          </a:p>
          <a:p>
            <a:pPr>
              <a:buClr>
                <a:srgbClr val="9E160D"/>
              </a:buClr>
              <a:buSzPct val="120000"/>
            </a:pP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		- Soil Moisture Content</a:t>
            </a:r>
          </a:p>
          <a:p>
            <a:pPr>
              <a:buClr>
                <a:srgbClr val="9E160D"/>
              </a:buClr>
              <a:buSzPct val="120000"/>
            </a:pPr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	</a:t>
            </a:r>
            <a:r>
              <a:rPr lang="en-US" dirty="0">
                <a:solidFill>
                  <a:srgbClr val="4B3118"/>
                </a:solidFill>
                <a:latin typeface="Helvetica"/>
                <a:cs typeface="Helvetica"/>
                <a:sym typeface="Wingdings"/>
              </a:rPr>
              <a:t></a:t>
            </a:r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 Terrestrial Carbon Cycle</a:t>
            </a:r>
          </a:p>
          <a:p>
            <a:pPr>
              <a:buClr>
                <a:srgbClr val="9E160D"/>
              </a:buClr>
              <a:buSzPct val="120000"/>
            </a:pP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		- Photosynthesis: Enzyme Kinetics and Stomatal Physiology</a:t>
            </a:r>
          </a:p>
          <a:p>
            <a:pPr>
              <a:buClr>
                <a:srgbClr val="9E160D"/>
              </a:buClr>
              <a:buSzPct val="120000"/>
            </a:pP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		- Respiration: Autotrophic and Heterotrophic</a:t>
            </a:r>
          </a:p>
          <a:p>
            <a:pPr>
              <a:buClr>
                <a:srgbClr val="9E160D"/>
              </a:buClr>
              <a:buSzPct val="120000"/>
            </a:pP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                - Transfer: Turnover and Litterfall</a:t>
            </a:r>
            <a:endParaRPr lang="en-US" sz="2000" dirty="0">
              <a:solidFill>
                <a:srgbClr val="4B3118"/>
              </a:solidFill>
              <a:latin typeface="Helvetica"/>
              <a:cs typeface="Helvetica"/>
            </a:endParaRPr>
          </a:p>
          <a:p>
            <a:pPr>
              <a:buClr>
                <a:srgbClr val="9E160D"/>
              </a:buClr>
              <a:buSzPct val="120000"/>
            </a:pP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		- Carbon Pools: 5 Live and 6 Dead</a:t>
            </a:r>
          </a:p>
          <a:p>
            <a:pPr>
              <a:buClr>
                <a:srgbClr val="9E160D"/>
              </a:buClr>
              <a:buSzPct val="120000"/>
            </a:pPr>
            <a:endParaRPr lang="en-US" sz="800" dirty="0">
              <a:solidFill>
                <a:srgbClr val="4B3118"/>
              </a:solidFill>
              <a:latin typeface="Helvetica"/>
              <a:cs typeface="Helvetica"/>
            </a:endParaRPr>
          </a:p>
          <a:p>
            <a:pPr marL="285750" indent="-285750" hangingPunct="0">
              <a:lnSpc>
                <a:spcPts val="2400"/>
              </a:lnSpc>
              <a:buClr>
                <a:srgbClr val="9E160D"/>
              </a:buClr>
              <a:buSzPct val="120000"/>
              <a:buFont typeface="Wingdings" charset="2"/>
              <a:buChar char="§"/>
            </a:pPr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Unifies processes using </a:t>
            </a:r>
            <a:r>
              <a:rPr lang="en-US" sz="2000" dirty="0">
                <a:solidFill>
                  <a:srgbClr val="9E160D"/>
                </a:solidFill>
                <a:latin typeface="Helvetica"/>
                <a:cs typeface="Helvetica"/>
              </a:rPr>
              <a:t>Prognostic Phenology</a:t>
            </a:r>
          </a:p>
          <a:p>
            <a:pPr hangingPunct="0">
              <a:lnSpc>
                <a:spcPts val="2400"/>
              </a:lnSpc>
              <a:buClr>
                <a:srgbClr val="9E160D"/>
              </a:buClr>
              <a:buSzPct val="120000"/>
            </a:pPr>
            <a:r>
              <a:rPr lang="en-US" dirty="0">
                <a:solidFill>
                  <a:srgbClr val="4B3118"/>
                </a:solidFill>
                <a:latin typeface="Helvetica"/>
                <a:cs typeface="Helvetica"/>
                <a:sym typeface="Wingdings"/>
              </a:rPr>
              <a:t>	 </a:t>
            </a:r>
            <a:r>
              <a:rPr lang="en-US" dirty="0">
                <a:solidFill>
                  <a:srgbClr val="9E160D"/>
                </a:solidFill>
                <a:latin typeface="Helvetica"/>
                <a:cs typeface="Helvetica"/>
                <a:sym typeface="Wingdings"/>
              </a:rPr>
              <a:t>Dynamic S</a:t>
            </a:r>
            <a:r>
              <a:rPr lang="en-US" dirty="0">
                <a:solidFill>
                  <a:srgbClr val="9E160D"/>
                </a:solidFill>
                <a:latin typeface="Helvetica"/>
                <a:cs typeface="Helvetica"/>
              </a:rPr>
              <a:t>tages </a:t>
            </a:r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(non-crops)</a:t>
            </a:r>
          </a:p>
          <a:p>
            <a:pPr lvl="1">
              <a:buClr>
                <a:srgbClr val="9E160D"/>
              </a:buClr>
              <a:buSzPct val="100000"/>
            </a:pP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	• leaf-out  • growth  • maturity  • stress  • dormant</a:t>
            </a:r>
          </a:p>
          <a:p>
            <a:pPr lvl="1">
              <a:buClr>
                <a:srgbClr val="9E160D"/>
              </a:buClr>
              <a:buSzPct val="100000"/>
            </a:pPr>
            <a:r>
              <a:rPr lang="en-US" dirty="0">
                <a:solidFill>
                  <a:srgbClr val="4B3118"/>
                </a:solidFill>
                <a:latin typeface="Helvetica"/>
                <a:cs typeface="Helvetica"/>
                <a:sym typeface="Wingdings"/>
              </a:rPr>
              <a:t> </a:t>
            </a:r>
            <a:r>
              <a:rPr lang="en-US" dirty="0">
                <a:solidFill>
                  <a:srgbClr val="9E160D"/>
                </a:solidFill>
                <a:latin typeface="Helvetica"/>
                <a:cs typeface="Helvetica"/>
                <a:sym typeface="Wingdings"/>
              </a:rPr>
              <a:t>Defined Stages </a:t>
            </a:r>
            <a:r>
              <a:rPr lang="en-US" dirty="0">
                <a:solidFill>
                  <a:srgbClr val="4B3118"/>
                </a:solidFill>
                <a:latin typeface="Helvetica"/>
                <a:cs typeface="Helvetica"/>
                <a:sym typeface="Wingdings"/>
              </a:rPr>
              <a:t>(crops)</a:t>
            </a:r>
          </a:p>
          <a:p>
            <a:pPr lvl="1">
              <a:buClr>
                <a:srgbClr val="9E160D"/>
              </a:buClr>
              <a:buSzPct val="100000"/>
            </a:pP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  <a:sym typeface="Wingdings"/>
              </a:rPr>
              <a:t>	</a:t>
            </a: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• growing-degree-day  |  • days after planting </a:t>
            </a:r>
          </a:p>
          <a:p>
            <a:pPr lvl="1">
              <a:buClr>
                <a:srgbClr val="9E160D"/>
              </a:buClr>
              <a:buSzPct val="100000"/>
            </a:pPr>
            <a:r>
              <a:rPr lang="en-US" dirty="0">
                <a:solidFill>
                  <a:srgbClr val="4B3118"/>
                </a:solidFill>
                <a:latin typeface="Helvetica"/>
                <a:cs typeface="Helvetica"/>
                <a:sym typeface="Wingdings"/>
              </a:rPr>
              <a:t> Removes Vegetation-State Dependency</a:t>
            </a:r>
          </a:p>
          <a:p>
            <a:pPr lvl="1">
              <a:buClr>
                <a:srgbClr val="9E160D"/>
              </a:buClr>
              <a:buSzPct val="100000"/>
            </a:pP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  <a:sym typeface="Wingdings"/>
              </a:rPr>
              <a:t>	- Inputs:  </a:t>
            </a: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• weather  • plant type  • soil type </a:t>
            </a:r>
          </a:p>
          <a:p>
            <a:pPr lvl="1">
              <a:buClr>
                <a:srgbClr val="9E160D"/>
              </a:buClr>
              <a:buSzPct val="100000"/>
            </a:pPr>
            <a:endParaRPr lang="en-US" sz="1000" dirty="0">
              <a:solidFill>
                <a:srgbClr val="4B3118"/>
              </a:solidFill>
              <a:latin typeface="Helvetica"/>
              <a:cs typeface="Helvetica"/>
            </a:endParaRPr>
          </a:p>
          <a:p>
            <a:pPr marL="285750" indent="-285750" hangingPunct="0">
              <a:lnSpc>
                <a:spcPts val="2400"/>
              </a:lnSpc>
              <a:buClr>
                <a:srgbClr val="9E160D"/>
              </a:buClr>
              <a:buSzPct val="120000"/>
              <a:buFont typeface="Wingdings" charset="2"/>
              <a:buChar char="§"/>
            </a:pPr>
            <a:r>
              <a:rPr lang="en-US" sz="2000" dirty="0">
                <a:solidFill>
                  <a:srgbClr val="9E160D"/>
                </a:solidFill>
                <a:latin typeface="Helvetica"/>
                <a:cs typeface="Helvetica"/>
              </a:rPr>
              <a:t>Sub-Hourly</a:t>
            </a:r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 Exchanges/Fluxes and </a:t>
            </a:r>
            <a:r>
              <a:rPr lang="en-US" sz="2000" dirty="0">
                <a:solidFill>
                  <a:srgbClr val="9E160D"/>
                </a:solidFill>
                <a:latin typeface="Helvetica"/>
                <a:cs typeface="Helvetica"/>
              </a:rPr>
              <a:t>Daily </a:t>
            </a:r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Pools/States</a:t>
            </a:r>
          </a:p>
        </p:txBody>
      </p:sp>
    </p:spTree>
    <p:extLst>
      <p:ext uri="{BB962C8B-B14F-4D97-AF65-F5344CB8AC3E}">
        <p14:creationId xmlns:p14="http://schemas.microsoft.com/office/powerpoint/2010/main" val="234241177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3212641" y="170207"/>
            <a:ext cx="2781531" cy="523220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 SiB4 Features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265295" y="1081882"/>
            <a:ext cx="6676222" cy="5283967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noAutofit/>
          </a:bodyPr>
          <a:lstStyle/>
          <a:p>
            <a:pPr marL="342900" indent="-342900">
              <a:buFont typeface="+mj-lt"/>
              <a:buAutoNum type="arabicParenR"/>
            </a:pPr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Vegetation: Plant Functional Types (PFTs)</a:t>
            </a:r>
          </a:p>
          <a:p>
            <a:endParaRPr lang="en-US" sz="1400" dirty="0">
              <a:solidFill>
                <a:srgbClr val="4B3118"/>
              </a:solidFill>
              <a:latin typeface="Helvetica"/>
              <a:cs typeface="Helvetica"/>
            </a:endParaRPr>
          </a:p>
          <a:p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2) Land Cover Heterogeneity: Tiles</a:t>
            </a:r>
          </a:p>
          <a:p>
            <a:pPr lvl="1"/>
            <a:endParaRPr lang="en-US" sz="1400" dirty="0">
              <a:solidFill>
                <a:srgbClr val="4B3118"/>
              </a:solidFill>
              <a:latin typeface="Helvetica"/>
              <a:cs typeface="Helvetica"/>
            </a:endParaRPr>
          </a:p>
          <a:p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3) Carbon Storage: Pools</a:t>
            </a:r>
          </a:p>
          <a:p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    - Mechanistic respiration and transfer methods</a:t>
            </a:r>
          </a:p>
          <a:p>
            <a:endParaRPr lang="en-US" sz="1400" dirty="0">
              <a:solidFill>
                <a:srgbClr val="4B3118"/>
              </a:solidFill>
              <a:latin typeface="Helvetica"/>
              <a:cs typeface="Helvetica"/>
            </a:endParaRPr>
          </a:p>
          <a:p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4) Prognostic Phenology</a:t>
            </a:r>
          </a:p>
          <a:p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    - Dynamic stages (non-crops)</a:t>
            </a:r>
          </a:p>
          <a:p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    - Defined stages (crops)</a:t>
            </a:r>
          </a:p>
          <a:p>
            <a:endParaRPr lang="en-US" sz="1400" dirty="0">
              <a:solidFill>
                <a:srgbClr val="4B3118"/>
              </a:solidFill>
              <a:latin typeface="Helvetica"/>
              <a:cs typeface="Helvetica"/>
            </a:endParaRPr>
          </a:p>
          <a:p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5) Disturbance</a:t>
            </a:r>
          </a:p>
          <a:p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    - Fire Emissions (GFED4)</a:t>
            </a:r>
          </a:p>
          <a:p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    - Grassland Grazing</a:t>
            </a:r>
          </a:p>
          <a:p>
            <a:endParaRPr lang="en-US" sz="1400" dirty="0">
              <a:solidFill>
                <a:srgbClr val="4B3118"/>
              </a:solidFill>
              <a:latin typeface="Helvetica"/>
              <a:cs typeface="Helvetica"/>
            </a:endParaRPr>
          </a:p>
          <a:p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6) Terrestrial Carbon Cycle</a:t>
            </a:r>
          </a:p>
          <a:p>
            <a:pPr hangingPunct="0"/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    - Unified fluxes, pools, phenology, and disturbance</a:t>
            </a:r>
          </a:p>
        </p:txBody>
      </p:sp>
    </p:spTree>
    <p:extLst>
      <p:ext uri="{BB962C8B-B14F-4D97-AF65-F5344CB8AC3E}">
        <p14:creationId xmlns:p14="http://schemas.microsoft.com/office/powerpoint/2010/main" val="23168068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2899256" y="484781"/>
            <a:ext cx="3286276" cy="584776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Vegetation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85235" y="1606957"/>
            <a:ext cx="2839239" cy="4247317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dirty="0">
                <a:latin typeface="Helvetica"/>
                <a:cs typeface="Helvetica"/>
              </a:rPr>
              <a:t>14 Plant Functional Types</a:t>
            </a:r>
          </a:p>
          <a:p>
            <a:endParaRPr lang="en-US" dirty="0">
              <a:latin typeface="Helvetica"/>
              <a:cs typeface="Helvetica"/>
            </a:endParaRPr>
          </a:p>
          <a:p>
            <a:r>
              <a:rPr lang="en-US" dirty="0">
                <a:latin typeface="Helvetica"/>
                <a:cs typeface="Helvetica"/>
              </a:rPr>
              <a:t>4 PFT Types</a:t>
            </a:r>
          </a:p>
          <a:p>
            <a:r>
              <a:rPr lang="en-US" dirty="0">
                <a:latin typeface="Helvetica"/>
                <a:cs typeface="Helvetica"/>
              </a:rPr>
              <a:t>    1: Bare Ground</a:t>
            </a:r>
          </a:p>
          <a:p>
            <a:r>
              <a:rPr lang="en-US" dirty="0">
                <a:latin typeface="Helvetica"/>
                <a:cs typeface="Helvetica"/>
              </a:rPr>
              <a:t>    2: Evergreen</a:t>
            </a:r>
          </a:p>
          <a:p>
            <a:r>
              <a:rPr lang="en-US" dirty="0">
                <a:latin typeface="Helvetica"/>
                <a:cs typeface="Helvetica"/>
              </a:rPr>
              <a:t>    3: Deciduous</a:t>
            </a:r>
          </a:p>
          <a:p>
            <a:r>
              <a:rPr lang="en-US" dirty="0">
                <a:latin typeface="Helvetica"/>
                <a:cs typeface="Helvetica"/>
              </a:rPr>
              <a:t>    4: Crop</a:t>
            </a:r>
          </a:p>
          <a:p>
            <a:endParaRPr lang="en-US" dirty="0">
              <a:latin typeface="Helvetica"/>
              <a:cs typeface="Helvetica"/>
            </a:endParaRPr>
          </a:p>
          <a:p>
            <a:r>
              <a:rPr lang="en-US" dirty="0">
                <a:latin typeface="Helvetica"/>
                <a:cs typeface="Helvetica"/>
              </a:rPr>
              <a:t>6 PFT Groups</a:t>
            </a:r>
          </a:p>
          <a:p>
            <a:r>
              <a:rPr lang="en-US" dirty="0">
                <a:latin typeface="Helvetica"/>
                <a:cs typeface="Helvetica"/>
              </a:rPr>
              <a:t>   1: Barren</a:t>
            </a:r>
          </a:p>
          <a:p>
            <a:r>
              <a:rPr lang="en-US" dirty="0">
                <a:latin typeface="Helvetica"/>
                <a:cs typeface="Helvetica"/>
              </a:rPr>
              <a:t>   2: Needleleaf Forest</a:t>
            </a:r>
          </a:p>
          <a:p>
            <a:r>
              <a:rPr lang="en-US" dirty="0">
                <a:latin typeface="Helvetica"/>
                <a:cs typeface="Helvetica"/>
              </a:rPr>
              <a:t>   3: Broadleaf Forest</a:t>
            </a:r>
          </a:p>
          <a:p>
            <a:r>
              <a:rPr lang="en-US" dirty="0">
                <a:latin typeface="Helvetica"/>
                <a:cs typeface="Helvetica"/>
              </a:rPr>
              <a:t>   4: Shrub</a:t>
            </a:r>
          </a:p>
          <a:p>
            <a:r>
              <a:rPr lang="en-US" dirty="0">
                <a:latin typeface="Helvetica"/>
                <a:cs typeface="Helvetica"/>
              </a:rPr>
              <a:t>   5: Grass</a:t>
            </a:r>
          </a:p>
          <a:p>
            <a:r>
              <a:rPr lang="en-US" dirty="0">
                <a:latin typeface="Helvetica"/>
                <a:cs typeface="Helvetica"/>
              </a:rPr>
              <a:t>   6: Crop </a:t>
            </a:r>
          </a:p>
        </p:txBody>
      </p:sp>
      <p:sp>
        <p:nvSpPr>
          <p:cNvPr id="6" name="Rectangle 5"/>
          <p:cNvSpPr/>
          <p:nvPr/>
        </p:nvSpPr>
        <p:spPr>
          <a:xfrm>
            <a:off x="3598335" y="1839447"/>
            <a:ext cx="5249332" cy="3970318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>
            <a:spAutoFit/>
          </a:bodyPr>
          <a:lstStyle/>
          <a:p>
            <a:pPr algn="ctr"/>
            <a:r>
              <a:rPr lang="is-IS" sz="1400" b="1" dirty="0">
                <a:latin typeface="Helvetica"/>
                <a:cs typeface="Helvetica"/>
              </a:rPr>
              <a:t>PFT Information</a:t>
            </a:r>
          </a:p>
          <a:p>
            <a:pPr algn="ctr"/>
            <a:r>
              <a:rPr lang="is-IS" sz="1400" b="1" dirty="0">
                <a:latin typeface="Helvetica"/>
                <a:cs typeface="Helvetica"/>
              </a:rPr>
              <a:t>---------------------------------</a:t>
            </a:r>
          </a:p>
          <a:p>
            <a:r>
              <a:rPr lang="is-IS" sz="1400" dirty="0">
                <a:latin typeface="Helvetica"/>
                <a:cs typeface="Helvetica"/>
              </a:rPr>
              <a:t> </a:t>
            </a:r>
            <a:r>
              <a:rPr lang="is-IS" sz="1400" b="1" dirty="0">
                <a:latin typeface="Helvetica"/>
                <a:cs typeface="Helvetica"/>
              </a:rPr>
              <a:t>Num  PFT    Name                                         Type  Group</a:t>
            </a:r>
          </a:p>
          <a:p>
            <a:r>
              <a:rPr lang="is-IS" sz="1400" dirty="0">
                <a:latin typeface="Helvetica"/>
                <a:cs typeface="Helvetica"/>
              </a:rPr>
              <a:t>  1   	  DBG   Desert Bare Ground                     1         1</a:t>
            </a:r>
          </a:p>
          <a:p>
            <a:r>
              <a:rPr lang="is-IS" sz="1400" dirty="0">
                <a:latin typeface="Helvetica"/>
                <a:cs typeface="Helvetica"/>
              </a:rPr>
              <a:t>  2   	  ENF    Evergreen Needleleaf Forest       2         2</a:t>
            </a:r>
          </a:p>
          <a:p>
            <a:r>
              <a:rPr lang="is-IS" sz="1400" dirty="0">
                <a:latin typeface="Helvetica"/>
                <a:cs typeface="Helvetica"/>
              </a:rPr>
              <a:t>  4   	  DNF    Deciduous Needleleaf Forest      3         2</a:t>
            </a:r>
          </a:p>
          <a:p>
            <a:r>
              <a:rPr lang="is-IS" sz="1400" dirty="0">
                <a:latin typeface="Helvetica"/>
                <a:cs typeface="Helvetica"/>
              </a:rPr>
              <a:t>  5   	  EBF    Evergreen Broadleaf Forest        2          3</a:t>
            </a:r>
          </a:p>
          <a:p>
            <a:r>
              <a:rPr lang="is-IS" sz="1400" dirty="0">
                <a:latin typeface="Helvetica"/>
                <a:cs typeface="Helvetica"/>
              </a:rPr>
              <a:t>  8   	  DBF    Deciduous Broadleaf Forest        3         3</a:t>
            </a:r>
          </a:p>
          <a:p>
            <a:r>
              <a:rPr lang="is-IS" sz="1400" dirty="0">
                <a:latin typeface="Helvetica"/>
                <a:cs typeface="Helvetica"/>
              </a:rPr>
              <a:t>  11  	  SHB    Shrubs (non-tundra)                    3         4</a:t>
            </a:r>
          </a:p>
          <a:p>
            <a:r>
              <a:rPr lang="is-IS" sz="1400" dirty="0">
                <a:latin typeface="Helvetica"/>
                <a:cs typeface="Helvetica"/>
              </a:rPr>
              <a:t>  12  	  SHA    Tundra Shrubs                             3         4</a:t>
            </a:r>
          </a:p>
          <a:p>
            <a:r>
              <a:rPr lang="is-IS" sz="1400" dirty="0">
                <a:latin typeface="Helvetica"/>
                <a:cs typeface="Helvetica"/>
              </a:rPr>
              <a:t>  13  	  C3A    Tundra Grasslands                       3         5</a:t>
            </a:r>
          </a:p>
          <a:p>
            <a:r>
              <a:rPr lang="is-IS" sz="1400" dirty="0">
                <a:latin typeface="Helvetica"/>
                <a:cs typeface="Helvetica"/>
              </a:rPr>
              <a:t>  14  	  C3G    C3 Grasslands (non-tundra)        3         5</a:t>
            </a:r>
          </a:p>
          <a:p>
            <a:r>
              <a:rPr lang="is-IS" sz="1400" dirty="0">
                <a:latin typeface="Helvetica"/>
                <a:cs typeface="Helvetica"/>
              </a:rPr>
              <a:t>  15  	  C4G    C4 Grasslands                             3         5</a:t>
            </a:r>
          </a:p>
          <a:p>
            <a:r>
              <a:rPr lang="is-IS" sz="1400" dirty="0">
                <a:latin typeface="Helvetica"/>
                <a:cs typeface="Helvetica"/>
              </a:rPr>
              <a:t>  17  	  C3C    C3 Croplands (Generic)               4         6</a:t>
            </a:r>
          </a:p>
          <a:p>
            <a:r>
              <a:rPr lang="is-IS" sz="1400" dirty="0">
                <a:latin typeface="Helvetica"/>
                <a:cs typeface="Helvetica"/>
              </a:rPr>
              <a:t>  18     C4C    C4 Croplands (Generic)               4         6</a:t>
            </a:r>
          </a:p>
          <a:p>
            <a:r>
              <a:rPr lang="is-IS" sz="1400" dirty="0">
                <a:latin typeface="Helvetica"/>
                <a:cs typeface="Helvetica"/>
              </a:rPr>
              <a:t>  20 	  MZE    Maize                                           4         6</a:t>
            </a:r>
          </a:p>
          <a:p>
            <a:r>
              <a:rPr lang="is-IS" sz="1400" dirty="0">
                <a:latin typeface="Helvetica"/>
                <a:cs typeface="Helvetica"/>
              </a:rPr>
              <a:t>  22     SOY    Soybeans                                     4         6</a:t>
            </a:r>
          </a:p>
          <a:p>
            <a:r>
              <a:rPr lang="is-IS" sz="1400" dirty="0">
                <a:latin typeface="Helvetica"/>
                <a:cs typeface="Helvetica"/>
              </a:rPr>
              <a:t>  24  	  WWT   Winter </a:t>
            </a:r>
            <a:r>
              <a:rPr lang="is-IS" sz="1400">
                <a:latin typeface="Helvetica"/>
                <a:cs typeface="Helvetica"/>
              </a:rPr>
              <a:t>Wheat                              </a:t>
            </a:r>
            <a:r>
              <a:rPr lang="is-IS" sz="1400" dirty="0">
                <a:latin typeface="Helvetica"/>
                <a:cs typeface="Helvetica"/>
              </a:rPr>
              <a:t>4          6</a:t>
            </a:r>
          </a:p>
        </p:txBody>
      </p:sp>
    </p:spTree>
    <p:extLst>
      <p:ext uri="{BB962C8B-B14F-4D97-AF65-F5344CB8AC3E}">
        <p14:creationId xmlns:p14="http://schemas.microsoft.com/office/powerpoint/2010/main" val="1732314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47EBC672-AB10-DF40-933C-AB020E2198D3}"/>
              </a:ext>
            </a:extLst>
          </p:cNvPr>
          <p:cNvGrpSpPr/>
          <p:nvPr/>
        </p:nvGrpSpPr>
        <p:grpSpPr>
          <a:xfrm>
            <a:off x="-26292" y="47068"/>
            <a:ext cx="2728913" cy="1762102"/>
            <a:chOff x="-66158" y="-26695"/>
            <a:chExt cx="2728913" cy="1762102"/>
          </a:xfrm>
        </p:grpSpPr>
        <p:pic>
          <p:nvPicPr>
            <p:cNvPr id="17" name="Picture 16">
              <a:extLst>
                <a:ext uri="{FF2B5EF4-FFF2-40B4-BE49-F238E27FC236}">
                  <a16:creationId xmlns:a16="http://schemas.microsoft.com/office/drawing/2014/main" id="{62226ED7-90BF-3E47-9602-0748B66BE4D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18" name="Picture 17">
              <a:extLst>
                <a:ext uri="{FF2B5EF4-FFF2-40B4-BE49-F238E27FC236}">
                  <a16:creationId xmlns:a16="http://schemas.microsoft.com/office/drawing/2014/main" id="{4BBDF864-1629-CA49-AE4B-69F7B942BB6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122174" y="-26695"/>
              <a:ext cx="2540581" cy="1413104"/>
            </a:xfrm>
            <a:prstGeom prst="rect">
              <a:avLst/>
            </a:prstGeom>
          </p:spPr>
        </p:pic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E32AC6A5-6D0F-1746-8B71-C16E01E3518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51831" y="165870"/>
              <a:ext cx="993606" cy="1020488"/>
              <a:chOff x="1393880" y="1143248"/>
              <a:chExt cx="1298448" cy="1298448"/>
            </a:xfrm>
            <a:solidFill>
              <a:srgbClr val="FFF400"/>
            </a:solidFill>
          </p:grpSpPr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id="{191CB89A-A4D2-6D44-A2E1-D8CEEB80A423}"/>
                  </a:ext>
                </a:extLst>
              </p:cNvPr>
              <p:cNvSpPr/>
              <p:nvPr/>
            </p:nvSpPr>
            <p:spPr>
              <a:xfrm>
                <a:off x="1620283" y="1370783"/>
                <a:ext cx="845643" cy="845643"/>
              </a:xfrm>
              <a:prstGeom prst="ellipse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01377468-3596-7145-9384-E2F1619D9CDF}"/>
                  </a:ext>
                </a:extLst>
              </p:cNvPr>
              <p:cNvGrpSpPr/>
              <p:nvPr/>
            </p:nvGrpSpPr>
            <p:grpSpPr>
              <a:xfrm>
                <a:off x="1394682" y="1284460"/>
                <a:ext cx="1296846" cy="1034301"/>
                <a:chOff x="1394682" y="1284460"/>
                <a:chExt cx="1296846" cy="1034301"/>
              </a:xfrm>
              <a:grpFill/>
            </p:grpSpPr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B55CF122-28FF-8B48-A746-0160017C305A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8B908BD7-5A49-9847-8B9B-0265BAA075E1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7" name="Group 26">
                <a:extLst>
                  <a:ext uri="{FF2B5EF4-FFF2-40B4-BE49-F238E27FC236}">
                    <a16:creationId xmlns:a16="http://schemas.microsoft.com/office/drawing/2014/main" id="{C8F1FD5B-4B0D-8C4F-A507-4DE5F611D240}"/>
                  </a:ext>
                </a:extLst>
              </p:cNvPr>
              <p:cNvGrpSpPr/>
              <p:nvPr/>
            </p:nvGrpSpPr>
            <p:grpSpPr>
              <a:xfrm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966A4B2B-B0DE-4249-A7DE-10E8E8578E29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B71C0EF6-762C-2A4B-8A06-0E68782493CD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9" name="Group 28">
                <a:extLst>
                  <a:ext uri="{FF2B5EF4-FFF2-40B4-BE49-F238E27FC236}">
                    <a16:creationId xmlns:a16="http://schemas.microsoft.com/office/drawing/2014/main" id="{AF7D71CA-081D-204B-9851-3C55667DBC9C}"/>
                  </a:ext>
                </a:extLst>
              </p:cNvPr>
              <p:cNvGrpSpPr/>
              <p:nvPr/>
            </p:nvGrpSpPr>
            <p:grpSpPr>
              <a:xfrm rot="18926824"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8C4476BC-45B3-EE44-A9C7-2E33C4B27004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E201B9B5-02B8-DD46-B6F0-BCDA07BA9B68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" name="Group 29">
                <a:extLst>
                  <a:ext uri="{FF2B5EF4-FFF2-40B4-BE49-F238E27FC236}">
                    <a16:creationId xmlns:a16="http://schemas.microsoft.com/office/drawing/2014/main" id="{497662D7-9383-064C-831C-AB8D0A2562B9}"/>
                  </a:ext>
                </a:extLst>
              </p:cNvPr>
              <p:cNvGrpSpPr/>
              <p:nvPr/>
            </p:nvGrpSpPr>
            <p:grpSpPr>
              <a:xfrm rot="2728193" flipH="1">
                <a:off x="1393881" y="1275836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4171F83F-4191-C743-9519-D7AD6F36DB9F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633F0BF6-2E6A-E746-B620-2B625975F0E9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D5C3D15D-955E-7D4D-AD97-CEA137F0BF7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A4057D31-3EE7-A34A-B413-D86B3575CF31}"/>
              </a:ext>
            </a:extLst>
          </p:cNvPr>
          <p:cNvGrpSpPr/>
          <p:nvPr/>
        </p:nvGrpSpPr>
        <p:grpSpPr>
          <a:xfrm>
            <a:off x="1985278" y="442220"/>
            <a:ext cx="5596696" cy="6360282"/>
            <a:chOff x="1606734" y="289820"/>
            <a:chExt cx="5596696" cy="6360282"/>
          </a:xfrm>
        </p:grpSpPr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DC410DF0-BDDA-624E-ABAC-76691C51C360}"/>
                </a:ext>
              </a:extLst>
            </p:cNvPr>
            <p:cNvCxnSpPr>
              <a:cxnSpLocks/>
            </p:cNvCxnSpPr>
            <p:nvPr/>
          </p:nvCxnSpPr>
          <p:spPr>
            <a:xfrm>
              <a:off x="1606734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223A1793-9B43-BA4B-A615-28E0C8875998}"/>
                </a:ext>
              </a:extLst>
            </p:cNvPr>
            <p:cNvSpPr>
              <a:spLocks/>
            </p:cNvSpPr>
            <p:nvPr/>
          </p:nvSpPr>
          <p:spPr>
            <a:xfrm>
              <a:off x="1779019" y="5419472"/>
              <a:ext cx="5102083" cy="1230630"/>
            </a:xfrm>
            <a:custGeom>
              <a:avLst/>
              <a:gdLst>
                <a:gd name="connsiteX0" fmla="*/ 1573619 w 3622158"/>
                <a:gd name="connsiteY0" fmla="*/ 0 h 1509823"/>
                <a:gd name="connsiteX1" fmla="*/ 1453116 w 3622158"/>
                <a:gd name="connsiteY1" fmla="*/ 262270 h 1509823"/>
                <a:gd name="connsiteX2" fmla="*/ 1020726 w 3622158"/>
                <a:gd name="connsiteY2" fmla="*/ 311888 h 1509823"/>
                <a:gd name="connsiteX3" fmla="*/ 595423 w 3622158"/>
                <a:gd name="connsiteY3" fmla="*/ 248093 h 1509823"/>
                <a:gd name="connsiteX4" fmla="*/ 326065 w 3622158"/>
                <a:gd name="connsiteY4" fmla="*/ 120502 h 1509823"/>
                <a:gd name="connsiteX5" fmla="*/ 567070 w 3622158"/>
                <a:gd name="connsiteY5" fmla="*/ 297711 h 1509823"/>
                <a:gd name="connsiteX6" fmla="*/ 233916 w 3622158"/>
                <a:gd name="connsiteY6" fmla="*/ 432391 h 1509823"/>
                <a:gd name="connsiteX7" fmla="*/ 609600 w 3622158"/>
                <a:gd name="connsiteY7" fmla="*/ 340242 h 1509823"/>
                <a:gd name="connsiteX8" fmla="*/ 1020726 w 3622158"/>
                <a:gd name="connsiteY8" fmla="*/ 354418 h 1509823"/>
                <a:gd name="connsiteX9" fmla="*/ 786809 w 3622158"/>
                <a:gd name="connsiteY9" fmla="*/ 531628 h 1509823"/>
                <a:gd name="connsiteX10" fmla="*/ 1070344 w 3622158"/>
                <a:gd name="connsiteY10" fmla="*/ 382772 h 1509823"/>
                <a:gd name="connsiteX11" fmla="*/ 1502735 w 3622158"/>
                <a:gd name="connsiteY11" fmla="*/ 318977 h 1509823"/>
                <a:gd name="connsiteX12" fmla="*/ 1672856 w 3622158"/>
                <a:gd name="connsiteY12" fmla="*/ 14177 h 1509823"/>
                <a:gd name="connsiteX13" fmla="*/ 1616149 w 3622158"/>
                <a:gd name="connsiteY13" fmla="*/ 453656 h 1509823"/>
                <a:gd name="connsiteX14" fmla="*/ 1254642 w 3622158"/>
                <a:gd name="connsiteY14" fmla="*/ 708837 h 1509823"/>
                <a:gd name="connsiteX15" fmla="*/ 829340 w 3622158"/>
                <a:gd name="connsiteY15" fmla="*/ 808074 h 1509823"/>
                <a:gd name="connsiteX16" fmla="*/ 496186 w 3622158"/>
                <a:gd name="connsiteY16" fmla="*/ 659218 h 1509823"/>
                <a:gd name="connsiteX17" fmla="*/ 800986 w 3622158"/>
                <a:gd name="connsiteY17" fmla="*/ 871870 h 1509823"/>
                <a:gd name="connsiteX18" fmla="*/ 446568 w 3622158"/>
                <a:gd name="connsiteY18" fmla="*/ 907311 h 1509823"/>
                <a:gd name="connsiteX19" fmla="*/ 836428 w 3622158"/>
                <a:gd name="connsiteY19" fmla="*/ 935665 h 1509823"/>
                <a:gd name="connsiteX20" fmla="*/ 1119963 w 3622158"/>
                <a:gd name="connsiteY20" fmla="*/ 864781 h 1509823"/>
                <a:gd name="connsiteX21" fmla="*/ 730102 w 3622158"/>
                <a:gd name="connsiteY21" fmla="*/ 1148316 h 1509823"/>
                <a:gd name="connsiteX22" fmla="*/ 375684 w 3622158"/>
                <a:gd name="connsiteY22" fmla="*/ 1233377 h 1509823"/>
                <a:gd name="connsiteX23" fmla="*/ 106326 w 3622158"/>
                <a:gd name="connsiteY23" fmla="*/ 1020725 h 1509823"/>
                <a:gd name="connsiteX24" fmla="*/ 382772 w 3622158"/>
                <a:gd name="connsiteY24" fmla="*/ 1297172 h 1509823"/>
                <a:gd name="connsiteX25" fmla="*/ 0 w 3622158"/>
                <a:gd name="connsiteY25" fmla="*/ 1268818 h 1509823"/>
                <a:gd name="connsiteX26" fmla="*/ 389861 w 3622158"/>
                <a:gd name="connsiteY26" fmla="*/ 1353879 h 1509823"/>
                <a:gd name="connsiteX27" fmla="*/ 7088 w 3622158"/>
                <a:gd name="connsiteY27" fmla="*/ 1474381 h 1509823"/>
                <a:gd name="connsiteX28" fmla="*/ 418214 w 3622158"/>
                <a:gd name="connsiteY28" fmla="*/ 1396409 h 1509823"/>
                <a:gd name="connsiteX29" fmla="*/ 779721 w 3622158"/>
                <a:gd name="connsiteY29" fmla="*/ 1261730 h 1509823"/>
                <a:gd name="connsiteX30" fmla="*/ 1020726 w 3622158"/>
                <a:gd name="connsiteY30" fmla="*/ 1041991 h 1509823"/>
                <a:gd name="connsiteX31" fmla="*/ 964019 w 3622158"/>
                <a:gd name="connsiteY31" fmla="*/ 1431851 h 1509823"/>
                <a:gd name="connsiteX32" fmla="*/ 1077433 w 3622158"/>
                <a:gd name="connsiteY32" fmla="*/ 1034902 h 1509823"/>
                <a:gd name="connsiteX33" fmla="*/ 1297172 w 3622158"/>
                <a:gd name="connsiteY33" fmla="*/ 779721 h 1509823"/>
                <a:gd name="connsiteX34" fmla="*/ 1630326 w 3622158"/>
                <a:gd name="connsiteY34" fmla="*/ 545804 h 1509823"/>
                <a:gd name="connsiteX35" fmla="*/ 1566530 w 3622158"/>
                <a:gd name="connsiteY35" fmla="*/ 914400 h 1509823"/>
                <a:gd name="connsiteX36" fmla="*/ 1389321 w 3622158"/>
                <a:gd name="connsiteY36" fmla="*/ 1119963 h 1509823"/>
                <a:gd name="connsiteX37" fmla="*/ 1609061 w 3622158"/>
                <a:gd name="connsiteY37" fmla="*/ 949842 h 1509823"/>
                <a:gd name="connsiteX38" fmla="*/ 1538177 w 3622158"/>
                <a:gd name="connsiteY38" fmla="*/ 1304260 h 1509823"/>
                <a:gd name="connsiteX39" fmla="*/ 1304261 w 3622158"/>
                <a:gd name="connsiteY39" fmla="*/ 1375144 h 1509823"/>
                <a:gd name="connsiteX40" fmla="*/ 1552354 w 3622158"/>
                <a:gd name="connsiteY40" fmla="*/ 1346791 h 1509823"/>
                <a:gd name="connsiteX41" fmla="*/ 1545265 w 3622158"/>
                <a:gd name="connsiteY41" fmla="*/ 1509823 h 1509823"/>
                <a:gd name="connsiteX42" fmla="*/ 1601972 w 3622158"/>
                <a:gd name="connsiteY42" fmla="*/ 1339702 h 1509823"/>
                <a:gd name="connsiteX43" fmla="*/ 1772093 w 3622158"/>
                <a:gd name="connsiteY43" fmla="*/ 1453116 h 1509823"/>
                <a:gd name="connsiteX44" fmla="*/ 1601972 w 3622158"/>
                <a:gd name="connsiteY44" fmla="*/ 1282995 h 1509823"/>
                <a:gd name="connsiteX45" fmla="*/ 1679944 w 3622158"/>
                <a:gd name="connsiteY45" fmla="*/ 935665 h 1509823"/>
                <a:gd name="connsiteX46" fmla="*/ 1793358 w 3622158"/>
                <a:gd name="connsiteY46" fmla="*/ 1190846 h 1509823"/>
                <a:gd name="connsiteX47" fmla="*/ 1701209 w 3622158"/>
                <a:gd name="connsiteY47" fmla="*/ 850604 h 1509823"/>
                <a:gd name="connsiteX48" fmla="*/ 1757916 w 3622158"/>
                <a:gd name="connsiteY48" fmla="*/ 538716 h 1509823"/>
                <a:gd name="connsiteX49" fmla="*/ 2083982 w 3622158"/>
                <a:gd name="connsiteY49" fmla="*/ 1006549 h 1509823"/>
                <a:gd name="connsiteX50" fmla="*/ 2587256 w 3622158"/>
                <a:gd name="connsiteY50" fmla="*/ 1375144 h 1509823"/>
                <a:gd name="connsiteX51" fmla="*/ 2948763 w 3622158"/>
                <a:gd name="connsiteY51" fmla="*/ 1332614 h 1509823"/>
                <a:gd name="connsiteX52" fmla="*/ 2601433 w 3622158"/>
                <a:gd name="connsiteY52" fmla="*/ 1325525 h 1509823"/>
                <a:gd name="connsiteX53" fmla="*/ 2948763 w 3622158"/>
                <a:gd name="connsiteY53" fmla="*/ 1261730 h 1509823"/>
                <a:gd name="connsiteX54" fmla="*/ 2580168 w 3622158"/>
                <a:gd name="connsiteY54" fmla="*/ 1240465 h 1509823"/>
                <a:gd name="connsiteX55" fmla="*/ 2190307 w 3622158"/>
                <a:gd name="connsiteY55" fmla="*/ 921488 h 1509823"/>
                <a:gd name="connsiteX56" fmla="*/ 1835888 w 3622158"/>
                <a:gd name="connsiteY56" fmla="*/ 496186 h 1509823"/>
                <a:gd name="connsiteX57" fmla="*/ 2558902 w 3622158"/>
                <a:gd name="connsiteY57" fmla="*/ 914400 h 1509823"/>
                <a:gd name="connsiteX58" fmla="*/ 3274828 w 3622158"/>
                <a:gd name="connsiteY58" fmla="*/ 1027814 h 1509823"/>
                <a:gd name="connsiteX59" fmla="*/ 3622158 w 3622158"/>
                <a:gd name="connsiteY59" fmla="*/ 1261730 h 1509823"/>
                <a:gd name="connsiteX60" fmla="*/ 3310270 w 3622158"/>
                <a:gd name="connsiteY60" fmla="*/ 999460 h 1509823"/>
                <a:gd name="connsiteX61" fmla="*/ 3586716 w 3622158"/>
                <a:gd name="connsiteY61" fmla="*/ 893135 h 1509823"/>
                <a:gd name="connsiteX62" fmla="*/ 3246475 w 3622158"/>
                <a:gd name="connsiteY62" fmla="*/ 942753 h 1509823"/>
                <a:gd name="connsiteX63" fmla="*/ 2544726 w 3622158"/>
                <a:gd name="connsiteY63" fmla="*/ 829339 h 1509823"/>
                <a:gd name="connsiteX64" fmla="*/ 1842977 w 3622158"/>
                <a:gd name="connsiteY64" fmla="*/ 404037 h 1509823"/>
                <a:gd name="connsiteX65" fmla="*/ 1963479 w 3622158"/>
                <a:gd name="connsiteY65" fmla="*/ 198474 h 1509823"/>
                <a:gd name="connsiteX66" fmla="*/ 2587256 w 3622158"/>
                <a:gd name="connsiteY66" fmla="*/ 425302 h 1509823"/>
                <a:gd name="connsiteX67" fmla="*/ 3196856 w 3622158"/>
                <a:gd name="connsiteY67" fmla="*/ 446567 h 1509823"/>
                <a:gd name="connsiteX68" fmla="*/ 3579628 w 3622158"/>
                <a:gd name="connsiteY68" fmla="*/ 595423 h 1509823"/>
                <a:gd name="connsiteX69" fmla="*/ 3225209 w 3622158"/>
                <a:gd name="connsiteY69" fmla="*/ 432391 h 1509823"/>
                <a:gd name="connsiteX70" fmla="*/ 3600893 w 3622158"/>
                <a:gd name="connsiteY70" fmla="*/ 489097 h 1509823"/>
                <a:gd name="connsiteX71" fmla="*/ 3189768 w 3622158"/>
                <a:gd name="connsiteY71" fmla="*/ 368595 h 1509823"/>
                <a:gd name="connsiteX72" fmla="*/ 2580168 w 3622158"/>
                <a:gd name="connsiteY72" fmla="*/ 340242 h 1509823"/>
                <a:gd name="connsiteX73" fmla="*/ 1977656 w 3622158"/>
                <a:gd name="connsiteY73" fmla="*/ 63795 h 1509823"/>
                <a:gd name="connsiteX74" fmla="*/ 2013098 w 3622158"/>
                <a:gd name="connsiteY74" fmla="*/ 0 h 1509823"/>
                <a:gd name="connsiteX75" fmla="*/ 2013098 w 3622158"/>
                <a:gd name="connsiteY75" fmla="*/ 0 h 1509823"/>
                <a:gd name="connsiteX76" fmla="*/ 1573619 w 3622158"/>
                <a:gd name="connsiteY76" fmla="*/ 0 h 1509823"/>
                <a:gd name="connsiteX0" fmla="*/ 1573619 w 3622158"/>
                <a:gd name="connsiteY0" fmla="*/ 0 h 1573618"/>
                <a:gd name="connsiteX1" fmla="*/ 1453116 w 3622158"/>
                <a:gd name="connsiteY1" fmla="*/ 262270 h 1573618"/>
                <a:gd name="connsiteX2" fmla="*/ 1020726 w 3622158"/>
                <a:gd name="connsiteY2" fmla="*/ 311888 h 1573618"/>
                <a:gd name="connsiteX3" fmla="*/ 595423 w 3622158"/>
                <a:gd name="connsiteY3" fmla="*/ 248093 h 1573618"/>
                <a:gd name="connsiteX4" fmla="*/ 326065 w 3622158"/>
                <a:gd name="connsiteY4" fmla="*/ 120502 h 1573618"/>
                <a:gd name="connsiteX5" fmla="*/ 567070 w 3622158"/>
                <a:gd name="connsiteY5" fmla="*/ 297711 h 1573618"/>
                <a:gd name="connsiteX6" fmla="*/ 233916 w 3622158"/>
                <a:gd name="connsiteY6" fmla="*/ 432391 h 1573618"/>
                <a:gd name="connsiteX7" fmla="*/ 609600 w 3622158"/>
                <a:gd name="connsiteY7" fmla="*/ 340242 h 1573618"/>
                <a:gd name="connsiteX8" fmla="*/ 1020726 w 3622158"/>
                <a:gd name="connsiteY8" fmla="*/ 354418 h 1573618"/>
                <a:gd name="connsiteX9" fmla="*/ 786809 w 3622158"/>
                <a:gd name="connsiteY9" fmla="*/ 531628 h 1573618"/>
                <a:gd name="connsiteX10" fmla="*/ 1070344 w 3622158"/>
                <a:gd name="connsiteY10" fmla="*/ 382772 h 1573618"/>
                <a:gd name="connsiteX11" fmla="*/ 1502735 w 3622158"/>
                <a:gd name="connsiteY11" fmla="*/ 318977 h 1573618"/>
                <a:gd name="connsiteX12" fmla="*/ 1672856 w 3622158"/>
                <a:gd name="connsiteY12" fmla="*/ 14177 h 1573618"/>
                <a:gd name="connsiteX13" fmla="*/ 1616149 w 3622158"/>
                <a:gd name="connsiteY13" fmla="*/ 453656 h 1573618"/>
                <a:gd name="connsiteX14" fmla="*/ 1254642 w 3622158"/>
                <a:gd name="connsiteY14" fmla="*/ 708837 h 1573618"/>
                <a:gd name="connsiteX15" fmla="*/ 829340 w 3622158"/>
                <a:gd name="connsiteY15" fmla="*/ 808074 h 1573618"/>
                <a:gd name="connsiteX16" fmla="*/ 496186 w 3622158"/>
                <a:gd name="connsiteY16" fmla="*/ 659218 h 1573618"/>
                <a:gd name="connsiteX17" fmla="*/ 800986 w 3622158"/>
                <a:gd name="connsiteY17" fmla="*/ 871870 h 1573618"/>
                <a:gd name="connsiteX18" fmla="*/ 446568 w 3622158"/>
                <a:gd name="connsiteY18" fmla="*/ 907311 h 1573618"/>
                <a:gd name="connsiteX19" fmla="*/ 836428 w 3622158"/>
                <a:gd name="connsiteY19" fmla="*/ 935665 h 1573618"/>
                <a:gd name="connsiteX20" fmla="*/ 1119963 w 3622158"/>
                <a:gd name="connsiteY20" fmla="*/ 864781 h 1573618"/>
                <a:gd name="connsiteX21" fmla="*/ 730102 w 3622158"/>
                <a:gd name="connsiteY21" fmla="*/ 1148316 h 1573618"/>
                <a:gd name="connsiteX22" fmla="*/ 375684 w 3622158"/>
                <a:gd name="connsiteY22" fmla="*/ 1233377 h 1573618"/>
                <a:gd name="connsiteX23" fmla="*/ 106326 w 3622158"/>
                <a:gd name="connsiteY23" fmla="*/ 1020725 h 1573618"/>
                <a:gd name="connsiteX24" fmla="*/ 382772 w 3622158"/>
                <a:gd name="connsiteY24" fmla="*/ 1297172 h 1573618"/>
                <a:gd name="connsiteX25" fmla="*/ 0 w 3622158"/>
                <a:gd name="connsiteY25" fmla="*/ 1268818 h 1573618"/>
                <a:gd name="connsiteX26" fmla="*/ 389861 w 3622158"/>
                <a:gd name="connsiteY26" fmla="*/ 1353879 h 1573618"/>
                <a:gd name="connsiteX27" fmla="*/ 70883 w 3622158"/>
                <a:gd name="connsiteY27" fmla="*/ 1573618 h 1573618"/>
                <a:gd name="connsiteX28" fmla="*/ 418214 w 3622158"/>
                <a:gd name="connsiteY28" fmla="*/ 1396409 h 1573618"/>
                <a:gd name="connsiteX29" fmla="*/ 779721 w 3622158"/>
                <a:gd name="connsiteY29" fmla="*/ 1261730 h 1573618"/>
                <a:gd name="connsiteX30" fmla="*/ 1020726 w 3622158"/>
                <a:gd name="connsiteY30" fmla="*/ 1041991 h 1573618"/>
                <a:gd name="connsiteX31" fmla="*/ 964019 w 3622158"/>
                <a:gd name="connsiteY31" fmla="*/ 1431851 h 1573618"/>
                <a:gd name="connsiteX32" fmla="*/ 1077433 w 3622158"/>
                <a:gd name="connsiteY32" fmla="*/ 1034902 h 1573618"/>
                <a:gd name="connsiteX33" fmla="*/ 1297172 w 3622158"/>
                <a:gd name="connsiteY33" fmla="*/ 779721 h 1573618"/>
                <a:gd name="connsiteX34" fmla="*/ 1630326 w 3622158"/>
                <a:gd name="connsiteY34" fmla="*/ 545804 h 1573618"/>
                <a:gd name="connsiteX35" fmla="*/ 1566530 w 3622158"/>
                <a:gd name="connsiteY35" fmla="*/ 914400 h 1573618"/>
                <a:gd name="connsiteX36" fmla="*/ 1389321 w 3622158"/>
                <a:gd name="connsiteY36" fmla="*/ 1119963 h 1573618"/>
                <a:gd name="connsiteX37" fmla="*/ 1609061 w 3622158"/>
                <a:gd name="connsiteY37" fmla="*/ 949842 h 1573618"/>
                <a:gd name="connsiteX38" fmla="*/ 1538177 w 3622158"/>
                <a:gd name="connsiteY38" fmla="*/ 1304260 h 1573618"/>
                <a:gd name="connsiteX39" fmla="*/ 1304261 w 3622158"/>
                <a:gd name="connsiteY39" fmla="*/ 1375144 h 1573618"/>
                <a:gd name="connsiteX40" fmla="*/ 1552354 w 3622158"/>
                <a:gd name="connsiteY40" fmla="*/ 1346791 h 1573618"/>
                <a:gd name="connsiteX41" fmla="*/ 1545265 w 3622158"/>
                <a:gd name="connsiteY41" fmla="*/ 1509823 h 1573618"/>
                <a:gd name="connsiteX42" fmla="*/ 1601972 w 3622158"/>
                <a:gd name="connsiteY42" fmla="*/ 1339702 h 1573618"/>
                <a:gd name="connsiteX43" fmla="*/ 1772093 w 3622158"/>
                <a:gd name="connsiteY43" fmla="*/ 1453116 h 1573618"/>
                <a:gd name="connsiteX44" fmla="*/ 1601972 w 3622158"/>
                <a:gd name="connsiteY44" fmla="*/ 1282995 h 1573618"/>
                <a:gd name="connsiteX45" fmla="*/ 1679944 w 3622158"/>
                <a:gd name="connsiteY45" fmla="*/ 935665 h 1573618"/>
                <a:gd name="connsiteX46" fmla="*/ 1793358 w 3622158"/>
                <a:gd name="connsiteY46" fmla="*/ 1190846 h 1573618"/>
                <a:gd name="connsiteX47" fmla="*/ 1701209 w 3622158"/>
                <a:gd name="connsiteY47" fmla="*/ 850604 h 1573618"/>
                <a:gd name="connsiteX48" fmla="*/ 1757916 w 3622158"/>
                <a:gd name="connsiteY48" fmla="*/ 538716 h 1573618"/>
                <a:gd name="connsiteX49" fmla="*/ 2083982 w 3622158"/>
                <a:gd name="connsiteY49" fmla="*/ 1006549 h 1573618"/>
                <a:gd name="connsiteX50" fmla="*/ 2587256 w 3622158"/>
                <a:gd name="connsiteY50" fmla="*/ 1375144 h 1573618"/>
                <a:gd name="connsiteX51" fmla="*/ 2948763 w 3622158"/>
                <a:gd name="connsiteY51" fmla="*/ 1332614 h 1573618"/>
                <a:gd name="connsiteX52" fmla="*/ 2601433 w 3622158"/>
                <a:gd name="connsiteY52" fmla="*/ 1325525 h 1573618"/>
                <a:gd name="connsiteX53" fmla="*/ 2948763 w 3622158"/>
                <a:gd name="connsiteY53" fmla="*/ 1261730 h 1573618"/>
                <a:gd name="connsiteX54" fmla="*/ 2580168 w 3622158"/>
                <a:gd name="connsiteY54" fmla="*/ 1240465 h 1573618"/>
                <a:gd name="connsiteX55" fmla="*/ 2190307 w 3622158"/>
                <a:gd name="connsiteY55" fmla="*/ 921488 h 1573618"/>
                <a:gd name="connsiteX56" fmla="*/ 1835888 w 3622158"/>
                <a:gd name="connsiteY56" fmla="*/ 496186 h 1573618"/>
                <a:gd name="connsiteX57" fmla="*/ 2558902 w 3622158"/>
                <a:gd name="connsiteY57" fmla="*/ 914400 h 1573618"/>
                <a:gd name="connsiteX58" fmla="*/ 3274828 w 3622158"/>
                <a:gd name="connsiteY58" fmla="*/ 1027814 h 1573618"/>
                <a:gd name="connsiteX59" fmla="*/ 3622158 w 3622158"/>
                <a:gd name="connsiteY59" fmla="*/ 1261730 h 1573618"/>
                <a:gd name="connsiteX60" fmla="*/ 3310270 w 3622158"/>
                <a:gd name="connsiteY60" fmla="*/ 999460 h 1573618"/>
                <a:gd name="connsiteX61" fmla="*/ 3586716 w 3622158"/>
                <a:gd name="connsiteY61" fmla="*/ 893135 h 1573618"/>
                <a:gd name="connsiteX62" fmla="*/ 3246475 w 3622158"/>
                <a:gd name="connsiteY62" fmla="*/ 942753 h 1573618"/>
                <a:gd name="connsiteX63" fmla="*/ 2544726 w 3622158"/>
                <a:gd name="connsiteY63" fmla="*/ 829339 h 1573618"/>
                <a:gd name="connsiteX64" fmla="*/ 1842977 w 3622158"/>
                <a:gd name="connsiteY64" fmla="*/ 404037 h 1573618"/>
                <a:gd name="connsiteX65" fmla="*/ 1963479 w 3622158"/>
                <a:gd name="connsiteY65" fmla="*/ 198474 h 1573618"/>
                <a:gd name="connsiteX66" fmla="*/ 2587256 w 3622158"/>
                <a:gd name="connsiteY66" fmla="*/ 425302 h 1573618"/>
                <a:gd name="connsiteX67" fmla="*/ 3196856 w 3622158"/>
                <a:gd name="connsiteY67" fmla="*/ 446567 h 1573618"/>
                <a:gd name="connsiteX68" fmla="*/ 3579628 w 3622158"/>
                <a:gd name="connsiteY68" fmla="*/ 595423 h 1573618"/>
                <a:gd name="connsiteX69" fmla="*/ 3225209 w 3622158"/>
                <a:gd name="connsiteY69" fmla="*/ 432391 h 1573618"/>
                <a:gd name="connsiteX70" fmla="*/ 3600893 w 3622158"/>
                <a:gd name="connsiteY70" fmla="*/ 489097 h 1573618"/>
                <a:gd name="connsiteX71" fmla="*/ 3189768 w 3622158"/>
                <a:gd name="connsiteY71" fmla="*/ 368595 h 1573618"/>
                <a:gd name="connsiteX72" fmla="*/ 2580168 w 3622158"/>
                <a:gd name="connsiteY72" fmla="*/ 340242 h 1573618"/>
                <a:gd name="connsiteX73" fmla="*/ 1977656 w 3622158"/>
                <a:gd name="connsiteY73" fmla="*/ 63795 h 1573618"/>
                <a:gd name="connsiteX74" fmla="*/ 2013098 w 3622158"/>
                <a:gd name="connsiteY74" fmla="*/ 0 h 1573618"/>
                <a:gd name="connsiteX75" fmla="*/ 2013098 w 3622158"/>
                <a:gd name="connsiteY75" fmla="*/ 0 h 1573618"/>
                <a:gd name="connsiteX76" fmla="*/ 1573619 w 3622158"/>
                <a:gd name="connsiteY76" fmla="*/ 0 h 1573618"/>
                <a:gd name="connsiteX0" fmla="*/ 1552354 w 3600893"/>
                <a:gd name="connsiteY0" fmla="*/ 0 h 1573618"/>
                <a:gd name="connsiteX1" fmla="*/ 1431851 w 3600893"/>
                <a:gd name="connsiteY1" fmla="*/ 262270 h 1573618"/>
                <a:gd name="connsiteX2" fmla="*/ 999461 w 3600893"/>
                <a:gd name="connsiteY2" fmla="*/ 311888 h 1573618"/>
                <a:gd name="connsiteX3" fmla="*/ 574158 w 3600893"/>
                <a:gd name="connsiteY3" fmla="*/ 248093 h 1573618"/>
                <a:gd name="connsiteX4" fmla="*/ 304800 w 3600893"/>
                <a:gd name="connsiteY4" fmla="*/ 120502 h 1573618"/>
                <a:gd name="connsiteX5" fmla="*/ 545805 w 3600893"/>
                <a:gd name="connsiteY5" fmla="*/ 297711 h 1573618"/>
                <a:gd name="connsiteX6" fmla="*/ 212651 w 3600893"/>
                <a:gd name="connsiteY6" fmla="*/ 432391 h 1573618"/>
                <a:gd name="connsiteX7" fmla="*/ 588335 w 3600893"/>
                <a:gd name="connsiteY7" fmla="*/ 340242 h 1573618"/>
                <a:gd name="connsiteX8" fmla="*/ 999461 w 3600893"/>
                <a:gd name="connsiteY8" fmla="*/ 354418 h 1573618"/>
                <a:gd name="connsiteX9" fmla="*/ 765544 w 3600893"/>
                <a:gd name="connsiteY9" fmla="*/ 531628 h 1573618"/>
                <a:gd name="connsiteX10" fmla="*/ 1049079 w 3600893"/>
                <a:gd name="connsiteY10" fmla="*/ 382772 h 1573618"/>
                <a:gd name="connsiteX11" fmla="*/ 1481470 w 3600893"/>
                <a:gd name="connsiteY11" fmla="*/ 318977 h 1573618"/>
                <a:gd name="connsiteX12" fmla="*/ 1651591 w 3600893"/>
                <a:gd name="connsiteY12" fmla="*/ 14177 h 1573618"/>
                <a:gd name="connsiteX13" fmla="*/ 1594884 w 3600893"/>
                <a:gd name="connsiteY13" fmla="*/ 453656 h 1573618"/>
                <a:gd name="connsiteX14" fmla="*/ 1233377 w 3600893"/>
                <a:gd name="connsiteY14" fmla="*/ 708837 h 1573618"/>
                <a:gd name="connsiteX15" fmla="*/ 808075 w 3600893"/>
                <a:gd name="connsiteY15" fmla="*/ 808074 h 1573618"/>
                <a:gd name="connsiteX16" fmla="*/ 474921 w 3600893"/>
                <a:gd name="connsiteY16" fmla="*/ 659218 h 1573618"/>
                <a:gd name="connsiteX17" fmla="*/ 779721 w 3600893"/>
                <a:gd name="connsiteY17" fmla="*/ 871870 h 1573618"/>
                <a:gd name="connsiteX18" fmla="*/ 425303 w 3600893"/>
                <a:gd name="connsiteY18" fmla="*/ 907311 h 1573618"/>
                <a:gd name="connsiteX19" fmla="*/ 815163 w 3600893"/>
                <a:gd name="connsiteY19" fmla="*/ 935665 h 1573618"/>
                <a:gd name="connsiteX20" fmla="*/ 1098698 w 3600893"/>
                <a:gd name="connsiteY20" fmla="*/ 864781 h 1573618"/>
                <a:gd name="connsiteX21" fmla="*/ 708837 w 3600893"/>
                <a:gd name="connsiteY21" fmla="*/ 1148316 h 1573618"/>
                <a:gd name="connsiteX22" fmla="*/ 354419 w 3600893"/>
                <a:gd name="connsiteY22" fmla="*/ 1233377 h 1573618"/>
                <a:gd name="connsiteX23" fmla="*/ 85061 w 3600893"/>
                <a:gd name="connsiteY23" fmla="*/ 1020725 h 1573618"/>
                <a:gd name="connsiteX24" fmla="*/ 361507 w 3600893"/>
                <a:gd name="connsiteY24" fmla="*/ 1297172 h 1573618"/>
                <a:gd name="connsiteX25" fmla="*/ 0 w 3600893"/>
                <a:gd name="connsiteY25" fmla="*/ 1438939 h 1573618"/>
                <a:gd name="connsiteX26" fmla="*/ 368596 w 3600893"/>
                <a:gd name="connsiteY26" fmla="*/ 1353879 h 1573618"/>
                <a:gd name="connsiteX27" fmla="*/ 49618 w 3600893"/>
                <a:gd name="connsiteY27" fmla="*/ 1573618 h 1573618"/>
                <a:gd name="connsiteX28" fmla="*/ 396949 w 3600893"/>
                <a:gd name="connsiteY28" fmla="*/ 1396409 h 1573618"/>
                <a:gd name="connsiteX29" fmla="*/ 758456 w 3600893"/>
                <a:gd name="connsiteY29" fmla="*/ 1261730 h 1573618"/>
                <a:gd name="connsiteX30" fmla="*/ 999461 w 3600893"/>
                <a:gd name="connsiteY30" fmla="*/ 1041991 h 1573618"/>
                <a:gd name="connsiteX31" fmla="*/ 942754 w 3600893"/>
                <a:gd name="connsiteY31" fmla="*/ 1431851 h 1573618"/>
                <a:gd name="connsiteX32" fmla="*/ 1056168 w 3600893"/>
                <a:gd name="connsiteY32" fmla="*/ 1034902 h 1573618"/>
                <a:gd name="connsiteX33" fmla="*/ 1275907 w 3600893"/>
                <a:gd name="connsiteY33" fmla="*/ 779721 h 1573618"/>
                <a:gd name="connsiteX34" fmla="*/ 1609061 w 3600893"/>
                <a:gd name="connsiteY34" fmla="*/ 545804 h 1573618"/>
                <a:gd name="connsiteX35" fmla="*/ 1545265 w 3600893"/>
                <a:gd name="connsiteY35" fmla="*/ 914400 h 1573618"/>
                <a:gd name="connsiteX36" fmla="*/ 1368056 w 3600893"/>
                <a:gd name="connsiteY36" fmla="*/ 1119963 h 1573618"/>
                <a:gd name="connsiteX37" fmla="*/ 1587796 w 3600893"/>
                <a:gd name="connsiteY37" fmla="*/ 949842 h 1573618"/>
                <a:gd name="connsiteX38" fmla="*/ 1516912 w 3600893"/>
                <a:gd name="connsiteY38" fmla="*/ 1304260 h 1573618"/>
                <a:gd name="connsiteX39" fmla="*/ 1282996 w 3600893"/>
                <a:gd name="connsiteY39" fmla="*/ 1375144 h 1573618"/>
                <a:gd name="connsiteX40" fmla="*/ 1531089 w 3600893"/>
                <a:gd name="connsiteY40" fmla="*/ 1346791 h 1573618"/>
                <a:gd name="connsiteX41" fmla="*/ 1524000 w 3600893"/>
                <a:gd name="connsiteY41" fmla="*/ 1509823 h 1573618"/>
                <a:gd name="connsiteX42" fmla="*/ 1580707 w 3600893"/>
                <a:gd name="connsiteY42" fmla="*/ 1339702 h 1573618"/>
                <a:gd name="connsiteX43" fmla="*/ 1750828 w 3600893"/>
                <a:gd name="connsiteY43" fmla="*/ 1453116 h 1573618"/>
                <a:gd name="connsiteX44" fmla="*/ 1580707 w 3600893"/>
                <a:gd name="connsiteY44" fmla="*/ 1282995 h 1573618"/>
                <a:gd name="connsiteX45" fmla="*/ 1658679 w 3600893"/>
                <a:gd name="connsiteY45" fmla="*/ 935665 h 1573618"/>
                <a:gd name="connsiteX46" fmla="*/ 1772093 w 3600893"/>
                <a:gd name="connsiteY46" fmla="*/ 1190846 h 1573618"/>
                <a:gd name="connsiteX47" fmla="*/ 1679944 w 3600893"/>
                <a:gd name="connsiteY47" fmla="*/ 850604 h 1573618"/>
                <a:gd name="connsiteX48" fmla="*/ 1736651 w 3600893"/>
                <a:gd name="connsiteY48" fmla="*/ 538716 h 1573618"/>
                <a:gd name="connsiteX49" fmla="*/ 2062717 w 3600893"/>
                <a:gd name="connsiteY49" fmla="*/ 1006549 h 1573618"/>
                <a:gd name="connsiteX50" fmla="*/ 2565991 w 3600893"/>
                <a:gd name="connsiteY50" fmla="*/ 1375144 h 1573618"/>
                <a:gd name="connsiteX51" fmla="*/ 2927498 w 3600893"/>
                <a:gd name="connsiteY51" fmla="*/ 1332614 h 1573618"/>
                <a:gd name="connsiteX52" fmla="*/ 2580168 w 3600893"/>
                <a:gd name="connsiteY52" fmla="*/ 1325525 h 1573618"/>
                <a:gd name="connsiteX53" fmla="*/ 2927498 w 3600893"/>
                <a:gd name="connsiteY53" fmla="*/ 1261730 h 1573618"/>
                <a:gd name="connsiteX54" fmla="*/ 2558903 w 3600893"/>
                <a:gd name="connsiteY54" fmla="*/ 1240465 h 1573618"/>
                <a:gd name="connsiteX55" fmla="*/ 2169042 w 3600893"/>
                <a:gd name="connsiteY55" fmla="*/ 921488 h 1573618"/>
                <a:gd name="connsiteX56" fmla="*/ 1814623 w 3600893"/>
                <a:gd name="connsiteY56" fmla="*/ 496186 h 1573618"/>
                <a:gd name="connsiteX57" fmla="*/ 2537637 w 3600893"/>
                <a:gd name="connsiteY57" fmla="*/ 914400 h 1573618"/>
                <a:gd name="connsiteX58" fmla="*/ 3253563 w 3600893"/>
                <a:gd name="connsiteY58" fmla="*/ 1027814 h 1573618"/>
                <a:gd name="connsiteX59" fmla="*/ 3600893 w 3600893"/>
                <a:gd name="connsiteY59" fmla="*/ 1261730 h 1573618"/>
                <a:gd name="connsiteX60" fmla="*/ 3289005 w 3600893"/>
                <a:gd name="connsiteY60" fmla="*/ 999460 h 1573618"/>
                <a:gd name="connsiteX61" fmla="*/ 3565451 w 3600893"/>
                <a:gd name="connsiteY61" fmla="*/ 893135 h 1573618"/>
                <a:gd name="connsiteX62" fmla="*/ 3225210 w 3600893"/>
                <a:gd name="connsiteY62" fmla="*/ 942753 h 1573618"/>
                <a:gd name="connsiteX63" fmla="*/ 2523461 w 3600893"/>
                <a:gd name="connsiteY63" fmla="*/ 829339 h 1573618"/>
                <a:gd name="connsiteX64" fmla="*/ 1821712 w 3600893"/>
                <a:gd name="connsiteY64" fmla="*/ 404037 h 1573618"/>
                <a:gd name="connsiteX65" fmla="*/ 1942214 w 3600893"/>
                <a:gd name="connsiteY65" fmla="*/ 198474 h 1573618"/>
                <a:gd name="connsiteX66" fmla="*/ 2565991 w 3600893"/>
                <a:gd name="connsiteY66" fmla="*/ 425302 h 1573618"/>
                <a:gd name="connsiteX67" fmla="*/ 3175591 w 3600893"/>
                <a:gd name="connsiteY67" fmla="*/ 446567 h 1573618"/>
                <a:gd name="connsiteX68" fmla="*/ 3558363 w 3600893"/>
                <a:gd name="connsiteY68" fmla="*/ 595423 h 1573618"/>
                <a:gd name="connsiteX69" fmla="*/ 3203944 w 3600893"/>
                <a:gd name="connsiteY69" fmla="*/ 432391 h 1573618"/>
                <a:gd name="connsiteX70" fmla="*/ 3579628 w 3600893"/>
                <a:gd name="connsiteY70" fmla="*/ 489097 h 1573618"/>
                <a:gd name="connsiteX71" fmla="*/ 3168503 w 3600893"/>
                <a:gd name="connsiteY71" fmla="*/ 368595 h 1573618"/>
                <a:gd name="connsiteX72" fmla="*/ 2558903 w 3600893"/>
                <a:gd name="connsiteY72" fmla="*/ 340242 h 1573618"/>
                <a:gd name="connsiteX73" fmla="*/ 1956391 w 3600893"/>
                <a:gd name="connsiteY73" fmla="*/ 63795 h 1573618"/>
                <a:gd name="connsiteX74" fmla="*/ 1991833 w 3600893"/>
                <a:gd name="connsiteY74" fmla="*/ 0 h 1573618"/>
                <a:gd name="connsiteX75" fmla="*/ 1991833 w 3600893"/>
                <a:gd name="connsiteY75" fmla="*/ 0 h 1573618"/>
                <a:gd name="connsiteX76" fmla="*/ 1552354 w 3600893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715925 w 3607981"/>
                <a:gd name="connsiteY21" fmla="*/ 1148316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06232 w 3607981"/>
                <a:gd name="connsiteY51" fmla="*/ 1502735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73656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73656 w 3607981"/>
                <a:gd name="connsiteY76" fmla="*/ 0 h 157361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6130 w 3607981"/>
                <a:gd name="connsiteY55" fmla="*/ 927838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1922 w 3607981"/>
                <a:gd name="connsiteY25" fmla="*/ 1403960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94660 w 3607981"/>
                <a:gd name="connsiteY29" fmla="*/ 1296433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0092 w 3607981"/>
                <a:gd name="connsiteY71" fmla="*/ 395609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90368 w 3607981"/>
                <a:gd name="connsiteY69" fmla="*/ 428409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95300 w 3607981"/>
                <a:gd name="connsiteY51" fmla="*/ 1426547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63479 w 3607981"/>
                <a:gd name="connsiteY73" fmla="*/ 6379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73172 w 3607981"/>
                <a:gd name="connsiteY73" fmla="*/ 15103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53622 w 3607981"/>
                <a:gd name="connsiteY73" fmla="*/ 19303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28416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134833 w 3607981"/>
                <a:gd name="connsiteY73" fmla="*/ 215181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202686 w 3607981"/>
                <a:gd name="connsiteY73" fmla="*/ 173176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41295 w 3607981"/>
                <a:gd name="connsiteY66" fmla="*/ 292727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48905 w 3607981"/>
                <a:gd name="connsiteY73" fmla="*/ 344425 h 1516791"/>
                <a:gd name="connsiteX74" fmla="*/ 2565991 w 3607981"/>
                <a:gd name="connsiteY74" fmla="*/ 340242 h 1516791"/>
                <a:gd name="connsiteX75" fmla="*/ 2202686 w 3607981"/>
                <a:gd name="connsiteY75" fmla="*/ 173176 h 1516791"/>
                <a:gd name="connsiteX76" fmla="*/ 1834234 w 3607981"/>
                <a:gd name="connsiteY76" fmla="*/ 128416 h 1516791"/>
                <a:gd name="connsiteX77" fmla="*/ 1998921 w 3607981"/>
                <a:gd name="connsiteY77" fmla="*/ 0 h 1516791"/>
                <a:gd name="connsiteX78" fmla="*/ 1573656 w 3607981"/>
                <a:gd name="connsiteY78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84447 w 3607981"/>
                <a:gd name="connsiteY73" fmla="*/ 341193 h 1516791"/>
                <a:gd name="connsiteX74" fmla="*/ 2848905 w 3607981"/>
                <a:gd name="connsiteY74" fmla="*/ 344425 h 1516791"/>
                <a:gd name="connsiteX75" fmla="*/ 2565991 w 3607981"/>
                <a:gd name="connsiteY75" fmla="*/ 340242 h 1516791"/>
                <a:gd name="connsiteX76" fmla="*/ 2202686 w 3607981"/>
                <a:gd name="connsiteY76" fmla="*/ 173176 h 1516791"/>
                <a:gd name="connsiteX77" fmla="*/ 1834234 w 3607981"/>
                <a:gd name="connsiteY77" fmla="*/ 128416 h 1516791"/>
                <a:gd name="connsiteX78" fmla="*/ 1998921 w 3607981"/>
                <a:gd name="connsiteY78" fmla="*/ 0 h 1516791"/>
                <a:gd name="connsiteX79" fmla="*/ 1573656 w 3607981"/>
                <a:gd name="connsiteY79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884447 w 3607981"/>
                <a:gd name="connsiteY74" fmla="*/ 34119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961994 w 3607981"/>
                <a:gd name="connsiteY74" fmla="*/ 19256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78376 w 3607981"/>
                <a:gd name="connsiteY69" fmla="*/ 514646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54712 w 3607981"/>
                <a:gd name="connsiteY67" fmla="*/ 373504 h 1516791"/>
                <a:gd name="connsiteX68" fmla="*/ 2573079 w 3607981"/>
                <a:gd name="connsiteY68" fmla="*/ 425302 h 1516791"/>
                <a:gd name="connsiteX69" fmla="*/ 3117436 w 3607981"/>
                <a:gd name="connsiteY69" fmla="*/ 431708 h 1516791"/>
                <a:gd name="connsiteX70" fmla="*/ 3578376 w 3607981"/>
                <a:gd name="connsiteY70" fmla="*/ 514646 h 1516791"/>
                <a:gd name="connsiteX71" fmla="*/ 3180035 w 3607981"/>
                <a:gd name="connsiteY71" fmla="*/ 401394 h 1516791"/>
                <a:gd name="connsiteX72" fmla="*/ 3580254 w 3607981"/>
                <a:gd name="connsiteY72" fmla="*/ 279076 h 1516791"/>
                <a:gd name="connsiteX73" fmla="*/ 3165258 w 3607981"/>
                <a:gd name="connsiteY73" fmla="*/ 358263 h 1516791"/>
                <a:gd name="connsiteX74" fmla="*/ 2949069 w 3607981"/>
                <a:gd name="connsiteY74" fmla="*/ 357349 h 1516791"/>
                <a:gd name="connsiteX75" fmla="*/ 3000767 w 3607981"/>
                <a:gd name="connsiteY75" fmla="*/ 186101 h 1516791"/>
                <a:gd name="connsiteX76" fmla="*/ 2900603 w 3607981"/>
                <a:gd name="connsiteY76" fmla="*/ 357350 h 1516791"/>
                <a:gd name="connsiteX77" fmla="*/ 2565991 w 3607981"/>
                <a:gd name="connsiteY77" fmla="*/ 340242 h 1516791"/>
                <a:gd name="connsiteX78" fmla="*/ 2202686 w 3607981"/>
                <a:gd name="connsiteY78" fmla="*/ 173176 h 1516791"/>
                <a:gd name="connsiteX79" fmla="*/ 1834234 w 3607981"/>
                <a:gd name="connsiteY79" fmla="*/ 128416 h 1516791"/>
                <a:gd name="connsiteX80" fmla="*/ 1998921 w 3607981"/>
                <a:gd name="connsiteY80" fmla="*/ 0 h 1516791"/>
                <a:gd name="connsiteX81" fmla="*/ 1573656 w 3607981"/>
                <a:gd name="connsiteY81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15938 w 3607981"/>
                <a:gd name="connsiteY67" fmla="*/ 363811 h 1516791"/>
                <a:gd name="connsiteX68" fmla="*/ 2454712 w 3607981"/>
                <a:gd name="connsiteY68" fmla="*/ 373504 h 1516791"/>
                <a:gd name="connsiteX69" fmla="*/ 2573079 w 3607981"/>
                <a:gd name="connsiteY69" fmla="*/ 425302 h 1516791"/>
                <a:gd name="connsiteX70" fmla="*/ 3117436 w 3607981"/>
                <a:gd name="connsiteY70" fmla="*/ 431708 h 1516791"/>
                <a:gd name="connsiteX71" fmla="*/ 3578376 w 3607981"/>
                <a:gd name="connsiteY71" fmla="*/ 514646 h 1516791"/>
                <a:gd name="connsiteX72" fmla="*/ 3180035 w 3607981"/>
                <a:gd name="connsiteY72" fmla="*/ 401394 h 1516791"/>
                <a:gd name="connsiteX73" fmla="*/ 3580254 w 3607981"/>
                <a:gd name="connsiteY73" fmla="*/ 279076 h 1516791"/>
                <a:gd name="connsiteX74" fmla="*/ 3165258 w 3607981"/>
                <a:gd name="connsiteY74" fmla="*/ 358263 h 1516791"/>
                <a:gd name="connsiteX75" fmla="*/ 2949069 w 3607981"/>
                <a:gd name="connsiteY75" fmla="*/ 357349 h 1516791"/>
                <a:gd name="connsiteX76" fmla="*/ 3000767 w 3607981"/>
                <a:gd name="connsiteY76" fmla="*/ 186101 h 1516791"/>
                <a:gd name="connsiteX77" fmla="*/ 2900603 w 3607981"/>
                <a:gd name="connsiteY77" fmla="*/ 357350 h 1516791"/>
                <a:gd name="connsiteX78" fmla="*/ 2565991 w 3607981"/>
                <a:gd name="connsiteY78" fmla="*/ 340242 h 1516791"/>
                <a:gd name="connsiteX79" fmla="*/ 2202686 w 3607981"/>
                <a:gd name="connsiteY79" fmla="*/ 173176 h 1516791"/>
                <a:gd name="connsiteX80" fmla="*/ 1834234 w 3607981"/>
                <a:gd name="connsiteY80" fmla="*/ 128416 h 1516791"/>
                <a:gd name="connsiteX81" fmla="*/ 1998921 w 3607981"/>
                <a:gd name="connsiteY81" fmla="*/ 0 h 1516791"/>
                <a:gd name="connsiteX82" fmla="*/ 1573656 w 3607981"/>
                <a:gd name="connsiteY82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15938 w 3607981"/>
                <a:gd name="connsiteY68" fmla="*/ 36381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25631 w 3607981"/>
                <a:gd name="connsiteY67" fmla="*/ 367042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906306 w 3607981"/>
                <a:gd name="connsiteY65" fmla="*/ 185690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17176 w 3607981"/>
                <a:gd name="connsiteY65" fmla="*/ 169185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72624 w 3607981"/>
                <a:gd name="connsiteY64" fmla="*/ 434517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27330 w 3607981"/>
                <a:gd name="connsiteY13" fmla="*/ 25277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03255 w 3607981"/>
                <a:gd name="connsiteY13" fmla="*/ 279184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6761 w 3607981"/>
                <a:gd name="connsiteY67" fmla="*/ 26267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43169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0062 w 3607981"/>
                <a:gd name="connsiteY83" fmla="*/ 19443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0159 w 3607981"/>
                <a:gd name="connsiteY67" fmla="*/ 232968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76180 w 3607981"/>
                <a:gd name="connsiteY83" fmla="*/ 16472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80493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2825 w 3607981"/>
                <a:gd name="connsiteY18" fmla="*/ 767646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61903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40337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29916 w 3607981"/>
                <a:gd name="connsiteY29" fmla="*/ 1357590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60535 w 3580254"/>
                <a:gd name="connsiteY60" fmla="*/ 1227225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5504 w 3580254"/>
                <a:gd name="connsiteY12" fmla="*/ 93552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14229 w 3580254"/>
                <a:gd name="connsiteY12" fmla="*/ 12212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01529 w 3580254"/>
                <a:gd name="connsiteY12" fmla="*/ 1030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37461 w 3580254"/>
                <a:gd name="connsiteY66" fmla="*/ 199475 h 1516791"/>
                <a:gd name="connsiteX67" fmla="*/ 2199455 w 3580254"/>
                <a:gd name="connsiteY67" fmla="*/ 241029 h 1516791"/>
                <a:gd name="connsiteX68" fmla="*/ 2409476 w 3580254"/>
                <a:gd name="connsiteY68" fmla="*/ 363811 h 1516791"/>
                <a:gd name="connsiteX69" fmla="*/ 2470867 w 3580254"/>
                <a:gd name="connsiteY69" fmla="*/ 570601 h 1516791"/>
                <a:gd name="connsiteX70" fmla="*/ 2454712 w 3580254"/>
                <a:gd name="connsiteY70" fmla="*/ 373504 h 1516791"/>
                <a:gd name="connsiteX71" fmla="*/ 2573079 w 3580254"/>
                <a:gd name="connsiteY71" fmla="*/ 425302 h 1516791"/>
                <a:gd name="connsiteX72" fmla="*/ 3117436 w 3580254"/>
                <a:gd name="connsiteY72" fmla="*/ 431708 h 1516791"/>
                <a:gd name="connsiteX73" fmla="*/ 3578376 w 3580254"/>
                <a:gd name="connsiteY73" fmla="*/ 514646 h 1516791"/>
                <a:gd name="connsiteX74" fmla="*/ 3180035 w 3580254"/>
                <a:gd name="connsiteY74" fmla="*/ 401394 h 1516791"/>
                <a:gd name="connsiteX75" fmla="*/ 3580254 w 3580254"/>
                <a:gd name="connsiteY75" fmla="*/ 279076 h 1516791"/>
                <a:gd name="connsiteX76" fmla="*/ 3165258 w 3580254"/>
                <a:gd name="connsiteY76" fmla="*/ 358263 h 1516791"/>
                <a:gd name="connsiteX77" fmla="*/ 2949069 w 3580254"/>
                <a:gd name="connsiteY77" fmla="*/ 357349 h 1516791"/>
                <a:gd name="connsiteX78" fmla="*/ 3000767 w 3580254"/>
                <a:gd name="connsiteY78" fmla="*/ 186101 h 1516791"/>
                <a:gd name="connsiteX79" fmla="*/ 2900603 w 3580254"/>
                <a:gd name="connsiteY79" fmla="*/ 357350 h 1516791"/>
                <a:gd name="connsiteX80" fmla="*/ 2565991 w 3580254"/>
                <a:gd name="connsiteY80" fmla="*/ 340242 h 1516791"/>
                <a:gd name="connsiteX81" fmla="*/ 2202686 w 3580254"/>
                <a:gd name="connsiteY81" fmla="*/ 173176 h 1516791"/>
                <a:gd name="connsiteX82" fmla="*/ 1958927 w 3580254"/>
                <a:gd name="connsiteY82" fmla="*/ 143160 h 1516791"/>
                <a:gd name="connsiteX83" fmla="*/ 1998921 w 3580254"/>
                <a:gd name="connsiteY83" fmla="*/ 0 h 1516791"/>
                <a:gd name="connsiteX84" fmla="*/ 1573656 w 3580254"/>
                <a:gd name="connsiteY84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17007 w 3580254"/>
                <a:gd name="connsiteY15" fmla="*/ 709918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36359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32624 w 3580254"/>
                <a:gd name="connsiteY17" fmla="*/ 766071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44946 w 3580254"/>
                <a:gd name="connsiteY82" fmla="*/ 0 h 1516791"/>
                <a:gd name="connsiteX83" fmla="*/ 1573656 w 3580254"/>
                <a:gd name="connsiteY83" fmla="*/ 0 h 1516791"/>
                <a:gd name="connsiteX0" fmla="*/ 1646681 w 3580254"/>
                <a:gd name="connsiteY0" fmla="*/ 0 h 1519966"/>
                <a:gd name="connsiteX1" fmla="*/ 1438939 w 3580254"/>
                <a:gd name="connsiteY1" fmla="*/ 26544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854152 w 3580254"/>
                <a:gd name="connsiteY81" fmla="*/ 193960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33527 w 3580254"/>
                <a:gd name="connsiteY81" fmla="*/ 1717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72081 w 3580254"/>
                <a:gd name="connsiteY0" fmla="*/ 130175 h 1516791"/>
                <a:gd name="connsiteX1" fmla="*/ 1680239 w 3580254"/>
                <a:gd name="connsiteY1" fmla="*/ 19242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545708 w 3580254"/>
                <a:gd name="connsiteY11" fmla="*/ 290402 h 1516791"/>
                <a:gd name="connsiteX12" fmla="*/ 1601529 w 3580254"/>
                <a:gd name="connsiteY12" fmla="*/ 2713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33527 w 3580254"/>
                <a:gd name="connsiteY81" fmla="*/ 168560 h 1516791"/>
                <a:gd name="connsiteX82" fmla="*/ 1944946 w 3580254"/>
                <a:gd name="connsiteY82" fmla="*/ 0 h 1516791"/>
                <a:gd name="connsiteX83" fmla="*/ 1672081 w 3580254"/>
                <a:gd name="connsiteY83" fmla="*/ 130175 h 1516791"/>
                <a:gd name="connsiteX0" fmla="*/ 1672081 w 3580254"/>
                <a:gd name="connsiteY0" fmla="*/ 69850 h 1456466"/>
                <a:gd name="connsiteX1" fmla="*/ 1680239 w 3580254"/>
                <a:gd name="connsiteY1" fmla="*/ 132095 h 1456466"/>
                <a:gd name="connsiteX2" fmla="*/ 1015176 w 3580254"/>
                <a:gd name="connsiteY2" fmla="*/ 247250 h 1456466"/>
                <a:gd name="connsiteX3" fmla="*/ 581246 w 3580254"/>
                <a:gd name="connsiteY3" fmla="*/ 187768 h 1456466"/>
                <a:gd name="connsiteX4" fmla="*/ 311888 w 3580254"/>
                <a:gd name="connsiteY4" fmla="*/ 60177 h 1456466"/>
                <a:gd name="connsiteX5" fmla="*/ 552893 w 3580254"/>
                <a:gd name="connsiteY5" fmla="*/ 224446 h 1456466"/>
                <a:gd name="connsiteX6" fmla="*/ 232679 w 3580254"/>
                <a:gd name="connsiteY6" fmla="*/ 333247 h 1456466"/>
                <a:gd name="connsiteX7" fmla="*/ 573857 w 3580254"/>
                <a:gd name="connsiteY7" fmla="*/ 275604 h 1456466"/>
                <a:gd name="connsiteX8" fmla="*/ 1006549 w 3580254"/>
                <a:gd name="connsiteY8" fmla="*/ 294093 h 1456466"/>
                <a:gd name="connsiteX9" fmla="*/ 772632 w 3580254"/>
                <a:gd name="connsiteY9" fmla="*/ 471303 h 1456466"/>
                <a:gd name="connsiteX10" fmla="*/ 1064794 w 3580254"/>
                <a:gd name="connsiteY10" fmla="*/ 300881 h 1456466"/>
                <a:gd name="connsiteX11" fmla="*/ 1545708 w 3580254"/>
                <a:gd name="connsiteY11" fmla="*/ 230077 h 1456466"/>
                <a:gd name="connsiteX12" fmla="*/ 1601529 w 3580254"/>
                <a:gd name="connsiteY12" fmla="*/ 211027 h 1456466"/>
                <a:gd name="connsiteX13" fmla="*/ 1601972 w 3580254"/>
                <a:gd name="connsiteY13" fmla="*/ 393331 h 1456466"/>
                <a:gd name="connsiteX14" fmla="*/ 1152641 w 3580254"/>
                <a:gd name="connsiteY14" fmla="*/ 731170 h 1456466"/>
                <a:gd name="connsiteX15" fmla="*/ 789578 w 3580254"/>
                <a:gd name="connsiteY15" fmla="*/ 678622 h 1456466"/>
                <a:gd name="connsiteX16" fmla="*/ 378687 w 3580254"/>
                <a:gd name="connsiteY16" fmla="*/ 552398 h 1456466"/>
                <a:gd name="connsiteX17" fmla="*/ 718110 w 3580254"/>
                <a:gd name="connsiteY17" fmla="*/ 710584 h 1456466"/>
                <a:gd name="connsiteX18" fmla="*/ 339353 w 3580254"/>
                <a:gd name="connsiteY18" fmla="*/ 747977 h 1456466"/>
                <a:gd name="connsiteX19" fmla="*/ 787891 w 3580254"/>
                <a:gd name="connsiteY19" fmla="*/ 753863 h 1456466"/>
                <a:gd name="connsiteX20" fmla="*/ 1105786 w 3580254"/>
                <a:gd name="connsiteY20" fmla="*/ 804456 h 1456466"/>
                <a:gd name="connsiteX21" fmla="*/ 709678 w 3580254"/>
                <a:gd name="connsiteY21" fmla="*/ 1052310 h 1456466"/>
                <a:gd name="connsiteX22" fmla="*/ 480327 w 3580254"/>
                <a:gd name="connsiteY22" fmla="*/ 1121391 h 1456466"/>
                <a:gd name="connsiteX23" fmla="*/ 0 w 3580254"/>
                <a:gd name="connsiteY23" fmla="*/ 1194316 h 1456466"/>
                <a:gd name="connsiteX24" fmla="*/ 485758 w 3580254"/>
                <a:gd name="connsiteY24" fmla="*/ 1163620 h 1456466"/>
                <a:gd name="connsiteX25" fmla="*/ 1922 w 3580254"/>
                <a:gd name="connsiteY25" fmla="*/ 1337285 h 1456466"/>
                <a:gd name="connsiteX26" fmla="*/ 494553 w 3580254"/>
                <a:gd name="connsiteY26" fmla="*/ 1205682 h 1456466"/>
                <a:gd name="connsiteX27" fmla="*/ 41207 w 3580254"/>
                <a:gd name="connsiteY27" fmla="*/ 1456466 h 1456466"/>
                <a:gd name="connsiteX28" fmla="*/ 429916 w 3580254"/>
                <a:gd name="connsiteY28" fmla="*/ 1297265 h 1456466"/>
                <a:gd name="connsiteX29" fmla="*/ 632667 w 3580254"/>
                <a:gd name="connsiteY29" fmla="*/ 1161649 h 1456466"/>
                <a:gd name="connsiteX30" fmla="*/ 1006549 w 3580254"/>
                <a:gd name="connsiteY30" fmla="*/ 981666 h 1456466"/>
                <a:gd name="connsiteX31" fmla="*/ 949842 w 3580254"/>
                <a:gd name="connsiteY31" fmla="*/ 1371526 h 1456466"/>
                <a:gd name="connsiteX32" fmla="*/ 1063256 w 3580254"/>
                <a:gd name="connsiteY32" fmla="*/ 974577 h 1456466"/>
                <a:gd name="connsiteX33" fmla="*/ 1282995 w 3580254"/>
                <a:gd name="connsiteY33" fmla="*/ 719396 h 1456466"/>
                <a:gd name="connsiteX34" fmla="*/ 1616149 w 3580254"/>
                <a:gd name="connsiteY34" fmla="*/ 485479 h 1456466"/>
                <a:gd name="connsiteX35" fmla="*/ 1552353 w 3580254"/>
                <a:gd name="connsiteY35" fmla="*/ 854075 h 1456466"/>
                <a:gd name="connsiteX36" fmla="*/ 1375144 w 3580254"/>
                <a:gd name="connsiteY36" fmla="*/ 1059638 h 1456466"/>
                <a:gd name="connsiteX37" fmla="*/ 1594884 w 3580254"/>
                <a:gd name="connsiteY37" fmla="*/ 889517 h 1456466"/>
                <a:gd name="connsiteX38" fmla="*/ 1524000 w 3580254"/>
                <a:gd name="connsiteY38" fmla="*/ 1243935 h 1456466"/>
                <a:gd name="connsiteX39" fmla="*/ 1290084 w 3580254"/>
                <a:gd name="connsiteY39" fmla="*/ 1314819 h 1456466"/>
                <a:gd name="connsiteX40" fmla="*/ 1538177 w 3580254"/>
                <a:gd name="connsiteY40" fmla="*/ 1286466 h 1456466"/>
                <a:gd name="connsiteX41" fmla="*/ 1531088 w 3580254"/>
                <a:gd name="connsiteY41" fmla="*/ 1449498 h 1456466"/>
                <a:gd name="connsiteX42" fmla="*/ 1587795 w 3580254"/>
                <a:gd name="connsiteY42" fmla="*/ 1279377 h 1456466"/>
                <a:gd name="connsiteX43" fmla="*/ 1757916 w 3580254"/>
                <a:gd name="connsiteY43" fmla="*/ 1392791 h 1456466"/>
                <a:gd name="connsiteX44" fmla="*/ 1587795 w 3580254"/>
                <a:gd name="connsiteY44" fmla="*/ 1222670 h 1456466"/>
                <a:gd name="connsiteX45" fmla="*/ 1665767 w 3580254"/>
                <a:gd name="connsiteY45" fmla="*/ 875340 h 1456466"/>
                <a:gd name="connsiteX46" fmla="*/ 1779181 w 3580254"/>
                <a:gd name="connsiteY46" fmla="*/ 1130521 h 1456466"/>
                <a:gd name="connsiteX47" fmla="*/ 1687032 w 3580254"/>
                <a:gd name="connsiteY47" fmla="*/ 790279 h 1456466"/>
                <a:gd name="connsiteX48" fmla="*/ 1743739 w 3580254"/>
                <a:gd name="connsiteY48" fmla="*/ 478391 h 1456466"/>
                <a:gd name="connsiteX49" fmla="*/ 2121466 w 3580254"/>
                <a:gd name="connsiteY49" fmla="*/ 977220 h 1456466"/>
                <a:gd name="connsiteX50" fmla="*/ 2474924 w 3580254"/>
                <a:gd name="connsiteY50" fmla="*/ 1262436 h 1456466"/>
                <a:gd name="connsiteX51" fmla="*/ 2895300 w 3580254"/>
                <a:gd name="connsiteY51" fmla="*/ 1359872 h 1456466"/>
                <a:gd name="connsiteX52" fmla="*/ 2489100 w 3580254"/>
                <a:gd name="connsiteY52" fmla="*/ 1208373 h 1456466"/>
                <a:gd name="connsiteX53" fmla="*/ 2906233 w 3580254"/>
                <a:gd name="connsiteY53" fmla="*/ 1215582 h 1456466"/>
                <a:gd name="connsiteX54" fmla="*/ 2447171 w 3580254"/>
                <a:gd name="connsiteY54" fmla="*/ 1159476 h 1456466"/>
                <a:gd name="connsiteX55" fmla="*/ 2170964 w 3580254"/>
                <a:gd name="connsiteY55" fmla="*/ 933489 h 1456466"/>
                <a:gd name="connsiteX56" fmla="*/ 1821711 w 3580254"/>
                <a:gd name="connsiteY56" fmla="*/ 435861 h 1456466"/>
                <a:gd name="connsiteX57" fmla="*/ 2544725 w 3580254"/>
                <a:gd name="connsiteY57" fmla="*/ 854075 h 1456466"/>
                <a:gd name="connsiteX58" fmla="*/ 3260651 w 3580254"/>
                <a:gd name="connsiteY58" fmla="*/ 967489 h 1456466"/>
                <a:gd name="connsiteX59" fmla="*/ 3543282 w 3580254"/>
                <a:gd name="connsiteY59" fmla="*/ 1123768 h 1456466"/>
                <a:gd name="connsiteX60" fmla="*/ 3296093 w 3580254"/>
                <a:gd name="connsiteY60" fmla="*/ 939135 h 1456466"/>
                <a:gd name="connsiteX61" fmla="*/ 3572539 w 3580254"/>
                <a:gd name="connsiteY61" fmla="*/ 832810 h 1456466"/>
                <a:gd name="connsiteX62" fmla="*/ 3232298 w 3580254"/>
                <a:gd name="connsiteY62" fmla="*/ 882428 h 1456466"/>
                <a:gd name="connsiteX63" fmla="*/ 2530549 w 3580254"/>
                <a:gd name="connsiteY63" fmla="*/ 769014 h 1456466"/>
                <a:gd name="connsiteX64" fmla="*/ 1828174 w 3580254"/>
                <a:gd name="connsiteY64" fmla="*/ 355142 h 1456466"/>
                <a:gd name="connsiteX65" fmla="*/ 1937461 w 3580254"/>
                <a:gd name="connsiteY65" fmla="*/ 139150 h 1456466"/>
                <a:gd name="connsiteX66" fmla="*/ 2199455 w 3580254"/>
                <a:gd name="connsiteY66" fmla="*/ 180704 h 1456466"/>
                <a:gd name="connsiteX67" fmla="*/ 2409476 w 3580254"/>
                <a:gd name="connsiteY67" fmla="*/ 303486 h 1456466"/>
                <a:gd name="connsiteX68" fmla="*/ 2470867 w 3580254"/>
                <a:gd name="connsiteY68" fmla="*/ 510276 h 1456466"/>
                <a:gd name="connsiteX69" fmla="*/ 2454712 w 3580254"/>
                <a:gd name="connsiteY69" fmla="*/ 313179 h 1456466"/>
                <a:gd name="connsiteX70" fmla="*/ 2573079 w 3580254"/>
                <a:gd name="connsiteY70" fmla="*/ 364977 h 1456466"/>
                <a:gd name="connsiteX71" fmla="*/ 3117436 w 3580254"/>
                <a:gd name="connsiteY71" fmla="*/ 371383 h 1456466"/>
                <a:gd name="connsiteX72" fmla="*/ 3578376 w 3580254"/>
                <a:gd name="connsiteY72" fmla="*/ 454321 h 1456466"/>
                <a:gd name="connsiteX73" fmla="*/ 3180035 w 3580254"/>
                <a:gd name="connsiteY73" fmla="*/ 341069 h 1456466"/>
                <a:gd name="connsiteX74" fmla="*/ 3580254 w 3580254"/>
                <a:gd name="connsiteY74" fmla="*/ 218751 h 1456466"/>
                <a:gd name="connsiteX75" fmla="*/ 3165258 w 3580254"/>
                <a:gd name="connsiteY75" fmla="*/ 297938 h 1456466"/>
                <a:gd name="connsiteX76" fmla="*/ 2949069 w 3580254"/>
                <a:gd name="connsiteY76" fmla="*/ 297024 h 1456466"/>
                <a:gd name="connsiteX77" fmla="*/ 3000767 w 3580254"/>
                <a:gd name="connsiteY77" fmla="*/ 125776 h 1456466"/>
                <a:gd name="connsiteX78" fmla="*/ 2900603 w 3580254"/>
                <a:gd name="connsiteY78" fmla="*/ 297025 h 1456466"/>
                <a:gd name="connsiteX79" fmla="*/ 2565991 w 3580254"/>
                <a:gd name="connsiteY79" fmla="*/ 279917 h 1456466"/>
                <a:gd name="connsiteX80" fmla="*/ 2202686 w 3580254"/>
                <a:gd name="connsiteY80" fmla="*/ 112851 h 1456466"/>
                <a:gd name="connsiteX81" fmla="*/ 1933527 w 3580254"/>
                <a:gd name="connsiteY81" fmla="*/ 108235 h 1456466"/>
                <a:gd name="connsiteX82" fmla="*/ 1998921 w 3580254"/>
                <a:gd name="connsiteY82" fmla="*/ 0 h 1456466"/>
                <a:gd name="connsiteX83" fmla="*/ 1672081 w 3580254"/>
                <a:gd name="connsiteY83" fmla="*/ 69850 h 1456466"/>
                <a:gd name="connsiteX0" fmla="*/ 1672081 w 3580254"/>
                <a:gd name="connsiteY0" fmla="*/ 9673 h 1396289"/>
                <a:gd name="connsiteX1" fmla="*/ 1680239 w 3580254"/>
                <a:gd name="connsiteY1" fmla="*/ 71918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72081 w 3580254"/>
                <a:gd name="connsiteY0" fmla="*/ 9673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29439 w 3580254"/>
                <a:gd name="connsiteY1" fmla="*/ 8779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381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118769 w 3580254"/>
                <a:gd name="connsiteY10" fmla="*/ 2280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573857 w 3580254"/>
                <a:gd name="connsiteY7" fmla="*/ 205754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599056 w 3580254"/>
                <a:gd name="connsiteY0" fmla="*/ 635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599056 w 3580254"/>
                <a:gd name="connsiteY83" fmla="*/ 63500 h 1386616"/>
                <a:gd name="connsiteX0" fmla="*/ 1649856 w 3580254"/>
                <a:gd name="connsiteY0" fmla="*/ 127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49856 w 3580254"/>
                <a:gd name="connsiteY83" fmla="*/ 12700 h 1386616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16149 w 3580254"/>
                <a:gd name="connsiteY34" fmla="*/ 41245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85999 w 3580254"/>
                <a:gd name="connsiteY34" fmla="*/ 39975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86410 w 3580254"/>
                <a:gd name="connsiteY65" fmla="*/ 165652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74725 w 3580254"/>
                <a:gd name="connsiteY64" fmla="*/ 30206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06008 w 3580254"/>
                <a:gd name="connsiteY11" fmla="*/ 15387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51062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31713 w 3580254"/>
                <a:gd name="connsiteY64" fmla="*/ 127734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81936 w 3580254"/>
                <a:gd name="connsiteY64" fmla="*/ 3647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72446 w 3580254"/>
                <a:gd name="connsiteY65" fmla="*/ 123500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66949 w 3580254"/>
                <a:gd name="connsiteY33" fmla="*/ 380704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0866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70208 w 3580254"/>
                <a:gd name="connsiteY79" fmla="*/ 120200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883486 w 3580254"/>
                <a:gd name="connsiteY46" fmla="*/ 9806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73961 w 3580254"/>
                <a:gd name="connsiteY47" fmla="*/ 96796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20011 w 3580254"/>
                <a:gd name="connsiteY46" fmla="*/ 1012417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73986 w 3580254"/>
                <a:gd name="connsiteY47" fmla="*/ 100289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102561 w 3580254"/>
                <a:gd name="connsiteY47" fmla="*/ 106321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064931 w 3580254"/>
                <a:gd name="connsiteY45" fmla="*/ 1228946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3580254" h="1383441">
                  <a:moveTo>
                    <a:pt x="1649856" y="9525"/>
                  </a:moveTo>
                  <a:cubicBezTo>
                    <a:pt x="1650459" y="34507"/>
                    <a:pt x="1644652" y="33069"/>
                    <a:pt x="1645255" y="58051"/>
                  </a:cubicBezTo>
                  <a:lnTo>
                    <a:pt x="1015176" y="174225"/>
                  </a:lnTo>
                  <a:lnTo>
                    <a:pt x="581246" y="114743"/>
                  </a:lnTo>
                  <a:lnTo>
                    <a:pt x="226163" y="72877"/>
                  </a:lnTo>
                  <a:lnTo>
                    <a:pt x="565593" y="157771"/>
                  </a:lnTo>
                  <a:lnTo>
                    <a:pt x="232679" y="260222"/>
                  </a:lnTo>
                  <a:lnTo>
                    <a:pt x="624657" y="186704"/>
                  </a:lnTo>
                  <a:lnTo>
                    <a:pt x="1006549" y="221068"/>
                  </a:lnTo>
                  <a:lnTo>
                    <a:pt x="772632" y="398278"/>
                  </a:lnTo>
                  <a:lnTo>
                    <a:pt x="1118769" y="215156"/>
                  </a:lnTo>
                  <a:lnTo>
                    <a:pt x="1386958" y="147527"/>
                  </a:lnTo>
                  <a:lnTo>
                    <a:pt x="1651579" y="93852"/>
                  </a:lnTo>
                  <a:cubicBezTo>
                    <a:pt x="1612526" y="178955"/>
                    <a:pt x="1296308" y="572854"/>
                    <a:pt x="1152641" y="658145"/>
                  </a:cubicBezTo>
                  <a:lnTo>
                    <a:pt x="789578" y="605597"/>
                  </a:lnTo>
                  <a:lnTo>
                    <a:pt x="378687" y="479373"/>
                  </a:lnTo>
                  <a:lnTo>
                    <a:pt x="718110" y="637559"/>
                  </a:lnTo>
                  <a:lnTo>
                    <a:pt x="339353" y="674952"/>
                  </a:lnTo>
                  <a:lnTo>
                    <a:pt x="787891" y="680838"/>
                  </a:lnTo>
                  <a:lnTo>
                    <a:pt x="1129062" y="714805"/>
                  </a:lnTo>
                  <a:lnTo>
                    <a:pt x="709678" y="979285"/>
                  </a:lnTo>
                  <a:lnTo>
                    <a:pt x="480327" y="1048366"/>
                  </a:lnTo>
                  <a:lnTo>
                    <a:pt x="0" y="1121291"/>
                  </a:lnTo>
                  <a:lnTo>
                    <a:pt x="485758" y="1090595"/>
                  </a:lnTo>
                  <a:lnTo>
                    <a:pt x="1922" y="1264260"/>
                  </a:lnTo>
                  <a:lnTo>
                    <a:pt x="494553" y="1132657"/>
                  </a:lnTo>
                  <a:lnTo>
                    <a:pt x="41207" y="1383441"/>
                  </a:lnTo>
                  <a:lnTo>
                    <a:pt x="429916" y="1224240"/>
                  </a:lnTo>
                  <a:lnTo>
                    <a:pt x="632667" y="1088624"/>
                  </a:lnTo>
                  <a:lnTo>
                    <a:pt x="976623" y="875390"/>
                  </a:lnTo>
                  <a:lnTo>
                    <a:pt x="949842" y="1298501"/>
                  </a:lnTo>
                  <a:lnTo>
                    <a:pt x="1030006" y="871627"/>
                  </a:lnTo>
                  <a:lnTo>
                    <a:pt x="1282995" y="646371"/>
                  </a:lnTo>
                  <a:lnTo>
                    <a:pt x="1654009" y="290127"/>
                  </a:lnTo>
                  <a:lnTo>
                    <a:pt x="1619028" y="708025"/>
                  </a:lnTo>
                  <a:lnTo>
                    <a:pt x="1375144" y="986613"/>
                  </a:lnTo>
                  <a:lnTo>
                    <a:pt x="1620284" y="768867"/>
                  </a:lnTo>
                  <a:lnTo>
                    <a:pt x="1539875" y="1107410"/>
                  </a:lnTo>
                  <a:lnTo>
                    <a:pt x="1290084" y="1241794"/>
                  </a:lnTo>
                  <a:lnTo>
                    <a:pt x="1538177" y="1153116"/>
                  </a:lnTo>
                  <a:lnTo>
                    <a:pt x="1531088" y="1376473"/>
                  </a:lnTo>
                  <a:lnTo>
                    <a:pt x="1571920" y="1155552"/>
                  </a:lnTo>
                  <a:cubicBezTo>
                    <a:pt x="1628627" y="1193357"/>
                    <a:pt x="1756858" y="1328159"/>
                    <a:pt x="1757916" y="1319766"/>
                  </a:cubicBezTo>
                  <a:cubicBezTo>
                    <a:pt x="1758974" y="1311373"/>
                    <a:pt x="1638152" y="1176719"/>
                    <a:pt x="1578270" y="1105195"/>
                  </a:cubicBezTo>
                  <a:lnTo>
                    <a:pt x="1653067" y="764215"/>
                  </a:lnTo>
                  <a:lnTo>
                    <a:pt x="2064931" y="1228946"/>
                  </a:lnTo>
                  <a:lnTo>
                    <a:pt x="1908886" y="1002892"/>
                  </a:lnTo>
                  <a:lnTo>
                    <a:pt x="2061286" y="1021942"/>
                  </a:lnTo>
                  <a:lnTo>
                    <a:pt x="1873961" y="967967"/>
                  </a:lnTo>
                  <a:lnTo>
                    <a:pt x="1687032" y="717254"/>
                  </a:lnTo>
                  <a:lnTo>
                    <a:pt x="1735352" y="307540"/>
                  </a:lnTo>
                  <a:lnTo>
                    <a:pt x="2121466" y="904195"/>
                  </a:lnTo>
                  <a:lnTo>
                    <a:pt x="2474924" y="1189411"/>
                  </a:lnTo>
                  <a:lnTo>
                    <a:pt x="2895300" y="1286847"/>
                  </a:lnTo>
                  <a:lnTo>
                    <a:pt x="2489100" y="1135348"/>
                  </a:lnTo>
                  <a:lnTo>
                    <a:pt x="2906233" y="1142557"/>
                  </a:lnTo>
                  <a:lnTo>
                    <a:pt x="2447171" y="1086451"/>
                  </a:lnTo>
                  <a:lnTo>
                    <a:pt x="2170964" y="860464"/>
                  </a:lnTo>
                  <a:lnTo>
                    <a:pt x="1826025" y="280885"/>
                  </a:lnTo>
                  <a:lnTo>
                    <a:pt x="2544725" y="781050"/>
                  </a:lnTo>
                  <a:lnTo>
                    <a:pt x="3260651" y="894464"/>
                  </a:lnTo>
                  <a:lnTo>
                    <a:pt x="3543282" y="1050743"/>
                  </a:lnTo>
                  <a:lnTo>
                    <a:pt x="3282792" y="869435"/>
                  </a:lnTo>
                  <a:lnTo>
                    <a:pt x="3572539" y="759785"/>
                  </a:lnTo>
                  <a:lnTo>
                    <a:pt x="3252248" y="836004"/>
                  </a:lnTo>
                  <a:lnTo>
                    <a:pt x="2558138" y="721602"/>
                  </a:lnTo>
                  <a:cubicBezTo>
                    <a:pt x="2278033" y="546087"/>
                    <a:pt x="2373272" y="599470"/>
                    <a:pt x="2063322" y="300498"/>
                  </a:cubicBezTo>
                  <a:cubicBezTo>
                    <a:pt x="1949784" y="25078"/>
                    <a:pt x="1990330" y="153260"/>
                    <a:pt x="1995737" y="129155"/>
                  </a:cubicBezTo>
                  <a:lnTo>
                    <a:pt x="2250375" y="165071"/>
                  </a:lnTo>
                  <a:lnTo>
                    <a:pt x="2400662" y="209658"/>
                  </a:lnTo>
                  <a:lnTo>
                    <a:pt x="2470867" y="437251"/>
                  </a:lnTo>
                  <a:lnTo>
                    <a:pt x="2454712" y="240154"/>
                  </a:lnTo>
                  <a:lnTo>
                    <a:pt x="2595473" y="269559"/>
                  </a:lnTo>
                  <a:lnTo>
                    <a:pt x="3117436" y="298358"/>
                  </a:lnTo>
                  <a:lnTo>
                    <a:pt x="3578376" y="381296"/>
                  </a:lnTo>
                  <a:lnTo>
                    <a:pt x="3180035" y="268044"/>
                  </a:lnTo>
                  <a:lnTo>
                    <a:pt x="3580254" y="145726"/>
                  </a:lnTo>
                  <a:lnTo>
                    <a:pt x="3165258" y="224913"/>
                  </a:lnTo>
                  <a:lnTo>
                    <a:pt x="2949069" y="223999"/>
                  </a:lnTo>
                  <a:lnTo>
                    <a:pt x="3070617" y="68626"/>
                  </a:lnTo>
                  <a:lnTo>
                    <a:pt x="2900603" y="224000"/>
                  </a:lnTo>
                  <a:lnTo>
                    <a:pt x="2562461" y="192770"/>
                  </a:lnTo>
                  <a:lnTo>
                    <a:pt x="2280799" y="106078"/>
                  </a:lnTo>
                  <a:lnTo>
                    <a:pt x="1968452" y="66960"/>
                  </a:lnTo>
                  <a:cubicBezTo>
                    <a:pt x="1969083" y="45698"/>
                    <a:pt x="1953840" y="21262"/>
                    <a:pt x="1954471" y="0"/>
                  </a:cubicBezTo>
                  <a:lnTo>
                    <a:pt x="1649856" y="9525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3" name="Triangle 42">
              <a:extLst>
                <a:ext uri="{FF2B5EF4-FFF2-40B4-BE49-F238E27FC236}">
                  <a16:creationId xmlns:a16="http://schemas.microsoft.com/office/drawing/2014/main" id="{D5AAD43B-3514-D443-B210-98B18C436AC7}"/>
                </a:ext>
              </a:extLst>
            </p:cNvPr>
            <p:cNvSpPr/>
            <p:nvPr/>
          </p:nvSpPr>
          <p:spPr>
            <a:xfrm>
              <a:off x="2300341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5" name="Triangle 263">
              <a:extLst>
                <a:ext uri="{FF2B5EF4-FFF2-40B4-BE49-F238E27FC236}">
                  <a16:creationId xmlns:a16="http://schemas.microsoft.com/office/drawing/2014/main" id="{35F21004-3250-2841-A1FF-E17B5D7881F8}"/>
                </a:ext>
              </a:extLst>
            </p:cNvPr>
            <p:cNvSpPr/>
            <p:nvPr/>
          </p:nvSpPr>
          <p:spPr>
            <a:xfrm>
              <a:off x="2534549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6" name="Triangle 264">
              <a:extLst>
                <a:ext uri="{FF2B5EF4-FFF2-40B4-BE49-F238E27FC236}">
                  <a16:creationId xmlns:a16="http://schemas.microsoft.com/office/drawing/2014/main" id="{1A33453E-630B-1245-949B-79439533CD96}"/>
                </a:ext>
              </a:extLst>
            </p:cNvPr>
            <p:cNvSpPr/>
            <p:nvPr/>
          </p:nvSpPr>
          <p:spPr>
            <a:xfrm>
              <a:off x="2737088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7" name="Triangle 264">
              <a:extLst>
                <a:ext uri="{FF2B5EF4-FFF2-40B4-BE49-F238E27FC236}">
                  <a16:creationId xmlns:a16="http://schemas.microsoft.com/office/drawing/2014/main" id="{928C0F22-AA37-C445-AD12-162D84CBC299}"/>
                </a:ext>
              </a:extLst>
            </p:cNvPr>
            <p:cNvSpPr/>
            <p:nvPr/>
          </p:nvSpPr>
          <p:spPr>
            <a:xfrm>
              <a:off x="2921755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8" name="Triangle 47">
              <a:extLst>
                <a:ext uri="{FF2B5EF4-FFF2-40B4-BE49-F238E27FC236}">
                  <a16:creationId xmlns:a16="http://schemas.microsoft.com/office/drawing/2014/main" id="{CAA4F870-032D-8C43-B9E3-02C931127565}"/>
                </a:ext>
              </a:extLst>
            </p:cNvPr>
            <p:cNvSpPr/>
            <p:nvPr/>
          </p:nvSpPr>
          <p:spPr>
            <a:xfrm>
              <a:off x="2751864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9" name="Triangle 263">
              <a:extLst>
                <a:ext uri="{FF2B5EF4-FFF2-40B4-BE49-F238E27FC236}">
                  <a16:creationId xmlns:a16="http://schemas.microsoft.com/office/drawing/2014/main" id="{81F9AA48-3757-0B4A-924E-406AEE6BA44C}"/>
                </a:ext>
              </a:extLst>
            </p:cNvPr>
            <p:cNvSpPr/>
            <p:nvPr/>
          </p:nvSpPr>
          <p:spPr>
            <a:xfrm>
              <a:off x="2968155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0" name="Triangle 264">
              <a:extLst>
                <a:ext uri="{FF2B5EF4-FFF2-40B4-BE49-F238E27FC236}">
                  <a16:creationId xmlns:a16="http://schemas.microsoft.com/office/drawing/2014/main" id="{C47F4D9F-6F6F-0E4E-A9C4-8901E8529A46}"/>
                </a:ext>
              </a:extLst>
            </p:cNvPr>
            <p:cNvSpPr/>
            <p:nvPr/>
          </p:nvSpPr>
          <p:spPr>
            <a:xfrm>
              <a:off x="3158031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421E1926-1247-F840-94EF-8C658ECF76ED}"/>
                </a:ext>
              </a:extLst>
            </p:cNvPr>
            <p:cNvSpPr/>
            <p:nvPr/>
          </p:nvSpPr>
          <p:spPr>
            <a:xfrm>
              <a:off x="4130695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2" name="Triangle 264">
              <a:extLst>
                <a:ext uri="{FF2B5EF4-FFF2-40B4-BE49-F238E27FC236}">
                  <a16:creationId xmlns:a16="http://schemas.microsoft.com/office/drawing/2014/main" id="{6DA0C99B-2F5E-764D-8BEA-86FE96308262}"/>
                </a:ext>
              </a:extLst>
            </p:cNvPr>
            <p:cNvSpPr/>
            <p:nvPr/>
          </p:nvSpPr>
          <p:spPr>
            <a:xfrm>
              <a:off x="3200228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3" name="Triangle 264">
              <a:extLst>
                <a:ext uri="{FF2B5EF4-FFF2-40B4-BE49-F238E27FC236}">
                  <a16:creationId xmlns:a16="http://schemas.microsoft.com/office/drawing/2014/main" id="{FBD2EFBC-C8FC-6144-A00B-AEC0DD7BD881}"/>
                </a:ext>
              </a:extLst>
            </p:cNvPr>
            <p:cNvSpPr/>
            <p:nvPr/>
          </p:nvSpPr>
          <p:spPr>
            <a:xfrm>
              <a:off x="3549059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4" name="Triangle 264">
              <a:extLst>
                <a:ext uri="{FF2B5EF4-FFF2-40B4-BE49-F238E27FC236}">
                  <a16:creationId xmlns:a16="http://schemas.microsoft.com/office/drawing/2014/main" id="{AC066816-22C6-EC4C-92E3-C9A4FA2D8637}"/>
                </a:ext>
              </a:extLst>
            </p:cNvPr>
            <p:cNvSpPr/>
            <p:nvPr/>
          </p:nvSpPr>
          <p:spPr>
            <a:xfrm>
              <a:off x="3344674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38B713AC-E9BF-8240-B648-D750474C05F7}"/>
                </a:ext>
              </a:extLst>
            </p:cNvPr>
            <p:cNvSpPr/>
            <p:nvPr/>
          </p:nvSpPr>
          <p:spPr>
            <a:xfrm rot="10800000">
              <a:off x="4149487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529DB975-F6C5-BC43-9BF9-ECA6DCF5F3A7}"/>
                </a:ext>
              </a:extLst>
            </p:cNvPr>
            <p:cNvGrpSpPr/>
            <p:nvPr/>
          </p:nvGrpSpPr>
          <p:grpSpPr>
            <a:xfrm rot="20275914">
              <a:off x="4415395" y="2993878"/>
              <a:ext cx="319926" cy="404542"/>
              <a:chOff x="3510479" y="1211170"/>
              <a:chExt cx="2079479" cy="2629470"/>
            </a:xfrm>
          </p:grpSpPr>
          <p:sp>
            <p:nvSpPr>
              <p:cNvPr id="119" name="Oval 1">
                <a:extLst>
                  <a:ext uri="{FF2B5EF4-FFF2-40B4-BE49-F238E27FC236}">
                    <a16:creationId xmlns:a16="http://schemas.microsoft.com/office/drawing/2014/main" id="{AD722FE9-7DC2-B441-A1EB-84BF25FAA3C9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0" name="Teardrop 119">
                <a:extLst>
                  <a:ext uri="{FF2B5EF4-FFF2-40B4-BE49-F238E27FC236}">
                    <a16:creationId xmlns:a16="http://schemas.microsoft.com/office/drawing/2014/main" id="{E87DCF1C-A684-404E-925A-A6777E33D029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1" name="Teardrop 120">
                <a:extLst>
                  <a:ext uri="{FF2B5EF4-FFF2-40B4-BE49-F238E27FC236}">
                    <a16:creationId xmlns:a16="http://schemas.microsoft.com/office/drawing/2014/main" id="{B07EA98B-F071-DC4D-BE08-4C23E69BB3A0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2" name="Teardrop 121">
                <a:extLst>
                  <a:ext uri="{FF2B5EF4-FFF2-40B4-BE49-F238E27FC236}">
                    <a16:creationId xmlns:a16="http://schemas.microsoft.com/office/drawing/2014/main" id="{5FA80993-3439-604A-B8E7-D613C1AD3281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3" name="Teardrop 122">
                <a:extLst>
                  <a:ext uri="{FF2B5EF4-FFF2-40B4-BE49-F238E27FC236}">
                    <a16:creationId xmlns:a16="http://schemas.microsoft.com/office/drawing/2014/main" id="{E2073D86-95D1-0942-9841-6AAA7DC3699A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4" name="Teardrop 123">
                <a:extLst>
                  <a:ext uri="{FF2B5EF4-FFF2-40B4-BE49-F238E27FC236}">
                    <a16:creationId xmlns:a16="http://schemas.microsoft.com/office/drawing/2014/main" id="{F1EFC2A3-F87C-8C46-9DE9-1DC59893FACE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5" name="Teardrop 124">
                <a:extLst>
                  <a:ext uri="{FF2B5EF4-FFF2-40B4-BE49-F238E27FC236}">
                    <a16:creationId xmlns:a16="http://schemas.microsoft.com/office/drawing/2014/main" id="{D7C3F8AD-74A5-0F44-BAA1-6A21251D6B74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6" name="Teardrop 125">
                <a:extLst>
                  <a:ext uri="{FF2B5EF4-FFF2-40B4-BE49-F238E27FC236}">
                    <a16:creationId xmlns:a16="http://schemas.microsoft.com/office/drawing/2014/main" id="{148DB6FD-4CEF-A94B-A761-228FE037CC5C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7" name="Teardrop 126">
                <a:extLst>
                  <a:ext uri="{FF2B5EF4-FFF2-40B4-BE49-F238E27FC236}">
                    <a16:creationId xmlns:a16="http://schemas.microsoft.com/office/drawing/2014/main" id="{BB051131-892F-A74D-9F14-F6F195929D1D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8" name="Teardrop 127">
                <a:extLst>
                  <a:ext uri="{FF2B5EF4-FFF2-40B4-BE49-F238E27FC236}">
                    <a16:creationId xmlns:a16="http://schemas.microsoft.com/office/drawing/2014/main" id="{EF3C668D-3776-D747-AD8B-5F4438D18FFE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" name="Teardrop 128">
                <a:extLst>
                  <a:ext uri="{FF2B5EF4-FFF2-40B4-BE49-F238E27FC236}">
                    <a16:creationId xmlns:a16="http://schemas.microsoft.com/office/drawing/2014/main" id="{5BDE887B-F5F7-C542-9084-F5595F5907D2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" name="Teardrop 129">
                <a:extLst>
                  <a:ext uri="{FF2B5EF4-FFF2-40B4-BE49-F238E27FC236}">
                    <a16:creationId xmlns:a16="http://schemas.microsoft.com/office/drawing/2014/main" id="{FA16DD67-B9E5-0C42-8EEA-667BCE6455CA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" name="Teardrop 130">
                <a:extLst>
                  <a:ext uri="{FF2B5EF4-FFF2-40B4-BE49-F238E27FC236}">
                    <a16:creationId xmlns:a16="http://schemas.microsoft.com/office/drawing/2014/main" id="{F64A825D-2954-444D-8428-9CEE1AB68E8C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2" name="Teardrop 131">
                <a:extLst>
                  <a:ext uri="{FF2B5EF4-FFF2-40B4-BE49-F238E27FC236}">
                    <a16:creationId xmlns:a16="http://schemas.microsoft.com/office/drawing/2014/main" id="{8817BA9A-C7BE-E248-8794-62B6DB4F654F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" name="Teardrop 132">
                <a:extLst>
                  <a:ext uri="{FF2B5EF4-FFF2-40B4-BE49-F238E27FC236}">
                    <a16:creationId xmlns:a16="http://schemas.microsoft.com/office/drawing/2014/main" id="{744CCD5E-29A7-4C48-AB3F-E5A598088103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" name="Teardrop 133">
                <a:extLst>
                  <a:ext uri="{FF2B5EF4-FFF2-40B4-BE49-F238E27FC236}">
                    <a16:creationId xmlns:a16="http://schemas.microsoft.com/office/drawing/2014/main" id="{FD8EF9ED-A8B6-3947-B3BA-B3C0BDE2390F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" name="Teardrop 134">
                <a:extLst>
                  <a:ext uri="{FF2B5EF4-FFF2-40B4-BE49-F238E27FC236}">
                    <a16:creationId xmlns:a16="http://schemas.microsoft.com/office/drawing/2014/main" id="{3E91F0DB-E80C-8142-A76D-A147EFEE17AC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6" name="Teardrop 135">
                <a:extLst>
                  <a:ext uri="{FF2B5EF4-FFF2-40B4-BE49-F238E27FC236}">
                    <a16:creationId xmlns:a16="http://schemas.microsoft.com/office/drawing/2014/main" id="{2884D669-4E7B-7546-B37C-08E5C7E0DF52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" name="Teardrop 136">
                <a:extLst>
                  <a:ext uri="{FF2B5EF4-FFF2-40B4-BE49-F238E27FC236}">
                    <a16:creationId xmlns:a16="http://schemas.microsoft.com/office/drawing/2014/main" id="{72C7C06B-41A2-844C-9013-697FB0CC6F16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" name="Teardrop 137">
                <a:extLst>
                  <a:ext uri="{FF2B5EF4-FFF2-40B4-BE49-F238E27FC236}">
                    <a16:creationId xmlns:a16="http://schemas.microsoft.com/office/drawing/2014/main" id="{386C293E-8A19-E648-A70A-07DB7FD7BE90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" name="Teardrop 138">
                <a:extLst>
                  <a:ext uri="{FF2B5EF4-FFF2-40B4-BE49-F238E27FC236}">
                    <a16:creationId xmlns:a16="http://schemas.microsoft.com/office/drawing/2014/main" id="{B48C755A-33B2-7744-9479-B85696757A72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" name="Teardrop 139">
                <a:extLst>
                  <a:ext uri="{FF2B5EF4-FFF2-40B4-BE49-F238E27FC236}">
                    <a16:creationId xmlns:a16="http://schemas.microsoft.com/office/drawing/2014/main" id="{80B283B0-9F5C-3945-BFDE-0F15DA208B26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" name="Teardrop 140">
                <a:extLst>
                  <a:ext uri="{FF2B5EF4-FFF2-40B4-BE49-F238E27FC236}">
                    <a16:creationId xmlns:a16="http://schemas.microsoft.com/office/drawing/2014/main" id="{EFF7A355-5960-D847-B372-A21B9B8B62DC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" name="Teardrop 141">
                <a:extLst>
                  <a:ext uri="{FF2B5EF4-FFF2-40B4-BE49-F238E27FC236}">
                    <a16:creationId xmlns:a16="http://schemas.microsoft.com/office/drawing/2014/main" id="{61BE447C-6CD1-6F46-983C-8A4C10890E2A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" name="Teardrop 142">
                <a:extLst>
                  <a:ext uri="{FF2B5EF4-FFF2-40B4-BE49-F238E27FC236}">
                    <a16:creationId xmlns:a16="http://schemas.microsoft.com/office/drawing/2014/main" id="{5ED2A1C8-3CCC-734C-9599-6C69AEECB89D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" name="Teardrop 143">
                <a:extLst>
                  <a:ext uri="{FF2B5EF4-FFF2-40B4-BE49-F238E27FC236}">
                    <a16:creationId xmlns:a16="http://schemas.microsoft.com/office/drawing/2014/main" id="{6B311329-6CF0-2D43-B3B4-4457AC851F6D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" name="Teardrop 144">
                <a:extLst>
                  <a:ext uri="{FF2B5EF4-FFF2-40B4-BE49-F238E27FC236}">
                    <a16:creationId xmlns:a16="http://schemas.microsoft.com/office/drawing/2014/main" id="{A8B984F8-4FEE-AF4A-B945-9AB9C6DD70DC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" name="Teardrop 145">
                <a:extLst>
                  <a:ext uri="{FF2B5EF4-FFF2-40B4-BE49-F238E27FC236}">
                    <a16:creationId xmlns:a16="http://schemas.microsoft.com/office/drawing/2014/main" id="{9CB80E0F-B093-E54E-A1BA-26924EA4AD9B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" name="Teardrop 146">
                <a:extLst>
                  <a:ext uri="{FF2B5EF4-FFF2-40B4-BE49-F238E27FC236}">
                    <a16:creationId xmlns:a16="http://schemas.microsoft.com/office/drawing/2014/main" id="{5FF0E24A-8B2E-3A4F-A218-9560A970D881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" name="Teardrop 147">
                <a:extLst>
                  <a:ext uri="{FF2B5EF4-FFF2-40B4-BE49-F238E27FC236}">
                    <a16:creationId xmlns:a16="http://schemas.microsoft.com/office/drawing/2014/main" id="{7EEDD01B-06D1-1047-976F-0634CD1FBDA2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32CDDA14-902E-3347-B1C6-0F677B3D4151}"/>
                </a:ext>
              </a:extLst>
            </p:cNvPr>
            <p:cNvGrpSpPr/>
            <p:nvPr/>
          </p:nvGrpSpPr>
          <p:grpSpPr>
            <a:xfrm rot="20726076">
              <a:off x="4445230" y="1854502"/>
              <a:ext cx="319926" cy="404542"/>
              <a:chOff x="3510479" y="1211170"/>
              <a:chExt cx="2079479" cy="2629470"/>
            </a:xfrm>
          </p:grpSpPr>
          <p:sp>
            <p:nvSpPr>
              <p:cNvPr id="89" name="Oval 1">
                <a:extLst>
                  <a:ext uri="{FF2B5EF4-FFF2-40B4-BE49-F238E27FC236}">
                    <a16:creationId xmlns:a16="http://schemas.microsoft.com/office/drawing/2014/main" id="{FB8C0944-A53C-FC48-8B7C-9EAC297DE21A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" name="Teardrop 89">
                <a:extLst>
                  <a:ext uri="{FF2B5EF4-FFF2-40B4-BE49-F238E27FC236}">
                    <a16:creationId xmlns:a16="http://schemas.microsoft.com/office/drawing/2014/main" id="{EF313C5A-184A-A24C-B06B-1DA2C223E914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" name="Teardrop 90">
                <a:extLst>
                  <a:ext uri="{FF2B5EF4-FFF2-40B4-BE49-F238E27FC236}">
                    <a16:creationId xmlns:a16="http://schemas.microsoft.com/office/drawing/2014/main" id="{C3CF8E02-C757-4A47-9E82-0177C0E0AD96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" name="Teardrop 91">
                <a:extLst>
                  <a:ext uri="{FF2B5EF4-FFF2-40B4-BE49-F238E27FC236}">
                    <a16:creationId xmlns:a16="http://schemas.microsoft.com/office/drawing/2014/main" id="{CAE09049-9A52-414B-8715-4FD0BAF19694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" name="Teardrop 92">
                <a:extLst>
                  <a:ext uri="{FF2B5EF4-FFF2-40B4-BE49-F238E27FC236}">
                    <a16:creationId xmlns:a16="http://schemas.microsoft.com/office/drawing/2014/main" id="{9863D56C-8DEB-3041-97AC-80FC4AEDCEE9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" name="Teardrop 93">
                <a:extLst>
                  <a:ext uri="{FF2B5EF4-FFF2-40B4-BE49-F238E27FC236}">
                    <a16:creationId xmlns:a16="http://schemas.microsoft.com/office/drawing/2014/main" id="{43289464-ED9C-6F4F-AB96-94E8FA8712B2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" name="Teardrop 94">
                <a:extLst>
                  <a:ext uri="{FF2B5EF4-FFF2-40B4-BE49-F238E27FC236}">
                    <a16:creationId xmlns:a16="http://schemas.microsoft.com/office/drawing/2014/main" id="{520D0BC4-1457-C640-B54B-06AEEEF2BF31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" name="Teardrop 95">
                <a:extLst>
                  <a:ext uri="{FF2B5EF4-FFF2-40B4-BE49-F238E27FC236}">
                    <a16:creationId xmlns:a16="http://schemas.microsoft.com/office/drawing/2014/main" id="{EC91CBC5-F4EC-0C43-B421-961C624B224F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" name="Teardrop 96">
                <a:extLst>
                  <a:ext uri="{FF2B5EF4-FFF2-40B4-BE49-F238E27FC236}">
                    <a16:creationId xmlns:a16="http://schemas.microsoft.com/office/drawing/2014/main" id="{9D4CE5B0-3DA6-3841-AE00-E4C1FB659440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" name="Teardrop 97">
                <a:extLst>
                  <a:ext uri="{FF2B5EF4-FFF2-40B4-BE49-F238E27FC236}">
                    <a16:creationId xmlns:a16="http://schemas.microsoft.com/office/drawing/2014/main" id="{CB44C19D-481D-3B48-9EF6-7D8575DA9C63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" name="Teardrop 98">
                <a:extLst>
                  <a:ext uri="{FF2B5EF4-FFF2-40B4-BE49-F238E27FC236}">
                    <a16:creationId xmlns:a16="http://schemas.microsoft.com/office/drawing/2014/main" id="{7729BE34-C9A8-E949-A48D-5941DF78336D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" name="Teardrop 99">
                <a:extLst>
                  <a:ext uri="{FF2B5EF4-FFF2-40B4-BE49-F238E27FC236}">
                    <a16:creationId xmlns:a16="http://schemas.microsoft.com/office/drawing/2014/main" id="{14C9D776-5C0C-E74F-9180-663F86F21BDF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" name="Teardrop 100">
                <a:extLst>
                  <a:ext uri="{FF2B5EF4-FFF2-40B4-BE49-F238E27FC236}">
                    <a16:creationId xmlns:a16="http://schemas.microsoft.com/office/drawing/2014/main" id="{E88D064B-2E0B-2047-BAC4-813DE954622E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" name="Teardrop 101">
                <a:extLst>
                  <a:ext uri="{FF2B5EF4-FFF2-40B4-BE49-F238E27FC236}">
                    <a16:creationId xmlns:a16="http://schemas.microsoft.com/office/drawing/2014/main" id="{65CB7BA2-F5F0-4249-96CB-621A1D972FF4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" name="Teardrop 102">
                <a:extLst>
                  <a:ext uri="{FF2B5EF4-FFF2-40B4-BE49-F238E27FC236}">
                    <a16:creationId xmlns:a16="http://schemas.microsoft.com/office/drawing/2014/main" id="{E84A0093-820C-A941-9D2D-34F9B20843CA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" name="Teardrop 103">
                <a:extLst>
                  <a:ext uri="{FF2B5EF4-FFF2-40B4-BE49-F238E27FC236}">
                    <a16:creationId xmlns:a16="http://schemas.microsoft.com/office/drawing/2014/main" id="{F3356390-6A2A-4C4E-B35C-5E89CC63B09C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" name="Teardrop 104">
                <a:extLst>
                  <a:ext uri="{FF2B5EF4-FFF2-40B4-BE49-F238E27FC236}">
                    <a16:creationId xmlns:a16="http://schemas.microsoft.com/office/drawing/2014/main" id="{BA6BAB38-3332-5742-99F1-44C090747E08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" name="Teardrop 105">
                <a:extLst>
                  <a:ext uri="{FF2B5EF4-FFF2-40B4-BE49-F238E27FC236}">
                    <a16:creationId xmlns:a16="http://schemas.microsoft.com/office/drawing/2014/main" id="{8A9470BE-7C36-D240-97E7-B0A90A977446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" name="Teardrop 106">
                <a:extLst>
                  <a:ext uri="{FF2B5EF4-FFF2-40B4-BE49-F238E27FC236}">
                    <a16:creationId xmlns:a16="http://schemas.microsoft.com/office/drawing/2014/main" id="{33E4A2CD-B2B5-7741-9C52-3D4913EEB08F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" name="Teardrop 107">
                <a:extLst>
                  <a:ext uri="{FF2B5EF4-FFF2-40B4-BE49-F238E27FC236}">
                    <a16:creationId xmlns:a16="http://schemas.microsoft.com/office/drawing/2014/main" id="{9BCEDF4D-F4B3-4945-8A11-F7E8DE951BF2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" name="Teardrop 108">
                <a:extLst>
                  <a:ext uri="{FF2B5EF4-FFF2-40B4-BE49-F238E27FC236}">
                    <a16:creationId xmlns:a16="http://schemas.microsoft.com/office/drawing/2014/main" id="{6AC611C8-FFBD-2740-9BAA-3C52E8585798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0" name="Teardrop 109">
                <a:extLst>
                  <a:ext uri="{FF2B5EF4-FFF2-40B4-BE49-F238E27FC236}">
                    <a16:creationId xmlns:a16="http://schemas.microsoft.com/office/drawing/2014/main" id="{C5A1E6F8-6CA3-4247-9C0D-0EF2FB505A98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1" name="Teardrop 110">
                <a:extLst>
                  <a:ext uri="{FF2B5EF4-FFF2-40B4-BE49-F238E27FC236}">
                    <a16:creationId xmlns:a16="http://schemas.microsoft.com/office/drawing/2014/main" id="{806CE8FF-8217-EF42-88CC-27CC2CA5E1B9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2" name="Teardrop 111">
                <a:extLst>
                  <a:ext uri="{FF2B5EF4-FFF2-40B4-BE49-F238E27FC236}">
                    <a16:creationId xmlns:a16="http://schemas.microsoft.com/office/drawing/2014/main" id="{50326678-53B8-4548-9760-21989BF18FA7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3" name="Teardrop 112">
                <a:extLst>
                  <a:ext uri="{FF2B5EF4-FFF2-40B4-BE49-F238E27FC236}">
                    <a16:creationId xmlns:a16="http://schemas.microsoft.com/office/drawing/2014/main" id="{3272DB7C-D4C5-C84C-BB93-53C7BF85CF00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4" name="Teardrop 113">
                <a:extLst>
                  <a:ext uri="{FF2B5EF4-FFF2-40B4-BE49-F238E27FC236}">
                    <a16:creationId xmlns:a16="http://schemas.microsoft.com/office/drawing/2014/main" id="{94869399-15DA-224C-8403-FC0F2F583362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5" name="Teardrop 114">
                <a:extLst>
                  <a:ext uri="{FF2B5EF4-FFF2-40B4-BE49-F238E27FC236}">
                    <a16:creationId xmlns:a16="http://schemas.microsoft.com/office/drawing/2014/main" id="{CFD88A90-994F-E845-8A8F-089A41E10767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6" name="Teardrop 115">
                <a:extLst>
                  <a:ext uri="{FF2B5EF4-FFF2-40B4-BE49-F238E27FC236}">
                    <a16:creationId xmlns:a16="http://schemas.microsoft.com/office/drawing/2014/main" id="{61BF91A1-4621-964D-81B4-BA8560EDDE26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" name="Teardrop 116">
                <a:extLst>
                  <a:ext uri="{FF2B5EF4-FFF2-40B4-BE49-F238E27FC236}">
                    <a16:creationId xmlns:a16="http://schemas.microsoft.com/office/drawing/2014/main" id="{0C46F19E-EA3F-A34B-A729-C5E9EB759D80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" name="Teardrop 117">
                <a:extLst>
                  <a:ext uri="{FF2B5EF4-FFF2-40B4-BE49-F238E27FC236}">
                    <a16:creationId xmlns:a16="http://schemas.microsoft.com/office/drawing/2014/main" id="{730AD124-6C42-5E4C-9B73-82E48FA927CE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853EB068-F5CD-294B-8F0F-ECBFD0F22C0E}"/>
                </a:ext>
              </a:extLst>
            </p:cNvPr>
            <p:cNvGrpSpPr/>
            <p:nvPr/>
          </p:nvGrpSpPr>
          <p:grpSpPr>
            <a:xfrm rot="21065350">
              <a:off x="3727049" y="2277700"/>
              <a:ext cx="319926" cy="404542"/>
              <a:chOff x="3510479" y="1211170"/>
              <a:chExt cx="2079479" cy="2629470"/>
            </a:xfrm>
          </p:grpSpPr>
          <p:sp>
            <p:nvSpPr>
              <p:cNvPr id="59" name="Oval 1">
                <a:extLst>
                  <a:ext uri="{FF2B5EF4-FFF2-40B4-BE49-F238E27FC236}">
                    <a16:creationId xmlns:a16="http://schemas.microsoft.com/office/drawing/2014/main" id="{6261E062-834D-AF46-8F92-679514C565E7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Teardrop 59">
                <a:extLst>
                  <a:ext uri="{FF2B5EF4-FFF2-40B4-BE49-F238E27FC236}">
                    <a16:creationId xmlns:a16="http://schemas.microsoft.com/office/drawing/2014/main" id="{F9A33E3B-F9B6-C948-B55C-17E078B1F885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" name="Teardrop 60">
                <a:extLst>
                  <a:ext uri="{FF2B5EF4-FFF2-40B4-BE49-F238E27FC236}">
                    <a16:creationId xmlns:a16="http://schemas.microsoft.com/office/drawing/2014/main" id="{35375F53-0B31-CE42-9583-2E405744B6B8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" name="Teardrop 61">
                <a:extLst>
                  <a:ext uri="{FF2B5EF4-FFF2-40B4-BE49-F238E27FC236}">
                    <a16:creationId xmlns:a16="http://schemas.microsoft.com/office/drawing/2014/main" id="{6FAC2235-0528-5140-9D9D-93F1C498FE66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" name="Teardrop 62">
                <a:extLst>
                  <a:ext uri="{FF2B5EF4-FFF2-40B4-BE49-F238E27FC236}">
                    <a16:creationId xmlns:a16="http://schemas.microsoft.com/office/drawing/2014/main" id="{57A3C52A-21E9-A64E-B959-924EEFC7CDFC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" name="Teardrop 63">
                <a:extLst>
                  <a:ext uri="{FF2B5EF4-FFF2-40B4-BE49-F238E27FC236}">
                    <a16:creationId xmlns:a16="http://schemas.microsoft.com/office/drawing/2014/main" id="{7D1B3F07-86FD-D041-93D6-BEF210F5BB32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" name="Teardrop 64">
                <a:extLst>
                  <a:ext uri="{FF2B5EF4-FFF2-40B4-BE49-F238E27FC236}">
                    <a16:creationId xmlns:a16="http://schemas.microsoft.com/office/drawing/2014/main" id="{063184B8-C2AD-E449-825C-384326E9E585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" name="Teardrop 65">
                <a:extLst>
                  <a:ext uri="{FF2B5EF4-FFF2-40B4-BE49-F238E27FC236}">
                    <a16:creationId xmlns:a16="http://schemas.microsoft.com/office/drawing/2014/main" id="{4C043691-F73D-F446-BBE4-D1A22C72B470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" name="Teardrop 66">
                <a:extLst>
                  <a:ext uri="{FF2B5EF4-FFF2-40B4-BE49-F238E27FC236}">
                    <a16:creationId xmlns:a16="http://schemas.microsoft.com/office/drawing/2014/main" id="{4DA4F882-F01D-1A45-A489-193F05A3A02B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" name="Teardrop 67">
                <a:extLst>
                  <a:ext uri="{FF2B5EF4-FFF2-40B4-BE49-F238E27FC236}">
                    <a16:creationId xmlns:a16="http://schemas.microsoft.com/office/drawing/2014/main" id="{25CC3F3D-963B-1345-B441-AACD44D10B8F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" name="Teardrop 68">
                <a:extLst>
                  <a:ext uri="{FF2B5EF4-FFF2-40B4-BE49-F238E27FC236}">
                    <a16:creationId xmlns:a16="http://schemas.microsoft.com/office/drawing/2014/main" id="{55D32ED9-D2B2-7642-AC59-8C11E204F749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" name="Teardrop 69">
                <a:extLst>
                  <a:ext uri="{FF2B5EF4-FFF2-40B4-BE49-F238E27FC236}">
                    <a16:creationId xmlns:a16="http://schemas.microsoft.com/office/drawing/2014/main" id="{B6FD79DE-CCD3-CB4E-8DC9-5F9977805F78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" name="Teardrop 70">
                <a:extLst>
                  <a:ext uri="{FF2B5EF4-FFF2-40B4-BE49-F238E27FC236}">
                    <a16:creationId xmlns:a16="http://schemas.microsoft.com/office/drawing/2014/main" id="{9CA7E308-BD2D-134B-BEB4-4938E970923C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" name="Teardrop 71">
                <a:extLst>
                  <a:ext uri="{FF2B5EF4-FFF2-40B4-BE49-F238E27FC236}">
                    <a16:creationId xmlns:a16="http://schemas.microsoft.com/office/drawing/2014/main" id="{FD29D8AD-5BB7-AC45-BC4E-B171821039B4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" name="Teardrop 72">
                <a:extLst>
                  <a:ext uri="{FF2B5EF4-FFF2-40B4-BE49-F238E27FC236}">
                    <a16:creationId xmlns:a16="http://schemas.microsoft.com/office/drawing/2014/main" id="{0B3FF025-4D62-9748-9D4E-BB6B8FD986A7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" name="Teardrop 73">
                <a:extLst>
                  <a:ext uri="{FF2B5EF4-FFF2-40B4-BE49-F238E27FC236}">
                    <a16:creationId xmlns:a16="http://schemas.microsoft.com/office/drawing/2014/main" id="{46A9DC15-C8E5-1346-B4A3-64D744C8A5CE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" name="Teardrop 74">
                <a:extLst>
                  <a:ext uri="{FF2B5EF4-FFF2-40B4-BE49-F238E27FC236}">
                    <a16:creationId xmlns:a16="http://schemas.microsoft.com/office/drawing/2014/main" id="{79E6F8F8-8A04-4B4F-8144-203BF051A0CE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" name="Teardrop 75">
                <a:extLst>
                  <a:ext uri="{FF2B5EF4-FFF2-40B4-BE49-F238E27FC236}">
                    <a16:creationId xmlns:a16="http://schemas.microsoft.com/office/drawing/2014/main" id="{46DF034A-C6AE-5646-9865-87CEC6367FDE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" name="Teardrop 76">
                <a:extLst>
                  <a:ext uri="{FF2B5EF4-FFF2-40B4-BE49-F238E27FC236}">
                    <a16:creationId xmlns:a16="http://schemas.microsoft.com/office/drawing/2014/main" id="{FA61DF8A-1F26-354B-92E7-C80524DFA154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" name="Teardrop 77">
                <a:extLst>
                  <a:ext uri="{FF2B5EF4-FFF2-40B4-BE49-F238E27FC236}">
                    <a16:creationId xmlns:a16="http://schemas.microsoft.com/office/drawing/2014/main" id="{440FD16E-3E6F-344D-BCB2-A6CA04F58FDC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" name="Teardrop 78">
                <a:extLst>
                  <a:ext uri="{FF2B5EF4-FFF2-40B4-BE49-F238E27FC236}">
                    <a16:creationId xmlns:a16="http://schemas.microsoft.com/office/drawing/2014/main" id="{D3023B59-24FF-C34C-8C34-FE34FA366959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" name="Teardrop 79">
                <a:extLst>
                  <a:ext uri="{FF2B5EF4-FFF2-40B4-BE49-F238E27FC236}">
                    <a16:creationId xmlns:a16="http://schemas.microsoft.com/office/drawing/2014/main" id="{5C45C65C-C118-D841-A75F-D5F4161233E2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" name="Teardrop 80">
                <a:extLst>
                  <a:ext uri="{FF2B5EF4-FFF2-40B4-BE49-F238E27FC236}">
                    <a16:creationId xmlns:a16="http://schemas.microsoft.com/office/drawing/2014/main" id="{FF47A493-CD9A-D248-A1DA-830673A83011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2" name="Teardrop 81">
                <a:extLst>
                  <a:ext uri="{FF2B5EF4-FFF2-40B4-BE49-F238E27FC236}">
                    <a16:creationId xmlns:a16="http://schemas.microsoft.com/office/drawing/2014/main" id="{80C161F9-AF14-FE4E-BEC1-65DDAD9F3631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" name="Teardrop 82">
                <a:extLst>
                  <a:ext uri="{FF2B5EF4-FFF2-40B4-BE49-F238E27FC236}">
                    <a16:creationId xmlns:a16="http://schemas.microsoft.com/office/drawing/2014/main" id="{8E640A09-9564-C948-9AF3-D2F48539C5EA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" name="Teardrop 83">
                <a:extLst>
                  <a:ext uri="{FF2B5EF4-FFF2-40B4-BE49-F238E27FC236}">
                    <a16:creationId xmlns:a16="http://schemas.microsoft.com/office/drawing/2014/main" id="{524154E2-1B78-7F4E-9A6C-35AB7776F916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" name="Teardrop 84">
                <a:extLst>
                  <a:ext uri="{FF2B5EF4-FFF2-40B4-BE49-F238E27FC236}">
                    <a16:creationId xmlns:a16="http://schemas.microsoft.com/office/drawing/2014/main" id="{07551B5C-636A-CB46-9A0A-870C1ACEA488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" name="Teardrop 85">
                <a:extLst>
                  <a:ext uri="{FF2B5EF4-FFF2-40B4-BE49-F238E27FC236}">
                    <a16:creationId xmlns:a16="http://schemas.microsoft.com/office/drawing/2014/main" id="{67B7E9A4-F92C-5148-BA99-29F0281C96AF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" name="Teardrop 86">
                <a:extLst>
                  <a:ext uri="{FF2B5EF4-FFF2-40B4-BE49-F238E27FC236}">
                    <a16:creationId xmlns:a16="http://schemas.microsoft.com/office/drawing/2014/main" id="{77968395-7400-E342-99AF-5F23793A50A2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" name="Teardrop 87">
                <a:extLst>
                  <a:ext uri="{FF2B5EF4-FFF2-40B4-BE49-F238E27FC236}">
                    <a16:creationId xmlns:a16="http://schemas.microsoft.com/office/drawing/2014/main" id="{B9B609FB-D570-1341-9B44-9815EC212BD3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149" name="Donut 148">
            <a:extLst>
              <a:ext uri="{FF2B5EF4-FFF2-40B4-BE49-F238E27FC236}">
                <a16:creationId xmlns:a16="http://schemas.microsoft.com/office/drawing/2014/main" id="{9A872219-916E-B640-AA92-340797AC0558}"/>
              </a:ext>
            </a:extLst>
          </p:cNvPr>
          <p:cNvSpPr/>
          <p:nvPr/>
        </p:nvSpPr>
        <p:spPr>
          <a:xfrm>
            <a:off x="84666" y="98747"/>
            <a:ext cx="8980683" cy="6680566"/>
          </a:xfrm>
          <a:prstGeom prst="donut">
            <a:avLst>
              <a:gd name="adj" fmla="val 2395"/>
            </a:avLst>
          </a:prstGeom>
          <a:solidFill>
            <a:schemeClr val="bg2">
              <a:alpha val="75000"/>
            </a:schemeClr>
          </a:solidFill>
          <a:ln>
            <a:solidFill>
              <a:schemeClr val="tx1">
                <a:alpha val="1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3A495C7A-027A-9348-8590-0BA0EBF7C020}"/>
              </a:ext>
            </a:extLst>
          </p:cNvPr>
          <p:cNvSpPr txBox="1"/>
          <p:nvPr/>
        </p:nvSpPr>
        <p:spPr>
          <a:xfrm>
            <a:off x="1858085" y="129403"/>
            <a:ext cx="6309740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Land Cover Heterogeneity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1E6B8363-7220-1F40-9A21-C599FAFC040B}"/>
              </a:ext>
            </a:extLst>
          </p:cNvPr>
          <p:cNvSpPr txBox="1"/>
          <p:nvPr/>
        </p:nvSpPr>
        <p:spPr>
          <a:xfrm>
            <a:off x="3480998" y="1241076"/>
            <a:ext cx="2313454" cy="646331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b="1" dirty="0">
                <a:solidFill>
                  <a:srgbClr val="4B3118"/>
                </a:solidFill>
                <a:latin typeface="Helvetica"/>
                <a:cs typeface="Helvetica"/>
              </a:rPr>
              <a:t>Grid Cell</a:t>
            </a:r>
          </a:p>
          <a:p>
            <a:pPr algn="ctr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Weather driving data</a:t>
            </a:r>
          </a:p>
        </p:txBody>
      </p:sp>
      <p:cxnSp>
        <p:nvCxnSpPr>
          <p:cNvPr id="152" name="Straight Arrow Connector 151">
            <a:extLst>
              <a:ext uri="{FF2B5EF4-FFF2-40B4-BE49-F238E27FC236}">
                <a16:creationId xmlns:a16="http://schemas.microsoft.com/office/drawing/2014/main" id="{00B4605F-50CD-A44D-8BA4-A233A36600F3}"/>
              </a:ext>
            </a:extLst>
          </p:cNvPr>
          <p:cNvCxnSpPr/>
          <p:nvPr/>
        </p:nvCxnSpPr>
        <p:spPr>
          <a:xfrm>
            <a:off x="4650015" y="1887407"/>
            <a:ext cx="0" cy="1815965"/>
          </a:xfrm>
          <a:prstGeom prst="straightConnector1">
            <a:avLst/>
          </a:prstGeom>
          <a:ln>
            <a:solidFill>
              <a:srgbClr val="A01300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3" name="TextBox 152">
            <a:extLst>
              <a:ext uri="{FF2B5EF4-FFF2-40B4-BE49-F238E27FC236}">
                <a16:creationId xmlns:a16="http://schemas.microsoft.com/office/drawing/2014/main" id="{C624CB3C-D785-9342-99AF-F762B9F1BBD1}"/>
              </a:ext>
            </a:extLst>
          </p:cNvPr>
          <p:cNvSpPr txBox="1"/>
          <p:nvPr/>
        </p:nvSpPr>
        <p:spPr>
          <a:xfrm>
            <a:off x="3008059" y="3917040"/>
            <a:ext cx="3283912" cy="369332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b="1" dirty="0">
                <a:solidFill>
                  <a:srgbClr val="4B3118"/>
                </a:solidFill>
                <a:latin typeface="Helvetica"/>
                <a:cs typeface="Helvetica"/>
              </a:rPr>
              <a:t> Plant Functional Type (PFT)</a:t>
            </a:r>
          </a:p>
        </p:txBody>
      </p:sp>
      <p:cxnSp>
        <p:nvCxnSpPr>
          <p:cNvPr id="154" name="Straight Arrow Connector 153">
            <a:extLst>
              <a:ext uri="{FF2B5EF4-FFF2-40B4-BE49-F238E27FC236}">
                <a16:creationId xmlns:a16="http://schemas.microsoft.com/office/drawing/2014/main" id="{C3003BE1-2913-294A-8E54-556556BD9035}"/>
              </a:ext>
            </a:extLst>
          </p:cNvPr>
          <p:cNvCxnSpPr/>
          <p:nvPr/>
        </p:nvCxnSpPr>
        <p:spPr>
          <a:xfrm>
            <a:off x="4650015" y="1887407"/>
            <a:ext cx="1948744" cy="998111"/>
          </a:xfrm>
          <a:prstGeom prst="straightConnector1">
            <a:avLst/>
          </a:prstGeom>
          <a:ln>
            <a:solidFill>
              <a:srgbClr val="A01300">
                <a:alpha val="40000"/>
              </a:srgbClr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5" name="Straight Arrow Connector 154">
            <a:extLst>
              <a:ext uri="{FF2B5EF4-FFF2-40B4-BE49-F238E27FC236}">
                <a16:creationId xmlns:a16="http://schemas.microsoft.com/office/drawing/2014/main" id="{9DCDCB11-29EC-A448-88A0-4861AD7BBFB5}"/>
              </a:ext>
            </a:extLst>
          </p:cNvPr>
          <p:cNvCxnSpPr/>
          <p:nvPr/>
        </p:nvCxnSpPr>
        <p:spPr>
          <a:xfrm flipH="1">
            <a:off x="2846615" y="1887407"/>
            <a:ext cx="1803400" cy="998111"/>
          </a:xfrm>
          <a:prstGeom prst="straightConnector1">
            <a:avLst/>
          </a:prstGeom>
          <a:ln>
            <a:solidFill>
              <a:srgbClr val="A01300">
                <a:alpha val="40000"/>
              </a:srgbClr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2B6D008E-EC12-7D44-A8AA-7C741088E6B1}"/>
              </a:ext>
            </a:extLst>
          </p:cNvPr>
          <p:cNvSpPr txBox="1"/>
          <p:nvPr/>
        </p:nvSpPr>
        <p:spPr>
          <a:xfrm>
            <a:off x="598487" y="2774040"/>
            <a:ext cx="522900" cy="307777"/>
          </a:xfrm>
          <a:prstGeom prst="rect">
            <a:avLst/>
          </a:prstGeom>
          <a:solidFill>
            <a:srgbClr val="FFFDF0">
              <a:alpha val="60000"/>
            </a:srgbClr>
          </a:solidFill>
          <a:ln w="25400">
            <a:solidFill>
              <a:srgbClr val="A01300">
                <a:alpha val="40000"/>
              </a:srgbClr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1400" b="1" dirty="0">
                <a:solidFill>
                  <a:srgbClr val="4B3118">
                    <a:alpha val="40000"/>
                  </a:srgbClr>
                </a:solidFill>
                <a:latin typeface="Helvetica"/>
                <a:cs typeface="Helvetica"/>
              </a:rPr>
              <a:t>PFT</a:t>
            </a: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4888D4DD-4503-0348-9FE2-579E95631957}"/>
              </a:ext>
            </a:extLst>
          </p:cNvPr>
          <p:cNvSpPr txBox="1"/>
          <p:nvPr/>
        </p:nvSpPr>
        <p:spPr>
          <a:xfrm>
            <a:off x="8104189" y="2790973"/>
            <a:ext cx="522900" cy="307777"/>
          </a:xfrm>
          <a:prstGeom prst="rect">
            <a:avLst/>
          </a:prstGeom>
          <a:solidFill>
            <a:srgbClr val="FFFDF0">
              <a:alpha val="60000"/>
            </a:srgbClr>
          </a:solidFill>
          <a:ln w="25400">
            <a:solidFill>
              <a:srgbClr val="A01300">
                <a:alpha val="40000"/>
              </a:srgbClr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1400" b="1" dirty="0">
                <a:solidFill>
                  <a:srgbClr val="4B3118">
                    <a:alpha val="40000"/>
                  </a:srgbClr>
                </a:solidFill>
                <a:latin typeface="Helvetica"/>
                <a:cs typeface="Helvetica"/>
              </a:rPr>
              <a:t>PFT</a:t>
            </a:r>
          </a:p>
        </p:txBody>
      </p:sp>
      <p:cxnSp>
        <p:nvCxnSpPr>
          <p:cNvPr id="158" name="Straight Arrow Connector 157">
            <a:extLst>
              <a:ext uri="{FF2B5EF4-FFF2-40B4-BE49-F238E27FC236}">
                <a16:creationId xmlns:a16="http://schemas.microsoft.com/office/drawing/2014/main" id="{69924BB4-02E6-F645-89ED-79D311255DAA}"/>
              </a:ext>
            </a:extLst>
          </p:cNvPr>
          <p:cNvCxnSpPr/>
          <p:nvPr/>
        </p:nvCxnSpPr>
        <p:spPr>
          <a:xfrm>
            <a:off x="4650015" y="1887407"/>
            <a:ext cx="3619500" cy="797733"/>
          </a:xfrm>
          <a:prstGeom prst="straightConnector1">
            <a:avLst/>
          </a:prstGeom>
          <a:ln>
            <a:solidFill>
              <a:srgbClr val="A01300">
                <a:alpha val="40000"/>
              </a:srgbClr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Straight Arrow Connector 158">
            <a:extLst>
              <a:ext uri="{FF2B5EF4-FFF2-40B4-BE49-F238E27FC236}">
                <a16:creationId xmlns:a16="http://schemas.microsoft.com/office/drawing/2014/main" id="{BA9C60BE-C61E-7D47-9CC6-E7CF0D8FFFF8}"/>
              </a:ext>
            </a:extLst>
          </p:cNvPr>
          <p:cNvCxnSpPr/>
          <p:nvPr/>
        </p:nvCxnSpPr>
        <p:spPr>
          <a:xfrm flipH="1">
            <a:off x="840015" y="1887407"/>
            <a:ext cx="3810000" cy="797733"/>
          </a:xfrm>
          <a:prstGeom prst="straightConnector1">
            <a:avLst/>
          </a:prstGeom>
          <a:ln>
            <a:solidFill>
              <a:srgbClr val="A01300">
                <a:alpha val="40000"/>
              </a:srgbClr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0" name="TextBox 159">
            <a:extLst>
              <a:ext uri="{FF2B5EF4-FFF2-40B4-BE49-F238E27FC236}">
                <a16:creationId xmlns:a16="http://schemas.microsoft.com/office/drawing/2014/main" id="{92E917D1-D0CF-BB4F-8150-2B72D2D13B9E}"/>
              </a:ext>
            </a:extLst>
          </p:cNvPr>
          <p:cNvSpPr txBox="1"/>
          <p:nvPr/>
        </p:nvSpPr>
        <p:spPr>
          <a:xfrm>
            <a:off x="2117221" y="3053207"/>
            <a:ext cx="552555" cy="461665"/>
          </a:xfrm>
          <a:prstGeom prst="rect">
            <a:avLst/>
          </a:prstGeom>
          <a:solidFill>
            <a:srgbClr val="FFFDF0">
              <a:alpha val="60000"/>
            </a:srgbClr>
          </a:solidFill>
          <a:ln w="25400">
            <a:solidFill>
              <a:srgbClr val="A01300">
                <a:alpha val="40000"/>
              </a:srgbClr>
            </a:solidFill>
          </a:ln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A01300">
                    <a:alpha val="40000"/>
                  </a:srgbClr>
                </a:solidFill>
              </a:rPr>
              <a:t>..…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065E7550-C35F-5F4B-8E05-6E807B7C9F4E}"/>
              </a:ext>
            </a:extLst>
          </p:cNvPr>
          <p:cNvSpPr txBox="1"/>
          <p:nvPr/>
        </p:nvSpPr>
        <p:spPr>
          <a:xfrm>
            <a:off x="6759091" y="3010874"/>
            <a:ext cx="552555" cy="461665"/>
          </a:xfrm>
          <a:prstGeom prst="rect">
            <a:avLst/>
          </a:prstGeom>
          <a:solidFill>
            <a:srgbClr val="FFFDF0">
              <a:alpha val="60000"/>
            </a:srgbClr>
          </a:solidFill>
          <a:ln w="25400">
            <a:solidFill>
              <a:srgbClr val="A01300">
                <a:alpha val="40000"/>
              </a:srgbClr>
            </a:solidFill>
          </a:ln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A01300">
                    <a:alpha val="40000"/>
                  </a:srgbClr>
                </a:solidFill>
              </a:rPr>
              <a:t>..…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26A7674B-A2A8-3F43-BDBD-CA5A2193F34B}"/>
              </a:ext>
            </a:extLst>
          </p:cNvPr>
          <p:cNvSpPr txBox="1"/>
          <p:nvPr/>
        </p:nvSpPr>
        <p:spPr>
          <a:xfrm>
            <a:off x="4440688" y="2073631"/>
            <a:ext cx="418654" cy="369332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4B3118"/>
                </a:solidFill>
              </a:rPr>
              <a:t>10</a:t>
            </a: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CB1FBF15-8041-7C4A-9B08-950910CA5E7B}"/>
              </a:ext>
            </a:extLst>
          </p:cNvPr>
          <p:cNvSpPr txBox="1"/>
          <p:nvPr/>
        </p:nvSpPr>
        <p:spPr>
          <a:xfrm>
            <a:off x="253653" y="4118721"/>
            <a:ext cx="1600118" cy="923330"/>
          </a:xfrm>
          <a:prstGeom prst="rect">
            <a:avLst/>
          </a:prstGeom>
          <a:solidFill>
            <a:srgbClr val="FFFDF1"/>
          </a:solidFill>
          <a:ln w="31750">
            <a:solidFill>
              <a:srgbClr val="9E160D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rgbClr val="4B3118"/>
                </a:solidFill>
              </a:rPr>
              <a:t>Up to 10 PFTs</a:t>
            </a:r>
          </a:p>
          <a:p>
            <a:pPr algn="ctr"/>
            <a:r>
              <a:rPr lang="en-US" dirty="0">
                <a:solidFill>
                  <a:srgbClr val="4B3118"/>
                </a:solidFill>
              </a:rPr>
              <a:t>(land unit tiles)</a:t>
            </a:r>
          </a:p>
          <a:p>
            <a:pPr algn="ctr"/>
            <a:r>
              <a:rPr lang="en-US" dirty="0">
                <a:solidFill>
                  <a:srgbClr val="4B3118"/>
                </a:solidFill>
              </a:rPr>
              <a:t>per grid cell</a:t>
            </a:r>
          </a:p>
        </p:txBody>
      </p:sp>
      <p:pic>
        <p:nvPicPr>
          <p:cNvPr id="164" name="Picture 163" descr="grass-clipart-9cRBx69ce.png">
            <a:extLst>
              <a:ext uri="{FF2B5EF4-FFF2-40B4-BE49-F238E27FC236}">
                <a16:creationId xmlns:a16="http://schemas.microsoft.com/office/drawing/2014/main" id="{4F314409-5639-CB42-9BEF-B24C98D19A4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8079" y="2918392"/>
            <a:ext cx="983715" cy="896820"/>
          </a:xfrm>
          <a:prstGeom prst="rect">
            <a:avLst/>
          </a:prstGeom>
        </p:spPr>
      </p:pic>
      <p:pic>
        <p:nvPicPr>
          <p:cNvPr id="165" name="Picture 164" descr="grass-clipart-9cRBx69ce.png">
            <a:extLst>
              <a:ext uri="{FF2B5EF4-FFF2-40B4-BE49-F238E27FC236}">
                <a16:creationId xmlns:a16="http://schemas.microsoft.com/office/drawing/2014/main" id="{8F403B8A-5BF9-9740-A571-1CC61A10B79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9224" y="3146664"/>
            <a:ext cx="754141" cy="687525"/>
          </a:xfrm>
          <a:prstGeom prst="rect">
            <a:avLst/>
          </a:prstGeom>
        </p:spPr>
      </p:pic>
      <p:pic>
        <p:nvPicPr>
          <p:cNvPr id="166" name="Picture 165" descr="grass-clipart-9cRBx69ce.png">
            <a:extLst>
              <a:ext uri="{FF2B5EF4-FFF2-40B4-BE49-F238E27FC236}">
                <a16:creationId xmlns:a16="http://schemas.microsoft.com/office/drawing/2014/main" id="{899AAE52-D425-6142-846F-72B148BFBFE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0661" y="3481872"/>
            <a:ext cx="386455" cy="352318"/>
          </a:xfrm>
          <a:prstGeom prst="rect">
            <a:avLst/>
          </a:prstGeom>
        </p:spPr>
      </p:pic>
      <p:pic>
        <p:nvPicPr>
          <p:cNvPr id="167" name="Picture 166" descr="grass-clipart-9cRBx69ce.png">
            <a:extLst>
              <a:ext uri="{FF2B5EF4-FFF2-40B4-BE49-F238E27FC236}">
                <a16:creationId xmlns:a16="http://schemas.microsoft.com/office/drawing/2014/main" id="{1399AF3D-01BA-9643-AE2F-F0EA27B870F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3738" y="3116108"/>
            <a:ext cx="754141" cy="687525"/>
          </a:xfrm>
          <a:prstGeom prst="rect">
            <a:avLst/>
          </a:prstGeom>
        </p:spPr>
      </p:pic>
      <p:pic>
        <p:nvPicPr>
          <p:cNvPr id="168" name="Picture 167">
            <a:extLst>
              <a:ext uri="{FF2B5EF4-FFF2-40B4-BE49-F238E27FC236}">
                <a16:creationId xmlns:a16="http://schemas.microsoft.com/office/drawing/2014/main" id="{B0E582A7-8248-8248-A6A4-7912F27CE85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flipH="1">
            <a:off x="7678029" y="3108572"/>
            <a:ext cx="442567" cy="1098917"/>
          </a:xfrm>
          <a:prstGeom prst="rect">
            <a:avLst/>
          </a:prstGeom>
        </p:spPr>
      </p:pic>
      <p:pic>
        <p:nvPicPr>
          <p:cNvPr id="169" name="Picture 168">
            <a:extLst>
              <a:ext uri="{FF2B5EF4-FFF2-40B4-BE49-F238E27FC236}">
                <a16:creationId xmlns:a16="http://schemas.microsoft.com/office/drawing/2014/main" id="{FD82E215-45A3-1E41-AC88-558738194D6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flipH="1">
            <a:off x="7930847" y="3111585"/>
            <a:ext cx="442567" cy="1098917"/>
          </a:xfrm>
          <a:prstGeom prst="rect">
            <a:avLst/>
          </a:prstGeom>
        </p:spPr>
      </p:pic>
      <p:pic>
        <p:nvPicPr>
          <p:cNvPr id="170" name="Picture 169">
            <a:extLst>
              <a:ext uri="{FF2B5EF4-FFF2-40B4-BE49-F238E27FC236}">
                <a16:creationId xmlns:a16="http://schemas.microsoft.com/office/drawing/2014/main" id="{FFD0F3A2-DAED-C34A-A73D-A241C23C4DE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flipH="1">
            <a:off x="8170063" y="3104216"/>
            <a:ext cx="442567" cy="1098917"/>
          </a:xfrm>
          <a:prstGeom prst="rect">
            <a:avLst/>
          </a:prstGeom>
        </p:spPr>
      </p:pic>
      <p:pic>
        <p:nvPicPr>
          <p:cNvPr id="171" name="Picture 170">
            <a:extLst>
              <a:ext uri="{FF2B5EF4-FFF2-40B4-BE49-F238E27FC236}">
                <a16:creationId xmlns:a16="http://schemas.microsoft.com/office/drawing/2014/main" id="{FD43B342-70C1-4242-86C8-2DF43020BBB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flipH="1">
            <a:off x="8405197" y="3104216"/>
            <a:ext cx="442567" cy="1098917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2039199" y="4727928"/>
            <a:ext cx="5330042" cy="2031325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b="1" dirty="0">
                <a:solidFill>
                  <a:srgbClr val="4B3118"/>
                </a:solidFill>
                <a:latin typeface="Helvetica"/>
                <a:cs typeface="Helvetica"/>
              </a:rPr>
              <a:t>Land Unit (LU) / Plant Functional Type (PFT)</a:t>
            </a:r>
          </a:p>
          <a:p>
            <a:pPr algn="ctr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Canopy Air Space</a:t>
            </a:r>
          </a:p>
          <a:p>
            <a:pPr algn="ctr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Dead Carbon Pools and Heterotrophic Respiration</a:t>
            </a:r>
          </a:p>
          <a:p>
            <a:pPr algn="ctr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Live Carbon Pools</a:t>
            </a:r>
          </a:p>
          <a:p>
            <a:pPr algn="ctr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Phenology</a:t>
            </a:r>
          </a:p>
          <a:p>
            <a:pPr algn="ctr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Photosynthesis, Autotrophic Respiration, Litterfall</a:t>
            </a:r>
          </a:p>
          <a:p>
            <a:pPr algn="ctr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Soil Column</a:t>
            </a:r>
          </a:p>
        </p:txBody>
      </p:sp>
    </p:spTree>
    <p:extLst>
      <p:ext uri="{BB962C8B-B14F-4D97-AF65-F5344CB8AC3E}">
        <p14:creationId xmlns:p14="http://schemas.microsoft.com/office/powerpoint/2010/main" val="191635197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1E612C29-E8A1-7F40-8013-0636FEF07C65}"/>
              </a:ext>
            </a:extLst>
          </p:cNvPr>
          <p:cNvGrpSpPr/>
          <p:nvPr/>
        </p:nvGrpSpPr>
        <p:grpSpPr>
          <a:xfrm>
            <a:off x="-26292" y="47068"/>
            <a:ext cx="2728913" cy="1762102"/>
            <a:chOff x="-66158" y="-26695"/>
            <a:chExt cx="2728913" cy="1762102"/>
          </a:xfrm>
        </p:grpSpPr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C73390E4-7726-1D4C-808C-02EE972E925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04C56C7B-F697-BD4D-B899-4A95826F392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122174" y="-26695"/>
              <a:ext cx="2540581" cy="1413104"/>
            </a:xfrm>
            <a:prstGeom prst="rect">
              <a:avLst/>
            </a:prstGeom>
          </p:spPr>
        </p:pic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5987CFA9-DE1D-8A4E-99E3-A6383BA495A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51831" y="165870"/>
              <a:ext cx="993606" cy="1020488"/>
              <a:chOff x="1393880" y="1143248"/>
              <a:chExt cx="1298448" cy="1298448"/>
            </a:xfrm>
            <a:solidFill>
              <a:srgbClr val="FFF400"/>
            </a:solidFill>
          </p:grpSpPr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7E9AECF5-6330-5D48-AA84-C38D2EF65CBC}"/>
                  </a:ext>
                </a:extLst>
              </p:cNvPr>
              <p:cNvSpPr/>
              <p:nvPr/>
            </p:nvSpPr>
            <p:spPr>
              <a:xfrm>
                <a:off x="1620283" y="1370783"/>
                <a:ext cx="845643" cy="845643"/>
              </a:xfrm>
              <a:prstGeom prst="ellipse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0" name="Group 9">
                <a:extLst>
                  <a:ext uri="{FF2B5EF4-FFF2-40B4-BE49-F238E27FC236}">
                    <a16:creationId xmlns:a16="http://schemas.microsoft.com/office/drawing/2014/main" id="{095B96F4-CD10-9D4E-A44F-1B843890FCBA}"/>
                  </a:ext>
                </a:extLst>
              </p:cNvPr>
              <p:cNvGrpSpPr/>
              <p:nvPr/>
            </p:nvGrpSpPr>
            <p:grpSpPr>
              <a:xfrm>
                <a:off x="1394682" y="1284460"/>
                <a:ext cx="1296846" cy="1034301"/>
                <a:chOff x="1394682" y="1284460"/>
                <a:chExt cx="1296846" cy="1034301"/>
              </a:xfrm>
              <a:grpFill/>
            </p:grpSpPr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98592FDF-0AC0-6643-BEDE-3CEF6BA774C9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F80E74AF-3024-2A4C-A8A9-042D73A4C3DB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5F88E9E2-EB2F-D24D-80C8-3B81D4B1C5EC}"/>
                  </a:ext>
                </a:extLst>
              </p:cNvPr>
              <p:cNvGrpSpPr/>
              <p:nvPr/>
            </p:nvGrpSpPr>
            <p:grpSpPr>
              <a:xfrm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617B05D8-549C-BF4F-9FB5-35125FD4B05A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9AF22DD0-F6E0-B249-979C-BE8C50FF00F1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" name="Group 11">
                <a:extLst>
                  <a:ext uri="{FF2B5EF4-FFF2-40B4-BE49-F238E27FC236}">
                    <a16:creationId xmlns:a16="http://schemas.microsoft.com/office/drawing/2014/main" id="{AE4CFCA1-056D-1F4D-BA7A-8C3C32961B3C}"/>
                  </a:ext>
                </a:extLst>
              </p:cNvPr>
              <p:cNvGrpSpPr/>
              <p:nvPr/>
            </p:nvGrpSpPr>
            <p:grpSpPr>
              <a:xfrm rot="18926824"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2B9B534C-D925-FB48-AC3A-ED8BB9956BD3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7F0B9BE7-46B6-5341-9C47-32CD23EC0247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FE66EE00-9257-C745-816B-FE3DCA8AD24F}"/>
                  </a:ext>
                </a:extLst>
              </p:cNvPr>
              <p:cNvGrpSpPr/>
              <p:nvPr/>
            </p:nvGrpSpPr>
            <p:grpSpPr>
              <a:xfrm rot="2728193" flipH="1">
                <a:off x="1393881" y="1275836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0F1BE126-B30B-3F4F-B983-D75B9644BE49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5E999298-8D37-E14B-BBDF-2F3D3683F07A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CA75EE73-AD25-8548-BA5F-127D9ED8EE0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018DFA94-34E3-FC43-84B7-06298F6E02D7}"/>
              </a:ext>
            </a:extLst>
          </p:cNvPr>
          <p:cNvCxnSpPr>
            <a:cxnSpLocks/>
          </p:cNvCxnSpPr>
          <p:nvPr/>
        </p:nvCxnSpPr>
        <p:spPr>
          <a:xfrm>
            <a:off x="1985278" y="5538350"/>
            <a:ext cx="5596696" cy="0"/>
          </a:xfrm>
          <a:prstGeom prst="line">
            <a:avLst/>
          </a:prstGeom>
          <a:noFill/>
          <a:ln w="22225" cap="flat" cmpd="sng" algn="ctr">
            <a:solidFill>
              <a:srgbClr val="92D050"/>
            </a:solidFill>
            <a:prstDash val="solid"/>
            <a:miter lim="800000"/>
          </a:ln>
          <a:effectLst>
            <a:outerShdw blurRad="50800" dist="25400" dir="5400000" algn="ctr" rotWithShape="0">
              <a:srgbClr val="000000">
                <a:alpha val="73000"/>
              </a:srgbClr>
            </a:outerShdw>
          </a:effectLst>
        </p:spPr>
      </p:cxnSp>
      <p:sp>
        <p:nvSpPr>
          <p:cNvPr id="23" name="Freeform 22">
            <a:extLst>
              <a:ext uri="{FF2B5EF4-FFF2-40B4-BE49-F238E27FC236}">
                <a16:creationId xmlns:a16="http://schemas.microsoft.com/office/drawing/2014/main" id="{7D83D6A5-5ADB-AB4F-BAB2-D8C7F00CD00F}"/>
              </a:ext>
            </a:extLst>
          </p:cNvPr>
          <p:cNvSpPr>
            <a:spLocks/>
          </p:cNvSpPr>
          <p:nvPr/>
        </p:nvSpPr>
        <p:spPr>
          <a:xfrm>
            <a:off x="2157563" y="5571872"/>
            <a:ext cx="5102083" cy="1230630"/>
          </a:xfrm>
          <a:custGeom>
            <a:avLst/>
            <a:gdLst>
              <a:gd name="connsiteX0" fmla="*/ 1573619 w 3622158"/>
              <a:gd name="connsiteY0" fmla="*/ 0 h 1509823"/>
              <a:gd name="connsiteX1" fmla="*/ 1453116 w 3622158"/>
              <a:gd name="connsiteY1" fmla="*/ 262270 h 1509823"/>
              <a:gd name="connsiteX2" fmla="*/ 1020726 w 3622158"/>
              <a:gd name="connsiteY2" fmla="*/ 311888 h 1509823"/>
              <a:gd name="connsiteX3" fmla="*/ 595423 w 3622158"/>
              <a:gd name="connsiteY3" fmla="*/ 248093 h 1509823"/>
              <a:gd name="connsiteX4" fmla="*/ 326065 w 3622158"/>
              <a:gd name="connsiteY4" fmla="*/ 120502 h 1509823"/>
              <a:gd name="connsiteX5" fmla="*/ 567070 w 3622158"/>
              <a:gd name="connsiteY5" fmla="*/ 297711 h 1509823"/>
              <a:gd name="connsiteX6" fmla="*/ 233916 w 3622158"/>
              <a:gd name="connsiteY6" fmla="*/ 432391 h 1509823"/>
              <a:gd name="connsiteX7" fmla="*/ 609600 w 3622158"/>
              <a:gd name="connsiteY7" fmla="*/ 340242 h 1509823"/>
              <a:gd name="connsiteX8" fmla="*/ 1020726 w 3622158"/>
              <a:gd name="connsiteY8" fmla="*/ 354418 h 1509823"/>
              <a:gd name="connsiteX9" fmla="*/ 786809 w 3622158"/>
              <a:gd name="connsiteY9" fmla="*/ 531628 h 1509823"/>
              <a:gd name="connsiteX10" fmla="*/ 1070344 w 3622158"/>
              <a:gd name="connsiteY10" fmla="*/ 382772 h 1509823"/>
              <a:gd name="connsiteX11" fmla="*/ 1502735 w 3622158"/>
              <a:gd name="connsiteY11" fmla="*/ 318977 h 1509823"/>
              <a:gd name="connsiteX12" fmla="*/ 1672856 w 3622158"/>
              <a:gd name="connsiteY12" fmla="*/ 14177 h 1509823"/>
              <a:gd name="connsiteX13" fmla="*/ 1616149 w 3622158"/>
              <a:gd name="connsiteY13" fmla="*/ 453656 h 1509823"/>
              <a:gd name="connsiteX14" fmla="*/ 1254642 w 3622158"/>
              <a:gd name="connsiteY14" fmla="*/ 708837 h 1509823"/>
              <a:gd name="connsiteX15" fmla="*/ 829340 w 3622158"/>
              <a:gd name="connsiteY15" fmla="*/ 808074 h 1509823"/>
              <a:gd name="connsiteX16" fmla="*/ 496186 w 3622158"/>
              <a:gd name="connsiteY16" fmla="*/ 659218 h 1509823"/>
              <a:gd name="connsiteX17" fmla="*/ 800986 w 3622158"/>
              <a:gd name="connsiteY17" fmla="*/ 871870 h 1509823"/>
              <a:gd name="connsiteX18" fmla="*/ 446568 w 3622158"/>
              <a:gd name="connsiteY18" fmla="*/ 907311 h 1509823"/>
              <a:gd name="connsiteX19" fmla="*/ 836428 w 3622158"/>
              <a:gd name="connsiteY19" fmla="*/ 935665 h 1509823"/>
              <a:gd name="connsiteX20" fmla="*/ 1119963 w 3622158"/>
              <a:gd name="connsiteY20" fmla="*/ 864781 h 1509823"/>
              <a:gd name="connsiteX21" fmla="*/ 730102 w 3622158"/>
              <a:gd name="connsiteY21" fmla="*/ 1148316 h 1509823"/>
              <a:gd name="connsiteX22" fmla="*/ 375684 w 3622158"/>
              <a:gd name="connsiteY22" fmla="*/ 1233377 h 1509823"/>
              <a:gd name="connsiteX23" fmla="*/ 106326 w 3622158"/>
              <a:gd name="connsiteY23" fmla="*/ 1020725 h 1509823"/>
              <a:gd name="connsiteX24" fmla="*/ 382772 w 3622158"/>
              <a:gd name="connsiteY24" fmla="*/ 1297172 h 1509823"/>
              <a:gd name="connsiteX25" fmla="*/ 0 w 3622158"/>
              <a:gd name="connsiteY25" fmla="*/ 1268818 h 1509823"/>
              <a:gd name="connsiteX26" fmla="*/ 389861 w 3622158"/>
              <a:gd name="connsiteY26" fmla="*/ 1353879 h 1509823"/>
              <a:gd name="connsiteX27" fmla="*/ 7088 w 3622158"/>
              <a:gd name="connsiteY27" fmla="*/ 1474381 h 1509823"/>
              <a:gd name="connsiteX28" fmla="*/ 418214 w 3622158"/>
              <a:gd name="connsiteY28" fmla="*/ 1396409 h 1509823"/>
              <a:gd name="connsiteX29" fmla="*/ 779721 w 3622158"/>
              <a:gd name="connsiteY29" fmla="*/ 1261730 h 1509823"/>
              <a:gd name="connsiteX30" fmla="*/ 1020726 w 3622158"/>
              <a:gd name="connsiteY30" fmla="*/ 1041991 h 1509823"/>
              <a:gd name="connsiteX31" fmla="*/ 964019 w 3622158"/>
              <a:gd name="connsiteY31" fmla="*/ 1431851 h 1509823"/>
              <a:gd name="connsiteX32" fmla="*/ 1077433 w 3622158"/>
              <a:gd name="connsiteY32" fmla="*/ 1034902 h 1509823"/>
              <a:gd name="connsiteX33" fmla="*/ 1297172 w 3622158"/>
              <a:gd name="connsiteY33" fmla="*/ 779721 h 1509823"/>
              <a:gd name="connsiteX34" fmla="*/ 1630326 w 3622158"/>
              <a:gd name="connsiteY34" fmla="*/ 545804 h 1509823"/>
              <a:gd name="connsiteX35" fmla="*/ 1566530 w 3622158"/>
              <a:gd name="connsiteY35" fmla="*/ 914400 h 1509823"/>
              <a:gd name="connsiteX36" fmla="*/ 1389321 w 3622158"/>
              <a:gd name="connsiteY36" fmla="*/ 1119963 h 1509823"/>
              <a:gd name="connsiteX37" fmla="*/ 1609061 w 3622158"/>
              <a:gd name="connsiteY37" fmla="*/ 949842 h 1509823"/>
              <a:gd name="connsiteX38" fmla="*/ 1538177 w 3622158"/>
              <a:gd name="connsiteY38" fmla="*/ 1304260 h 1509823"/>
              <a:gd name="connsiteX39" fmla="*/ 1304261 w 3622158"/>
              <a:gd name="connsiteY39" fmla="*/ 1375144 h 1509823"/>
              <a:gd name="connsiteX40" fmla="*/ 1552354 w 3622158"/>
              <a:gd name="connsiteY40" fmla="*/ 1346791 h 1509823"/>
              <a:gd name="connsiteX41" fmla="*/ 1545265 w 3622158"/>
              <a:gd name="connsiteY41" fmla="*/ 1509823 h 1509823"/>
              <a:gd name="connsiteX42" fmla="*/ 1601972 w 3622158"/>
              <a:gd name="connsiteY42" fmla="*/ 1339702 h 1509823"/>
              <a:gd name="connsiteX43" fmla="*/ 1772093 w 3622158"/>
              <a:gd name="connsiteY43" fmla="*/ 1453116 h 1509823"/>
              <a:gd name="connsiteX44" fmla="*/ 1601972 w 3622158"/>
              <a:gd name="connsiteY44" fmla="*/ 1282995 h 1509823"/>
              <a:gd name="connsiteX45" fmla="*/ 1679944 w 3622158"/>
              <a:gd name="connsiteY45" fmla="*/ 935665 h 1509823"/>
              <a:gd name="connsiteX46" fmla="*/ 1793358 w 3622158"/>
              <a:gd name="connsiteY46" fmla="*/ 1190846 h 1509823"/>
              <a:gd name="connsiteX47" fmla="*/ 1701209 w 3622158"/>
              <a:gd name="connsiteY47" fmla="*/ 850604 h 1509823"/>
              <a:gd name="connsiteX48" fmla="*/ 1757916 w 3622158"/>
              <a:gd name="connsiteY48" fmla="*/ 538716 h 1509823"/>
              <a:gd name="connsiteX49" fmla="*/ 2083982 w 3622158"/>
              <a:gd name="connsiteY49" fmla="*/ 1006549 h 1509823"/>
              <a:gd name="connsiteX50" fmla="*/ 2587256 w 3622158"/>
              <a:gd name="connsiteY50" fmla="*/ 1375144 h 1509823"/>
              <a:gd name="connsiteX51" fmla="*/ 2948763 w 3622158"/>
              <a:gd name="connsiteY51" fmla="*/ 1332614 h 1509823"/>
              <a:gd name="connsiteX52" fmla="*/ 2601433 w 3622158"/>
              <a:gd name="connsiteY52" fmla="*/ 1325525 h 1509823"/>
              <a:gd name="connsiteX53" fmla="*/ 2948763 w 3622158"/>
              <a:gd name="connsiteY53" fmla="*/ 1261730 h 1509823"/>
              <a:gd name="connsiteX54" fmla="*/ 2580168 w 3622158"/>
              <a:gd name="connsiteY54" fmla="*/ 1240465 h 1509823"/>
              <a:gd name="connsiteX55" fmla="*/ 2190307 w 3622158"/>
              <a:gd name="connsiteY55" fmla="*/ 921488 h 1509823"/>
              <a:gd name="connsiteX56" fmla="*/ 1835888 w 3622158"/>
              <a:gd name="connsiteY56" fmla="*/ 496186 h 1509823"/>
              <a:gd name="connsiteX57" fmla="*/ 2558902 w 3622158"/>
              <a:gd name="connsiteY57" fmla="*/ 914400 h 1509823"/>
              <a:gd name="connsiteX58" fmla="*/ 3274828 w 3622158"/>
              <a:gd name="connsiteY58" fmla="*/ 1027814 h 1509823"/>
              <a:gd name="connsiteX59" fmla="*/ 3622158 w 3622158"/>
              <a:gd name="connsiteY59" fmla="*/ 1261730 h 1509823"/>
              <a:gd name="connsiteX60" fmla="*/ 3310270 w 3622158"/>
              <a:gd name="connsiteY60" fmla="*/ 999460 h 1509823"/>
              <a:gd name="connsiteX61" fmla="*/ 3586716 w 3622158"/>
              <a:gd name="connsiteY61" fmla="*/ 893135 h 1509823"/>
              <a:gd name="connsiteX62" fmla="*/ 3246475 w 3622158"/>
              <a:gd name="connsiteY62" fmla="*/ 942753 h 1509823"/>
              <a:gd name="connsiteX63" fmla="*/ 2544726 w 3622158"/>
              <a:gd name="connsiteY63" fmla="*/ 829339 h 1509823"/>
              <a:gd name="connsiteX64" fmla="*/ 1842977 w 3622158"/>
              <a:gd name="connsiteY64" fmla="*/ 404037 h 1509823"/>
              <a:gd name="connsiteX65" fmla="*/ 1963479 w 3622158"/>
              <a:gd name="connsiteY65" fmla="*/ 198474 h 1509823"/>
              <a:gd name="connsiteX66" fmla="*/ 2587256 w 3622158"/>
              <a:gd name="connsiteY66" fmla="*/ 425302 h 1509823"/>
              <a:gd name="connsiteX67" fmla="*/ 3196856 w 3622158"/>
              <a:gd name="connsiteY67" fmla="*/ 446567 h 1509823"/>
              <a:gd name="connsiteX68" fmla="*/ 3579628 w 3622158"/>
              <a:gd name="connsiteY68" fmla="*/ 595423 h 1509823"/>
              <a:gd name="connsiteX69" fmla="*/ 3225209 w 3622158"/>
              <a:gd name="connsiteY69" fmla="*/ 432391 h 1509823"/>
              <a:gd name="connsiteX70" fmla="*/ 3600893 w 3622158"/>
              <a:gd name="connsiteY70" fmla="*/ 489097 h 1509823"/>
              <a:gd name="connsiteX71" fmla="*/ 3189768 w 3622158"/>
              <a:gd name="connsiteY71" fmla="*/ 368595 h 1509823"/>
              <a:gd name="connsiteX72" fmla="*/ 2580168 w 3622158"/>
              <a:gd name="connsiteY72" fmla="*/ 340242 h 1509823"/>
              <a:gd name="connsiteX73" fmla="*/ 1977656 w 3622158"/>
              <a:gd name="connsiteY73" fmla="*/ 63795 h 1509823"/>
              <a:gd name="connsiteX74" fmla="*/ 2013098 w 3622158"/>
              <a:gd name="connsiteY74" fmla="*/ 0 h 1509823"/>
              <a:gd name="connsiteX75" fmla="*/ 2013098 w 3622158"/>
              <a:gd name="connsiteY75" fmla="*/ 0 h 1509823"/>
              <a:gd name="connsiteX76" fmla="*/ 1573619 w 3622158"/>
              <a:gd name="connsiteY76" fmla="*/ 0 h 1509823"/>
              <a:gd name="connsiteX0" fmla="*/ 1573619 w 3622158"/>
              <a:gd name="connsiteY0" fmla="*/ 0 h 1573618"/>
              <a:gd name="connsiteX1" fmla="*/ 1453116 w 3622158"/>
              <a:gd name="connsiteY1" fmla="*/ 262270 h 1573618"/>
              <a:gd name="connsiteX2" fmla="*/ 1020726 w 3622158"/>
              <a:gd name="connsiteY2" fmla="*/ 311888 h 1573618"/>
              <a:gd name="connsiteX3" fmla="*/ 595423 w 3622158"/>
              <a:gd name="connsiteY3" fmla="*/ 248093 h 1573618"/>
              <a:gd name="connsiteX4" fmla="*/ 326065 w 3622158"/>
              <a:gd name="connsiteY4" fmla="*/ 120502 h 1573618"/>
              <a:gd name="connsiteX5" fmla="*/ 567070 w 3622158"/>
              <a:gd name="connsiteY5" fmla="*/ 297711 h 1573618"/>
              <a:gd name="connsiteX6" fmla="*/ 233916 w 3622158"/>
              <a:gd name="connsiteY6" fmla="*/ 432391 h 1573618"/>
              <a:gd name="connsiteX7" fmla="*/ 609600 w 3622158"/>
              <a:gd name="connsiteY7" fmla="*/ 340242 h 1573618"/>
              <a:gd name="connsiteX8" fmla="*/ 1020726 w 3622158"/>
              <a:gd name="connsiteY8" fmla="*/ 354418 h 1573618"/>
              <a:gd name="connsiteX9" fmla="*/ 786809 w 3622158"/>
              <a:gd name="connsiteY9" fmla="*/ 531628 h 1573618"/>
              <a:gd name="connsiteX10" fmla="*/ 1070344 w 3622158"/>
              <a:gd name="connsiteY10" fmla="*/ 382772 h 1573618"/>
              <a:gd name="connsiteX11" fmla="*/ 1502735 w 3622158"/>
              <a:gd name="connsiteY11" fmla="*/ 318977 h 1573618"/>
              <a:gd name="connsiteX12" fmla="*/ 1672856 w 3622158"/>
              <a:gd name="connsiteY12" fmla="*/ 14177 h 1573618"/>
              <a:gd name="connsiteX13" fmla="*/ 1616149 w 3622158"/>
              <a:gd name="connsiteY13" fmla="*/ 453656 h 1573618"/>
              <a:gd name="connsiteX14" fmla="*/ 1254642 w 3622158"/>
              <a:gd name="connsiteY14" fmla="*/ 708837 h 1573618"/>
              <a:gd name="connsiteX15" fmla="*/ 829340 w 3622158"/>
              <a:gd name="connsiteY15" fmla="*/ 808074 h 1573618"/>
              <a:gd name="connsiteX16" fmla="*/ 496186 w 3622158"/>
              <a:gd name="connsiteY16" fmla="*/ 659218 h 1573618"/>
              <a:gd name="connsiteX17" fmla="*/ 800986 w 3622158"/>
              <a:gd name="connsiteY17" fmla="*/ 871870 h 1573618"/>
              <a:gd name="connsiteX18" fmla="*/ 446568 w 3622158"/>
              <a:gd name="connsiteY18" fmla="*/ 907311 h 1573618"/>
              <a:gd name="connsiteX19" fmla="*/ 836428 w 3622158"/>
              <a:gd name="connsiteY19" fmla="*/ 935665 h 1573618"/>
              <a:gd name="connsiteX20" fmla="*/ 1119963 w 3622158"/>
              <a:gd name="connsiteY20" fmla="*/ 864781 h 1573618"/>
              <a:gd name="connsiteX21" fmla="*/ 730102 w 3622158"/>
              <a:gd name="connsiteY21" fmla="*/ 1148316 h 1573618"/>
              <a:gd name="connsiteX22" fmla="*/ 375684 w 3622158"/>
              <a:gd name="connsiteY22" fmla="*/ 1233377 h 1573618"/>
              <a:gd name="connsiteX23" fmla="*/ 106326 w 3622158"/>
              <a:gd name="connsiteY23" fmla="*/ 1020725 h 1573618"/>
              <a:gd name="connsiteX24" fmla="*/ 382772 w 3622158"/>
              <a:gd name="connsiteY24" fmla="*/ 1297172 h 1573618"/>
              <a:gd name="connsiteX25" fmla="*/ 0 w 3622158"/>
              <a:gd name="connsiteY25" fmla="*/ 1268818 h 1573618"/>
              <a:gd name="connsiteX26" fmla="*/ 389861 w 3622158"/>
              <a:gd name="connsiteY26" fmla="*/ 1353879 h 1573618"/>
              <a:gd name="connsiteX27" fmla="*/ 70883 w 3622158"/>
              <a:gd name="connsiteY27" fmla="*/ 1573618 h 1573618"/>
              <a:gd name="connsiteX28" fmla="*/ 418214 w 3622158"/>
              <a:gd name="connsiteY28" fmla="*/ 1396409 h 1573618"/>
              <a:gd name="connsiteX29" fmla="*/ 779721 w 3622158"/>
              <a:gd name="connsiteY29" fmla="*/ 1261730 h 1573618"/>
              <a:gd name="connsiteX30" fmla="*/ 1020726 w 3622158"/>
              <a:gd name="connsiteY30" fmla="*/ 1041991 h 1573618"/>
              <a:gd name="connsiteX31" fmla="*/ 964019 w 3622158"/>
              <a:gd name="connsiteY31" fmla="*/ 1431851 h 1573618"/>
              <a:gd name="connsiteX32" fmla="*/ 1077433 w 3622158"/>
              <a:gd name="connsiteY32" fmla="*/ 1034902 h 1573618"/>
              <a:gd name="connsiteX33" fmla="*/ 1297172 w 3622158"/>
              <a:gd name="connsiteY33" fmla="*/ 779721 h 1573618"/>
              <a:gd name="connsiteX34" fmla="*/ 1630326 w 3622158"/>
              <a:gd name="connsiteY34" fmla="*/ 545804 h 1573618"/>
              <a:gd name="connsiteX35" fmla="*/ 1566530 w 3622158"/>
              <a:gd name="connsiteY35" fmla="*/ 914400 h 1573618"/>
              <a:gd name="connsiteX36" fmla="*/ 1389321 w 3622158"/>
              <a:gd name="connsiteY36" fmla="*/ 1119963 h 1573618"/>
              <a:gd name="connsiteX37" fmla="*/ 1609061 w 3622158"/>
              <a:gd name="connsiteY37" fmla="*/ 949842 h 1573618"/>
              <a:gd name="connsiteX38" fmla="*/ 1538177 w 3622158"/>
              <a:gd name="connsiteY38" fmla="*/ 1304260 h 1573618"/>
              <a:gd name="connsiteX39" fmla="*/ 1304261 w 3622158"/>
              <a:gd name="connsiteY39" fmla="*/ 1375144 h 1573618"/>
              <a:gd name="connsiteX40" fmla="*/ 1552354 w 3622158"/>
              <a:gd name="connsiteY40" fmla="*/ 1346791 h 1573618"/>
              <a:gd name="connsiteX41" fmla="*/ 1545265 w 3622158"/>
              <a:gd name="connsiteY41" fmla="*/ 1509823 h 1573618"/>
              <a:gd name="connsiteX42" fmla="*/ 1601972 w 3622158"/>
              <a:gd name="connsiteY42" fmla="*/ 1339702 h 1573618"/>
              <a:gd name="connsiteX43" fmla="*/ 1772093 w 3622158"/>
              <a:gd name="connsiteY43" fmla="*/ 1453116 h 1573618"/>
              <a:gd name="connsiteX44" fmla="*/ 1601972 w 3622158"/>
              <a:gd name="connsiteY44" fmla="*/ 1282995 h 1573618"/>
              <a:gd name="connsiteX45" fmla="*/ 1679944 w 3622158"/>
              <a:gd name="connsiteY45" fmla="*/ 935665 h 1573618"/>
              <a:gd name="connsiteX46" fmla="*/ 1793358 w 3622158"/>
              <a:gd name="connsiteY46" fmla="*/ 1190846 h 1573618"/>
              <a:gd name="connsiteX47" fmla="*/ 1701209 w 3622158"/>
              <a:gd name="connsiteY47" fmla="*/ 850604 h 1573618"/>
              <a:gd name="connsiteX48" fmla="*/ 1757916 w 3622158"/>
              <a:gd name="connsiteY48" fmla="*/ 538716 h 1573618"/>
              <a:gd name="connsiteX49" fmla="*/ 2083982 w 3622158"/>
              <a:gd name="connsiteY49" fmla="*/ 1006549 h 1573618"/>
              <a:gd name="connsiteX50" fmla="*/ 2587256 w 3622158"/>
              <a:gd name="connsiteY50" fmla="*/ 1375144 h 1573618"/>
              <a:gd name="connsiteX51" fmla="*/ 2948763 w 3622158"/>
              <a:gd name="connsiteY51" fmla="*/ 1332614 h 1573618"/>
              <a:gd name="connsiteX52" fmla="*/ 2601433 w 3622158"/>
              <a:gd name="connsiteY52" fmla="*/ 1325525 h 1573618"/>
              <a:gd name="connsiteX53" fmla="*/ 2948763 w 3622158"/>
              <a:gd name="connsiteY53" fmla="*/ 1261730 h 1573618"/>
              <a:gd name="connsiteX54" fmla="*/ 2580168 w 3622158"/>
              <a:gd name="connsiteY54" fmla="*/ 1240465 h 1573618"/>
              <a:gd name="connsiteX55" fmla="*/ 2190307 w 3622158"/>
              <a:gd name="connsiteY55" fmla="*/ 921488 h 1573618"/>
              <a:gd name="connsiteX56" fmla="*/ 1835888 w 3622158"/>
              <a:gd name="connsiteY56" fmla="*/ 496186 h 1573618"/>
              <a:gd name="connsiteX57" fmla="*/ 2558902 w 3622158"/>
              <a:gd name="connsiteY57" fmla="*/ 914400 h 1573618"/>
              <a:gd name="connsiteX58" fmla="*/ 3274828 w 3622158"/>
              <a:gd name="connsiteY58" fmla="*/ 1027814 h 1573618"/>
              <a:gd name="connsiteX59" fmla="*/ 3622158 w 3622158"/>
              <a:gd name="connsiteY59" fmla="*/ 1261730 h 1573618"/>
              <a:gd name="connsiteX60" fmla="*/ 3310270 w 3622158"/>
              <a:gd name="connsiteY60" fmla="*/ 999460 h 1573618"/>
              <a:gd name="connsiteX61" fmla="*/ 3586716 w 3622158"/>
              <a:gd name="connsiteY61" fmla="*/ 893135 h 1573618"/>
              <a:gd name="connsiteX62" fmla="*/ 3246475 w 3622158"/>
              <a:gd name="connsiteY62" fmla="*/ 942753 h 1573618"/>
              <a:gd name="connsiteX63" fmla="*/ 2544726 w 3622158"/>
              <a:gd name="connsiteY63" fmla="*/ 829339 h 1573618"/>
              <a:gd name="connsiteX64" fmla="*/ 1842977 w 3622158"/>
              <a:gd name="connsiteY64" fmla="*/ 404037 h 1573618"/>
              <a:gd name="connsiteX65" fmla="*/ 1963479 w 3622158"/>
              <a:gd name="connsiteY65" fmla="*/ 198474 h 1573618"/>
              <a:gd name="connsiteX66" fmla="*/ 2587256 w 3622158"/>
              <a:gd name="connsiteY66" fmla="*/ 425302 h 1573618"/>
              <a:gd name="connsiteX67" fmla="*/ 3196856 w 3622158"/>
              <a:gd name="connsiteY67" fmla="*/ 446567 h 1573618"/>
              <a:gd name="connsiteX68" fmla="*/ 3579628 w 3622158"/>
              <a:gd name="connsiteY68" fmla="*/ 595423 h 1573618"/>
              <a:gd name="connsiteX69" fmla="*/ 3225209 w 3622158"/>
              <a:gd name="connsiteY69" fmla="*/ 432391 h 1573618"/>
              <a:gd name="connsiteX70" fmla="*/ 3600893 w 3622158"/>
              <a:gd name="connsiteY70" fmla="*/ 489097 h 1573618"/>
              <a:gd name="connsiteX71" fmla="*/ 3189768 w 3622158"/>
              <a:gd name="connsiteY71" fmla="*/ 368595 h 1573618"/>
              <a:gd name="connsiteX72" fmla="*/ 2580168 w 3622158"/>
              <a:gd name="connsiteY72" fmla="*/ 340242 h 1573618"/>
              <a:gd name="connsiteX73" fmla="*/ 1977656 w 3622158"/>
              <a:gd name="connsiteY73" fmla="*/ 63795 h 1573618"/>
              <a:gd name="connsiteX74" fmla="*/ 2013098 w 3622158"/>
              <a:gd name="connsiteY74" fmla="*/ 0 h 1573618"/>
              <a:gd name="connsiteX75" fmla="*/ 2013098 w 3622158"/>
              <a:gd name="connsiteY75" fmla="*/ 0 h 1573618"/>
              <a:gd name="connsiteX76" fmla="*/ 1573619 w 3622158"/>
              <a:gd name="connsiteY76" fmla="*/ 0 h 1573618"/>
              <a:gd name="connsiteX0" fmla="*/ 1552354 w 3600893"/>
              <a:gd name="connsiteY0" fmla="*/ 0 h 1573618"/>
              <a:gd name="connsiteX1" fmla="*/ 1431851 w 3600893"/>
              <a:gd name="connsiteY1" fmla="*/ 262270 h 1573618"/>
              <a:gd name="connsiteX2" fmla="*/ 999461 w 3600893"/>
              <a:gd name="connsiteY2" fmla="*/ 311888 h 1573618"/>
              <a:gd name="connsiteX3" fmla="*/ 574158 w 3600893"/>
              <a:gd name="connsiteY3" fmla="*/ 248093 h 1573618"/>
              <a:gd name="connsiteX4" fmla="*/ 304800 w 3600893"/>
              <a:gd name="connsiteY4" fmla="*/ 120502 h 1573618"/>
              <a:gd name="connsiteX5" fmla="*/ 545805 w 3600893"/>
              <a:gd name="connsiteY5" fmla="*/ 297711 h 1573618"/>
              <a:gd name="connsiteX6" fmla="*/ 212651 w 3600893"/>
              <a:gd name="connsiteY6" fmla="*/ 432391 h 1573618"/>
              <a:gd name="connsiteX7" fmla="*/ 588335 w 3600893"/>
              <a:gd name="connsiteY7" fmla="*/ 340242 h 1573618"/>
              <a:gd name="connsiteX8" fmla="*/ 999461 w 3600893"/>
              <a:gd name="connsiteY8" fmla="*/ 354418 h 1573618"/>
              <a:gd name="connsiteX9" fmla="*/ 765544 w 3600893"/>
              <a:gd name="connsiteY9" fmla="*/ 531628 h 1573618"/>
              <a:gd name="connsiteX10" fmla="*/ 1049079 w 3600893"/>
              <a:gd name="connsiteY10" fmla="*/ 382772 h 1573618"/>
              <a:gd name="connsiteX11" fmla="*/ 1481470 w 3600893"/>
              <a:gd name="connsiteY11" fmla="*/ 318977 h 1573618"/>
              <a:gd name="connsiteX12" fmla="*/ 1651591 w 3600893"/>
              <a:gd name="connsiteY12" fmla="*/ 14177 h 1573618"/>
              <a:gd name="connsiteX13" fmla="*/ 1594884 w 3600893"/>
              <a:gd name="connsiteY13" fmla="*/ 453656 h 1573618"/>
              <a:gd name="connsiteX14" fmla="*/ 1233377 w 3600893"/>
              <a:gd name="connsiteY14" fmla="*/ 708837 h 1573618"/>
              <a:gd name="connsiteX15" fmla="*/ 808075 w 3600893"/>
              <a:gd name="connsiteY15" fmla="*/ 808074 h 1573618"/>
              <a:gd name="connsiteX16" fmla="*/ 474921 w 3600893"/>
              <a:gd name="connsiteY16" fmla="*/ 659218 h 1573618"/>
              <a:gd name="connsiteX17" fmla="*/ 779721 w 3600893"/>
              <a:gd name="connsiteY17" fmla="*/ 871870 h 1573618"/>
              <a:gd name="connsiteX18" fmla="*/ 425303 w 3600893"/>
              <a:gd name="connsiteY18" fmla="*/ 907311 h 1573618"/>
              <a:gd name="connsiteX19" fmla="*/ 815163 w 3600893"/>
              <a:gd name="connsiteY19" fmla="*/ 935665 h 1573618"/>
              <a:gd name="connsiteX20" fmla="*/ 1098698 w 3600893"/>
              <a:gd name="connsiteY20" fmla="*/ 864781 h 1573618"/>
              <a:gd name="connsiteX21" fmla="*/ 708837 w 3600893"/>
              <a:gd name="connsiteY21" fmla="*/ 1148316 h 1573618"/>
              <a:gd name="connsiteX22" fmla="*/ 354419 w 3600893"/>
              <a:gd name="connsiteY22" fmla="*/ 1233377 h 1573618"/>
              <a:gd name="connsiteX23" fmla="*/ 85061 w 3600893"/>
              <a:gd name="connsiteY23" fmla="*/ 1020725 h 1573618"/>
              <a:gd name="connsiteX24" fmla="*/ 361507 w 3600893"/>
              <a:gd name="connsiteY24" fmla="*/ 1297172 h 1573618"/>
              <a:gd name="connsiteX25" fmla="*/ 0 w 3600893"/>
              <a:gd name="connsiteY25" fmla="*/ 1438939 h 1573618"/>
              <a:gd name="connsiteX26" fmla="*/ 368596 w 3600893"/>
              <a:gd name="connsiteY26" fmla="*/ 1353879 h 1573618"/>
              <a:gd name="connsiteX27" fmla="*/ 49618 w 3600893"/>
              <a:gd name="connsiteY27" fmla="*/ 1573618 h 1573618"/>
              <a:gd name="connsiteX28" fmla="*/ 396949 w 3600893"/>
              <a:gd name="connsiteY28" fmla="*/ 1396409 h 1573618"/>
              <a:gd name="connsiteX29" fmla="*/ 758456 w 3600893"/>
              <a:gd name="connsiteY29" fmla="*/ 1261730 h 1573618"/>
              <a:gd name="connsiteX30" fmla="*/ 999461 w 3600893"/>
              <a:gd name="connsiteY30" fmla="*/ 1041991 h 1573618"/>
              <a:gd name="connsiteX31" fmla="*/ 942754 w 3600893"/>
              <a:gd name="connsiteY31" fmla="*/ 1431851 h 1573618"/>
              <a:gd name="connsiteX32" fmla="*/ 1056168 w 3600893"/>
              <a:gd name="connsiteY32" fmla="*/ 1034902 h 1573618"/>
              <a:gd name="connsiteX33" fmla="*/ 1275907 w 3600893"/>
              <a:gd name="connsiteY33" fmla="*/ 779721 h 1573618"/>
              <a:gd name="connsiteX34" fmla="*/ 1609061 w 3600893"/>
              <a:gd name="connsiteY34" fmla="*/ 545804 h 1573618"/>
              <a:gd name="connsiteX35" fmla="*/ 1545265 w 3600893"/>
              <a:gd name="connsiteY35" fmla="*/ 914400 h 1573618"/>
              <a:gd name="connsiteX36" fmla="*/ 1368056 w 3600893"/>
              <a:gd name="connsiteY36" fmla="*/ 1119963 h 1573618"/>
              <a:gd name="connsiteX37" fmla="*/ 1587796 w 3600893"/>
              <a:gd name="connsiteY37" fmla="*/ 949842 h 1573618"/>
              <a:gd name="connsiteX38" fmla="*/ 1516912 w 3600893"/>
              <a:gd name="connsiteY38" fmla="*/ 1304260 h 1573618"/>
              <a:gd name="connsiteX39" fmla="*/ 1282996 w 3600893"/>
              <a:gd name="connsiteY39" fmla="*/ 1375144 h 1573618"/>
              <a:gd name="connsiteX40" fmla="*/ 1531089 w 3600893"/>
              <a:gd name="connsiteY40" fmla="*/ 1346791 h 1573618"/>
              <a:gd name="connsiteX41" fmla="*/ 1524000 w 3600893"/>
              <a:gd name="connsiteY41" fmla="*/ 1509823 h 1573618"/>
              <a:gd name="connsiteX42" fmla="*/ 1580707 w 3600893"/>
              <a:gd name="connsiteY42" fmla="*/ 1339702 h 1573618"/>
              <a:gd name="connsiteX43" fmla="*/ 1750828 w 3600893"/>
              <a:gd name="connsiteY43" fmla="*/ 1453116 h 1573618"/>
              <a:gd name="connsiteX44" fmla="*/ 1580707 w 3600893"/>
              <a:gd name="connsiteY44" fmla="*/ 1282995 h 1573618"/>
              <a:gd name="connsiteX45" fmla="*/ 1658679 w 3600893"/>
              <a:gd name="connsiteY45" fmla="*/ 935665 h 1573618"/>
              <a:gd name="connsiteX46" fmla="*/ 1772093 w 3600893"/>
              <a:gd name="connsiteY46" fmla="*/ 1190846 h 1573618"/>
              <a:gd name="connsiteX47" fmla="*/ 1679944 w 3600893"/>
              <a:gd name="connsiteY47" fmla="*/ 850604 h 1573618"/>
              <a:gd name="connsiteX48" fmla="*/ 1736651 w 3600893"/>
              <a:gd name="connsiteY48" fmla="*/ 538716 h 1573618"/>
              <a:gd name="connsiteX49" fmla="*/ 2062717 w 3600893"/>
              <a:gd name="connsiteY49" fmla="*/ 1006549 h 1573618"/>
              <a:gd name="connsiteX50" fmla="*/ 2565991 w 3600893"/>
              <a:gd name="connsiteY50" fmla="*/ 1375144 h 1573618"/>
              <a:gd name="connsiteX51" fmla="*/ 2927498 w 3600893"/>
              <a:gd name="connsiteY51" fmla="*/ 1332614 h 1573618"/>
              <a:gd name="connsiteX52" fmla="*/ 2580168 w 3600893"/>
              <a:gd name="connsiteY52" fmla="*/ 1325525 h 1573618"/>
              <a:gd name="connsiteX53" fmla="*/ 2927498 w 3600893"/>
              <a:gd name="connsiteY53" fmla="*/ 1261730 h 1573618"/>
              <a:gd name="connsiteX54" fmla="*/ 2558903 w 3600893"/>
              <a:gd name="connsiteY54" fmla="*/ 1240465 h 1573618"/>
              <a:gd name="connsiteX55" fmla="*/ 2169042 w 3600893"/>
              <a:gd name="connsiteY55" fmla="*/ 921488 h 1573618"/>
              <a:gd name="connsiteX56" fmla="*/ 1814623 w 3600893"/>
              <a:gd name="connsiteY56" fmla="*/ 496186 h 1573618"/>
              <a:gd name="connsiteX57" fmla="*/ 2537637 w 3600893"/>
              <a:gd name="connsiteY57" fmla="*/ 914400 h 1573618"/>
              <a:gd name="connsiteX58" fmla="*/ 3253563 w 3600893"/>
              <a:gd name="connsiteY58" fmla="*/ 1027814 h 1573618"/>
              <a:gd name="connsiteX59" fmla="*/ 3600893 w 3600893"/>
              <a:gd name="connsiteY59" fmla="*/ 1261730 h 1573618"/>
              <a:gd name="connsiteX60" fmla="*/ 3289005 w 3600893"/>
              <a:gd name="connsiteY60" fmla="*/ 999460 h 1573618"/>
              <a:gd name="connsiteX61" fmla="*/ 3565451 w 3600893"/>
              <a:gd name="connsiteY61" fmla="*/ 893135 h 1573618"/>
              <a:gd name="connsiteX62" fmla="*/ 3225210 w 3600893"/>
              <a:gd name="connsiteY62" fmla="*/ 942753 h 1573618"/>
              <a:gd name="connsiteX63" fmla="*/ 2523461 w 3600893"/>
              <a:gd name="connsiteY63" fmla="*/ 829339 h 1573618"/>
              <a:gd name="connsiteX64" fmla="*/ 1821712 w 3600893"/>
              <a:gd name="connsiteY64" fmla="*/ 404037 h 1573618"/>
              <a:gd name="connsiteX65" fmla="*/ 1942214 w 3600893"/>
              <a:gd name="connsiteY65" fmla="*/ 198474 h 1573618"/>
              <a:gd name="connsiteX66" fmla="*/ 2565991 w 3600893"/>
              <a:gd name="connsiteY66" fmla="*/ 425302 h 1573618"/>
              <a:gd name="connsiteX67" fmla="*/ 3175591 w 3600893"/>
              <a:gd name="connsiteY67" fmla="*/ 446567 h 1573618"/>
              <a:gd name="connsiteX68" fmla="*/ 3558363 w 3600893"/>
              <a:gd name="connsiteY68" fmla="*/ 595423 h 1573618"/>
              <a:gd name="connsiteX69" fmla="*/ 3203944 w 3600893"/>
              <a:gd name="connsiteY69" fmla="*/ 432391 h 1573618"/>
              <a:gd name="connsiteX70" fmla="*/ 3579628 w 3600893"/>
              <a:gd name="connsiteY70" fmla="*/ 489097 h 1573618"/>
              <a:gd name="connsiteX71" fmla="*/ 3168503 w 3600893"/>
              <a:gd name="connsiteY71" fmla="*/ 368595 h 1573618"/>
              <a:gd name="connsiteX72" fmla="*/ 2558903 w 3600893"/>
              <a:gd name="connsiteY72" fmla="*/ 340242 h 1573618"/>
              <a:gd name="connsiteX73" fmla="*/ 1956391 w 3600893"/>
              <a:gd name="connsiteY73" fmla="*/ 63795 h 1573618"/>
              <a:gd name="connsiteX74" fmla="*/ 1991833 w 3600893"/>
              <a:gd name="connsiteY74" fmla="*/ 0 h 1573618"/>
              <a:gd name="connsiteX75" fmla="*/ 1991833 w 3600893"/>
              <a:gd name="connsiteY75" fmla="*/ 0 h 1573618"/>
              <a:gd name="connsiteX76" fmla="*/ 1552354 w 3600893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715925 w 3607981"/>
              <a:gd name="connsiteY21" fmla="*/ 1148316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06232 w 3607981"/>
              <a:gd name="connsiteY51" fmla="*/ 1502735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73656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73656 w 3607981"/>
              <a:gd name="connsiteY76" fmla="*/ 0 h 157361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6130 w 3607981"/>
              <a:gd name="connsiteY55" fmla="*/ 927838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1922 w 3607981"/>
              <a:gd name="connsiteY25" fmla="*/ 1403960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94660 w 3607981"/>
              <a:gd name="connsiteY29" fmla="*/ 1296433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0092 w 3607981"/>
              <a:gd name="connsiteY71" fmla="*/ 395609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90368 w 3607981"/>
              <a:gd name="connsiteY69" fmla="*/ 428409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95300 w 3607981"/>
              <a:gd name="connsiteY51" fmla="*/ 1426547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63479 w 3607981"/>
              <a:gd name="connsiteY73" fmla="*/ 6379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73172 w 3607981"/>
              <a:gd name="connsiteY73" fmla="*/ 15103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53622 w 3607981"/>
              <a:gd name="connsiteY73" fmla="*/ 19303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28416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134833 w 3607981"/>
              <a:gd name="connsiteY73" fmla="*/ 215181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202686 w 3607981"/>
              <a:gd name="connsiteY73" fmla="*/ 173176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41295 w 3607981"/>
              <a:gd name="connsiteY66" fmla="*/ 292727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48905 w 3607981"/>
              <a:gd name="connsiteY73" fmla="*/ 344425 h 1516791"/>
              <a:gd name="connsiteX74" fmla="*/ 2565991 w 3607981"/>
              <a:gd name="connsiteY74" fmla="*/ 340242 h 1516791"/>
              <a:gd name="connsiteX75" fmla="*/ 2202686 w 3607981"/>
              <a:gd name="connsiteY75" fmla="*/ 173176 h 1516791"/>
              <a:gd name="connsiteX76" fmla="*/ 1834234 w 3607981"/>
              <a:gd name="connsiteY76" fmla="*/ 128416 h 1516791"/>
              <a:gd name="connsiteX77" fmla="*/ 1998921 w 3607981"/>
              <a:gd name="connsiteY77" fmla="*/ 0 h 1516791"/>
              <a:gd name="connsiteX78" fmla="*/ 1573656 w 3607981"/>
              <a:gd name="connsiteY78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84447 w 3607981"/>
              <a:gd name="connsiteY73" fmla="*/ 341193 h 1516791"/>
              <a:gd name="connsiteX74" fmla="*/ 2848905 w 3607981"/>
              <a:gd name="connsiteY74" fmla="*/ 344425 h 1516791"/>
              <a:gd name="connsiteX75" fmla="*/ 2565991 w 3607981"/>
              <a:gd name="connsiteY75" fmla="*/ 340242 h 1516791"/>
              <a:gd name="connsiteX76" fmla="*/ 2202686 w 3607981"/>
              <a:gd name="connsiteY76" fmla="*/ 173176 h 1516791"/>
              <a:gd name="connsiteX77" fmla="*/ 1834234 w 3607981"/>
              <a:gd name="connsiteY77" fmla="*/ 128416 h 1516791"/>
              <a:gd name="connsiteX78" fmla="*/ 1998921 w 3607981"/>
              <a:gd name="connsiteY78" fmla="*/ 0 h 1516791"/>
              <a:gd name="connsiteX79" fmla="*/ 1573656 w 3607981"/>
              <a:gd name="connsiteY79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884447 w 3607981"/>
              <a:gd name="connsiteY74" fmla="*/ 34119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961994 w 3607981"/>
              <a:gd name="connsiteY74" fmla="*/ 19256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78376 w 3607981"/>
              <a:gd name="connsiteY69" fmla="*/ 514646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54712 w 3607981"/>
              <a:gd name="connsiteY67" fmla="*/ 373504 h 1516791"/>
              <a:gd name="connsiteX68" fmla="*/ 2573079 w 3607981"/>
              <a:gd name="connsiteY68" fmla="*/ 425302 h 1516791"/>
              <a:gd name="connsiteX69" fmla="*/ 3117436 w 3607981"/>
              <a:gd name="connsiteY69" fmla="*/ 431708 h 1516791"/>
              <a:gd name="connsiteX70" fmla="*/ 3578376 w 3607981"/>
              <a:gd name="connsiteY70" fmla="*/ 514646 h 1516791"/>
              <a:gd name="connsiteX71" fmla="*/ 3180035 w 3607981"/>
              <a:gd name="connsiteY71" fmla="*/ 401394 h 1516791"/>
              <a:gd name="connsiteX72" fmla="*/ 3580254 w 3607981"/>
              <a:gd name="connsiteY72" fmla="*/ 279076 h 1516791"/>
              <a:gd name="connsiteX73" fmla="*/ 3165258 w 3607981"/>
              <a:gd name="connsiteY73" fmla="*/ 358263 h 1516791"/>
              <a:gd name="connsiteX74" fmla="*/ 2949069 w 3607981"/>
              <a:gd name="connsiteY74" fmla="*/ 357349 h 1516791"/>
              <a:gd name="connsiteX75" fmla="*/ 3000767 w 3607981"/>
              <a:gd name="connsiteY75" fmla="*/ 186101 h 1516791"/>
              <a:gd name="connsiteX76" fmla="*/ 2900603 w 3607981"/>
              <a:gd name="connsiteY76" fmla="*/ 357350 h 1516791"/>
              <a:gd name="connsiteX77" fmla="*/ 2565991 w 3607981"/>
              <a:gd name="connsiteY77" fmla="*/ 340242 h 1516791"/>
              <a:gd name="connsiteX78" fmla="*/ 2202686 w 3607981"/>
              <a:gd name="connsiteY78" fmla="*/ 173176 h 1516791"/>
              <a:gd name="connsiteX79" fmla="*/ 1834234 w 3607981"/>
              <a:gd name="connsiteY79" fmla="*/ 128416 h 1516791"/>
              <a:gd name="connsiteX80" fmla="*/ 1998921 w 3607981"/>
              <a:gd name="connsiteY80" fmla="*/ 0 h 1516791"/>
              <a:gd name="connsiteX81" fmla="*/ 1573656 w 3607981"/>
              <a:gd name="connsiteY81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15938 w 3607981"/>
              <a:gd name="connsiteY67" fmla="*/ 363811 h 1516791"/>
              <a:gd name="connsiteX68" fmla="*/ 2454712 w 3607981"/>
              <a:gd name="connsiteY68" fmla="*/ 373504 h 1516791"/>
              <a:gd name="connsiteX69" fmla="*/ 2573079 w 3607981"/>
              <a:gd name="connsiteY69" fmla="*/ 425302 h 1516791"/>
              <a:gd name="connsiteX70" fmla="*/ 3117436 w 3607981"/>
              <a:gd name="connsiteY70" fmla="*/ 431708 h 1516791"/>
              <a:gd name="connsiteX71" fmla="*/ 3578376 w 3607981"/>
              <a:gd name="connsiteY71" fmla="*/ 514646 h 1516791"/>
              <a:gd name="connsiteX72" fmla="*/ 3180035 w 3607981"/>
              <a:gd name="connsiteY72" fmla="*/ 401394 h 1516791"/>
              <a:gd name="connsiteX73" fmla="*/ 3580254 w 3607981"/>
              <a:gd name="connsiteY73" fmla="*/ 279076 h 1516791"/>
              <a:gd name="connsiteX74" fmla="*/ 3165258 w 3607981"/>
              <a:gd name="connsiteY74" fmla="*/ 358263 h 1516791"/>
              <a:gd name="connsiteX75" fmla="*/ 2949069 w 3607981"/>
              <a:gd name="connsiteY75" fmla="*/ 357349 h 1516791"/>
              <a:gd name="connsiteX76" fmla="*/ 3000767 w 3607981"/>
              <a:gd name="connsiteY76" fmla="*/ 186101 h 1516791"/>
              <a:gd name="connsiteX77" fmla="*/ 2900603 w 3607981"/>
              <a:gd name="connsiteY77" fmla="*/ 357350 h 1516791"/>
              <a:gd name="connsiteX78" fmla="*/ 2565991 w 3607981"/>
              <a:gd name="connsiteY78" fmla="*/ 340242 h 1516791"/>
              <a:gd name="connsiteX79" fmla="*/ 2202686 w 3607981"/>
              <a:gd name="connsiteY79" fmla="*/ 173176 h 1516791"/>
              <a:gd name="connsiteX80" fmla="*/ 1834234 w 3607981"/>
              <a:gd name="connsiteY80" fmla="*/ 128416 h 1516791"/>
              <a:gd name="connsiteX81" fmla="*/ 1998921 w 3607981"/>
              <a:gd name="connsiteY81" fmla="*/ 0 h 1516791"/>
              <a:gd name="connsiteX82" fmla="*/ 1573656 w 3607981"/>
              <a:gd name="connsiteY82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15938 w 3607981"/>
              <a:gd name="connsiteY68" fmla="*/ 36381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25631 w 3607981"/>
              <a:gd name="connsiteY67" fmla="*/ 367042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906306 w 3607981"/>
              <a:gd name="connsiteY65" fmla="*/ 185690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17176 w 3607981"/>
              <a:gd name="connsiteY65" fmla="*/ 169185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72624 w 3607981"/>
              <a:gd name="connsiteY64" fmla="*/ 434517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27330 w 3607981"/>
              <a:gd name="connsiteY13" fmla="*/ 25277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03255 w 3607981"/>
              <a:gd name="connsiteY13" fmla="*/ 279184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6761 w 3607981"/>
              <a:gd name="connsiteY67" fmla="*/ 26267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43169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0062 w 3607981"/>
              <a:gd name="connsiteY83" fmla="*/ 19443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0159 w 3607981"/>
              <a:gd name="connsiteY67" fmla="*/ 232968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76180 w 3607981"/>
              <a:gd name="connsiteY83" fmla="*/ 16472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80493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2825 w 3607981"/>
              <a:gd name="connsiteY18" fmla="*/ 767646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61903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40337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29916 w 3607981"/>
              <a:gd name="connsiteY29" fmla="*/ 1357590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60535 w 3580254"/>
              <a:gd name="connsiteY60" fmla="*/ 1227225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5504 w 3580254"/>
              <a:gd name="connsiteY12" fmla="*/ 93552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14229 w 3580254"/>
              <a:gd name="connsiteY12" fmla="*/ 12212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01529 w 3580254"/>
              <a:gd name="connsiteY12" fmla="*/ 1030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37461 w 3580254"/>
              <a:gd name="connsiteY66" fmla="*/ 199475 h 1516791"/>
              <a:gd name="connsiteX67" fmla="*/ 2199455 w 3580254"/>
              <a:gd name="connsiteY67" fmla="*/ 241029 h 1516791"/>
              <a:gd name="connsiteX68" fmla="*/ 2409476 w 3580254"/>
              <a:gd name="connsiteY68" fmla="*/ 363811 h 1516791"/>
              <a:gd name="connsiteX69" fmla="*/ 2470867 w 3580254"/>
              <a:gd name="connsiteY69" fmla="*/ 570601 h 1516791"/>
              <a:gd name="connsiteX70" fmla="*/ 2454712 w 3580254"/>
              <a:gd name="connsiteY70" fmla="*/ 373504 h 1516791"/>
              <a:gd name="connsiteX71" fmla="*/ 2573079 w 3580254"/>
              <a:gd name="connsiteY71" fmla="*/ 425302 h 1516791"/>
              <a:gd name="connsiteX72" fmla="*/ 3117436 w 3580254"/>
              <a:gd name="connsiteY72" fmla="*/ 431708 h 1516791"/>
              <a:gd name="connsiteX73" fmla="*/ 3578376 w 3580254"/>
              <a:gd name="connsiteY73" fmla="*/ 514646 h 1516791"/>
              <a:gd name="connsiteX74" fmla="*/ 3180035 w 3580254"/>
              <a:gd name="connsiteY74" fmla="*/ 401394 h 1516791"/>
              <a:gd name="connsiteX75" fmla="*/ 3580254 w 3580254"/>
              <a:gd name="connsiteY75" fmla="*/ 279076 h 1516791"/>
              <a:gd name="connsiteX76" fmla="*/ 3165258 w 3580254"/>
              <a:gd name="connsiteY76" fmla="*/ 358263 h 1516791"/>
              <a:gd name="connsiteX77" fmla="*/ 2949069 w 3580254"/>
              <a:gd name="connsiteY77" fmla="*/ 357349 h 1516791"/>
              <a:gd name="connsiteX78" fmla="*/ 3000767 w 3580254"/>
              <a:gd name="connsiteY78" fmla="*/ 186101 h 1516791"/>
              <a:gd name="connsiteX79" fmla="*/ 2900603 w 3580254"/>
              <a:gd name="connsiteY79" fmla="*/ 357350 h 1516791"/>
              <a:gd name="connsiteX80" fmla="*/ 2565991 w 3580254"/>
              <a:gd name="connsiteY80" fmla="*/ 340242 h 1516791"/>
              <a:gd name="connsiteX81" fmla="*/ 2202686 w 3580254"/>
              <a:gd name="connsiteY81" fmla="*/ 173176 h 1516791"/>
              <a:gd name="connsiteX82" fmla="*/ 1958927 w 3580254"/>
              <a:gd name="connsiteY82" fmla="*/ 143160 h 1516791"/>
              <a:gd name="connsiteX83" fmla="*/ 1998921 w 3580254"/>
              <a:gd name="connsiteY83" fmla="*/ 0 h 1516791"/>
              <a:gd name="connsiteX84" fmla="*/ 1573656 w 3580254"/>
              <a:gd name="connsiteY84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17007 w 3580254"/>
              <a:gd name="connsiteY15" fmla="*/ 709918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36359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32624 w 3580254"/>
              <a:gd name="connsiteY17" fmla="*/ 766071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44946 w 3580254"/>
              <a:gd name="connsiteY82" fmla="*/ 0 h 1516791"/>
              <a:gd name="connsiteX83" fmla="*/ 1573656 w 3580254"/>
              <a:gd name="connsiteY83" fmla="*/ 0 h 1516791"/>
              <a:gd name="connsiteX0" fmla="*/ 1646681 w 3580254"/>
              <a:gd name="connsiteY0" fmla="*/ 0 h 1519966"/>
              <a:gd name="connsiteX1" fmla="*/ 1438939 w 3580254"/>
              <a:gd name="connsiteY1" fmla="*/ 26544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854152 w 3580254"/>
              <a:gd name="connsiteY81" fmla="*/ 193960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33527 w 3580254"/>
              <a:gd name="connsiteY81" fmla="*/ 1717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72081 w 3580254"/>
              <a:gd name="connsiteY0" fmla="*/ 130175 h 1516791"/>
              <a:gd name="connsiteX1" fmla="*/ 1680239 w 3580254"/>
              <a:gd name="connsiteY1" fmla="*/ 19242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545708 w 3580254"/>
              <a:gd name="connsiteY11" fmla="*/ 290402 h 1516791"/>
              <a:gd name="connsiteX12" fmla="*/ 1601529 w 3580254"/>
              <a:gd name="connsiteY12" fmla="*/ 2713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33527 w 3580254"/>
              <a:gd name="connsiteY81" fmla="*/ 168560 h 1516791"/>
              <a:gd name="connsiteX82" fmla="*/ 1944946 w 3580254"/>
              <a:gd name="connsiteY82" fmla="*/ 0 h 1516791"/>
              <a:gd name="connsiteX83" fmla="*/ 1672081 w 3580254"/>
              <a:gd name="connsiteY83" fmla="*/ 130175 h 1516791"/>
              <a:gd name="connsiteX0" fmla="*/ 1672081 w 3580254"/>
              <a:gd name="connsiteY0" fmla="*/ 69850 h 1456466"/>
              <a:gd name="connsiteX1" fmla="*/ 1680239 w 3580254"/>
              <a:gd name="connsiteY1" fmla="*/ 132095 h 1456466"/>
              <a:gd name="connsiteX2" fmla="*/ 1015176 w 3580254"/>
              <a:gd name="connsiteY2" fmla="*/ 247250 h 1456466"/>
              <a:gd name="connsiteX3" fmla="*/ 581246 w 3580254"/>
              <a:gd name="connsiteY3" fmla="*/ 187768 h 1456466"/>
              <a:gd name="connsiteX4" fmla="*/ 311888 w 3580254"/>
              <a:gd name="connsiteY4" fmla="*/ 60177 h 1456466"/>
              <a:gd name="connsiteX5" fmla="*/ 552893 w 3580254"/>
              <a:gd name="connsiteY5" fmla="*/ 224446 h 1456466"/>
              <a:gd name="connsiteX6" fmla="*/ 232679 w 3580254"/>
              <a:gd name="connsiteY6" fmla="*/ 333247 h 1456466"/>
              <a:gd name="connsiteX7" fmla="*/ 573857 w 3580254"/>
              <a:gd name="connsiteY7" fmla="*/ 275604 h 1456466"/>
              <a:gd name="connsiteX8" fmla="*/ 1006549 w 3580254"/>
              <a:gd name="connsiteY8" fmla="*/ 294093 h 1456466"/>
              <a:gd name="connsiteX9" fmla="*/ 772632 w 3580254"/>
              <a:gd name="connsiteY9" fmla="*/ 471303 h 1456466"/>
              <a:gd name="connsiteX10" fmla="*/ 1064794 w 3580254"/>
              <a:gd name="connsiteY10" fmla="*/ 300881 h 1456466"/>
              <a:gd name="connsiteX11" fmla="*/ 1545708 w 3580254"/>
              <a:gd name="connsiteY11" fmla="*/ 230077 h 1456466"/>
              <a:gd name="connsiteX12" fmla="*/ 1601529 w 3580254"/>
              <a:gd name="connsiteY12" fmla="*/ 211027 h 1456466"/>
              <a:gd name="connsiteX13" fmla="*/ 1601972 w 3580254"/>
              <a:gd name="connsiteY13" fmla="*/ 393331 h 1456466"/>
              <a:gd name="connsiteX14" fmla="*/ 1152641 w 3580254"/>
              <a:gd name="connsiteY14" fmla="*/ 731170 h 1456466"/>
              <a:gd name="connsiteX15" fmla="*/ 789578 w 3580254"/>
              <a:gd name="connsiteY15" fmla="*/ 678622 h 1456466"/>
              <a:gd name="connsiteX16" fmla="*/ 378687 w 3580254"/>
              <a:gd name="connsiteY16" fmla="*/ 552398 h 1456466"/>
              <a:gd name="connsiteX17" fmla="*/ 718110 w 3580254"/>
              <a:gd name="connsiteY17" fmla="*/ 710584 h 1456466"/>
              <a:gd name="connsiteX18" fmla="*/ 339353 w 3580254"/>
              <a:gd name="connsiteY18" fmla="*/ 747977 h 1456466"/>
              <a:gd name="connsiteX19" fmla="*/ 787891 w 3580254"/>
              <a:gd name="connsiteY19" fmla="*/ 753863 h 1456466"/>
              <a:gd name="connsiteX20" fmla="*/ 1105786 w 3580254"/>
              <a:gd name="connsiteY20" fmla="*/ 804456 h 1456466"/>
              <a:gd name="connsiteX21" fmla="*/ 709678 w 3580254"/>
              <a:gd name="connsiteY21" fmla="*/ 1052310 h 1456466"/>
              <a:gd name="connsiteX22" fmla="*/ 480327 w 3580254"/>
              <a:gd name="connsiteY22" fmla="*/ 1121391 h 1456466"/>
              <a:gd name="connsiteX23" fmla="*/ 0 w 3580254"/>
              <a:gd name="connsiteY23" fmla="*/ 1194316 h 1456466"/>
              <a:gd name="connsiteX24" fmla="*/ 485758 w 3580254"/>
              <a:gd name="connsiteY24" fmla="*/ 1163620 h 1456466"/>
              <a:gd name="connsiteX25" fmla="*/ 1922 w 3580254"/>
              <a:gd name="connsiteY25" fmla="*/ 1337285 h 1456466"/>
              <a:gd name="connsiteX26" fmla="*/ 494553 w 3580254"/>
              <a:gd name="connsiteY26" fmla="*/ 1205682 h 1456466"/>
              <a:gd name="connsiteX27" fmla="*/ 41207 w 3580254"/>
              <a:gd name="connsiteY27" fmla="*/ 1456466 h 1456466"/>
              <a:gd name="connsiteX28" fmla="*/ 429916 w 3580254"/>
              <a:gd name="connsiteY28" fmla="*/ 1297265 h 1456466"/>
              <a:gd name="connsiteX29" fmla="*/ 632667 w 3580254"/>
              <a:gd name="connsiteY29" fmla="*/ 1161649 h 1456466"/>
              <a:gd name="connsiteX30" fmla="*/ 1006549 w 3580254"/>
              <a:gd name="connsiteY30" fmla="*/ 981666 h 1456466"/>
              <a:gd name="connsiteX31" fmla="*/ 949842 w 3580254"/>
              <a:gd name="connsiteY31" fmla="*/ 1371526 h 1456466"/>
              <a:gd name="connsiteX32" fmla="*/ 1063256 w 3580254"/>
              <a:gd name="connsiteY32" fmla="*/ 974577 h 1456466"/>
              <a:gd name="connsiteX33" fmla="*/ 1282995 w 3580254"/>
              <a:gd name="connsiteY33" fmla="*/ 719396 h 1456466"/>
              <a:gd name="connsiteX34" fmla="*/ 1616149 w 3580254"/>
              <a:gd name="connsiteY34" fmla="*/ 485479 h 1456466"/>
              <a:gd name="connsiteX35" fmla="*/ 1552353 w 3580254"/>
              <a:gd name="connsiteY35" fmla="*/ 854075 h 1456466"/>
              <a:gd name="connsiteX36" fmla="*/ 1375144 w 3580254"/>
              <a:gd name="connsiteY36" fmla="*/ 1059638 h 1456466"/>
              <a:gd name="connsiteX37" fmla="*/ 1594884 w 3580254"/>
              <a:gd name="connsiteY37" fmla="*/ 889517 h 1456466"/>
              <a:gd name="connsiteX38" fmla="*/ 1524000 w 3580254"/>
              <a:gd name="connsiteY38" fmla="*/ 1243935 h 1456466"/>
              <a:gd name="connsiteX39" fmla="*/ 1290084 w 3580254"/>
              <a:gd name="connsiteY39" fmla="*/ 1314819 h 1456466"/>
              <a:gd name="connsiteX40" fmla="*/ 1538177 w 3580254"/>
              <a:gd name="connsiteY40" fmla="*/ 1286466 h 1456466"/>
              <a:gd name="connsiteX41" fmla="*/ 1531088 w 3580254"/>
              <a:gd name="connsiteY41" fmla="*/ 1449498 h 1456466"/>
              <a:gd name="connsiteX42" fmla="*/ 1587795 w 3580254"/>
              <a:gd name="connsiteY42" fmla="*/ 1279377 h 1456466"/>
              <a:gd name="connsiteX43" fmla="*/ 1757916 w 3580254"/>
              <a:gd name="connsiteY43" fmla="*/ 1392791 h 1456466"/>
              <a:gd name="connsiteX44" fmla="*/ 1587795 w 3580254"/>
              <a:gd name="connsiteY44" fmla="*/ 1222670 h 1456466"/>
              <a:gd name="connsiteX45" fmla="*/ 1665767 w 3580254"/>
              <a:gd name="connsiteY45" fmla="*/ 875340 h 1456466"/>
              <a:gd name="connsiteX46" fmla="*/ 1779181 w 3580254"/>
              <a:gd name="connsiteY46" fmla="*/ 1130521 h 1456466"/>
              <a:gd name="connsiteX47" fmla="*/ 1687032 w 3580254"/>
              <a:gd name="connsiteY47" fmla="*/ 790279 h 1456466"/>
              <a:gd name="connsiteX48" fmla="*/ 1743739 w 3580254"/>
              <a:gd name="connsiteY48" fmla="*/ 478391 h 1456466"/>
              <a:gd name="connsiteX49" fmla="*/ 2121466 w 3580254"/>
              <a:gd name="connsiteY49" fmla="*/ 977220 h 1456466"/>
              <a:gd name="connsiteX50" fmla="*/ 2474924 w 3580254"/>
              <a:gd name="connsiteY50" fmla="*/ 1262436 h 1456466"/>
              <a:gd name="connsiteX51" fmla="*/ 2895300 w 3580254"/>
              <a:gd name="connsiteY51" fmla="*/ 1359872 h 1456466"/>
              <a:gd name="connsiteX52" fmla="*/ 2489100 w 3580254"/>
              <a:gd name="connsiteY52" fmla="*/ 1208373 h 1456466"/>
              <a:gd name="connsiteX53" fmla="*/ 2906233 w 3580254"/>
              <a:gd name="connsiteY53" fmla="*/ 1215582 h 1456466"/>
              <a:gd name="connsiteX54" fmla="*/ 2447171 w 3580254"/>
              <a:gd name="connsiteY54" fmla="*/ 1159476 h 1456466"/>
              <a:gd name="connsiteX55" fmla="*/ 2170964 w 3580254"/>
              <a:gd name="connsiteY55" fmla="*/ 933489 h 1456466"/>
              <a:gd name="connsiteX56" fmla="*/ 1821711 w 3580254"/>
              <a:gd name="connsiteY56" fmla="*/ 435861 h 1456466"/>
              <a:gd name="connsiteX57" fmla="*/ 2544725 w 3580254"/>
              <a:gd name="connsiteY57" fmla="*/ 854075 h 1456466"/>
              <a:gd name="connsiteX58" fmla="*/ 3260651 w 3580254"/>
              <a:gd name="connsiteY58" fmla="*/ 967489 h 1456466"/>
              <a:gd name="connsiteX59" fmla="*/ 3543282 w 3580254"/>
              <a:gd name="connsiteY59" fmla="*/ 1123768 h 1456466"/>
              <a:gd name="connsiteX60" fmla="*/ 3296093 w 3580254"/>
              <a:gd name="connsiteY60" fmla="*/ 939135 h 1456466"/>
              <a:gd name="connsiteX61" fmla="*/ 3572539 w 3580254"/>
              <a:gd name="connsiteY61" fmla="*/ 832810 h 1456466"/>
              <a:gd name="connsiteX62" fmla="*/ 3232298 w 3580254"/>
              <a:gd name="connsiteY62" fmla="*/ 882428 h 1456466"/>
              <a:gd name="connsiteX63" fmla="*/ 2530549 w 3580254"/>
              <a:gd name="connsiteY63" fmla="*/ 769014 h 1456466"/>
              <a:gd name="connsiteX64" fmla="*/ 1828174 w 3580254"/>
              <a:gd name="connsiteY64" fmla="*/ 355142 h 1456466"/>
              <a:gd name="connsiteX65" fmla="*/ 1937461 w 3580254"/>
              <a:gd name="connsiteY65" fmla="*/ 139150 h 1456466"/>
              <a:gd name="connsiteX66" fmla="*/ 2199455 w 3580254"/>
              <a:gd name="connsiteY66" fmla="*/ 180704 h 1456466"/>
              <a:gd name="connsiteX67" fmla="*/ 2409476 w 3580254"/>
              <a:gd name="connsiteY67" fmla="*/ 303486 h 1456466"/>
              <a:gd name="connsiteX68" fmla="*/ 2470867 w 3580254"/>
              <a:gd name="connsiteY68" fmla="*/ 510276 h 1456466"/>
              <a:gd name="connsiteX69" fmla="*/ 2454712 w 3580254"/>
              <a:gd name="connsiteY69" fmla="*/ 313179 h 1456466"/>
              <a:gd name="connsiteX70" fmla="*/ 2573079 w 3580254"/>
              <a:gd name="connsiteY70" fmla="*/ 364977 h 1456466"/>
              <a:gd name="connsiteX71" fmla="*/ 3117436 w 3580254"/>
              <a:gd name="connsiteY71" fmla="*/ 371383 h 1456466"/>
              <a:gd name="connsiteX72" fmla="*/ 3578376 w 3580254"/>
              <a:gd name="connsiteY72" fmla="*/ 454321 h 1456466"/>
              <a:gd name="connsiteX73" fmla="*/ 3180035 w 3580254"/>
              <a:gd name="connsiteY73" fmla="*/ 341069 h 1456466"/>
              <a:gd name="connsiteX74" fmla="*/ 3580254 w 3580254"/>
              <a:gd name="connsiteY74" fmla="*/ 218751 h 1456466"/>
              <a:gd name="connsiteX75" fmla="*/ 3165258 w 3580254"/>
              <a:gd name="connsiteY75" fmla="*/ 297938 h 1456466"/>
              <a:gd name="connsiteX76" fmla="*/ 2949069 w 3580254"/>
              <a:gd name="connsiteY76" fmla="*/ 297024 h 1456466"/>
              <a:gd name="connsiteX77" fmla="*/ 3000767 w 3580254"/>
              <a:gd name="connsiteY77" fmla="*/ 125776 h 1456466"/>
              <a:gd name="connsiteX78" fmla="*/ 2900603 w 3580254"/>
              <a:gd name="connsiteY78" fmla="*/ 297025 h 1456466"/>
              <a:gd name="connsiteX79" fmla="*/ 2565991 w 3580254"/>
              <a:gd name="connsiteY79" fmla="*/ 279917 h 1456466"/>
              <a:gd name="connsiteX80" fmla="*/ 2202686 w 3580254"/>
              <a:gd name="connsiteY80" fmla="*/ 112851 h 1456466"/>
              <a:gd name="connsiteX81" fmla="*/ 1933527 w 3580254"/>
              <a:gd name="connsiteY81" fmla="*/ 108235 h 1456466"/>
              <a:gd name="connsiteX82" fmla="*/ 1998921 w 3580254"/>
              <a:gd name="connsiteY82" fmla="*/ 0 h 1456466"/>
              <a:gd name="connsiteX83" fmla="*/ 1672081 w 3580254"/>
              <a:gd name="connsiteY83" fmla="*/ 69850 h 1456466"/>
              <a:gd name="connsiteX0" fmla="*/ 1672081 w 3580254"/>
              <a:gd name="connsiteY0" fmla="*/ 9673 h 1396289"/>
              <a:gd name="connsiteX1" fmla="*/ 1680239 w 3580254"/>
              <a:gd name="connsiteY1" fmla="*/ 71918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72081 w 3580254"/>
              <a:gd name="connsiteY0" fmla="*/ 9673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29439 w 3580254"/>
              <a:gd name="connsiteY1" fmla="*/ 8779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381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118769 w 3580254"/>
              <a:gd name="connsiteY10" fmla="*/ 2280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573857 w 3580254"/>
              <a:gd name="connsiteY7" fmla="*/ 205754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599056 w 3580254"/>
              <a:gd name="connsiteY0" fmla="*/ 635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599056 w 3580254"/>
              <a:gd name="connsiteY83" fmla="*/ 63500 h 1386616"/>
              <a:gd name="connsiteX0" fmla="*/ 1649856 w 3580254"/>
              <a:gd name="connsiteY0" fmla="*/ 127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49856 w 3580254"/>
              <a:gd name="connsiteY83" fmla="*/ 12700 h 1386616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16149 w 3580254"/>
              <a:gd name="connsiteY34" fmla="*/ 41245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85999 w 3580254"/>
              <a:gd name="connsiteY34" fmla="*/ 39975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86410 w 3580254"/>
              <a:gd name="connsiteY65" fmla="*/ 165652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74725 w 3580254"/>
              <a:gd name="connsiteY64" fmla="*/ 30206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06008 w 3580254"/>
              <a:gd name="connsiteY11" fmla="*/ 15387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51062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31713 w 3580254"/>
              <a:gd name="connsiteY64" fmla="*/ 127734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81936 w 3580254"/>
              <a:gd name="connsiteY64" fmla="*/ 3647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72446 w 3580254"/>
              <a:gd name="connsiteY65" fmla="*/ 123500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66949 w 3580254"/>
              <a:gd name="connsiteY33" fmla="*/ 380704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0866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70208 w 3580254"/>
              <a:gd name="connsiteY79" fmla="*/ 120200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883486 w 3580254"/>
              <a:gd name="connsiteY46" fmla="*/ 9806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73961 w 3580254"/>
              <a:gd name="connsiteY47" fmla="*/ 96796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20011 w 3580254"/>
              <a:gd name="connsiteY46" fmla="*/ 1012417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73986 w 3580254"/>
              <a:gd name="connsiteY47" fmla="*/ 100289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102561 w 3580254"/>
              <a:gd name="connsiteY47" fmla="*/ 106321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064931 w 3580254"/>
              <a:gd name="connsiteY45" fmla="*/ 1228946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3580254" h="1383441">
                <a:moveTo>
                  <a:pt x="1649856" y="9525"/>
                </a:moveTo>
                <a:cubicBezTo>
                  <a:pt x="1650459" y="34507"/>
                  <a:pt x="1644652" y="33069"/>
                  <a:pt x="1645255" y="58051"/>
                </a:cubicBezTo>
                <a:lnTo>
                  <a:pt x="1015176" y="174225"/>
                </a:lnTo>
                <a:lnTo>
                  <a:pt x="581246" y="114743"/>
                </a:lnTo>
                <a:lnTo>
                  <a:pt x="226163" y="72877"/>
                </a:lnTo>
                <a:lnTo>
                  <a:pt x="565593" y="157771"/>
                </a:lnTo>
                <a:lnTo>
                  <a:pt x="232679" y="260222"/>
                </a:lnTo>
                <a:lnTo>
                  <a:pt x="624657" y="186704"/>
                </a:lnTo>
                <a:lnTo>
                  <a:pt x="1006549" y="221068"/>
                </a:lnTo>
                <a:lnTo>
                  <a:pt x="772632" y="398278"/>
                </a:lnTo>
                <a:lnTo>
                  <a:pt x="1118769" y="215156"/>
                </a:lnTo>
                <a:lnTo>
                  <a:pt x="1386958" y="147527"/>
                </a:lnTo>
                <a:lnTo>
                  <a:pt x="1651579" y="93852"/>
                </a:lnTo>
                <a:cubicBezTo>
                  <a:pt x="1612526" y="178955"/>
                  <a:pt x="1296308" y="572854"/>
                  <a:pt x="1152641" y="658145"/>
                </a:cubicBezTo>
                <a:lnTo>
                  <a:pt x="789578" y="605597"/>
                </a:lnTo>
                <a:lnTo>
                  <a:pt x="378687" y="479373"/>
                </a:lnTo>
                <a:lnTo>
                  <a:pt x="718110" y="637559"/>
                </a:lnTo>
                <a:lnTo>
                  <a:pt x="339353" y="674952"/>
                </a:lnTo>
                <a:lnTo>
                  <a:pt x="787891" y="680838"/>
                </a:lnTo>
                <a:lnTo>
                  <a:pt x="1129062" y="714805"/>
                </a:lnTo>
                <a:lnTo>
                  <a:pt x="709678" y="979285"/>
                </a:lnTo>
                <a:lnTo>
                  <a:pt x="480327" y="1048366"/>
                </a:lnTo>
                <a:lnTo>
                  <a:pt x="0" y="1121291"/>
                </a:lnTo>
                <a:lnTo>
                  <a:pt x="485758" y="1090595"/>
                </a:lnTo>
                <a:lnTo>
                  <a:pt x="1922" y="1264260"/>
                </a:lnTo>
                <a:lnTo>
                  <a:pt x="494553" y="1132657"/>
                </a:lnTo>
                <a:lnTo>
                  <a:pt x="41207" y="1383441"/>
                </a:lnTo>
                <a:lnTo>
                  <a:pt x="429916" y="1224240"/>
                </a:lnTo>
                <a:lnTo>
                  <a:pt x="632667" y="1088624"/>
                </a:lnTo>
                <a:lnTo>
                  <a:pt x="976623" y="875390"/>
                </a:lnTo>
                <a:lnTo>
                  <a:pt x="949842" y="1298501"/>
                </a:lnTo>
                <a:lnTo>
                  <a:pt x="1030006" y="871627"/>
                </a:lnTo>
                <a:lnTo>
                  <a:pt x="1282995" y="646371"/>
                </a:lnTo>
                <a:lnTo>
                  <a:pt x="1654009" y="290127"/>
                </a:lnTo>
                <a:lnTo>
                  <a:pt x="1619028" y="708025"/>
                </a:lnTo>
                <a:lnTo>
                  <a:pt x="1375144" y="986613"/>
                </a:lnTo>
                <a:lnTo>
                  <a:pt x="1620284" y="768867"/>
                </a:lnTo>
                <a:lnTo>
                  <a:pt x="1539875" y="1107410"/>
                </a:lnTo>
                <a:lnTo>
                  <a:pt x="1290084" y="1241794"/>
                </a:lnTo>
                <a:lnTo>
                  <a:pt x="1538177" y="1153116"/>
                </a:lnTo>
                <a:lnTo>
                  <a:pt x="1531088" y="1376473"/>
                </a:lnTo>
                <a:lnTo>
                  <a:pt x="1571920" y="1155552"/>
                </a:lnTo>
                <a:cubicBezTo>
                  <a:pt x="1628627" y="1193357"/>
                  <a:pt x="1756858" y="1328159"/>
                  <a:pt x="1757916" y="1319766"/>
                </a:cubicBezTo>
                <a:cubicBezTo>
                  <a:pt x="1758974" y="1311373"/>
                  <a:pt x="1638152" y="1176719"/>
                  <a:pt x="1578270" y="1105195"/>
                </a:cubicBezTo>
                <a:lnTo>
                  <a:pt x="1653067" y="764215"/>
                </a:lnTo>
                <a:lnTo>
                  <a:pt x="2064931" y="1228946"/>
                </a:lnTo>
                <a:lnTo>
                  <a:pt x="1908886" y="1002892"/>
                </a:lnTo>
                <a:lnTo>
                  <a:pt x="2061286" y="1021942"/>
                </a:lnTo>
                <a:lnTo>
                  <a:pt x="1873961" y="967967"/>
                </a:lnTo>
                <a:lnTo>
                  <a:pt x="1687032" y="717254"/>
                </a:lnTo>
                <a:lnTo>
                  <a:pt x="1735352" y="307540"/>
                </a:lnTo>
                <a:lnTo>
                  <a:pt x="2121466" y="904195"/>
                </a:lnTo>
                <a:lnTo>
                  <a:pt x="2474924" y="1189411"/>
                </a:lnTo>
                <a:lnTo>
                  <a:pt x="2895300" y="1286847"/>
                </a:lnTo>
                <a:lnTo>
                  <a:pt x="2489100" y="1135348"/>
                </a:lnTo>
                <a:lnTo>
                  <a:pt x="2906233" y="1142557"/>
                </a:lnTo>
                <a:lnTo>
                  <a:pt x="2447171" y="1086451"/>
                </a:lnTo>
                <a:lnTo>
                  <a:pt x="2170964" y="860464"/>
                </a:lnTo>
                <a:lnTo>
                  <a:pt x="1826025" y="280885"/>
                </a:lnTo>
                <a:lnTo>
                  <a:pt x="2544725" y="781050"/>
                </a:lnTo>
                <a:lnTo>
                  <a:pt x="3260651" y="894464"/>
                </a:lnTo>
                <a:lnTo>
                  <a:pt x="3543282" y="1050743"/>
                </a:lnTo>
                <a:lnTo>
                  <a:pt x="3282792" y="869435"/>
                </a:lnTo>
                <a:lnTo>
                  <a:pt x="3572539" y="759785"/>
                </a:lnTo>
                <a:lnTo>
                  <a:pt x="3252248" y="836004"/>
                </a:lnTo>
                <a:lnTo>
                  <a:pt x="2558138" y="721602"/>
                </a:lnTo>
                <a:cubicBezTo>
                  <a:pt x="2278033" y="546087"/>
                  <a:pt x="2373272" y="599470"/>
                  <a:pt x="2063322" y="300498"/>
                </a:cubicBezTo>
                <a:cubicBezTo>
                  <a:pt x="1949784" y="25078"/>
                  <a:pt x="1990330" y="153260"/>
                  <a:pt x="1995737" y="129155"/>
                </a:cubicBezTo>
                <a:lnTo>
                  <a:pt x="2250375" y="165071"/>
                </a:lnTo>
                <a:lnTo>
                  <a:pt x="2400662" y="209658"/>
                </a:lnTo>
                <a:lnTo>
                  <a:pt x="2470867" y="437251"/>
                </a:lnTo>
                <a:lnTo>
                  <a:pt x="2454712" y="240154"/>
                </a:lnTo>
                <a:lnTo>
                  <a:pt x="2595473" y="269559"/>
                </a:lnTo>
                <a:lnTo>
                  <a:pt x="3117436" y="298358"/>
                </a:lnTo>
                <a:lnTo>
                  <a:pt x="3578376" y="381296"/>
                </a:lnTo>
                <a:lnTo>
                  <a:pt x="3180035" y="268044"/>
                </a:lnTo>
                <a:lnTo>
                  <a:pt x="3580254" y="145726"/>
                </a:lnTo>
                <a:lnTo>
                  <a:pt x="3165258" y="224913"/>
                </a:lnTo>
                <a:lnTo>
                  <a:pt x="2949069" y="223999"/>
                </a:lnTo>
                <a:lnTo>
                  <a:pt x="3070617" y="68626"/>
                </a:lnTo>
                <a:lnTo>
                  <a:pt x="2900603" y="224000"/>
                </a:lnTo>
                <a:lnTo>
                  <a:pt x="2562461" y="192770"/>
                </a:lnTo>
                <a:lnTo>
                  <a:pt x="2280799" y="106078"/>
                </a:lnTo>
                <a:lnTo>
                  <a:pt x="1968452" y="66960"/>
                </a:lnTo>
                <a:cubicBezTo>
                  <a:pt x="1969083" y="45698"/>
                  <a:pt x="1953840" y="21262"/>
                  <a:pt x="1954471" y="0"/>
                </a:cubicBezTo>
                <a:lnTo>
                  <a:pt x="1649856" y="9525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4" name="Triangle 23">
            <a:extLst>
              <a:ext uri="{FF2B5EF4-FFF2-40B4-BE49-F238E27FC236}">
                <a16:creationId xmlns:a16="http://schemas.microsoft.com/office/drawing/2014/main" id="{A3580073-B057-104E-9EE1-392914F2B788}"/>
              </a:ext>
            </a:extLst>
          </p:cNvPr>
          <p:cNvSpPr/>
          <p:nvPr/>
        </p:nvSpPr>
        <p:spPr>
          <a:xfrm>
            <a:off x="2678885" y="2429848"/>
            <a:ext cx="4088364" cy="1897323"/>
          </a:xfrm>
          <a:prstGeom prst="triangle">
            <a:avLst/>
          </a:pr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5" name="Triangle 263">
            <a:extLst>
              <a:ext uri="{FF2B5EF4-FFF2-40B4-BE49-F238E27FC236}">
                <a16:creationId xmlns:a16="http://schemas.microsoft.com/office/drawing/2014/main" id="{038898DB-CDC0-A84E-8F39-9F65A0E664CE}"/>
              </a:ext>
            </a:extLst>
          </p:cNvPr>
          <p:cNvSpPr/>
          <p:nvPr/>
        </p:nvSpPr>
        <p:spPr>
          <a:xfrm>
            <a:off x="2913093" y="1637530"/>
            <a:ext cx="3498807" cy="1897323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6" name="Triangle 264">
            <a:extLst>
              <a:ext uri="{FF2B5EF4-FFF2-40B4-BE49-F238E27FC236}">
                <a16:creationId xmlns:a16="http://schemas.microsoft.com/office/drawing/2014/main" id="{B3EFF0FF-DC1C-D744-B419-03DF47093CB9}"/>
              </a:ext>
            </a:extLst>
          </p:cNvPr>
          <p:cNvSpPr/>
          <p:nvPr/>
        </p:nvSpPr>
        <p:spPr>
          <a:xfrm>
            <a:off x="3115632" y="843017"/>
            <a:ext cx="2988966" cy="1897323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7" name="Triangle 264">
            <a:extLst>
              <a:ext uri="{FF2B5EF4-FFF2-40B4-BE49-F238E27FC236}">
                <a16:creationId xmlns:a16="http://schemas.microsoft.com/office/drawing/2014/main" id="{EBAA982E-5CC8-2542-976C-125C9AF0AE3B}"/>
              </a:ext>
            </a:extLst>
          </p:cNvPr>
          <p:cNvSpPr/>
          <p:nvPr/>
        </p:nvSpPr>
        <p:spPr>
          <a:xfrm>
            <a:off x="3300299" y="637620"/>
            <a:ext cx="2524113" cy="131559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8" name="Triangle 27">
            <a:extLst>
              <a:ext uri="{FF2B5EF4-FFF2-40B4-BE49-F238E27FC236}">
                <a16:creationId xmlns:a16="http://schemas.microsoft.com/office/drawing/2014/main" id="{62924498-0DD0-7B43-B3B5-F86FD38FCE2B}"/>
              </a:ext>
            </a:extLst>
          </p:cNvPr>
          <p:cNvSpPr/>
          <p:nvPr/>
        </p:nvSpPr>
        <p:spPr>
          <a:xfrm>
            <a:off x="3130408" y="2726045"/>
            <a:ext cx="3159896" cy="1436248"/>
          </a:xfrm>
          <a:prstGeom prst="triangle">
            <a:avLst/>
          </a:pr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9" name="Triangle 263">
            <a:extLst>
              <a:ext uri="{FF2B5EF4-FFF2-40B4-BE49-F238E27FC236}">
                <a16:creationId xmlns:a16="http://schemas.microsoft.com/office/drawing/2014/main" id="{DB33B65F-ACDD-5A47-AFCA-E837B5666832}"/>
              </a:ext>
            </a:extLst>
          </p:cNvPr>
          <p:cNvSpPr/>
          <p:nvPr/>
        </p:nvSpPr>
        <p:spPr>
          <a:xfrm>
            <a:off x="3346699" y="1955818"/>
            <a:ext cx="2637493" cy="1430251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30" name="Triangle 264">
            <a:extLst>
              <a:ext uri="{FF2B5EF4-FFF2-40B4-BE49-F238E27FC236}">
                <a16:creationId xmlns:a16="http://schemas.microsoft.com/office/drawing/2014/main" id="{E6470FF1-EB90-EE4E-AE9F-5490ED0E158F}"/>
              </a:ext>
            </a:extLst>
          </p:cNvPr>
          <p:cNvSpPr/>
          <p:nvPr/>
        </p:nvSpPr>
        <p:spPr>
          <a:xfrm>
            <a:off x="3536575" y="1157796"/>
            <a:ext cx="2209812" cy="140273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31" name="Freeform 30">
            <a:extLst>
              <a:ext uri="{FF2B5EF4-FFF2-40B4-BE49-F238E27FC236}">
                <a16:creationId xmlns:a16="http://schemas.microsoft.com/office/drawing/2014/main" id="{860B0D5F-DCF7-7B45-B6D7-FA81711811AA}"/>
              </a:ext>
            </a:extLst>
          </p:cNvPr>
          <p:cNvSpPr/>
          <p:nvPr/>
        </p:nvSpPr>
        <p:spPr>
          <a:xfrm>
            <a:off x="4509239" y="4942589"/>
            <a:ext cx="424278" cy="642256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32" name="Triangle 264">
            <a:extLst>
              <a:ext uri="{FF2B5EF4-FFF2-40B4-BE49-F238E27FC236}">
                <a16:creationId xmlns:a16="http://schemas.microsoft.com/office/drawing/2014/main" id="{64F04D80-DAF7-D048-93E6-8A6809FF9638}"/>
              </a:ext>
            </a:extLst>
          </p:cNvPr>
          <p:cNvSpPr/>
          <p:nvPr/>
        </p:nvSpPr>
        <p:spPr>
          <a:xfrm>
            <a:off x="3578772" y="442220"/>
            <a:ext cx="1823132" cy="803749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33" name="Triangle 264">
            <a:extLst>
              <a:ext uri="{FF2B5EF4-FFF2-40B4-BE49-F238E27FC236}">
                <a16:creationId xmlns:a16="http://schemas.microsoft.com/office/drawing/2014/main" id="{6B5FD4BD-6875-524C-9EF7-BAF4BE99B6F6}"/>
              </a:ext>
            </a:extLst>
          </p:cNvPr>
          <p:cNvSpPr/>
          <p:nvPr/>
        </p:nvSpPr>
        <p:spPr>
          <a:xfrm>
            <a:off x="3927603" y="633837"/>
            <a:ext cx="1124062" cy="49555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3956 w 1376149"/>
              <a:gd name="connsiteY3" fmla="*/ 104751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1872 w 1376149"/>
              <a:gd name="connsiteY3" fmla="*/ 1001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34" name="Triangle 264">
            <a:extLst>
              <a:ext uri="{FF2B5EF4-FFF2-40B4-BE49-F238E27FC236}">
                <a16:creationId xmlns:a16="http://schemas.microsoft.com/office/drawing/2014/main" id="{6597DC7A-D7E2-9049-A7C3-5E3DEFEED557}"/>
              </a:ext>
            </a:extLst>
          </p:cNvPr>
          <p:cNvSpPr/>
          <p:nvPr/>
        </p:nvSpPr>
        <p:spPr>
          <a:xfrm>
            <a:off x="3723218" y="908392"/>
            <a:ext cx="1715269" cy="89401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E498BD82-569D-7642-BC0E-CFDB52D84568}"/>
              </a:ext>
            </a:extLst>
          </p:cNvPr>
          <p:cNvSpPr/>
          <p:nvPr/>
        </p:nvSpPr>
        <p:spPr>
          <a:xfrm rot="10800000">
            <a:off x="4528031" y="4149363"/>
            <a:ext cx="424278" cy="851038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36" name="Donut 35">
            <a:extLst>
              <a:ext uri="{FF2B5EF4-FFF2-40B4-BE49-F238E27FC236}">
                <a16:creationId xmlns:a16="http://schemas.microsoft.com/office/drawing/2014/main" id="{A6A766E4-A457-DC44-804C-BB2BB80367D1}"/>
              </a:ext>
            </a:extLst>
          </p:cNvPr>
          <p:cNvSpPr/>
          <p:nvPr/>
        </p:nvSpPr>
        <p:spPr>
          <a:xfrm>
            <a:off x="84666" y="98747"/>
            <a:ext cx="8980683" cy="6680566"/>
          </a:xfrm>
          <a:prstGeom prst="donut">
            <a:avLst>
              <a:gd name="adj" fmla="val 2395"/>
            </a:avLst>
          </a:prstGeom>
          <a:solidFill>
            <a:schemeClr val="bg2">
              <a:alpha val="75000"/>
            </a:schemeClr>
          </a:solidFill>
          <a:ln>
            <a:solidFill>
              <a:schemeClr val="tx1">
                <a:alpha val="1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6B6AD540-935F-364A-9CF0-160CA0EA562D}"/>
              </a:ext>
            </a:extLst>
          </p:cNvPr>
          <p:cNvGrpSpPr/>
          <p:nvPr/>
        </p:nvGrpSpPr>
        <p:grpSpPr>
          <a:xfrm rot="1368279">
            <a:off x="4146024" y="3446566"/>
            <a:ext cx="319926" cy="404542"/>
            <a:chOff x="3510479" y="1211170"/>
            <a:chExt cx="2079479" cy="2629470"/>
          </a:xfrm>
        </p:grpSpPr>
        <p:sp>
          <p:nvSpPr>
            <p:cNvPr id="38" name="Oval 1">
              <a:extLst>
                <a:ext uri="{FF2B5EF4-FFF2-40B4-BE49-F238E27FC236}">
                  <a16:creationId xmlns:a16="http://schemas.microsoft.com/office/drawing/2014/main" id="{DFB88677-D292-D643-AB23-167ECE467544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9" name="Teardrop 38">
              <a:extLst>
                <a:ext uri="{FF2B5EF4-FFF2-40B4-BE49-F238E27FC236}">
                  <a16:creationId xmlns:a16="http://schemas.microsoft.com/office/drawing/2014/main" id="{94FB2D34-1587-7F4C-AC7A-AA3456D3EA1E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0" name="Teardrop 39">
              <a:extLst>
                <a:ext uri="{FF2B5EF4-FFF2-40B4-BE49-F238E27FC236}">
                  <a16:creationId xmlns:a16="http://schemas.microsoft.com/office/drawing/2014/main" id="{1C930032-0206-704F-AD8A-219083E8F3D3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1" name="Teardrop 40">
              <a:extLst>
                <a:ext uri="{FF2B5EF4-FFF2-40B4-BE49-F238E27FC236}">
                  <a16:creationId xmlns:a16="http://schemas.microsoft.com/office/drawing/2014/main" id="{8E5D65F6-9025-274D-AED6-4CB262077865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2" name="Teardrop 41">
              <a:extLst>
                <a:ext uri="{FF2B5EF4-FFF2-40B4-BE49-F238E27FC236}">
                  <a16:creationId xmlns:a16="http://schemas.microsoft.com/office/drawing/2014/main" id="{FC09262E-C149-2C42-AB98-DF5622F1188D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3" name="Teardrop 42">
              <a:extLst>
                <a:ext uri="{FF2B5EF4-FFF2-40B4-BE49-F238E27FC236}">
                  <a16:creationId xmlns:a16="http://schemas.microsoft.com/office/drawing/2014/main" id="{F97079AA-264C-C741-84B1-C78899D6E244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4" name="Teardrop 43">
              <a:extLst>
                <a:ext uri="{FF2B5EF4-FFF2-40B4-BE49-F238E27FC236}">
                  <a16:creationId xmlns:a16="http://schemas.microsoft.com/office/drawing/2014/main" id="{B8E87E13-3114-014D-B902-C854943EBFF2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5" name="Teardrop 44">
              <a:extLst>
                <a:ext uri="{FF2B5EF4-FFF2-40B4-BE49-F238E27FC236}">
                  <a16:creationId xmlns:a16="http://schemas.microsoft.com/office/drawing/2014/main" id="{EA068530-660D-F945-8825-B48C9097A3CC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6" name="Teardrop 45">
              <a:extLst>
                <a:ext uri="{FF2B5EF4-FFF2-40B4-BE49-F238E27FC236}">
                  <a16:creationId xmlns:a16="http://schemas.microsoft.com/office/drawing/2014/main" id="{61AFC840-FBA7-2B41-8C2F-A5F6D4A34E20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7" name="Teardrop 46">
              <a:extLst>
                <a:ext uri="{FF2B5EF4-FFF2-40B4-BE49-F238E27FC236}">
                  <a16:creationId xmlns:a16="http://schemas.microsoft.com/office/drawing/2014/main" id="{684B12C9-1E3A-904A-9C6B-7B5E56FF7090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8" name="Teardrop 47">
              <a:extLst>
                <a:ext uri="{FF2B5EF4-FFF2-40B4-BE49-F238E27FC236}">
                  <a16:creationId xmlns:a16="http://schemas.microsoft.com/office/drawing/2014/main" id="{913ED3A5-BBA0-FF4A-A8B6-67B1CD782BFB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9" name="Teardrop 48">
              <a:extLst>
                <a:ext uri="{FF2B5EF4-FFF2-40B4-BE49-F238E27FC236}">
                  <a16:creationId xmlns:a16="http://schemas.microsoft.com/office/drawing/2014/main" id="{3C762D7E-A76E-F644-86D1-20DA19617E03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0" name="Teardrop 49">
              <a:extLst>
                <a:ext uri="{FF2B5EF4-FFF2-40B4-BE49-F238E27FC236}">
                  <a16:creationId xmlns:a16="http://schemas.microsoft.com/office/drawing/2014/main" id="{22B387FB-774D-604F-97B1-1A7E5AFBDF7B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1" name="Teardrop 50">
              <a:extLst>
                <a:ext uri="{FF2B5EF4-FFF2-40B4-BE49-F238E27FC236}">
                  <a16:creationId xmlns:a16="http://schemas.microsoft.com/office/drawing/2014/main" id="{C77E9386-C7D7-CA4A-83FA-9E0B5FCDB341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2" name="Teardrop 51">
              <a:extLst>
                <a:ext uri="{FF2B5EF4-FFF2-40B4-BE49-F238E27FC236}">
                  <a16:creationId xmlns:a16="http://schemas.microsoft.com/office/drawing/2014/main" id="{69BF0FDB-F441-8D45-AD67-26DA89B62D15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3" name="Teardrop 52">
              <a:extLst>
                <a:ext uri="{FF2B5EF4-FFF2-40B4-BE49-F238E27FC236}">
                  <a16:creationId xmlns:a16="http://schemas.microsoft.com/office/drawing/2014/main" id="{34590D5A-893C-514A-980A-CA5E7189042B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4" name="Teardrop 53">
              <a:extLst>
                <a:ext uri="{FF2B5EF4-FFF2-40B4-BE49-F238E27FC236}">
                  <a16:creationId xmlns:a16="http://schemas.microsoft.com/office/drawing/2014/main" id="{0CF3B88D-9CEF-4A4D-9034-C51442CFACF2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Teardrop 54">
              <a:extLst>
                <a:ext uri="{FF2B5EF4-FFF2-40B4-BE49-F238E27FC236}">
                  <a16:creationId xmlns:a16="http://schemas.microsoft.com/office/drawing/2014/main" id="{596151AA-B235-ED41-883C-6129F4D14371}"/>
                </a:ext>
              </a:extLst>
            </p:cNvPr>
            <p:cNvSpPr/>
            <p:nvPr/>
          </p:nvSpPr>
          <p:spPr>
            <a:xfrm rot="8100000">
              <a:off x="4687786" y="3063633"/>
              <a:ext cx="363246" cy="345390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6" name="Teardrop 55">
              <a:extLst>
                <a:ext uri="{FF2B5EF4-FFF2-40B4-BE49-F238E27FC236}">
                  <a16:creationId xmlns:a16="http://schemas.microsoft.com/office/drawing/2014/main" id="{A88C853B-9D53-8E4D-9AF6-D57B084832DA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7" name="Teardrop 56">
              <a:extLst>
                <a:ext uri="{FF2B5EF4-FFF2-40B4-BE49-F238E27FC236}">
                  <a16:creationId xmlns:a16="http://schemas.microsoft.com/office/drawing/2014/main" id="{1F88EB80-FF91-8B4E-9110-E4FE96C9E9B8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8" name="Teardrop 57">
              <a:extLst>
                <a:ext uri="{FF2B5EF4-FFF2-40B4-BE49-F238E27FC236}">
                  <a16:creationId xmlns:a16="http://schemas.microsoft.com/office/drawing/2014/main" id="{1323FFF2-066E-2446-B621-6775991928A6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9" name="Teardrop 58">
              <a:extLst>
                <a:ext uri="{FF2B5EF4-FFF2-40B4-BE49-F238E27FC236}">
                  <a16:creationId xmlns:a16="http://schemas.microsoft.com/office/drawing/2014/main" id="{4B3F6231-29AF-C348-85E7-F2122A3F9E7E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0" name="Teardrop 59">
              <a:extLst>
                <a:ext uri="{FF2B5EF4-FFF2-40B4-BE49-F238E27FC236}">
                  <a16:creationId xmlns:a16="http://schemas.microsoft.com/office/drawing/2014/main" id="{F5FDD269-9883-C444-82EA-DFDC21235CFE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1" name="Teardrop 60">
              <a:extLst>
                <a:ext uri="{FF2B5EF4-FFF2-40B4-BE49-F238E27FC236}">
                  <a16:creationId xmlns:a16="http://schemas.microsoft.com/office/drawing/2014/main" id="{EF07CE57-1888-1840-B1B1-D6A45252B238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2" name="Teardrop 61">
              <a:extLst>
                <a:ext uri="{FF2B5EF4-FFF2-40B4-BE49-F238E27FC236}">
                  <a16:creationId xmlns:a16="http://schemas.microsoft.com/office/drawing/2014/main" id="{DAB0C9E3-63DA-F140-AFD4-77E1B8370561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3" name="Teardrop 62">
              <a:extLst>
                <a:ext uri="{FF2B5EF4-FFF2-40B4-BE49-F238E27FC236}">
                  <a16:creationId xmlns:a16="http://schemas.microsoft.com/office/drawing/2014/main" id="{F47BC846-BEB5-BB45-8F81-C9072EEFCC94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4" name="Teardrop 63">
              <a:extLst>
                <a:ext uri="{FF2B5EF4-FFF2-40B4-BE49-F238E27FC236}">
                  <a16:creationId xmlns:a16="http://schemas.microsoft.com/office/drawing/2014/main" id="{92B7FE30-982F-4847-96AC-1CEE1F536D24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5" name="Teardrop 64">
              <a:extLst>
                <a:ext uri="{FF2B5EF4-FFF2-40B4-BE49-F238E27FC236}">
                  <a16:creationId xmlns:a16="http://schemas.microsoft.com/office/drawing/2014/main" id="{F989E830-C06A-6E48-BDA9-07A4A62E3C5F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6" name="Teardrop 65">
              <a:extLst>
                <a:ext uri="{FF2B5EF4-FFF2-40B4-BE49-F238E27FC236}">
                  <a16:creationId xmlns:a16="http://schemas.microsoft.com/office/drawing/2014/main" id="{2C9A2800-87E2-0443-AC48-9C26C5302AF7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7" name="Teardrop 66">
              <a:extLst>
                <a:ext uri="{FF2B5EF4-FFF2-40B4-BE49-F238E27FC236}">
                  <a16:creationId xmlns:a16="http://schemas.microsoft.com/office/drawing/2014/main" id="{44DDF262-FFBF-8E45-9686-DABCEC97F934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68" name="Rectangle 24">
            <a:extLst>
              <a:ext uri="{FF2B5EF4-FFF2-40B4-BE49-F238E27FC236}">
                <a16:creationId xmlns:a16="http://schemas.microsoft.com/office/drawing/2014/main" id="{61B03AF7-C939-EC43-B426-6557634185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1882" y="4644274"/>
            <a:ext cx="1336574" cy="276999"/>
          </a:xfrm>
          <a:prstGeom prst="rect">
            <a:avLst/>
          </a:prstGeom>
          <a:solidFill>
            <a:srgbClr val="CCFFCC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1200" dirty="0">
                <a:latin typeface="Arial"/>
                <a:cs typeface="Arial"/>
              </a:rPr>
              <a:t>Stem/Wood Pool</a:t>
            </a:r>
          </a:p>
        </p:txBody>
      </p:sp>
      <p:graphicFrame>
        <p:nvGraphicFramePr>
          <p:cNvPr id="69" name="Table 68">
            <a:extLst>
              <a:ext uri="{FF2B5EF4-FFF2-40B4-BE49-F238E27FC236}">
                <a16:creationId xmlns:a16="http://schemas.microsoft.com/office/drawing/2014/main" id="{ED48D9E3-DAC1-F341-AA9D-8181A63DBC75}"/>
              </a:ext>
            </a:extLst>
          </p:cNvPr>
          <p:cNvGraphicFramePr>
            <a:graphicFrameLocks noGrp="1"/>
          </p:cNvGraphicFramePr>
          <p:nvPr/>
        </p:nvGraphicFramePr>
        <p:xfrm>
          <a:off x="3547700" y="949492"/>
          <a:ext cx="5273407" cy="22250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336257">
                  <a:extLst>
                    <a:ext uri="{9D8B030D-6E8A-4147-A177-3AD203B41FA5}">
                      <a16:colId xmlns:a16="http://schemas.microsoft.com/office/drawing/2014/main" val="3211703807"/>
                    </a:ext>
                  </a:extLst>
                </a:gridCol>
                <a:gridCol w="1740133">
                  <a:extLst>
                    <a:ext uri="{9D8B030D-6E8A-4147-A177-3AD203B41FA5}">
                      <a16:colId xmlns:a16="http://schemas.microsoft.com/office/drawing/2014/main" val="1358814294"/>
                    </a:ext>
                  </a:extLst>
                </a:gridCol>
                <a:gridCol w="1092379">
                  <a:extLst>
                    <a:ext uri="{9D8B030D-6E8A-4147-A177-3AD203B41FA5}">
                      <a16:colId xmlns:a16="http://schemas.microsoft.com/office/drawing/2014/main" val="4041974837"/>
                    </a:ext>
                  </a:extLst>
                </a:gridCol>
                <a:gridCol w="1267356">
                  <a:extLst>
                    <a:ext uri="{9D8B030D-6E8A-4147-A177-3AD203B41FA5}">
                      <a16:colId xmlns:a16="http://schemas.microsoft.com/office/drawing/2014/main" val="568632476"/>
                    </a:ext>
                  </a:extLst>
                </a:gridCol>
                <a:gridCol w="837282">
                  <a:extLst>
                    <a:ext uri="{9D8B030D-6E8A-4147-A177-3AD203B41FA5}">
                      <a16:colId xmlns:a16="http://schemas.microsoft.com/office/drawing/2014/main" val="12048096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#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Pool Name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Abbr.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Location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Levels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59455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Leaf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Leaf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Canopy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504629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Fine Root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 err="1">
                          <a:solidFill>
                            <a:schemeClr val="tx1"/>
                          </a:solidFill>
                        </a:rPr>
                        <a:t>FRoot</a:t>
                      </a:r>
                      <a:endParaRPr 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650019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Coarse Root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 err="1">
                          <a:solidFill>
                            <a:schemeClr val="tx1"/>
                          </a:solidFill>
                        </a:rPr>
                        <a:t>CRoot</a:t>
                      </a:r>
                      <a:endParaRPr 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5000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Stem/Wood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Wood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Canopy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2311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Product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Prod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Canopy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577578"/>
                  </a:ext>
                </a:extLst>
              </a:tr>
            </a:tbl>
          </a:graphicData>
        </a:graphic>
      </p:graphicFrame>
      <p:sp>
        <p:nvSpPr>
          <p:cNvPr id="70" name="TextBox 69">
            <a:extLst>
              <a:ext uri="{FF2B5EF4-FFF2-40B4-BE49-F238E27FC236}">
                <a16:creationId xmlns:a16="http://schemas.microsoft.com/office/drawing/2014/main" id="{CE89695C-BB43-3546-81A2-8E9D7B1C8EDD}"/>
              </a:ext>
            </a:extLst>
          </p:cNvPr>
          <p:cNvSpPr txBox="1"/>
          <p:nvPr/>
        </p:nvSpPr>
        <p:spPr>
          <a:xfrm>
            <a:off x="6779664" y="464638"/>
            <a:ext cx="2028901" cy="461665"/>
          </a:xfrm>
          <a:prstGeom prst="rect">
            <a:avLst/>
          </a:prstGeom>
          <a:solidFill>
            <a:srgbClr val="CDFECE"/>
          </a:solidFill>
          <a:ln w="254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Arial Rounded MT Bold" panose="020F0704030504030204" pitchFamily="34" charset="77"/>
                <a:cs typeface="Arial" panose="020B0604020202020204" pitchFamily="34" charset="0"/>
              </a:rPr>
              <a:t>Live Pools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C14F5E1D-0A37-CF4F-BC78-8E9E9090A786}"/>
              </a:ext>
            </a:extLst>
          </p:cNvPr>
          <p:cNvSpPr txBox="1"/>
          <p:nvPr/>
        </p:nvSpPr>
        <p:spPr>
          <a:xfrm>
            <a:off x="2686380" y="147560"/>
            <a:ext cx="3874779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Carbon Pools</a:t>
            </a:r>
          </a:p>
        </p:txBody>
      </p:sp>
      <p:sp>
        <p:nvSpPr>
          <p:cNvPr id="72" name="Freeform 71">
            <a:extLst>
              <a:ext uri="{FF2B5EF4-FFF2-40B4-BE49-F238E27FC236}">
                <a16:creationId xmlns:a16="http://schemas.microsoft.com/office/drawing/2014/main" id="{1BDB4DBB-066C-FA4D-897C-FC3024CF08C2}"/>
              </a:ext>
            </a:extLst>
          </p:cNvPr>
          <p:cNvSpPr/>
          <p:nvPr/>
        </p:nvSpPr>
        <p:spPr>
          <a:xfrm flipH="1">
            <a:off x="2911667" y="3679064"/>
            <a:ext cx="188912" cy="284162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008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73" name="Freeform 72">
            <a:extLst>
              <a:ext uri="{FF2B5EF4-FFF2-40B4-BE49-F238E27FC236}">
                <a16:creationId xmlns:a16="http://schemas.microsoft.com/office/drawing/2014/main" id="{BC4C9045-C09E-264D-9D7B-E823B52AB5EB}"/>
              </a:ext>
            </a:extLst>
          </p:cNvPr>
          <p:cNvSpPr/>
          <p:nvPr/>
        </p:nvSpPr>
        <p:spPr>
          <a:xfrm flipH="1">
            <a:off x="5165768" y="4378850"/>
            <a:ext cx="131537" cy="284162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008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74" name="Freeform 73">
            <a:extLst>
              <a:ext uri="{FF2B5EF4-FFF2-40B4-BE49-F238E27FC236}">
                <a16:creationId xmlns:a16="http://schemas.microsoft.com/office/drawing/2014/main" id="{21B3C8FA-E472-484C-8BC2-C8F498336FF1}"/>
              </a:ext>
            </a:extLst>
          </p:cNvPr>
          <p:cNvSpPr/>
          <p:nvPr/>
        </p:nvSpPr>
        <p:spPr>
          <a:xfrm flipH="1">
            <a:off x="5114934" y="5413031"/>
            <a:ext cx="188912" cy="284162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008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75" name="Freeform 74">
            <a:extLst>
              <a:ext uri="{FF2B5EF4-FFF2-40B4-BE49-F238E27FC236}">
                <a16:creationId xmlns:a16="http://schemas.microsoft.com/office/drawing/2014/main" id="{6EA4EFEF-C644-AE43-8A98-C61DE81DE31F}"/>
              </a:ext>
            </a:extLst>
          </p:cNvPr>
          <p:cNvSpPr/>
          <p:nvPr/>
        </p:nvSpPr>
        <p:spPr>
          <a:xfrm flipH="1">
            <a:off x="3473452" y="5413031"/>
            <a:ext cx="169900" cy="409550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008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76" name="TextBox 27">
            <a:extLst>
              <a:ext uri="{FF2B5EF4-FFF2-40B4-BE49-F238E27FC236}">
                <a16:creationId xmlns:a16="http://schemas.microsoft.com/office/drawing/2014/main" id="{9F34D77F-EE52-4642-BC68-E8C364DE30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9109" y="5811108"/>
            <a:ext cx="1202598" cy="276999"/>
          </a:xfrm>
          <a:prstGeom prst="rect">
            <a:avLst/>
          </a:prstGeom>
          <a:solidFill>
            <a:srgbClr val="CCFFCC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Fine Root Pool</a:t>
            </a:r>
          </a:p>
        </p:txBody>
      </p:sp>
      <p:sp>
        <p:nvSpPr>
          <p:cNvPr id="77" name="TextBox 22">
            <a:extLst>
              <a:ext uri="{FF2B5EF4-FFF2-40B4-BE49-F238E27FC236}">
                <a16:creationId xmlns:a16="http://schemas.microsoft.com/office/drawing/2014/main" id="{364140CE-0497-BA4D-87C0-85E7F2B440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5739" y="3961518"/>
            <a:ext cx="832279" cy="276999"/>
          </a:xfrm>
          <a:prstGeom prst="rect">
            <a:avLst/>
          </a:prstGeom>
          <a:solidFill>
            <a:srgbClr val="CCFFCC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Leaf Pool</a:t>
            </a:r>
          </a:p>
        </p:txBody>
      </p:sp>
      <p:sp>
        <p:nvSpPr>
          <p:cNvPr id="78" name="TextBox 27">
            <a:extLst>
              <a:ext uri="{FF2B5EF4-FFF2-40B4-BE49-F238E27FC236}">
                <a16:creationId xmlns:a16="http://schemas.microsoft.com/office/drawing/2014/main" id="{E44A36BC-FDA2-CB48-B6D3-D7E508D9A6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6928" y="5672608"/>
            <a:ext cx="1399316" cy="276999"/>
          </a:xfrm>
          <a:prstGeom prst="rect">
            <a:avLst/>
          </a:prstGeom>
          <a:solidFill>
            <a:srgbClr val="CCFFCC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Coarse Root Pool</a:t>
            </a:r>
          </a:p>
        </p:txBody>
      </p:sp>
      <p:sp>
        <p:nvSpPr>
          <p:cNvPr id="79" name="Freeform 78">
            <a:extLst>
              <a:ext uri="{FF2B5EF4-FFF2-40B4-BE49-F238E27FC236}">
                <a16:creationId xmlns:a16="http://schemas.microsoft.com/office/drawing/2014/main" id="{06E5798B-B98B-A541-BDC9-98DB2867E6D4}"/>
              </a:ext>
            </a:extLst>
          </p:cNvPr>
          <p:cNvSpPr/>
          <p:nvPr/>
        </p:nvSpPr>
        <p:spPr>
          <a:xfrm flipH="1">
            <a:off x="6267309" y="3338793"/>
            <a:ext cx="138217" cy="294715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008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80" name="TextBox 34">
            <a:extLst>
              <a:ext uri="{FF2B5EF4-FFF2-40B4-BE49-F238E27FC236}">
                <a16:creationId xmlns:a16="http://schemas.microsoft.com/office/drawing/2014/main" id="{239CCEEC-0C8D-9842-AB82-5763DD1CC3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50051" y="3537457"/>
            <a:ext cx="1065212" cy="276225"/>
          </a:xfrm>
          <a:prstGeom prst="rect">
            <a:avLst/>
          </a:prstGeom>
          <a:solidFill>
            <a:srgbClr val="CCFFCC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Product Pool</a:t>
            </a:r>
          </a:p>
        </p:txBody>
      </p:sp>
      <p:grpSp>
        <p:nvGrpSpPr>
          <p:cNvPr id="81" name="Group 80">
            <a:extLst>
              <a:ext uri="{FF2B5EF4-FFF2-40B4-BE49-F238E27FC236}">
                <a16:creationId xmlns:a16="http://schemas.microsoft.com/office/drawing/2014/main" id="{71B1634F-1A46-444A-A004-FB35DC7DC71D}"/>
              </a:ext>
            </a:extLst>
          </p:cNvPr>
          <p:cNvGrpSpPr/>
          <p:nvPr/>
        </p:nvGrpSpPr>
        <p:grpSpPr>
          <a:xfrm rot="20275914">
            <a:off x="5241942" y="3628778"/>
            <a:ext cx="319926" cy="404542"/>
            <a:chOff x="3510479" y="1211170"/>
            <a:chExt cx="2079479" cy="2629470"/>
          </a:xfrm>
        </p:grpSpPr>
        <p:sp>
          <p:nvSpPr>
            <p:cNvPr id="82" name="Oval 1">
              <a:extLst>
                <a:ext uri="{FF2B5EF4-FFF2-40B4-BE49-F238E27FC236}">
                  <a16:creationId xmlns:a16="http://schemas.microsoft.com/office/drawing/2014/main" id="{5BE3E9B4-97B8-654F-B65F-0AD0613EE189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3" name="Teardrop 82">
              <a:extLst>
                <a:ext uri="{FF2B5EF4-FFF2-40B4-BE49-F238E27FC236}">
                  <a16:creationId xmlns:a16="http://schemas.microsoft.com/office/drawing/2014/main" id="{3F3591BA-75F0-AE4B-AFC3-94AC3652195B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4" name="Teardrop 83">
              <a:extLst>
                <a:ext uri="{FF2B5EF4-FFF2-40B4-BE49-F238E27FC236}">
                  <a16:creationId xmlns:a16="http://schemas.microsoft.com/office/drawing/2014/main" id="{54CB0C14-60D7-4C49-AE17-C8B63A3CEDD8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5" name="Teardrop 84">
              <a:extLst>
                <a:ext uri="{FF2B5EF4-FFF2-40B4-BE49-F238E27FC236}">
                  <a16:creationId xmlns:a16="http://schemas.microsoft.com/office/drawing/2014/main" id="{189E71B2-3423-8649-943A-1335278A0D6A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6" name="Teardrop 85">
              <a:extLst>
                <a:ext uri="{FF2B5EF4-FFF2-40B4-BE49-F238E27FC236}">
                  <a16:creationId xmlns:a16="http://schemas.microsoft.com/office/drawing/2014/main" id="{8F5DB7DC-6FAD-514D-93F2-6D41F4252670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7" name="Teardrop 86">
              <a:extLst>
                <a:ext uri="{FF2B5EF4-FFF2-40B4-BE49-F238E27FC236}">
                  <a16:creationId xmlns:a16="http://schemas.microsoft.com/office/drawing/2014/main" id="{8F041A35-3E55-284C-A7FF-51BAA70DFB5B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8" name="Teardrop 87">
              <a:extLst>
                <a:ext uri="{FF2B5EF4-FFF2-40B4-BE49-F238E27FC236}">
                  <a16:creationId xmlns:a16="http://schemas.microsoft.com/office/drawing/2014/main" id="{96ED01BF-7C8F-A04D-B8F9-E0B8EBAC284A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9" name="Teardrop 88">
              <a:extLst>
                <a:ext uri="{FF2B5EF4-FFF2-40B4-BE49-F238E27FC236}">
                  <a16:creationId xmlns:a16="http://schemas.microsoft.com/office/drawing/2014/main" id="{A95CEF5E-B50A-DD42-B5BF-8FA498726446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0" name="Teardrop 89">
              <a:extLst>
                <a:ext uri="{FF2B5EF4-FFF2-40B4-BE49-F238E27FC236}">
                  <a16:creationId xmlns:a16="http://schemas.microsoft.com/office/drawing/2014/main" id="{A98D7E15-3700-4343-9518-9F52231A4C32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1" name="Teardrop 90">
              <a:extLst>
                <a:ext uri="{FF2B5EF4-FFF2-40B4-BE49-F238E27FC236}">
                  <a16:creationId xmlns:a16="http://schemas.microsoft.com/office/drawing/2014/main" id="{0F77895B-1F38-A848-83C8-F0D0005E8F23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2" name="Teardrop 91">
              <a:extLst>
                <a:ext uri="{FF2B5EF4-FFF2-40B4-BE49-F238E27FC236}">
                  <a16:creationId xmlns:a16="http://schemas.microsoft.com/office/drawing/2014/main" id="{96FDD0DF-3D3D-8046-B39D-4607352C2F01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3" name="Teardrop 92">
              <a:extLst>
                <a:ext uri="{FF2B5EF4-FFF2-40B4-BE49-F238E27FC236}">
                  <a16:creationId xmlns:a16="http://schemas.microsoft.com/office/drawing/2014/main" id="{DD4BFD48-9214-D145-9C75-18B4E01064A2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4" name="Teardrop 93">
              <a:extLst>
                <a:ext uri="{FF2B5EF4-FFF2-40B4-BE49-F238E27FC236}">
                  <a16:creationId xmlns:a16="http://schemas.microsoft.com/office/drawing/2014/main" id="{DF64910B-AE7E-814A-B6CD-BAB59047873E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5" name="Teardrop 94">
              <a:extLst>
                <a:ext uri="{FF2B5EF4-FFF2-40B4-BE49-F238E27FC236}">
                  <a16:creationId xmlns:a16="http://schemas.microsoft.com/office/drawing/2014/main" id="{173E6BFB-4056-6B45-B805-564B73528E01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6" name="Teardrop 95">
              <a:extLst>
                <a:ext uri="{FF2B5EF4-FFF2-40B4-BE49-F238E27FC236}">
                  <a16:creationId xmlns:a16="http://schemas.microsoft.com/office/drawing/2014/main" id="{FB307F1F-1C42-5B4B-9D2B-1736DE19E18D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7" name="Teardrop 96">
              <a:extLst>
                <a:ext uri="{FF2B5EF4-FFF2-40B4-BE49-F238E27FC236}">
                  <a16:creationId xmlns:a16="http://schemas.microsoft.com/office/drawing/2014/main" id="{CBB67D59-DF32-1043-BFE4-D416D264A43D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8" name="Teardrop 97">
              <a:extLst>
                <a:ext uri="{FF2B5EF4-FFF2-40B4-BE49-F238E27FC236}">
                  <a16:creationId xmlns:a16="http://schemas.microsoft.com/office/drawing/2014/main" id="{6C807A98-5815-AD49-87CB-D5B452EABD41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9" name="Teardrop 98">
              <a:extLst>
                <a:ext uri="{FF2B5EF4-FFF2-40B4-BE49-F238E27FC236}">
                  <a16:creationId xmlns:a16="http://schemas.microsoft.com/office/drawing/2014/main" id="{4794F332-B43A-9F41-81F2-4A38CB2D224C}"/>
                </a:ext>
              </a:extLst>
            </p:cNvPr>
            <p:cNvSpPr/>
            <p:nvPr/>
          </p:nvSpPr>
          <p:spPr>
            <a:xfrm rot="8100000">
              <a:off x="4687786" y="3063633"/>
              <a:ext cx="363246" cy="345390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0" name="Teardrop 99">
              <a:extLst>
                <a:ext uri="{FF2B5EF4-FFF2-40B4-BE49-F238E27FC236}">
                  <a16:creationId xmlns:a16="http://schemas.microsoft.com/office/drawing/2014/main" id="{865E743C-25D8-BB48-BAAC-B580E6EB35DD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1" name="Teardrop 100">
              <a:extLst>
                <a:ext uri="{FF2B5EF4-FFF2-40B4-BE49-F238E27FC236}">
                  <a16:creationId xmlns:a16="http://schemas.microsoft.com/office/drawing/2014/main" id="{44D08AE3-E92A-EC4A-9A16-B376E420D06F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2" name="Teardrop 101">
              <a:extLst>
                <a:ext uri="{FF2B5EF4-FFF2-40B4-BE49-F238E27FC236}">
                  <a16:creationId xmlns:a16="http://schemas.microsoft.com/office/drawing/2014/main" id="{1C8BA2CE-4047-BE45-AB95-87D720270C7A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3" name="Teardrop 102">
              <a:extLst>
                <a:ext uri="{FF2B5EF4-FFF2-40B4-BE49-F238E27FC236}">
                  <a16:creationId xmlns:a16="http://schemas.microsoft.com/office/drawing/2014/main" id="{04320E30-E358-6E43-BF09-431D888C11E4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4" name="Teardrop 103">
              <a:extLst>
                <a:ext uri="{FF2B5EF4-FFF2-40B4-BE49-F238E27FC236}">
                  <a16:creationId xmlns:a16="http://schemas.microsoft.com/office/drawing/2014/main" id="{E2A63322-EE6F-E24A-A838-4F2EB7EAE634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5" name="Teardrop 104">
              <a:extLst>
                <a:ext uri="{FF2B5EF4-FFF2-40B4-BE49-F238E27FC236}">
                  <a16:creationId xmlns:a16="http://schemas.microsoft.com/office/drawing/2014/main" id="{9A0732B6-F674-0148-88E2-FF538EC52689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6" name="Teardrop 105">
              <a:extLst>
                <a:ext uri="{FF2B5EF4-FFF2-40B4-BE49-F238E27FC236}">
                  <a16:creationId xmlns:a16="http://schemas.microsoft.com/office/drawing/2014/main" id="{FE0BA1C1-5B2A-9B45-90E4-3A05812675B9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7" name="Teardrop 106">
              <a:extLst>
                <a:ext uri="{FF2B5EF4-FFF2-40B4-BE49-F238E27FC236}">
                  <a16:creationId xmlns:a16="http://schemas.microsoft.com/office/drawing/2014/main" id="{9E82F1E2-AE5F-CC4A-A94C-CD088E97E3B7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8" name="Teardrop 107">
              <a:extLst>
                <a:ext uri="{FF2B5EF4-FFF2-40B4-BE49-F238E27FC236}">
                  <a16:creationId xmlns:a16="http://schemas.microsoft.com/office/drawing/2014/main" id="{689B70E8-BDAD-284F-BE2D-A90C0A2B083B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9" name="Teardrop 108">
              <a:extLst>
                <a:ext uri="{FF2B5EF4-FFF2-40B4-BE49-F238E27FC236}">
                  <a16:creationId xmlns:a16="http://schemas.microsoft.com/office/drawing/2014/main" id="{76B37068-3F3C-5745-A1C8-1B7A2D87EE2A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0" name="Teardrop 109">
              <a:extLst>
                <a:ext uri="{FF2B5EF4-FFF2-40B4-BE49-F238E27FC236}">
                  <a16:creationId xmlns:a16="http://schemas.microsoft.com/office/drawing/2014/main" id="{7963EDAB-ED4E-104D-BF41-F61955432123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1" name="Teardrop 110">
              <a:extLst>
                <a:ext uri="{FF2B5EF4-FFF2-40B4-BE49-F238E27FC236}">
                  <a16:creationId xmlns:a16="http://schemas.microsoft.com/office/drawing/2014/main" id="{2CA774E2-1EE0-8A4A-A490-AE613099A47B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FAC490D7-C537-794D-A205-4B32703E6E8D}"/>
              </a:ext>
            </a:extLst>
          </p:cNvPr>
          <p:cNvSpPr txBox="1"/>
          <p:nvPr/>
        </p:nvSpPr>
        <p:spPr>
          <a:xfrm>
            <a:off x="57162" y="3907124"/>
            <a:ext cx="2350351" cy="2800767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600" dirty="0">
                <a:solidFill>
                  <a:srgbClr val="4D4F03"/>
                </a:solidFill>
                <a:latin typeface="Arial Rounded MT Bold"/>
                <a:cs typeface="Arial Rounded MT Bold"/>
              </a:rPr>
              <a:t>   </a:t>
            </a:r>
            <a:r>
              <a:rPr lang="en-US" sz="1600" dirty="0">
                <a:solidFill>
                  <a:srgbClr val="1F6BA0"/>
                </a:solidFill>
                <a:latin typeface="Arial Rounded MT Bold"/>
                <a:cs typeface="Arial Rounded MT Bold"/>
              </a:rPr>
              <a:t>Live-To-Dead Transfers</a:t>
            </a:r>
            <a:endParaRPr lang="en-US" sz="1600" dirty="0">
              <a:cs typeface="Arial" charset="0"/>
            </a:endParaRPr>
          </a:p>
          <a:p>
            <a:pPr marL="171450" indent="-173736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600" dirty="0">
                <a:cs typeface="Arial" charset="0"/>
              </a:rPr>
              <a:t>Day Length</a:t>
            </a:r>
          </a:p>
          <a:p>
            <a:pPr marL="171450" indent="-173736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600" dirty="0">
                <a:cs typeface="Arial" charset="0"/>
              </a:rPr>
              <a:t>Phenology Stage</a:t>
            </a:r>
          </a:p>
          <a:p>
            <a:pPr marL="171450" indent="-173736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600" dirty="0">
                <a:cs typeface="Arial" charset="0"/>
              </a:rPr>
              <a:t>Respiration Efficiency</a:t>
            </a:r>
          </a:p>
          <a:p>
            <a:pPr marL="171450" indent="-173736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600" dirty="0">
                <a:cs typeface="Arial" charset="0"/>
              </a:rPr>
              <a:t>Temperature</a:t>
            </a:r>
          </a:p>
          <a:p>
            <a:pPr>
              <a:buClr>
                <a:srgbClr val="1F6BA0"/>
              </a:buClr>
              <a:defRPr/>
            </a:pPr>
            <a:r>
              <a:rPr lang="en-US" sz="1600" dirty="0">
                <a:solidFill>
                  <a:schemeClr val="tx2">
                    <a:lumMod val="60000"/>
                    <a:lumOff val="40000"/>
                  </a:schemeClr>
                </a:solidFill>
                <a:cs typeface="Arial" charset="0"/>
              </a:rPr>
              <a:t>        -</a:t>
            </a:r>
            <a:r>
              <a:rPr lang="en-US" sz="1600" dirty="0">
                <a:cs typeface="Arial" charset="0"/>
              </a:rPr>
              <a:t> Freezing</a:t>
            </a:r>
          </a:p>
          <a:p>
            <a:pPr>
              <a:buClr>
                <a:srgbClr val="1F6BA0"/>
              </a:buClr>
              <a:defRPr/>
            </a:pPr>
            <a:r>
              <a:rPr lang="en-US" sz="1600" dirty="0">
                <a:solidFill>
                  <a:schemeClr val="tx2">
                    <a:lumMod val="60000"/>
                    <a:lumOff val="40000"/>
                  </a:schemeClr>
                </a:solidFill>
                <a:cs typeface="Arial" charset="0"/>
              </a:rPr>
              <a:t>        - </a:t>
            </a:r>
            <a:r>
              <a:rPr lang="en-US" sz="1600" dirty="0">
                <a:cs typeface="Arial" charset="0"/>
              </a:rPr>
              <a:t>Heat Stress</a:t>
            </a:r>
          </a:p>
          <a:p>
            <a:pPr marL="171450" indent="-173736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600" dirty="0">
                <a:cs typeface="Arial" charset="0"/>
              </a:rPr>
              <a:t>Water Deficiency</a:t>
            </a:r>
          </a:p>
          <a:p>
            <a:pPr marL="171450" indent="-173736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600" dirty="0">
                <a:cs typeface="Arial" charset="0"/>
              </a:rPr>
              <a:t>Pool Decay Rate</a:t>
            </a:r>
          </a:p>
          <a:p>
            <a:pPr marL="171450" indent="-173736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600" dirty="0">
                <a:cs typeface="Arial" charset="0"/>
              </a:rPr>
              <a:t>Pool Size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1361922C-1775-5B4B-B06F-D6C6B1BDEE29}"/>
              </a:ext>
            </a:extLst>
          </p:cNvPr>
          <p:cNvSpPr txBox="1"/>
          <p:nvPr/>
        </p:nvSpPr>
        <p:spPr>
          <a:xfrm>
            <a:off x="801271" y="2559180"/>
            <a:ext cx="1920398" cy="1200329"/>
          </a:xfrm>
          <a:prstGeom prst="rect">
            <a:avLst/>
          </a:prstGeom>
          <a:solidFill>
            <a:srgbClr val="FFFDF1"/>
          </a:solidFill>
          <a:ln w="25400">
            <a:solidFill>
              <a:schemeClr val="accent3">
                <a:lumMod val="50000"/>
              </a:schemeClr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rgbClr val="4B3118"/>
                </a:solidFill>
              </a:rPr>
              <a:t>Each </a:t>
            </a:r>
            <a:r>
              <a:rPr lang="en-US" dirty="0">
                <a:solidFill>
                  <a:schemeClr val="accent3">
                    <a:lumMod val="50000"/>
                  </a:schemeClr>
                </a:solidFill>
              </a:rPr>
              <a:t>live</a:t>
            </a:r>
            <a:r>
              <a:rPr lang="en-US" dirty="0">
                <a:solidFill>
                  <a:srgbClr val="4B3118"/>
                </a:solidFill>
              </a:rPr>
              <a:t> pool </a:t>
            </a:r>
          </a:p>
          <a:p>
            <a:pPr algn="ctr"/>
            <a:r>
              <a:rPr lang="en-US" dirty="0">
                <a:solidFill>
                  <a:srgbClr val="4B3118"/>
                </a:solidFill>
              </a:rPr>
              <a:t>transfers carbon</a:t>
            </a:r>
          </a:p>
          <a:p>
            <a:pPr algn="ctr"/>
            <a:r>
              <a:rPr lang="en-US" dirty="0">
                <a:solidFill>
                  <a:srgbClr val="4B3118"/>
                </a:solidFill>
              </a:rPr>
              <a:t>to </a:t>
            </a:r>
          </a:p>
          <a:p>
            <a:pPr algn="ctr"/>
            <a:r>
              <a:rPr lang="en-US" dirty="0">
                <a:solidFill>
                  <a:srgbClr val="9E160D"/>
                </a:solidFill>
              </a:rPr>
              <a:t>dead</a:t>
            </a:r>
            <a:r>
              <a:rPr lang="en-US" dirty="0">
                <a:solidFill>
                  <a:schemeClr val="accent3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rgbClr val="4B3118"/>
                </a:solidFill>
              </a:rPr>
              <a:t>carbon pools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6200336F-33D8-1942-AC05-5235447F2773}"/>
              </a:ext>
            </a:extLst>
          </p:cNvPr>
          <p:cNvSpPr txBox="1"/>
          <p:nvPr/>
        </p:nvSpPr>
        <p:spPr>
          <a:xfrm>
            <a:off x="5938384" y="4461574"/>
            <a:ext cx="3049425" cy="2308324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none" lIns="91440">
            <a:spAutoFit/>
          </a:bodyPr>
          <a:lstStyle/>
          <a:p>
            <a:pPr algn="ctr">
              <a:defRPr/>
            </a:pPr>
            <a:r>
              <a:rPr lang="en-US" sz="1600" dirty="0">
                <a:solidFill>
                  <a:srgbClr val="1F6BA0"/>
                </a:solidFill>
                <a:latin typeface="Arial Rounded MT Bold"/>
                <a:cs typeface="Arial Rounded MT Bold"/>
              </a:rPr>
              <a:t>Autotrophic</a:t>
            </a:r>
          </a:p>
          <a:p>
            <a:pPr algn="ctr">
              <a:defRPr/>
            </a:pPr>
            <a:r>
              <a:rPr lang="en-US" sz="1600" dirty="0">
                <a:solidFill>
                  <a:srgbClr val="1F6BA0"/>
                </a:solidFill>
                <a:latin typeface="Arial Rounded MT Bold"/>
                <a:cs typeface="Arial Rounded MT Bold"/>
              </a:rPr>
              <a:t>Respiration Rate</a:t>
            </a:r>
            <a:endParaRPr lang="en-US" sz="1600" dirty="0">
              <a:cs typeface="Arial" charset="0"/>
            </a:endParaRPr>
          </a:p>
          <a:p>
            <a:pPr marL="171450" indent="-17145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600" dirty="0">
                <a:cs typeface="Arial" charset="0"/>
              </a:rPr>
              <a:t>Growth / Maintenance</a:t>
            </a:r>
          </a:p>
          <a:p>
            <a:pPr lvl="1" hangingPunct="0">
              <a:buClr>
                <a:srgbClr val="1F6BA0"/>
              </a:buClr>
              <a:buSzPct val="100000"/>
              <a:defRPr/>
            </a:pPr>
            <a:r>
              <a:rPr lang="en-US" sz="1600" dirty="0">
                <a:solidFill>
                  <a:srgbClr val="0070C0"/>
                </a:solidFill>
                <a:cs typeface="Arial" charset="0"/>
              </a:rPr>
              <a:t>•</a:t>
            </a:r>
            <a:r>
              <a:rPr lang="en-US" sz="1600" dirty="0">
                <a:cs typeface="Arial" charset="0"/>
              </a:rPr>
              <a:t> Assimilation Rate</a:t>
            </a:r>
          </a:p>
          <a:p>
            <a:pPr lvl="1" hangingPunct="0">
              <a:buClr>
                <a:srgbClr val="1F6BA0"/>
              </a:buClr>
              <a:buSzPct val="100000"/>
              <a:defRPr/>
            </a:pPr>
            <a:r>
              <a:rPr lang="en-US" sz="1600" dirty="0">
                <a:solidFill>
                  <a:srgbClr val="0070C0"/>
                </a:solidFill>
                <a:cs typeface="Arial" charset="0"/>
              </a:rPr>
              <a:t>•</a:t>
            </a:r>
            <a:r>
              <a:rPr lang="en-US" sz="1600" dirty="0">
                <a:cs typeface="Arial" charset="0"/>
              </a:rPr>
              <a:t> Leaf Area Index (LAI)</a:t>
            </a:r>
          </a:p>
          <a:p>
            <a:pPr lvl="1" hangingPunct="0">
              <a:buClr>
                <a:srgbClr val="1F6BA0"/>
              </a:buClr>
              <a:buSzPct val="100000"/>
              <a:defRPr/>
            </a:pPr>
            <a:r>
              <a:rPr lang="en-US" sz="1600" dirty="0">
                <a:solidFill>
                  <a:srgbClr val="0070C0"/>
                </a:solidFill>
                <a:cs typeface="Arial" charset="0"/>
              </a:rPr>
              <a:t>• </a:t>
            </a:r>
            <a:r>
              <a:rPr lang="en-US" sz="1600" dirty="0">
                <a:cs typeface="Arial" charset="0"/>
              </a:rPr>
              <a:t>Temperature</a:t>
            </a:r>
          </a:p>
          <a:p>
            <a:pPr>
              <a:buClr>
                <a:srgbClr val="1F6BA0"/>
              </a:buClr>
              <a:defRPr/>
            </a:pPr>
            <a:r>
              <a:rPr lang="en-US" sz="1600" dirty="0">
                <a:cs typeface="Arial" charset="0"/>
              </a:rPr>
              <a:t>                </a:t>
            </a:r>
            <a:r>
              <a:rPr lang="en-US" sz="1600" dirty="0">
                <a:solidFill>
                  <a:srgbClr val="0070C0"/>
                </a:solidFill>
                <a:cs typeface="Arial" charset="0"/>
              </a:rPr>
              <a:t>-</a:t>
            </a:r>
            <a:r>
              <a:rPr lang="en-US" sz="1600" dirty="0">
                <a:cs typeface="Arial" charset="0"/>
              </a:rPr>
              <a:t> Freeze Inhibition</a:t>
            </a:r>
          </a:p>
          <a:p>
            <a:pPr>
              <a:buClr>
                <a:srgbClr val="1F6BA0"/>
              </a:buClr>
              <a:defRPr/>
            </a:pPr>
            <a:r>
              <a:rPr lang="en-US" sz="1600" dirty="0">
                <a:cs typeface="Arial" charset="0"/>
              </a:rPr>
              <a:t>                </a:t>
            </a:r>
            <a:r>
              <a:rPr lang="en-US" sz="1600" dirty="0">
                <a:solidFill>
                  <a:srgbClr val="0070C0"/>
                </a:solidFill>
                <a:cs typeface="Arial" charset="0"/>
              </a:rPr>
              <a:t>-</a:t>
            </a:r>
            <a:r>
              <a:rPr lang="en-US" sz="1600" dirty="0">
                <a:cs typeface="Arial" charset="0"/>
              </a:rPr>
              <a:t> High Temperature (Q10)</a:t>
            </a:r>
          </a:p>
          <a:p>
            <a:pPr marL="171450" indent="-17145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600" dirty="0">
                <a:cs typeface="Arial" charset="0"/>
              </a:rPr>
              <a:t>Pool Decay Rate / Size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7B4C2F4A-1EC8-7D48-AC86-B51B4A8025C4}"/>
              </a:ext>
            </a:extLst>
          </p:cNvPr>
          <p:cNvSpPr txBox="1"/>
          <p:nvPr/>
        </p:nvSpPr>
        <p:spPr>
          <a:xfrm>
            <a:off x="6591092" y="3349993"/>
            <a:ext cx="2443653" cy="923330"/>
          </a:xfrm>
          <a:prstGeom prst="rect">
            <a:avLst/>
          </a:prstGeom>
          <a:solidFill>
            <a:srgbClr val="FFFDF1"/>
          </a:solidFill>
          <a:ln w="25400">
            <a:solidFill>
              <a:schemeClr val="accent3">
                <a:lumMod val="75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4B3118"/>
                </a:solidFill>
              </a:rPr>
              <a:t>Each </a:t>
            </a:r>
            <a:r>
              <a:rPr lang="en-US" dirty="0">
                <a:solidFill>
                  <a:schemeClr val="accent3">
                    <a:lumMod val="50000"/>
                  </a:schemeClr>
                </a:solidFill>
              </a:rPr>
              <a:t>live</a:t>
            </a:r>
            <a:r>
              <a:rPr lang="en-US" dirty="0">
                <a:solidFill>
                  <a:srgbClr val="4B3118"/>
                </a:solidFill>
              </a:rPr>
              <a:t> pool </a:t>
            </a:r>
          </a:p>
          <a:p>
            <a:pPr algn="ctr"/>
            <a:r>
              <a:rPr lang="en-US" dirty="0">
                <a:solidFill>
                  <a:srgbClr val="4B3118"/>
                </a:solidFill>
              </a:rPr>
              <a:t>releases carbon via </a:t>
            </a:r>
          </a:p>
          <a:p>
            <a:pPr algn="ctr"/>
            <a:r>
              <a:rPr lang="en-US" dirty="0">
                <a:solidFill>
                  <a:schemeClr val="accent3">
                    <a:lumMod val="50000"/>
                  </a:schemeClr>
                </a:solidFill>
              </a:rPr>
              <a:t>autotrophic</a:t>
            </a:r>
            <a:r>
              <a:rPr lang="en-US" dirty="0">
                <a:solidFill>
                  <a:srgbClr val="4B3118"/>
                </a:solidFill>
              </a:rPr>
              <a:t> respiration</a:t>
            </a:r>
          </a:p>
        </p:txBody>
      </p:sp>
    </p:spTree>
    <p:extLst>
      <p:ext uri="{BB962C8B-B14F-4D97-AF65-F5344CB8AC3E}">
        <p14:creationId xmlns:p14="http://schemas.microsoft.com/office/powerpoint/2010/main" val="311949822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521F07CF-F258-A442-88A3-3D2E9BF85758}"/>
              </a:ext>
            </a:extLst>
          </p:cNvPr>
          <p:cNvGrpSpPr/>
          <p:nvPr/>
        </p:nvGrpSpPr>
        <p:grpSpPr>
          <a:xfrm>
            <a:off x="-26292" y="47068"/>
            <a:ext cx="2728913" cy="1762102"/>
            <a:chOff x="-66158" y="-26695"/>
            <a:chExt cx="2728913" cy="1762102"/>
          </a:xfrm>
        </p:grpSpPr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CB2B6A8E-6B3B-A94A-B61E-E074C59C894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4B3DF8F2-A62B-8C41-8804-29066769A6F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122174" y="-26695"/>
              <a:ext cx="2540581" cy="1413104"/>
            </a:xfrm>
            <a:prstGeom prst="rect">
              <a:avLst/>
            </a:prstGeom>
          </p:spPr>
        </p:pic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D48134A8-D018-9241-BE9E-60E7BF5E284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51831" y="165870"/>
              <a:ext cx="993606" cy="1020488"/>
              <a:chOff x="1393880" y="1143248"/>
              <a:chExt cx="1298448" cy="1298448"/>
            </a:xfrm>
            <a:solidFill>
              <a:srgbClr val="FFF400"/>
            </a:solidFill>
          </p:grpSpPr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8BE93BE6-EFE3-3540-81B7-E632E9675454}"/>
                  </a:ext>
                </a:extLst>
              </p:cNvPr>
              <p:cNvSpPr/>
              <p:nvPr/>
            </p:nvSpPr>
            <p:spPr>
              <a:xfrm>
                <a:off x="1620283" y="1370783"/>
                <a:ext cx="845643" cy="845643"/>
              </a:xfrm>
              <a:prstGeom prst="ellipse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604BE687-90E1-8541-B8A8-82AF2F1544F0}"/>
                  </a:ext>
                </a:extLst>
              </p:cNvPr>
              <p:cNvGrpSpPr/>
              <p:nvPr/>
            </p:nvGrpSpPr>
            <p:grpSpPr>
              <a:xfrm>
                <a:off x="1394682" y="1284460"/>
                <a:ext cx="1296846" cy="1034301"/>
                <a:chOff x="1394682" y="1284460"/>
                <a:chExt cx="1296846" cy="1034301"/>
              </a:xfrm>
              <a:grpFill/>
            </p:grpSpPr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E8B460D2-6F61-474D-9153-2D068F0493B8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BF787551-A701-094E-896E-282705B347A4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" name="Group 8">
                <a:extLst>
                  <a:ext uri="{FF2B5EF4-FFF2-40B4-BE49-F238E27FC236}">
                    <a16:creationId xmlns:a16="http://schemas.microsoft.com/office/drawing/2014/main" id="{AFFBC498-4CB8-FC4F-8706-CA7B9BBB2F1E}"/>
                  </a:ext>
                </a:extLst>
              </p:cNvPr>
              <p:cNvGrpSpPr/>
              <p:nvPr/>
            </p:nvGrpSpPr>
            <p:grpSpPr>
              <a:xfrm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7CB94B38-5523-9449-AD87-67B2067E3245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6FABCEE9-8BDA-CB49-B727-3712FBB5D18D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" name="Group 9">
                <a:extLst>
                  <a:ext uri="{FF2B5EF4-FFF2-40B4-BE49-F238E27FC236}">
                    <a16:creationId xmlns:a16="http://schemas.microsoft.com/office/drawing/2014/main" id="{576DE6FF-7B42-D040-A6E6-B4C457F33AEB}"/>
                  </a:ext>
                </a:extLst>
              </p:cNvPr>
              <p:cNvGrpSpPr/>
              <p:nvPr/>
            </p:nvGrpSpPr>
            <p:grpSpPr>
              <a:xfrm rot="18926824"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36CAB475-5330-4D4D-9914-B4AECF384AE2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20250A1F-82D3-AC40-B17F-7B6A74C53F14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3927EFE2-F313-0A46-B611-74391DB37BF8}"/>
                  </a:ext>
                </a:extLst>
              </p:cNvPr>
              <p:cNvGrpSpPr/>
              <p:nvPr/>
            </p:nvGrpSpPr>
            <p:grpSpPr>
              <a:xfrm rot="2728193" flipH="1">
                <a:off x="1393881" y="1275836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12" name="Rectangle 11">
                  <a:extLst>
                    <a:ext uri="{FF2B5EF4-FFF2-40B4-BE49-F238E27FC236}">
                      <a16:creationId xmlns:a16="http://schemas.microsoft.com/office/drawing/2014/main" id="{20BD1045-EE4F-6548-800A-5E8608E35988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id="{45BC444E-6FFC-6440-902A-E39174E6D4E4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30AB5C06-DC26-9146-9E96-C3B83789581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E7877C58-080F-CA41-B4AB-4B206B816E1F}"/>
              </a:ext>
            </a:extLst>
          </p:cNvPr>
          <p:cNvCxnSpPr>
            <a:cxnSpLocks/>
          </p:cNvCxnSpPr>
          <p:nvPr/>
        </p:nvCxnSpPr>
        <p:spPr>
          <a:xfrm>
            <a:off x="1985278" y="5538350"/>
            <a:ext cx="5596696" cy="0"/>
          </a:xfrm>
          <a:prstGeom prst="line">
            <a:avLst/>
          </a:prstGeom>
          <a:noFill/>
          <a:ln w="22225" cap="flat" cmpd="sng" algn="ctr">
            <a:solidFill>
              <a:srgbClr val="92D050"/>
            </a:solidFill>
            <a:prstDash val="solid"/>
            <a:miter lim="800000"/>
          </a:ln>
          <a:effectLst>
            <a:outerShdw blurRad="50800" dist="25400" dir="5400000" algn="ctr" rotWithShape="0">
              <a:srgbClr val="000000">
                <a:alpha val="73000"/>
              </a:srgbClr>
            </a:outerShdw>
          </a:effectLst>
        </p:spPr>
      </p:cxnSp>
      <p:sp>
        <p:nvSpPr>
          <p:cNvPr id="21" name="Freeform 20">
            <a:extLst>
              <a:ext uri="{FF2B5EF4-FFF2-40B4-BE49-F238E27FC236}">
                <a16:creationId xmlns:a16="http://schemas.microsoft.com/office/drawing/2014/main" id="{E66D6AEF-2D6E-3240-B490-2A59B904CABF}"/>
              </a:ext>
            </a:extLst>
          </p:cNvPr>
          <p:cNvSpPr>
            <a:spLocks/>
          </p:cNvSpPr>
          <p:nvPr/>
        </p:nvSpPr>
        <p:spPr>
          <a:xfrm>
            <a:off x="2157563" y="5571872"/>
            <a:ext cx="5102083" cy="1230630"/>
          </a:xfrm>
          <a:custGeom>
            <a:avLst/>
            <a:gdLst>
              <a:gd name="connsiteX0" fmla="*/ 1573619 w 3622158"/>
              <a:gd name="connsiteY0" fmla="*/ 0 h 1509823"/>
              <a:gd name="connsiteX1" fmla="*/ 1453116 w 3622158"/>
              <a:gd name="connsiteY1" fmla="*/ 262270 h 1509823"/>
              <a:gd name="connsiteX2" fmla="*/ 1020726 w 3622158"/>
              <a:gd name="connsiteY2" fmla="*/ 311888 h 1509823"/>
              <a:gd name="connsiteX3" fmla="*/ 595423 w 3622158"/>
              <a:gd name="connsiteY3" fmla="*/ 248093 h 1509823"/>
              <a:gd name="connsiteX4" fmla="*/ 326065 w 3622158"/>
              <a:gd name="connsiteY4" fmla="*/ 120502 h 1509823"/>
              <a:gd name="connsiteX5" fmla="*/ 567070 w 3622158"/>
              <a:gd name="connsiteY5" fmla="*/ 297711 h 1509823"/>
              <a:gd name="connsiteX6" fmla="*/ 233916 w 3622158"/>
              <a:gd name="connsiteY6" fmla="*/ 432391 h 1509823"/>
              <a:gd name="connsiteX7" fmla="*/ 609600 w 3622158"/>
              <a:gd name="connsiteY7" fmla="*/ 340242 h 1509823"/>
              <a:gd name="connsiteX8" fmla="*/ 1020726 w 3622158"/>
              <a:gd name="connsiteY8" fmla="*/ 354418 h 1509823"/>
              <a:gd name="connsiteX9" fmla="*/ 786809 w 3622158"/>
              <a:gd name="connsiteY9" fmla="*/ 531628 h 1509823"/>
              <a:gd name="connsiteX10" fmla="*/ 1070344 w 3622158"/>
              <a:gd name="connsiteY10" fmla="*/ 382772 h 1509823"/>
              <a:gd name="connsiteX11" fmla="*/ 1502735 w 3622158"/>
              <a:gd name="connsiteY11" fmla="*/ 318977 h 1509823"/>
              <a:gd name="connsiteX12" fmla="*/ 1672856 w 3622158"/>
              <a:gd name="connsiteY12" fmla="*/ 14177 h 1509823"/>
              <a:gd name="connsiteX13" fmla="*/ 1616149 w 3622158"/>
              <a:gd name="connsiteY13" fmla="*/ 453656 h 1509823"/>
              <a:gd name="connsiteX14" fmla="*/ 1254642 w 3622158"/>
              <a:gd name="connsiteY14" fmla="*/ 708837 h 1509823"/>
              <a:gd name="connsiteX15" fmla="*/ 829340 w 3622158"/>
              <a:gd name="connsiteY15" fmla="*/ 808074 h 1509823"/>
              <a:gd name="connsiteX16" fmla="*/ 496186 w 3622158"/>
              <a:gd name="connsiteY16" fmla="*/ 659218 h 1509823"/>
              <a:gd name="connsiteX17" fmla="*/ 800986 w 3622158"/>
              <a:gd name="connsiteY17" fmla="*/ 871870 h 1509823"/>
              <a:gd name="connsiteX18" fmla="*/ 446568 w 3622158"/>
              <a:gd name="connsiteY18" fmla="*/ 907311 h 1509823"/>
              <a:gd name="connsiteX19" fmla="*/ 836428 w 3622158"/>
              <a:gd name="connsiteY19" fmla="*/ 935665 h 1509823"/>
              <a:gd name="connsiteX20" fmla="*/ 1119963 w 3622158"/>
              <a:gd name="connsiteY20" fmla="*/ 864781 h 1509823"/>
              <a:gd name="connsiteX21" fmla="*/ 730102 w 3622158"/>
              <a:gd name="connsiteY21" fmla="*/ 1148316 h 1509823"/>
              <a:gd name="connsiteX22" fmla="*/ 375684 w 3622158"/>
              <a:gd name="connsiteY22" fmla="*/ 1233377 h 1509823"/>
              <a:gd name="connsiteX23" fmla="*/ 106326 w 3622158"/>
              <a:gd name="connsiteY23" fmla="*/ 1020725 h 1509823"/>
              <a:gd name="connsiteX24" fmla="*/ 382772 w 3622158"/>
              <a:gd name="connsiteY24" fmla="*/ 1297172 h 1509823"/>
              <a:gd name="connsiteX25" fmla="*/ 0 w 3622158"/>
              <a:gd name="connsiteY25" fmla="*/ 1268818 h 1509823"/>
              <a:gd name="connsiteX26" fmla="*/ 389861 w 3622158"/>
              <a:gd name="connsiteY26" fmla="*/ 1353879 h 1509823"/>
              <a:gd name="connsiteX27" fmla="*/ 7088 w 3622158"/>
              <a:gd name="connsiteY27" fmla="*/ 1474381 h 1509823"/>
              <a:gd name="connsiteX28" fmla="*/ 418214 w 3622158"/>
              <a:gd name="connsiteY28" fmla="*/ 1396409 h 1509823"/>
              <a:gd name="connsiteX29" fmla="*/ 779721 w 3622158"/>
              <a:gd name="connsiteY29" fmla="*/ 1261730 h 1509823"/>
              <a:gd name="connsiteX30" fmla="*/ 1020726 w 3622158"/>
              <a:gd name="connsiteY30" fmla="*/ 1041991 h 1509823"/>
              <a:gd name="connsiteX31" fmla="*/ 964019 w 3622158"/>
              <a:gd name="connsiteY31" fmla="*/ 1431851 h 1509823"/>
              <a:gd name="connsiteX32" fmla="*/ 1077433 w 3622158"/>
              <a:gd name="connsiteY32" fmla="*/ 1034902 h 1509823"/>
              <a:gd name="connsiteX33" fmla="*/ 1297172 w 3622158"/>
              <a:gd name="connsiteY33" fmla="*/ 779721 h 1509823"/>
              <a:gd name="connsiteX34" fmla="*/ 1630326 w 3622158"/>
              <a:gd name="connsiteY34" fmla="*/ 545804 h 1509823"/>
              <a:gd name="connsiteX35" fmla="*/ 1566530 w 3622158"/>
              <a:gd name="connsiteY35" fmla="*/ 914400 h 1509823"/>
              <a:gd name="connsiteX36" fmla="*/ 1389321 w 3622158"/>
              <a:gd name="connsiteY36" fmla="*/ 1119963 h 1509823"/>
              <a:gd name="connsiteX37" fmla="*/ 1609061 w 3622158"/>
              <a:gd name="connsiteY37" fmla="*/ 949842 h 1509823"/>
              <a:gd name="connsiteX38" fmla="*/ 1538177 w 3622158"/>
              <a:gd name="connsiteY38" fmla="*/ 1304260 h 1509823"/>
              <a:gd name="connsiteX39" fmla="*/ 1304261 w 3622158"/>
              <a:gd name="connsiteY39" fmla="*/ 1375144 h 1509823"/>
              <a:gd name="connsiteX40" fmla="*/ 1552354 w 3622158"/>
              <a:gd name="connsiteY40" fmla="*/ 1346791 h 1509823"/>
              <a:gd name="connsiteX41" fmla="*/ 1545265 w 3622158"/>
              <a:gd name="connsiteY41" fmla="*/ 1509823 h 1509823"/>
              <a:gd name="connsiteX42" fmla="*/ 1601972 w 3622158"/>
              <a:gd name="connsiteY42" fmla="*/ 1339702 h 1509823"/>
              <a:gd name="connsiteX43" fmla="*/ 1772093 w 3622158"/>
              <a:gd name="connsiteY43" fmla="*/ 1453116 h 1509823"/>
              <a:gd name="connsiteX44" fmla="*/ 1601972 w 3622158"/>
              <a:gd name="connsiteY44" fmla="*/ 1282995 h 1509823"/>
              <a:gd name="connsiteX45" fmla="*/ 1679944 w 3622158"/>
              <a:gd name="connsiteY45" fmla="*/ 935665 h 1509823"/>
              <a:gd name="connsiteX46" fmla="*/ 1793358 w 3622158"/>
              <a:gd name="connsiteY46" fmla="*/ 1190846 h 1509823"/>
              <a:gd name="connsiteX47" fmla="*/ 1701209 w 3622158"/>
              <a:gd name="connsiteY47" fmla="*/ 850604 h 1509823"/>
              <a:gd name="connsiteX48" fmla="*/ 1757916 w 3622158"/>
              <a:gd name="connsiteY48" fmla="*/ 538716 h 1509823"/>
              <a:gd name="connsiteX49" fmla="*/ 2083982 w 3622158"/>
              <a:gd name="connsiteY49" fmla="*/ 1006549 h 1509823"/>
              <a:gd name="connsiteX50" fmla="*/ 2587256 w 3622158"/>
              <a:gd name="connsiteY50" fmla="*/ 1375144 h 1509823"/>
              <a:gd name="connsiteX51" fmla="*/ 2948763 w 3622158"/>
              <a:gd name="connsiteY51" fmla="*/ 1332614 h 1509823"/>
              <a:gd name="connsiteX52" fmla="*/ 2601433 w 3622158"/>
              <a:gd name="connsiteY52" fmla="*/ 1325525 h 1509823"/>
              <a:gd name="connsiteX53" fmla="*/ 2948763 w 3622158"/>
              <a:gd name="connsiteY53" fmla="*/ 1261730 h 1509823"/>
              <a:gd name="connsiteX54" fmla="*/ 2580168 w 3622158"/>
              <a:gd name="connsiteY54" fmla="*/ 1240465 h 1509823"/>
              <a:gd name="connsiteX55" fmla="*/ 2190307 w 3622158"/>
              <a:gd name="connsiteY55" fmla="*/ 921488 h 1509823"/>
              <a:gd name="connsiteX56" fmla="*/ 1835888 w 3622158"/>
              <a:gd name="connsiteY56" fmla="*/ 496186 h 1509823"/>
              <a:gd name="connsiteX57" fmla="*/ 2558902 w 3622158"/>
              <a:gd name="connsiteY57" fmla="*/ 914400 h 1509823"/>
              <a:gd name="connsiteX58" fmla="*/ 3274828 w 3622158"/>
              <a:gd name="connsiteY58" fmla="*/ 1027814 h 1509823"/>
              <a:gd name="connsiteX59" fmla="*/ 3622158 w 3622158"/>
              <a:gd name="connsiteY59" fmla="*/ 1261730 h 1509823"/>
              <a:gd name="connsiteX60" fmla="*/ 3310270 w 3622158"/>
              <a:gd name="connsiteY60" fmla="*/ 999460 h 1509823"/>
              <a:gd name="connsiteX61" fmla="*/ 3586716 w 3622158"/>
              <a:gd name="connsiteY61" fmla="*/ 893135 h 1509823"/>
              <a:gd name="connsiteX62" fmla="*/ 3246475 w 3622158"/>
              <a:gd name="connsiteY62" fmla="*/ 942753 h 1509823"/>
              <a:gd name="connsiteX63" fmla="*/ 2544726 w 3622158"/>
              <a:gd name="connsiteY63" fmla="*/ 829339 h 1509823"/>
              <a:gd name="connsiteX64" fmla="*/ 1842977 w 3622158"/>
              <a:gd name="connsiteY64" fmla="*/ 404037 h 1509823"/>
              <a:gd name="connsiteX65" fmla="*/ 1963479 w 3622158"/>
              <a:gd name="connsiteY65" fmla="*/ 198474 h 1509823"/>
              <a:gd name="connsiteX66" fmla="*/ 2587256 w 3622158"/>
              <a:gd name="connsiteY66" fmla="*/ 425302 h 1509823"/>
              <a:gd name="connsiteX67" fmla="*/ 3196856 w 3622158"/>
              <a:gd name="connsiteY67" fmla="*/ 446567 h 1509823"/>
              <a:gd name="connsiteX68" fmla="*/ 3579628 w 3622158"/>
              <a:gd name="connsiteY68" fmla="*/ 595423 h 1509823"/>
              <a:gd name="connsiteX69" fmla="*/ 3225209 w 3622158"/>
              <a:gd name="connsiteY69" fmla="*/ 432391 h 1509823"/>
              <a:gd name="connsiteX70" fmla="*/ 3600893 w 3622158"/>
              <a:gd name="connsiteY70" fmla="*/ 489097 h 1509823"/>
              <a:gd name="connsiteX71" fmla="*/ 3189768 w 3622158"/>
              <a:gd name="connsiteY71" fmla="*/ 368595 h 1509823"/>
              <a:gd name="connsiteX72" fmla="*/ 2580168 w 3622158"/>
              <a:gd name="connsiteY72" fmla="*/ 340242 h 1509823"/>
              <a:gd name="connsiteX73" fmla="*/ 1977656 w 3622158"/>
              <a:gd name="connsiteY73" fmla="*/ 63795 h 1509823"/>
              <a:gd name="connsiteX74" fmla="*/ 2013098 w 3622158"/>
              <a:gd name="connsiteY74" fmla="*/ 0 h 1509823"/>
              <a:gd name="connsiteX75" fmla="*/ 2013098 w 3622158"/>
              <a:gd name="connsiteY75" fmla="*/ 0 h 1509823"/>
              <a:gd name="connsiteX76" fmla="*/ 1573619 w 3622158"/>
              <a:gd name="connsiteY76" fmla="*/ 0 h 1509823"/>
              <a:gd name="connsiteX0" fmla="*/ 1573619 w 3622158"/>
              <a:gd name="connsiteY0" fmla="*/ 0 h 1573618"/>
              <a:gd name="connsiteX1" fmla="*/ 1453116 w 3622158"/>
              <a:gd name="connsiteY1" fmla="*/ 262270 h 1573618"/>
              <a:gd name="connsiteX2" fmla="*/ 1020726 w 3622158"/>
              <a:gd name="connsiteY2" fmla="*/ 311888 h 1573618"/>
              <a:gd name="connsiteX3" fmla="*/ 595423 w 3622158"/>
              <a:gd name="connsiteY3" fmla="*/ 248093 h 1573618"/>
              <a:gd name="connsiteX4" fmla="*/ 326065 w 3622158"/>
              <a:gd name="connsiteY4" fmla="*/ 120502 h 1573618"/>
              <a:gd name="connsiteX5" fmla="*/ 567070 w 3622158"/>
              <a:gd name="connsiteY5" fmla="*/ 297711 h 1573618"/>
              <a:gd name="connsiteX6" fmla="*/ 233916 w 3622158"/>
              <a:gd name="connsiteY6" fmla="*/ 432391 h 1573618"/>
              <a:gd name="connsiteX7" fmla="*/ 609600 w 3622158"/>
              <a:gd name="connsiteY7" fmla="*/ 340242 h 1573618"/>
              <a:gd name="connsiteX8" fmla="*/ 1020726 w 3622158"/>
              <a:gd name="connsiteY8" fmla="*/ 354418 h 1573618"/>
              <a:gd name="connsiteX9" fmla="*/ 786809 w 3622158"/>
              <a:gd name="connsiteY9" fmla="*/ 531628 h 1573618"/>
              <a:gd name="connsiteX10" fmla="*/ 1070344 w 3622158"/>
              <a:gd name="connsiteY10" fmla="*/ 382772 h 1573618"/>
              <a:gd name="connsiteX11" fmla="*/ 1502735 w 3622158"/>
              <a:gd name="connsiteY11" fmla="*/ 318977 h 1573618"/>
              <a:gd name="connsiteX12" fmla="*/ 1672856 w 3622158"/>
              <a:gd name="connsiteY12" fmla="*/ 14177 h 1573618"/>
              <a:gd name="connsiteX13" fmla="*/ 1616149 w 3622158"/>
              <a:gd name="connsiteY13" fmla="*/ 453656 h 1573618"/>
              <a:gd name="connsiteX14" fmla="*/ 1254642 w 3622158"/>
              <a:gd name="connsiteY14" fmla="*/ 708837 h 1573618"/>
              <a:gd name="connsiteX15" fmla="*/ 829340 w 3622158"/>
              <a:gd name="connsiteY15" fmla="*/ 808074 h 1573618"/>
              <a:gd name="connsiteX16" fmla="*/ 496186 w 3622158"/>
              <a:gd name="connsiteY16" fmla="*/ 659218 h 1573618"/>
              <a:gd name="connsiteX17" fmla="*/ 800986 w 3622158"/>
              <a:gd name="connsiteY17" fmla="*/ 871870 h 1573618"/>
              <a:gd name="connsiteX18" fmla="*/ 446568 w 3622158"/>
              <a:gd name="connsiteY18" fmla="*/ 907311 h 1573618"/>
              <a:gd name="connsiteX19" fmla="*/ 836428 w 3622158"/>
              <a:gd name="connsiteY19" fmla="*/ 935665 h 1573618"/>
              <a:gd name="connsiteX20" fmla="*/ 1119963 w 3622158"/>
              <a:gd name="connsiteY20" fmla="*/ 864781 h 1573618"/>
              <a:gd name="connsiteX21" fmla="*/ 730102 w 3622158"/>
              <a:gd name="connsiteY21" fmla="*/ 1148316 h 1573618"/>
              <a:gd name="connsiteX22" fmla="*/ 375684 w 3622158"/>
              <a:gd name="connsiteY22" fmla="*/ 1233377 h 1573618"/>
              <a:gd name="connsiteX23" fmla="*/ 106326 w 3622158"/>
              <a:gd name="connsiteY23" fmla="*/ 1020725 h 1573618"/>
              <a:gd name="connsiteX24" fmla="*/ 382772 w 3622158"/>
              <a:gd name="connsiteY24" fmla="*/ 1297172 h 1573618"/>
              <a:gd name="connsiteX25" fmla="*/ 0 w 3622158"/>
              <a:gd name="connsiteY25" fmla="*/ 1268818 h 1573618"/>
              <a:gd name="connsiteX26" fmla="*/ 389861 w 3622158"/>
              <a:gd name="connsiteY26" fmla="*/ 1353879 h 1573618"/>
              <a:gd name="connsiteX27" fmla="*/ 70883 w 3622158"/>
              <a:gd name="connsiteY27" fmla="*/ 1573618 h 1573618"/>
              <a:gd name="connsiteX28" fmla="*/ 418214 w 3622158"/>
              <a:gd name="connsiteY28" fmla="*/ 1396409 h 1573618"/>
              <a:gd name="connsiteX29" fmla="*/ 779721 w 3622158"/>
              <a:gd name="connsiteY29" fmla="*/ 1261730 h 1573618"/>
              <a:gd name="connsiteX30" fmla="*/ 1020726 w 3622158"/>
              <a:gd name="connsiteY30" fmla="*/ 1041991 h 1573618"/>
              <a:gd name="connsiteX31" fmla="*/ 964019 w 3622158"/>
              <a:gd name="connsiteY31" fmla="*/ 1431851 h 1573618"/>
              <a:gd name="connsiteX32" fmla="*/ 1077433 w 3622158"/>
              <a:gd name="connsiteY32" fmla="*/ 1034902 h 1573618"/>
              <a:gd name="connsiteX33" fmla="*/ 1297172 w 3622158"/>
              <a:gd name="connsiteY33" fmla="*/ 779721 h 1573618"/>
              <a:gd name="connsiteX34" fmla="*/ 1630326 w 3622158"/>
              <a:gd name="connsiteY34" fmla="*/ 545804 h 1573618"/>
              <a:gd name="connsiteX35" fmla="*/ 1566530 w 3622158"/>
              <a:gd name="connsiteY35" fmla="*/ 914400 h 1573618"/>
              <a:gd name="connsiteX36" fmla="*/ 1389321 w 3622158"/>
              <a:gd name="connsiteY36" fmla="*/ 1119963 h 1573618"/>
              <a:gd name="connsiteX37" fmla="*/ 1609061 w 3622158"/>
              <a:gd name="connsiteY37" fmla="*/ 949842 h 1573618"/>
              <a:gd name="connsiteX38" fmla="*/ 1538177 w 3622158"/>
              <a:gd name="connsiteY38" fmla="*/ 1304260 h 1573618"/>
              <a:gd name="connsiteX39" fmla="*/ 1304261 w 3622158"/>
              <a:gd name="connsiteY39" fmla="*/ 1375144 h 1573618"/>
              <a:gd name="connsiteX40" fmla="*/ 1552354 w 3622158"/>
              <a:gd name="connsiteY40" fmla="*/ 1346791 h 1573618"/>
              <a:gd name="connsiteX41" fmla="*/ 1545265 w 3622158"/>
              <a:gd name="connsiteY41" fmla="*/ 1509823 h 1573618"/>
              <a:gd name="connsiteX42" fmla="*/ 1601972 w 3622158"/>
              <a:gd name="connsiteY42" fmla="*/ 1339702 h 1573618"/>
              <a:gd name="connsiteX43" fmla="*/ 1772093 w 3622158"/>
              <a:gd name="connsiteY43" fmla="*/ 1453116 h 1573618"/>
              <a:gd name="connsiteX44" fmla="*/ 1601972 w 3622158"/>
              <a:gd name="connsiteY44" fmla="*/ 1282995 h 1573618"/>
              <a:gd name="connsiteX45" fmla="*/ 1679944 w 3622158"/>
              <a:gd name="connsiteY45" fmla="*/ 935665 h 1573618"/>
              <a:gd name="connsiteX46" fmla="*/ 1793358 w 3622158"/>
              <a:gd name="connsiteY46" fmla="*/ 1190846 h 1573618"/>
              <a:gd name="connsiteX47" fmla="*/ 1701209 w 3622158"/>
              <a:gd name="connsiteY47" fmla="*/ 850604 h 1573618"/>
              <a:gd name="connsiteX48" fmla="*/ 1757916 w 3622158"/>
              <a:gd name="connsiteY48" fmla="*/ 538716 h 1573618"/>
              <a:gd name="connsiteX49" fmla="*/ 2083982 w 3622158"/>
              <a:gd name="connsiteY49" fmla="*/ 1006549 h 1573618"/>
              <a:gd name="connsiteX50" fmla="*/ 2587256 w 3622158"/>
              <a:gd name="connsiteY50" fmla="*/ 1375144 h 1573618"/>
              <a:gd name="connsiteX51" fmla="*/ 2948763 w 3622158"/>
              <a:gd name="connsiteY51" fmla="*/ 1332614 h 1573618"/>
              <a:gd name="connsiteX52" fmla="*/ 2601433 w 3622158"/>
              <a:gd name="connsiteY52" fmla="*/ 1325525 h 1573618"/>
              <a:gd name="connsiteX53" fmla="*/ 2948763 w 3622158"/>
              <a:gd name="connsiteY53" fmla="*/ 1261730 h 1573618"/>
              <a:gd name="connsiteX54" fmla="*/ 2580168 w 3622158"/>
              <a:gd name="connsiteY54" fmla="*/ 1240465 h 1573618"/>
              <a:gd name="connsiteX55" fmla="*/ 2190307 w 3622158"/>
              <a:gd name="connsiteY55" fmla="*/ 921488 h 1573618"/>
              <a:gd name="connsiteX56" fmla="*/ 1835888 w 3622158"/>
              <a:gd name="connsiteY56" fmla="*/ 496186 h 1573618"/>
              <a:gd name="connsiteX57" fmla="*/ 2558902 w 3622158"/>
              <a:gd name="connsiteY57" fmla="*/ 914400 h 1573618"/>
              <a:gd name="connsiteX58" fmla="*/ 3274828 w 3622158"/>
              <a:gd name="connsiteY58" fmla="*/ 1027814 h 1573618"/>
              <a:gd name="connsiteX59" fmla="*/ 3622158 w 3622158"/>
              <a:gd name="connsiteY59" fmla="*/ 1261730 h 1573618"/>
              <a:gd name="connsiteX60" fmla="*/ 3310270 w 3622158"/>
              <a:gd name="connsiteY60" fmla="*/ 999460 h 1573618"/>
              <a:gd name="connsiteX61" fmla="*/ 3586716 w 3622158"/>
              <a:gd name="connsiteY61" fmla="*/ 893135 h 1573618"/>
              <a:gd name="connsiteX62" fmla="*/ 3246475 w 3622158"/>
              <a:gd name="connsiteY62" fmla="*/ 942753 h 1573618"/>
              <a:gd name="connsiteX63" fmla="*/ 2544726 w 3622158"/>
              <a:gd name="connsiteY63" fmla="*/ 829339 h 1573618"/>
              <a:gd name="connsiteX64" fmla="*/ 1842977 w 3622158"/>
              <a:gd name="connsiteY64" fmla="*/ 404037 h 1573618"/>
              <a:gd name="connsiteX65" fmla="*/ 1963479 w 3622158"/>
              <a:gd name="connsiteY65" fmla="*/ 198474 h 1573618"/>
              <a:gd name="connsiteX66" fmla="*/ 2587256 w 3622158"/>
              <a:gd name="connsiteY66" fmla="*/ 425302 h 1573618"/>
              <a:gd name="connsiteX67" fmla="*/ 3196856 w 3622158"/>
              <a:gd name="connsiteY67" fmla="*/ 446567 h 1573618"/>
              <a:gd name="connsiteX68" fmla="*/ 3579628 w 3622158"/>
              <a:gd name="connsiteY68" fmla="*/ 595423 h 1573618"/>
              <a:gd name="connsiteX69" fmla="*/ 3225209 w 3622158"/>
              <a:gd name="connsiteY69" fmla="*/ 432391 h 1573618"/>
              <a:gd name="connsiteX70" fmla="*/ 3600893 w 3622158"/>
              <a:gd name="connsiteY70" fmla="*/ 489097 h 1573618"/>
              <a:gd name="connsiteX71" fmla="*/ 3189768 w 3622158"/>
              <a:gd name="connsiteY71" fmla="*/ 368595 h 1573618"/>
              <a:gd name="connsiteX72" fmla="*/ 2580168 w 3622158"/>
              <a:gd name="connsiteY72" fmla="*/ 340242 h 1573618"/>
              <a:gd name="connsiteX73" fmla="*/ 1977656 w 3622158"/>
              <a:gd name="connsiteY73" fmla="*/ 63795 h 1573618"/>
              <a:gd name="connsiteX74" fmla="*/ 2013098 w 3622158"/>
              <a:gd name="connsiteY74" fmla="*/ 0 h 1573618"/>
              <a:gd name="connsiteX75" fmla="*/ 2013098 w 3622158"/>
              <a:gd name="connsiteY75" fmla="*/ 0 h 1573618"/>
              <a:gd name="connsiteX76" fmla="*/ 1573619 w 3622158"/>
              <a:gd name="connsiteY76" fmla="*/ 0 h 1573618"/>
              <a:gd name="connsiteX0" fmla="*/ 1552354 w 3600893"/>
              <a:gd name="connsiteY0" fmla="*/ 0 h 1573618"/>
              <a:gd name="connsiteX1" fmla="*/ 1431851 w 3600893"/>
              <a:gd name="connsiteY1" fmla="*/ 262270 h 1573618"/>
              <a:gd name="connsiteX2" fmla="*/ 999461 w 3600893"/>
              <a:gd name="connsiteY2" fmla="*/ 311888 h 1573618"/>
              <a:gd name="connsiteX3" fmla="*/ 574158 w 3600893"/>
              <a:gd name="connsiteY3" fmla="*/ 248093 h 1573618"/>
              <a:gd name="connsiteX4" fmla="*/ 304800 w 3600893"/>
              <a:gd name="connsiteY4" fmla="*/ 120502 h 1573618"/>
              <a:gd name="connsiteX5" fmla="*/ 545805 w 3600893"/>
              <a:gd name="connsiteY5" fmla="*/ 297711 h 1573618"/>
              <a:gd name="connsiteX6" fmla="*/ 212651 w 3600893"/>
              <a:gd name="connsiteY6" fmla="*/ 432391 h 1573618"/>
              <a:gd name="connsiteX7" fmla="*/ 588335 w 3600893"/>
              <a:gd name="connsiteY7" fmla="*/ 340242 h 1573618"/>
              <a:gd name="connsiteX8" fmla="*/ 999461 w 3600893"/>
              <a:gd name="connsiteY8" fmla="*/ 354418 h 1573618"/>
              <a:gd name="connsiteX9" fmla="*/ 765544 w 3600893"/>
              <a:gd name="connsiteY9" fmla="*/ 531628 h 1573618"/>
              <a:gd name="connsiteX10" fmla="*/ 1049079 w 3600893"/>
              <a:gd name="connsiteY10" fmla="*/ 382772 h 1573618"/>
              <a:gd name="connsiteX11" fmla="*/ 1481470 w 3600893"/>
              <a:gd name="connsiteY11" fmla="*/ 318977 h 1573618"/>
              <a:gd name="connsiteX12" fmla="*/ 1651591 w 3600893"/>
              <a:gd name="connsiteY12" fmla="*/ 14177 h 1573618"/>
              <a:gd name="connsiteX13" fmla="*/ 1594884 w 3600893"/>
              <a:gd name="connsiteY13" fmla="*/ 453656 h 1573618"/>
              <a:gd name="connsiteX14" fmla="*/ 1233377 w 3600893"/>
              <a:gd name="connsiteY14" fmla="*/ 708837 h 1573618"/>
              <a:gd name="connsiteX15" fmla="*/ 808075 w 3600893"/>
              <a:gd name="connsiteY15" fmla="*/ 808074 h 1573618"/>
              <a:gd name="connsiteX16" fmla="*/ 474921 w 3600893"/>
              <a:gd name="connsiteY16" fmla="*/ 659218 h 1573618"/>
              <a:gd name="connsiteX17" fmla="*/ 779721 w 3600893"/>
              <a:gd name="connsiteY17" fmla="*/ 871870 h 1573618"/>
              <a:gd name="connsiteX18" fmla="*/ 425303 w 3600893"/>
              <a:gd name="connsiteY18" fmla="*/ 907311 h 1573618"/>
              <a:gd name="connsiteX19" fmla="*/ 815163 w 3600893"/>
              <a:gd name="connsiteY19" fmla="*/ 935665 h 1573618"/>
              <a:gd name="connsiteX20" fmla="*/ 1098698 w 3600893"/>
              <a:gd name="connsiteY20" fmla="*/ 864781 h 1573618"/>
              <a:gd name="connsiteX21" fmla="*/ 708837 w 3600893"/>
              <a:gd name="connsiteY21" fmla="*/ 1148316 h 1573618"/>
              <a:gd name="connsiteX22" fmla="*/ 354419 w 3600893"/>
              <a:gd name="connsiteY22" fmla="*/ 1233377 h 1573618"/>
              <a:gd name="connsiteX23" fmla="*/ 85061 w 3600893"/>
              <a:gd name="connsiteY23" fmla="*/ 1020725 h 1573618"/>
              <a:gd name="connsiteX24" fmla="*/ 361507 w 3600893"/>
              <a:gd name="connsiteY24" fmla="*/ 1297172 h 1573618"/>
              <a:gd name="connsiteX25" fmla="*/ 0 w 3600893"/>
              <a:gd name="connsiteY25" fmla="*/ 1438939 h 1573618"/>
              <a:gd name="connsiteX26" fmla="*/ 368596 w 3600893"/>
              <a:gd name="connsiteY26" fmla="*/ 1353879 h 1573618"/>
              <a:gd name="connsiteX27" fmla="*/ 49618 w 3600893"/>
              <a:gd name="connsiteY27" fmla="*/ 1573618 h 1573618"/>
              <a:gd name="connsiteX28" fmla="*/ 396949 w 3600893"/>
              <a:gd name="connsiteY28" fmla="*/ 1396409 h 1573618"/>
              <a:gd name="connsiteX29" fmla="*/ 758456 w 3600893"/>
              <a:gd name="connsiteY29" fmla="*/ 1261730 h 1573618"/>
              <a:gd name="connsiteX30" fmla="*/ 999461 w 3600893"/>
              <a:gd name="connsiteY30" fmla="*/ 1041991 h 1573618"/>
              <a:gd name="connsiteX31" fmla="*/ 942754 w 3600893"/>
              <a:gd name="connsiteY31" fmla="*/ 1431851 h 1573618"/>
              <a:gd name="connsiteX32" fmla="*/ 1056168 w 3600893"/>
              <a:gd name="connsiteY32" fmla="*/ 1034902 h 1573618"/>
              <a:gd name="connsiteX33" fmla="*/ 1275907 w 3600893"/>
              <a:gd name="connsiteY33" fmla="*/ 779721 h 1573618"/>
              <a:gd name="connsiteX34" fmla="*/ 1609061 w 3600893"/>
              <a:gd name="connsiteY34" fmla="*/ 545804 h 1573618"/>
              <a:gd name="connsiteX35" fmla="*/ 1545265 w 3600893"/>
              <a:gd name="connsiteY35" fmla="*/ 914400 h 1573618"/>
              <a:gd name="connsiteX36" fmla="*/ 1368056 w 3600893"/>
              <a:gd name="connsiteY36" fmla="*/ 1119963 h 1573618"/>
              <a:gd name="connsiteX37" fmla="*/ 1587796 w 3600893"/>
              <a:gd name="connsiteY37" fmla="*/ 949842 h 1573618"/>
              <a:gd name="connsiteX38" fmla="*/ 1516912 w 3600893"/>
              <a:gd name="connsiteY38" fmla="*/ 1304260 h 1573618"/>
              <a:gd name="connsiteX39" fmla="*/ 1282996 w 3600893"/>
              <a:gd name="connsiteY39" fmla="*/ 1375144 h 1573618"/>
              <a:gd name="connsiteX40" fmla="*/ 1531089 w 3600893"/>
              <a:gd name="connsiteY40" fmla="*/ 1346791 h 1573618"/>
              <a:gd name="connsiteX41" fmla="*/ 1524000 w 3600893"/>
              <a:gd name="connsiteY41" fmla="*/ 1509823 h 1573618"/>
              <a:gd name="connsiteX42" fmla="*/ 1580707 w 3600893"/>
              <a:gd name="connsiteY42" fmla="*/ 1339702 h 1573618"/>
              <a:gd name="connsiteX43" fmla="*/ 1750828 w 3600893"/>
              <a:gd name="connsiteY43" fmla="*/ 1453116 h 1573618"/>
              <a:gd name="connsiteX44" fmla="*/ 1580707 w 3600893"/>
              <a:gd name="connsiteY44" fmla="*/ 1282995 h 1573618"/>
              <a:gd name="connsiteX45" fmla="*/ 1658679 w 3600893"/>
              <a:gd name="connsiteY45" fmla="*/ 935665 h 1573618"/>
              <a:gd name="connsiteX46" fmla="*/ 1772093 w 3600893"/>
              <a:gd name="connsiteY46" fmla="*/ 1190846 h 1573618"/>
              <a:gd name="connsiteX47" fmla="*/ 1679944 w 3600893"/>
              <a:gd name="connsiteY47" fmla="*/ 850604 h 1573618"/>
              <a:gd name="connsiteX48" fmla="*/ 1736651 w 3600893"/>
              <a:gd name="connsiteY48" fmla="*/ 538716 h 1573618"/>
              <a:gd name="connsiteX49" fmla="*/ 2062717 w 3600893"/>
              <a:gd name="connsiteY49" fmla="*/ 1006549 h 1573618"/>
              <a:gd name="connsiteX50" fmla="*/ 2565991 w 3600893"/>
              <a:gd name="connsiteY50" fmla="*/ 1375144 h 1573618"/>
              <a:gd name="connsiteX51" fmla="*/ 2927498 w 3600893"/>
              <a:gd name="connsiteY51" fmla="*/ 1332614 h 1573618"/>
              <a:gd name="connsiteX52" fmla="*/ 2580168 w 3600893"/>
              <a:gd name="connsiteY52" fmla="*/ 1325525 h 1573618"/>
              <a:gd name="connsiteX53" fmla="*/ 2927498 w 3600893"/>
              <a:gd name="connsiteY53" fmla="*/ 1261730 h 1573618"/>
              <a:gd name="connsiteX54" fmla="*/ 2558903 w 3600893"/>
              <a:gd name="connsiteY54" fmla="*/ 1240465 h 1573618"/>
              <a:gd name="connsiteX55" fmla="*/ 2169042 w 3600893"/>
              <a:gd name="connsiteY55" fmla="*/ 921488 h 1573618"/>
              <a:gd name="connsiteX56" fmla="*/ 1814623 w 3600893"/>
              <a:gd name="connsiteY56" fmla="*/ 496186 h 1573618"/>
              <a:gd name="connsiteX57" fmla="*/ 2537637 w 3600893"/>
              <a:gd name="connsiteY57" fmla="*/ 914400 h 1573618"/>
              <a:gd name="connsiteX58" fmla="*/ 3253563 w 3600893"/>
              <a:gd name="connsiteY58" fmla="*/ 1027814 h 1573618"/>
              <a:gd name="connsiteX59" fmla="*/ 3600893 w 3600893"/>
              <a:gd name="connsiteY59" fmla="*/ 1261730 h 1573618"/>
              <a:gd name="connsiteX60" fmla="*/ 3289005 w 3600893"/>
              <a:gd name="connsiteY60" fmla="*/ 999460 h 1573618"/>
              <a:gd name="connsiteX61" fmla="*/ 3565451 w 3600893"/>
              <a:gd name="connsiteY61" fmla="*/ 893135 h 1573618"/>
              <a:gd name="connsiteX62" fmla="*/ 3225210 w 3600893"/>
              <a:gd name="connsiteY62" fmla="*/ 942753 h 1573618"/>
              <a:gd name="connsiteX63" fmla="*/ 2523461 w 3600893"/>
              <a:gd name="connsiteY63" fmla="*/ 829339 h 1573618"/>
              <a:gd name="connsiteX64" fmla="*/ 1821712 w 3600893"/>
              <a:gd name="connsiteY64" fmla="*/ 404037 h 1573618"/>
              <a:gd name="connsiteX65" fmla="*/ 1942214 w 3600893"/>
              <a:gd name="connsiteY65" fmla="*/ 198474 h 1573618"/>
              <a:gd name="connsiteX66" fmla="*/ 2565991 w 3600893"/>
              <a:gd name="connsiteY66" fmla="*/ 425302 h 1573618"/>
              <a:gd name="connsiteX67" fmla="*/ 3175591 w 3600893"/>
              <a:gd name="connsiteY67" fmla="*/ 446567 h 1573618"/>
              <a:gd name="connsiteX68" fmla="*/ 3558363 w 3600893"/>
              <a:gd name="connsiteY68" fmla="*/ 595423 h 1573618"/>
              <a:gd name="connsiteX69" fmla="*/ 3203944 w 3600893"/>
              <a:gd name="connsiteY69" fmla="*/ 432391 h 1573618"/>
              <a:gd name="connsiteX70" fmla="*/ 3579628 w 3600893"/>
              <a:gd name="connsiteY70" fmla="*/ 489097 h 1573618"/>
              <a:gd name="connsiteX71" fmla="*/ 3168503 w 3600893"/>
              <a:gd name="connsiteY71" fmla="*/ 368595 h 1573618"/>
              <a:gd name="connsiteX72" fmla="*/ 2558903 w 3600893"/>
              <a:gd name="connsiteY72" fmla="*/ 340242 h 1573618"/>
              <a:gd name="connsiteX73" fmla="*/ 1956391 w 3600893"/>
              <a:gd name="connsiteY73" fmla="*/ 63795 h 1573618"/>
              <a:gd name="connsiteX74" fmla="*/ 1991833 w 3600893"/>
              <a:gd name="connsiteY74" fmla="*/ 0 h 1573618"/>
              <a:gd name="connsiteX75" fmla="*/ 1991833 w 3600893"/>
              <a:gd name="connsiteY75" fmla="*/ 0 h 1573618"/>
              <a:gd name="connsiteX76" fmla="*/ 1552354 w 3600893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715925 w 3607981"/>
              <a:gd name="connsiteY21" fmla="*/ 1148316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06232 w 3607981"/>
              <a:gd name="connsiteY51" fmla="*/ 1502735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73656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73656 w 3607981"/>
              <a:gd name="connsiteY76" fmla="*/ 0 h 157361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6130 w 3607981"/>
              <a:gd name="connsiteY55" fmla="*/ 927838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1922 w 3607981"/>
              <a:gd name="connsiteY25" fmla="*/ 1403960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94660 w 3607981"/>
              <a:gd name="connsiteY29" fmla="*/ 1296433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0092 w 3607981"/>
              <a:gd name="connsiteY71" fmla="*/ 395609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90368 w 3607981"/>
              <a:gd name="connsiteY69" fmla="*/ 428409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95300 w 3607981"/>
              <a:gd name="connsiteY51" fmla="*/ 1426547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63479 w 3607981"/>
              <a:gd name="connsiteY73" fmla="*/ 6379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73172 w 3607981"/>
              <a:gd name="connsiteY73" fmla="*/ 15103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53622 w 3607981"/>
              <a:gd name="connsiteY73" fmla="*/ 19303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28416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134833 w 3607981"/>
              <a:gd name="connsiteY73" fmla="*/ 215181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202686 w 3607981"/>
              <a:gd name="connsiteY73" fmla="*/ 173176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41295 w 3607981"/>
              <a:gd name="connsiteY66" fmla="*/ 292727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48905 w 3607981"/>
              <a:gd name="connsiteY73" fmla="*/ 344425 h 1516791"/>
              <a:gd name="connsiteX74" fmla="*/ 2565991 w 3607981"/>
              <a:gd name="connsiteY74" fmla="*/ 340242 h 1516791"/>
              <a:gd name="connsiteX75" fmla="*/ 2202686 w 3607981"/>
              <a:gd name="connsiteY75" fmla="*/ 173176 h 1516791"/>
              <a:gd name="connsiteX76" fmla="*/ 1834234 w 3607981"/>
              <a:gd name="connsiteY76" fmla="*/ 128416 h 1516791"/>
              <a:gd name="connsiteX77" fmla="*/ 1998921 w 3607981"/>
              <a:gd name="connsiteY77" fmla="*/ 0 h 1516791"/>
              <a:gd name="connsiteX78" fmla="*/ 1573656 w 3607981"/>
              <a:gd name="connsiteY78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84447 w 3607981"/>
              <a:gd name="connsiteY73" fmla="*/ 341193 h 1516791"/>
              <a:gd name="connsiteX74" fmla="*/ 2848905 w 3607981"/>
              <a:gd name="connsiteY74" fmla="*/ 344425 h 1516791"/>
              <a:gd name="connsiteX75" fmla="*/ 2565991 w 3607981"/>
              <a:gd name="connsiteY75" fmla="*/ 340242 h 1516791"/>
              <a:gd name="connsiteX76" fmla="*/ 2202686 w 3607981"/>
              <a:gd name="connsiteY76" fmla="*/ 173176 h 1516791"/>
              <a:gd name="connsiteX77" fmla="*/ 1834234 w 3607981"/>
              <a:gd name="connsiteY77" fmla="*/ 128416 h 1516791"/>
              <a:gd name="connsiteX78" fmla="*/ 1998921 w 3607981"/>
              <a:gd name="connsiteY78" fmla="*/ 0 h 1516791"/>
              <a:gd name="connsiteX79" fmla="*/ 1573656 w 3607981"/>
              <a:gd name="connsiteY79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884447 w 3607981"/>
              <a:gd name="connsiteY74" fmla="*/ 34119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961994 w 3607981"/>
              <a:gd name="connsiteY74" fmla="*/ 19256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78376 w 3607981"/>
              <a:gd name="connsiteY69" fmla="*/ 514646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54712 w 3607981"/>
              <a:gd name="connsiteY67" fmla="*/ 373504 h 1516791"/>
              <a:gd name="connsiteX68" fmla="*/ 2573079 w 3607981"/>
              <a:gd name="connsiteY68" fmla="*/ 425302 h 1516791"/>
              <a:gd name="connsiteX69" fmla="*/ 3117436 w 3607981"/>
              <a:gd name="connsiteY69" fmla="*/ 431708 h 1516791"/>
              <a:gd name="connsiteX70" fmla="*/ 3578376 w 3607981"/>
              <a:gd name="connsiteY70" fmla="*/ 514646 h 1516791"/>
              <a:gd name="connsiteX71" fmla="*/ 3180035 w 3607981"/>
              <a:gd name="connsiteY71" fmla="*/ 401394 h 1516791"/>
              <a:gd name="connsiteX72" fmla="*/ 3580254 w 3607981"/>
              <a:gd name="connsiteY72" fmla="*/ 279076 h 1516791"/>
              <a:gd name="connsiteX73" fmla="*/ 3165258 w 3607981"/>
              <a:gd name="connsiteY73" fmla="*/ 358263 h 1516791"/>
              <a:gd name="connsiteX74" fmla="*/ 2949069 w 3607981"/>
              <a:gd name="connsiteY74" fmla="*/ 357349 h 1516791"/>
              <a:gd name="connsiteX75" fmla="*/ 3000767 w 3607981"/>
              <a:gd name="connsiteY75" fmla="*/ 186101 h 1516791"/>
              <a:gd name="connsiteX76" fmla="*/ 2900603 w 3607981"/>
              <a:gd name="connsiteY76" fmla="*/ 357350 h 1516791"/>
              <a:gd name="connsiteX77" fmla="*/ 2565991 w 3607981"/>
              <a:gd name="connsiteY77" fmla="*/ 340242 h 1516791"/>
              <a:gd name="connsiteX78" fmla="*/ 2202686 w 3607981"/>
              <a:gd name="connsiteY78" fmla="*/ 173176 h 1516791"/>
              <a:gd name="connsiteX79" fmla="*/ 1834234 w 3607981"/>
              <a:gd name="connsiteY79" fmla="*/ 128416 h 1516791"/>
              <a:gd name="connsiteX80" fmla="*/ 1998921 w 3607981"/>
              <a:gd name="connsiteY80" fmla="*/ 0 h 1516791"/>
              <a:gd name="connsiteX81" fmla="*/ 1573656 w 3607981"/>
              <a:gd name="connsiteY81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15938 w 3607981"/>
              <a:gd name="connsiteY67" fmla="*/ 363811 h 1516791"/>
              <a:gd name="connsiteX68" fmla="*/ 2454712 w 3607981"/>
              <a:gd name="connsiteY68" fmla="*/ 373504 h 1516791"/>
              <a:gd name="connsiteX69" fmla="*/ 2573079 w 3607981"/>
              <a:gd name="connsiteY69" fmla="*/ 425302 h 1516791"/>
              <a:gd name="connsiteX70" fmla="*/ 3117436 w 3607981"/>
              <a:gd name="connsiteY70" fmla="*/ 431708 h 1516791"/>
              <a:gd name="connsiteX71" fmla="*/ 3578376 w 3607981"/>
              <a:gd name="connsiteY71" fmla="*/ 514646 h 1516791"/>
              <a:gd name="connsiteX72" fmla="*/ 3180035 w 3607981"/>
              <a:gd name="connsiteY72" fmla="*/ 401394 h 1516791"/>
              <a:gd name="connsiteX73" fmla="*/ 3580254 w 3607981"/>
              <a:gd name="connsiteY73" fmla="*/ 279076 h 1516791"/>
              <a:gd name="connsiteX74" fmla="*/ 3165258 w 3607981"/>
              <a:gd name="connsiteY74" fmla="*/ 358263 h 1516791"/>
              <a:gd name="connsiteX75" fmla="*/ 2949069 w 3607981"/>
              <a:gd name="connsiteY75" fmla="*/ 357349 h 1516791"/>
              <a:gd name="connsiteX76" fmla="*/ 3000767 w 3607981"/>
              <a:gd name="connsiteY76" fmla="*/ 186101 h 1516791"/>
              <a:gd name="connsiteX77" fmla="*/ 2900603 w 3607981"/>
              <a:gd name="connsiteY77" fmla="*/ 357350 h 1516791"/>
              <a:gd name="connsiteX78" fmla="*/ 2565991 w 3607981"/>
              <a:gd name="connsiteY78" fmla="*/ 340242 h 1516791"/>
              <a:gd name="connsiteX79" fmla="*/ 2202686 w 3607981"/>
              <a:gd name="connsiteY79" fmla="*/ 173176 h 1516791"/>
              <a:gd name="connsiteX80" fmla="*/ 1834234 w 3607981"/>
              <a:gd name="connsiteY80" fmla="*/ 128416 h 1516791"/>
              <a:gd name="connsiteX81" fmla="*/ 1998921 w 3607981"/>
              <a:gd name="connsiteY81" fmla="*/ 0 h 1516791"/>
              <a:gd name="connsiteX82" fmla="*/ 1573656 w 3607981"/>
              <a:gd name="connsiteY82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15938 w 3607981"/>
              <a:gd name="connsiteY68" fmla="*/ 36381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25631 w 3607981"/>
              <a:gd name="connsiteY67" fmla="*/ 367042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906306 w 3607981"/>
              <a:gd name="connsiteY65" fmla="*/ 185690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17176 w 3607981"/>
              <a:gd name="connsiteY65" fmla="*/ 169185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72624 w 3607981"/>
              <a:gd name="connsiteY64" fmla="*/ 434517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27330 w 3607981"/>
              <a:gd name="connsiteY13" fmla="*/ 25277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03255 w 3607981"/>
              <a:gd name="connsiteY13" fmla="*/ 279184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6761 w 3607981"/>
              <a:gd name="connsiteY67" fmla="*/ 26267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43169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0062 w 3607981"/>
              <a:gd name="connsiteY83" fmla="*/ 19443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0159 w 3607981"/>
              <a:gd name="connsiteY67" fmla="*/ 232968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76180 w 3607981"/>
              <a:gd name="connsiteY83" fmla="*/ 16472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80493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2825 w 3607981"/>
              <a:gd name="connsiteY18" fmla="*/ 767646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61903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40337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29916 w 3607981"/>
              <a:gd name="connsiteY29" fmla="*/ 1357590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60535 w 3580254"/>
              <a:gd name="connsiteY60" fmla="*/ 1227225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5504 w 3580254"/>
              <a:gd name="connsiteY12" fmla="*/ 93552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14229 w 3580254"/>
              <a:gd name="connsiteY12" fmla="*/ 12212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01529 w 3580254"/>
              <a:gd name="connsiteY12" fmla="*/ 1030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37461 w 3580254"/>
              <a:gd name="connsiteY66" fmla="*/ 199475 h 1516791"/>
              <a:gd name="connsiteX67" fmla="*/ 2199455 w 3580254"/>
              <a:gd name="connsiteY67" fmla="*/ 241029 h 1516791"/>
              <a:gd name="connsiteX68" fmla="*/ 2409476 w 3580254"/>
              <a:gd name="connsiteY68" fmla="*/ 363811 h 1516791"/>
              <a:gd name="connsiteX69" fmla="*/ 2470867 w 3580254"/>
              <a:gd name="connsiteY69" fmla="*/ 570601 h 1516791"/>
              <a:gd name="connsiteX70" fmla="*/ 2454712 w 3580254"/>
              <a:gd name="connsiteY70" fmla="*/ 373504 h 1516791"/>
              <a:gd name="connsiteX71" fmla="*/ 2573079 w 3580254"/>
              <a:gd name="connsiteY71" fmla="*/ 425302 h 1516791"/>
              <a:gd name="connsiteX72" fmla="*/ 3117436 w 3580254"/>
              <a:gd name="connsiteY72" fmla="*/ 431708 h 1516791"/>
              <a:gd name="connsiteX73" fmla="*/ 3578376 w 3580254"/>
              <a:gd name="connsiteY73" fmla="*/ 514646 h 1516791"/>
              <a:gd name="connsiteX74" fmla="*/ 3180035 w 3580254"/>
              <a:gd name="connsiteY74" fmla="*/ 401394 h 1516791"/>
              <a:gd name="connsiteX75" fmla="*/ 3580254 w 3580254"/>
              <a:gd name="connsiteY75" fmla="*/ 279076 h 1516791"/>
              <a:gd name="connsiteX76" fmla="*/ 3165258 w 3580254"/>
              <a:gd name="connsiteY76" fmla="*/ 358263 h 1516791"/>
              <a:gd name="connsiteX77" fmla="*/ 2949069 w 3580254"/>
              <a:gd name="connsiteY77" fmla="*/ 357349 h 1516791"/>
              <a:gd name="connsiteX78" fmla="*/ 3000767 w 3580254"/>
              <a:gd name="connsiteY78" fmla="*/ 186101 h 1516791"/>
              <a:gd name="connsiteX79" fmla="*/ 2900603 w 3580254"/>
              <a:gd name="connsiteY79" fmla="*/ 357350 h 1516791"/>
              <a:gd name="connsiteX80" fmla="*/ 2565991 w 3580254"/>
              <a:gd name="connsiteY80" fmla="*/ 340242 h 1516791"/>
              <a:gd name="connsiteX81" fmla="*/ 2202686 w 3580254"/>
              <a:gd name="connsiteY81" fmla="*/ 173176 h 1516791"/>
              <a:gd name="connsiteX82" fmla="*/ 1958927 w 3580254"/>
              <a:gd name="connsiteY82" fmla="*/ 143160 h 1516791"/>
              <a:gd name="connsiteX83" fmla="*/ 1998921 w 3580254"/>
              <a:gd name="connsiteY83" fmla="*/ 0 h 1516791"/>
              <a:gd name="connsiteX84" fmla="*/ 1573656 w 3580254"/>
              <a:gd name="connsiteY84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17007 w 3580254"/>
              <a:gd name="connsiteY15" fmla="*/ 709918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36359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32624 w 3580254"/>
              <a:gd name="connsiteY17" fmla="*/ 766071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44946 w 3580254"/>
              <a:gd name="connsiteY82" fmla="*/ 0 h 1516791"/>
              <a:gd name="connsiteX83" fmla="*/ 1573656 w 3580254"/>
              <a:gd name="connsiteY83" fmla="*/ 0 h 1516791"/>
              <a:gd name="connsiteX0" fmla="*/ 1646681 w 3580254"/>
              <a:gd name="connsiteY0" fmla="*/ 0 h 1519966"/>
              <a:gd name="connsiteX1" fmla="*/ 1438939 w 3580254"/>
              <a:gd name="connsiteY1" fmla="*/ 26544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854152 w 3580254"/>
              <a:gd name="connsiteY81" fmla="*/ 193960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33527 w 3580254"/>
              <a:gd name="connsiteY81" fmla="*/ 1717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72081 w 3580254"/>
              <a:gd name="connsiteY0" fmla="*/ 130175 h 1516791"/>
              <a:gd name="connsiteX1" fmla="*/ 1680239 w 3580254"/>
              <a:gd name="connsiteY1" fmla="*/ 19242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545708 w 3580254"/>
              <a:gd name="connsiteY11" fmla="*/ 290402 h 1516791"/>
              <a:gd name="connsiteX12" fmla="*/ 1601529 w 3580254"/>
              <a:gd name="connsiteY12" fmla="*/ 2713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33527 w 3580254"/>
              <a:gd name="connsiteY81" fmla="*/ 168560 h 1516791"/>
              <a:gd name="connsiteX82" fmla="*/ 1944946 w 3580254"/>
              <a:gd name="connsiteY82" fmla="*/ 0 h 1516791"/>
              <a:gd name="connsiteX83" fmla="*/ 1672081 w 3580254"/>
              <a:gd name="connsiteY83" fmla="*/ 130175 h 1516791"/>
              <a:gd name="connsiteX0" fmla="*/ 1672081 w 3580254"/>
              <a:gd name="connsiteY0" fmla="*/ 69850 h 1456466"/>
              <a:gd name="connsiteX1" fmla="*/ 1680239 w 3580254"/>
              <a:gd name="connsiteY1" fmla="*/ 132095 h 1456466"/>
              <a:gd name="connsiteX2" fmla="*/ 1015176 w 3580254"/>
              <a:gd name="connsiteY2" fmla="*/ 247250 h 1456466"/>
              <a:gd name="connsiteX3" fmla="*/ 581246 w 3580254"/>
              <a:gd name="connsiteY3" fmla="*/ 187768 h 1456466"/>
              <a:gd name="connsiteX4" fmla="*/ 311888 w 3580254"/>
              <a:gd name="connsiteY4" fmla="*/ 60177 h 1456466"/>
              <a:gd name="connsiteX5" fmla="*/ 552893 w 3580254"/>
              <a:gd name="connsiteY5" fmla="*/ 224446 h 1456466"/>
              <a:gd name="connsiteX6" fmla="*/ 232679 w 3580254"/>
              <a:gd name="connsiteY6" fmla="*/ 333247 h 1456466"/>
              <a:gd name="connsiteX7" fmla="*/ 573857 w 3580254"/>
              <a:gd name="connsiteY7" fmla="*/ 275604 h 1456466"/>
              <a:gd name="connsiteX8" fmla="*/ 1006549 w 3580254"/>
              <a:gd name="connsiteY8" fmla="*/ 294093 h 1456466"/>
              <a:gd name="connsiteX9" fmla="*/ 772632 w 3580254"/>
              <a:gd name="connsiteY9" fmla="*/ 471303 h 1456466"/>
              <a:gd name="connsiteX10" fmla="*/ 1064794 w 3580254"/>
              <a:gd name="connsiteY10" fmla="*/ 300881 h 1456466"/>
              <a:gd name="connsiteX11" fmla="*/ 1545708 w 3580254"/>
              <a:gd name="connsiteY11" fmla="*/ 230077 h 1456466"/>
              <a:gd name="connsiteX12" fmla="*/ 1601529 w 3580254"/>
              <a:gd name="connsiteY12" fmla="*/ 211027 h 1456466"/>
              <a:gd name="connsiteX13" fmla="*/ 1601972 w 3580254"/>
              <a:gd name="connsiteY13" fmla="*/ 393331 h 1456466"/>
              <a:gd name="connsiteX14" fmla="*/ 1152641 w 3580254"/>
              <a:gd name="connsiteY14" fmla="*/ 731170 h 1456466"/>
              <a:gd name="connsiteX15" fmla="*/ 789578 w 3580254"/>
              <a:gd name="connsiteY15" fmla="*/ 678622 h 1456466"/>
              <a:gd name="connsiteX16" fmla="*/ 378687 w 3580254"/>
              <a:gd name="connsiteY16" fmla="*/ 552398 h 1456466"/>
              <a:gd name="connsiteX17" fmla="*/ 718110 w 3580254"/>
              <a:gd name="connsiteY17" fmla="*/ 710584 h 1456466"/>
              <a:gd name="connsiteX18" fmla="*/ 339353 w 3580254"/>
              <a:gd name="connsiteY18" fmla="*/ 747977 h 1456466"/>
              <a:gd name="connsiteX19" fmla="*/ 787891 w 3580254"/>
              <a:gd name="connsiteY19" fmla="*/ 753863 h 1456466"/>
              <a:gd name="connsiteX20" fmla="*/ 1105786 w 3580254"/>
              <a:gd name="connsiteY20" fmla="*/ 804456 h 1456466"/>
              <a:gd name="connsiteX21" fmla="*/ 709678 w 3580254"/>
              <a:gd name="connsiteY21" fmla="*/ 1052310 h 1456466"/>
              <a:gd name="connsiteX22" fmla="*/ 480327 w 3580254"/>
              <a:gd name="connsiteY22" fmla="*/ 1121391 h 1456466"/>
              <a:gd name="connsiteX23" fmla="*/ 0 w 3580254"/>
              <a:gd name="connsiteY23" fmla="*/ 1194316 h 1456466"/>
              <a:gd name="connsiteX24" fmla="*/ 485758 w 3580254"/>
              <a:gd name="connsiteY24" fmla="*/ 1163620 h 1456466"/>
              <a:gd name="connsiteX25" fmla="*/ 1922 w 3580254"/>
              <a:gd name="connsiteY25" fmla="*/ 1337285 h 1456466"/>
              <a:gd name="connsiteX26" fmla="*/ 494553 w 3580254"/>
              <a:gd name="connsiteY26" fmla="*/ 1205682 h 1456466"/>
              <a:gd name="connsiteX27" fmla="*/ 41207 w 3580254"/>
              <a:gd name="connsiteY27" fmla="*/ 1456466 h 1456466"/>
              <a:gd name="connsiteX28" fmla="*/ 429916 w 3580254"/>
              <a:gd name="connsiteY28" fmla="*/ 1297265 h 1456466"/>
              <a:gd name="connsiteX29" fmla="*/ 632667 w 3580254"/>
              <a:gd name="connsiteY29" fmla="*/ 1161649 h 1456466"/>
              <a:gd name="connsiteX30" fmla="*/ 1006549 w 3580254"/>
              <a:gd name="connsiteY30" fmla="*/ 981666 h 1456466"/>
              <a:gd name="connsiteX31" fmla="*/ 949842 w 3580254"/>
              <a:gd name="connsiteY31" fmla="*/ 1371526 h 1456466"/>
              <a:gd name="connsiteX32" fmla="*/ 1063256 w 3580254"/>
              <a:gd name="connsiteY32" fmla="*/ 974577 h 1456466"/>
              <a:gd name="connsiteX33" fmla="*/ 1282995 w 3580254"/>
              <a:gd name="connsiteY33" fmla="*/ 719396 h 1456466"/>
              <a:gd name="connsiteX34" fmla="*/ 1616149 w 3580254"/>
              <a:gd name="connsiteY34" fmla="*/ 485479 h 1456466"/>
              <a:gd name="connsiteX35" fmla="*/ 1552353 w 3580254"/>
              <a:gd name="connsiteY35" fmla="*/ 854075 h 1456466"/>
              <a:gd name="connsiteX36" fmla="*/ 1375144 w 3580254"/>
              <a:gd name="connsiteY36" fmla="*/ 1059638 h 1456466"/>
              <a:gd name="connsiteX37" fmla="*/ 1594884 w 3580254"/>
              <a:gd name="connsiteY37" fmla="*/ 889517 h 1456466"/>
              <a:gd name="connsiteX38" fmla="*/ 1524000 w 3580254"/>
              <a:gd name="connsiteY38" fmla="*/ 1243935 h 1456466"/>
              <a:gd name="connsiteX39" fmla="*/ 1290084 w 3580254"/>
              <a:gd name="connsiteY39" fmla="*/ 1314819 h 1456466"/>
              <a:gd name="connsiteX40" fmla="*/ 1538177 w 3580254"/>
              <a:gd name="connsiteY40" fmla="*/ 1286466 h 1456466"/>
              <a:gd name="connsiteX41" fmla="*/ 1531088 w 3580254"/>
              <a:gd name="connsiteY41" fmla="*/ 1449498 h 1456466"/>
              <a:gd name="connsiteX42" fmla="*/ 1587795 w 3580254"/>
              <a:gd name="connsiteY42" fmla="*/ 1279377 h 1456466"/>
              <a:gd name="connsiteX43" fmla="*/ 1757916 w 3580254"/>
              <a:gd name="connsiteY43" fmla="*/ 1392791 h 1456466"/>
              <a:gd name="connsiteX44" fmla="*/ 1587795 w 3580254"/>
              <a:gd name="connsiteY44" fmla="*/ 1222670 h 1456466"/>
              <a:gd name="connsiteX45" fmla="*/ 1665767 w 3580254"/>
              <a:gd name="connsiteY45" fmla="*/ 875340 h 1456466"/>
              <a:gd name="connsiteX46" fmla="*/ 1779181 w 3580254"/>
              <a:gd name="connsiteY46" fmla="*/ 1130521 h 1456466"/>
              <a:gd name="connsiteX47" fmla="*/ 1687032 w 3580254"/>
              <a:gd name="connsiteY47" fmla="*/ 790279 h 1456466"/>
              <a:gd name="connsiteX48" fmla="*/ 1743739 w 3580254"/>
              <a:gd name="connsiteY48" fmla="*/ 478391 h 1456466"/>
              <a:gd name="connsiteX49" fmla="*/ 2121466 w 3580254"/>
              <a:gd name="connsiteY49" fmla="*/ 977220 h 1456466"/>
              <a:gd name="connsiteX50" fmla="*/ 2474924 w 3580254"/>
              <a:gd name="connsiteY50" fmla="*/ 1262436 h 1456466"/>
              <a:gd name="connsiteX51" fmla="*/ 2895300 w 3580254"/>
              <a:gd name="connsiteY51" fmla="*/ 1359872 h 1456466"/>
              <a:gd name="connsiteX52" fmla="*/ 2489100 w 3580254"/>
              <a:gd name="connsiteY52" fmla="*/ 1208373 h 1456466"/>
              <a:gd name="connsiteX53" fmla="*/ 2906233 w 3580254"/>
              <a:gd name="connsiteY53" fmla="*/ 1215582 h 1456466"/>
              <a:gd name="connsiteX54" fmla="*/ 2447171 w 3580254"/>
              <a:gd name="connsiteY54" fmla="*/ 1159476 h 1456466"/>
              <a:gd name="connsiteX55" fmla="*/ 2170964 w 3580254"/>
              <a:gd name="connsiteY55" fmla="*/ 933489 h 1456466"/>
              <a:gd name="connsiteX56" fmla="*/ 1821711 w 3580254"/>
              <a:gd name="connsiteY56" fmla="*/ 435861 h 1456466"/>
              <a:gd name="connsiteX57" fmla="*/ 2544725 w 3580254"/>
              <a:gd name="connsiteY57" fmla="*/ 854075 h 1456466"/>
              <a:gd name="connsiteX58" fmla="*/ 3260651 w 3580254"/>
              <a:gd name="connsiteY58" fmla="*/ 967489 h 1456466"/>
              <a:gd name="connsiteX59" fmla="*/ 3543282 w 3580254"/>
              <a:gd name="connsiteY59" fmla="*/ 1123768 h 1456466"/>
              <a:gd name="connsiteX60" fmla="*/ 3296093 w 3580254"/>
              <a:gd name="connsiteY60" fmla="*/ 939135 h 1456466"/>
              <a:gd name="connsiteX61" fmla="*/ 3572539 w 3580254"/>
              <a:gd name="connsiteY61" fmla="*/ 832810 h 1456466"/>
              <a:gd name="connsiteX62" fmla="*/ 3232298 w 3580254"/>
              <a:gd name="connsiteY62" fmla="*/ 882428 h 1456466"/>
              <a:gd name="connsiteX63" fmla="*/ 2530549 w 3580254"/>
              <a:gd name="connsiteY63" fmla="*/ 769014 h 1456466"/>
              <a:gd name="connsiteX64" fmla="*/ 1828174 w 3580254"/>
              <a:gd name="connsiteY64" fmla="*/ 355142 h 1456466"/>
              <a:gd name="connsiteX65" fmla="*/ 1937461 w 3580254"/>
              <a:gd name="connsiteY65" fmla="*/ 139150 h 1456466"/>
              <a:gd name="connsiteX66" fmla="*/ 2199455 w 3580254"/>
              <a:gd name="connsiteY66" fmla="*/ 180704 h 1456466"/>
              <a:gd name="connsiteX67" fmla="*/ 2409476 w 3580254"/>
              <a:gd name="connsiteY67" fmla="*/ 303486 h 1456466"/>
              <a:gd name="connsiteX68" fmla="*/ 2470867 w 3580254"/>
              <a:gd name="connsiteY68" fmla="*/ 510276 h 1456466"/>
              <a:gd name="connsiteX69" fmla="*/ 2454712 w 3580254"/>
              <a:gd name="connsiteY69" fmla="*/ 313179 h 1456466"/>
              <a:gd name="connsiteX70" fmla="*/ 2573079 w 3580254"/>
              <a:gd name="connsiteY70" fmla="*/ 364977 h 1456466"/>
              <a:gd name="connsiteX71" fmla="*/ 3117436 w 3580254"/>
              <a:gd name="connsiteY71" fmla="*/ 371383 h 1456466"/>
              <a:gd name="connsiteX72" fmla="*/ 3578376 w 3580254"/>
              <a:gd name="connsiteY72" fmla="*/ 454321 h 1456466"/>
              <a:gd name="connsiteX73" fmla="*/ 3180035 w 3580254"/>
              <a:gd name="connsiteY73" fmla="*/ 341069 h 1456466"/>
              <a:gd name="connsiteX74" fmla="*/ 3580254 w 3580254"/>
              <a:gd name="connsiteY74" fmla="*/ 218751 h 1456466"/>
              <a:gd name="connsiteX75" fmla="*/ 3165258 w 3580254"/>
              <a:gd name="connsiteY75" fmla="*/ 297938 h 1456466"/>
              <a:gd name="connsiteX76" fmla="*/ 2949069 w 3580254"/>
              <a:gd name="connsiteY76" fmla="*/ 297024 h 1456466"/>
              <a:gd name="connsiteX77" fmla="*/ 3000767 w 3580254"/>
              <a:gd name="connsiteY77" fmla="*/ 125776 h 1456466"/>
              <a:gd name="connsiteX78" fmla="*/ 2900603 w 3580254"/>
              <a:gd name="connsiteY78" fmla="*/ 297025 h 1456466"/>
              <a:gd name="connsiteX79" fmla="*/ 2565991 w 3580254"/>
              <a:gd name="connsiteY79" fmla="*/ 279917 h 1456466"/>
              <a:gd name="connsiteX80" fmla="*/ 2202686 w 3580254"/>
              <a:gd name="connsiteY80" fmla="*/ 112851 h 1456466"/>
              <a:gd name="connsiteX81" fmla="*/ 1933527 w 3580254"/>
              <a:gd name="connsiteY81" fmla="*/ 108235 h 1456466"/>
              <a:gd name="connsiteX82" fmla="*/ 1998921 w 3580254"/>
              <a:gd name="connsiteY82" fmla="*/ 0 h 1456466"/>
              <a:gd name="connsiteX83" fmla="*/ 1672081 w 3580254"/>
              <a:gd name="connsiteY83" fmla="*/ 69850 h 1456466"/>
              <a:gd name="connsiteX0" fmla="*/ 1672081 w 3580254"/>
              <a:gd name="connsiteY0" fmla="*/ 9673 h 1396289"/>
              <a:gd name="connsiteX1" fmla="*/ 1680239 w 3580254"/>
              <a:gd name="connsiteY1" fmla="*/ 71918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72081 w 3580254"/>
              <a:gd name="connsiteY0" fmla="*/ 9673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29439 w 3580254"/>
              <a:gd name="connsiteY1" fmla="*/ 8779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381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118769 w 3580254"/>
              <a:gd name="connsiteY10" fmla="*/ 2280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573857 w 3580254"/>
              <a:gd name="connsiteY7" fmla="*/ 205754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599056 w 3580254"/>
              <a:gd name="connsiteY0" fmla="*/ 635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599056 w 3580254"/>
              <a:gd name="connsiteY83" fmla="*/ 63500 h 1386616"/>
              <a:gd name="connsiteX0" fmla="*/ 1649856 w 3580254"/>
              <a:gd name="connsiteY0" fmla="*/ 127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49856 w 3580254"/>
              <a:gd name="connsiteY83" fmla="*/ 12700 h 1386616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16149 w 3580254"/>
              <a:gd name="connsiteY34" fmla="*/ 41245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85999 w 3580254"/>
              <a:gd name="connsiteY34" fmla="*/ 39975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86410 w 3580254"/>
              <a:gd name="connsiteY65" fmla="*/ 165652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74725 w 3580254"/>
              <a:gd name="connsiteY64" fmla="*/ 30206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06008 w 3580254"/>
              <a:gd name="connsiteY11" fmla="*/ 15387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51062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31713 w 3580254"/>
              <a:gd name="connsiteY64" fmla="*/ 127734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81936 w 3580254"/>
              <a:gd name="connsiteY64" fmla="*/ 3647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72446 w 3580254"/>
              <a:gd name="connsiteY65" fmla="*/ 123500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66949 w 3580254"/>
              <a:gd name="connsiteY33" fmla="*/ 380704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0866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70208 w 3580254"/>
              <a:gd name="connsiteY79" fmla="*/ 120200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883486 w 3580254"/>
              <a:gd name="connsiteY46" fmla="*/ 9806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73961 w 3580254"/>
              <a:gd name="connsiteY47" fmla="*/ 96796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20011 w 3580254"/>
              <a:gd name="connsiteY46" fmla="*/ 1012417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73986 w 3580254"/>
              <a:gd name="connsiteY47" fmla="*/ 100289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102561 w 3580254"/>
              <a:gd name="connsiteY47" fmla="*/ 106321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064931 w 3580254"/>
              <a:gd name="connsiteY45" fmla="*/ 1228946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3580254" h="1383441">
                <a:moveTo>
                  <a:pt x="1649856" y="9525"/>
                </a:moveTo>
                <a:cubicBezTo>
                  <a:pt x="1650459" y="34507"/>
                  <a:pt x="1644652" y="33069"/>
                  <a:pt x="1645255" y="58051"/>
                </a:cubicBezTo>
                <a:lnTo>
                  <a:pt x="1015176" y="174225"/>
                </a:lnTo>
                <a:lnTo>
                  <a:pt x="581246" y="114743"/>
                </a:lnTo>
                <a:lnTo>
                  <a:pt x="226163" y="72877"/>
                </a:lnTo>
                <a:lnTo>
                  <a:pt x="565593" y="157771"/>
                </a:lnTo>
                <a:lnTo>
                  <a:pt x="232679" y="260222"/>
                </a:lnTo>
                <a:lnTo>
                  <a:pt x="624657" y="186704"/>
                </a:lnTo>
                <a:lnTo>
                  <a:pt x="1006549" y="221068"/>
                </a:lnTo>
                <a:lnTo>
                  <a:pt x="772632" y="398278"/>
                </a:lnTo>
                <a:lnTo>
                  <a:pt x="1118769" y="215156"/>
                </a:lnTo>
                <a:lnTo>
                  <a:pt x="1386958" y="147527"/>
                </a:lnTo>
                <a:lnTo>
                  <a:pt x="1651579" y="93852"/>
                </a:lnTo>
                <a:cubicBezTo>
                  <a:pt x="1612526" y="178955"/>
                  <a:pt x="1296308" y="572854"/>
                  <a:pt x="1152641" y="658145"/>
                </a:cubicBezTo>
                <a:lnTo>
                  <a:pt x="789578" y="605597"/>
                </a:lnTo>
                <a:lnTo>
                  <a:pt x="378687" y="479373"/>
                </a:lnTo>
                <a:lnTo>
                  <a:pt x="718110" y="637559"/>
                </a:lnTo>
                <a:lnTo>
                  <a:pt x="339353" y="674952"/>
                </a:lnTo>
                <a:lnTo>
                  <a:pt x="787891" y="680838"/>
                </a:lnTo>
                <a:lnTo>
                  <a:pt x="1129062" y="714805"/>
                </a:lnTo>
                <a:lnTo>
                  <a:pt x="709678" y="979285"/>
                </a:lnTo>
                <a:lnTo>
                  <a:pt x="480327" y="1048366"/>
                </a:lnTo>
                <a:lnTo>
                  <a:pt x="0" y="1121291"/>
                </a:lnTo>
                <a:lnTo>
                  <a:pt x="485758" y="1090595"/>
                </a:lnTo>
                <a:lnTo>
                  <a:pt x="1922" y="1264260"/>
                </a:lnTo>
                <a:lnTo>
                  <a:pt x="494553" y="1132657"/>
                </a:lnTo>
                <a:lnTo>
                  <a:pt x="41207" y="1383441"/>
                </a:lnTo>
                <a:lnTo>
                  <a:pt x="429916" y="1224240"/>
                </a:lnTo>
                <a:lnTo>
                  <a:pt x="632667" y="1088624"/>
                </a:lnTo>
                <a:lnTo>
                  <a:pt x="976623" y="875390"/>
                </a:lnTo>
                <a:lnTo>
                  <a:pt x="949842" y="1298501"/>
                </a:lnTo>
                <a:lnTo>
                  <a:pt x="1030006" y="871627"/>
                </a:lnTo>
                <a:lnTo>
                  <a:pt x="1282995" y="646371"/>
                </a:lnTo>
                <a:lnTo>
                  <a:pt x="1654009" y="290127"/>
                </a:lnTo>
                <a:lnTo>
                  <a:pt x="1619028" y="708025"/>
                </a:lnTo>
                <a:lnTo>
                  <a:pt x="1375144" y="986613"/>
                </a:lnTo>
                <a:lnTo>
                  <a:pt x="1620284" y="768867"/>
                </a:lnTo>
                <a:lnTo>
                  <a:pt x="1539875" y="1107410"/>
                </a:lnTo>
                <a:lnTo>
                  <a:pt x="1290084" y="1241794"/>
                </a:lnTo>
                <a:lnTo>
                  <a:pt x="1538177" y="1153116"/>
                </a:lnTo>
                <a:lnTo>
                  <a:pt x="1531088" y="1376473"/>
                </a:lnTo>
                <a:lnTo>
                  <a:pt x="1571920" y="1155552"/>
                </a:lnTo>
                <a:cubicBezTo>
                  <a:pt x="1628627" y="1193357"/>
                  <a:pt x="1756858" y="1328159"/>
                  <a:pt x="1757916" y="1319766"/>
                </a:cubicBezTo>
                <a:cubicBezTo>
                  <a:pt x="1758974" y="1311373"/>
                  <a:pt x="1638152" y="1176719"/>
                  <a:pt x="1578270" y="1105195"/>
                </a:cubicBezTo>
                <a:lnTo>
                  <a:pt x="1653067" y="764215"/>
                </a:lnTo>
                <a:lnTo>
                  <a:pt x="2064931" y="1228946"/>
                </a:lnTo>
                <a:lnTo>
                  <a:pt x="1908886" y="1002892"/>
                </a:lnTo>
                <a:lnTo>
                  <a:pt x="2061286" y="1021942"/>
                </a:lnTo>
                <a:lnTo>
                  <a:pt x="1873961" y="967967"/>
                </a:lnTo>
                <a:lnTo>
                  <a:pt x="1687032" y="717254"/>
                </a:lnTo>
                <a:lnTo>
                  <a:pt x="1735352" y="307540"/>
                </a:lnTo>
                <a:lnTo>
                  <a:pt x="2121466" y="904195"/>
                </a:lnTo>
                <a:lnTo>
                  <a:pt x="2474924" y="1189411"/>
                </a:lnTo>
                <a:lnTo>
                  <a:pt x="2895300" y="1286847"/>
                </a:lnTo>
                <a:lnTo>
                  <a:pt x="2489100" y="1135348"/>
                </a:lnTo>
                <a:lnTo>
                  <a:pt x="2906233" y="1142557"/>
                </a:lnTo>
                <a:lnTo>
                  <a:pt x="2447171" y="1086451"/>
                </a:lnTo>
                <a:lnTo>
                  <a:pt x="2170964" y="860464"/>
                </a:lnTo>
                <a:lnTo>
                  <a:pt x="1826025" y="280885"/>
                </a:lnTo>
                <a:lnTo>
                  <a:pt x="2544725" y="781050"/>
                </a:lnTo>
                <a:lnTo>
                  <a:pt x="3260651" y="894464"/>
                </a:lnTo>
                <a:lnTo>
                  <a:pt x="3543282" y="1050743"/>
                </a:lnTo>
                <a:lnTo>
                  <a:pt x="3282792" y="869435"/>
                </a:lnTo>
                <a:lnTo>
                  <a:pt x="3572539" y="759785"/>
                </a:lnTo>
                <a:lnTo>
                  <a:pt x="3252248" y="836004"/>
                </a:lnTo>
                <a:lnTo>
                  <a:pt x="2558138" y="721602"/>
                </a:lnTo>
                <a:cubicBezTo>
                  <a:pt x="2278033" y="546087"/>
                  <a:pt x="2373272" y="599470"/>
                  <a:pt x="2063322" y="300498"/>
                </a:cubicBezTo>
                <a:cubicBezTo>
                  <a:pt x="1949784" y="25078"/>
                  <a:pt x="1990330" y="153260"/>
                  <a:pt x="1995737" y="129155"/>
                </a:cubicBezTo>
                <a:lnTo>
                  <a:pt x="2250375" y="165071"/>
                </a:lnTo>
                <a:lnTo>
                  <a:pt x="2400662" y="209658"/>
                </a:lnTo>
                <a:lnTo>
                  <a:pt x="2470867" y="437251"/>
                </a:lnTo>
                <a:lnTo>
                  <a:pt x="2454712" y="240154"/>
                </a:lnTo>
                <a:lnTo>
                  <a:pt x="2595473" y="269559"/>
                </a:lnTo>
                <a:lnTo>
                  <a:pt x="3117436" y="298358"/>
                </a:lnTo>
                <a:lnTo>
                  <a:pt x="3578376" y="381296"/>
                </a:lnTo>
                <a:lnTo>
                  <a:pt x="3180035" y="268044"/>
                </a:lnTo>
                <a:lnTo>
                  <a:pt x="3580254" y="145726"/>
                </a:lnTo>
                <a:lnTo>
                  <a:pt x="3165258" y="224913"/>
                </a:lnTo>
                <a:lnTo>
                  <a:pt x="2949069" y="223999"/>
                </a:lnTo>
                <a:lnTo>
                  <a:pt x="3070617" y="68626"/>
                </a:lnTo>
                <a:lnTo>
                  <a:pt x="2900603" y="224000"/>
                </a:lnTo>
                <a:lnTo>
                  <a:pt x="2562461" y="192770"/>
                </a:lnTo>
                <a:lnTo>
                  <a:pt x="2280799" y="106078"/>
                </a:lnTo>
                <a:lnTo>
                  <a:pt x="1968452" y="66960"/>
                </a:lnTo>
                <a:cubicBezTo>
                  <a:pt x="1969083" y="45698"/>
                  <a:pt x="1953840" y="21262"/>
                  <a:pt x="1954471" y="0"/>
                </a:cubicBezTo>
                <a:lnTo>
                  <a:pt x="1649856" y="9525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2" name="Triangle 21">
            <a:extLst>
              <a:ext uri="{FF2B5EF4-FFF2-40B4-BE49-F238E27FC236}">
                <a16:creationId xmlns:a16="http://schemas.microsoft.com/office/drawing/2014/main" id="{CFC0F8F2-2255-274F-9867-463362437346}"/>
              </a:ext>
            </a:extLst>
          </p:cNvPr>
          <p:cNvSpPr/>
          <p:nvPr/>
        </p:nvSpPr>
        <p:spPr>
          <a:xfrm>
            <a:off x="2678885" y="2429848"/>
            <a:ext cx="4088364" cy="1897323"/>
          </a:xfrm>
          <a:prstGeom prst="triangle">
            <a:avLst/>
          </a:pr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3" name="Triangle 263">
            <a:extLst>
              <a:ext uri="{FF2B5EF4-FFF2-40B4-BE49-F238E27FC236}">
                <a16:creationId xmlns:a16="http://schemas.microsoft.com/office/drawing/2014/main" id="{B3072374-3A77-7F4F-98F5-2FB4B0922752}"/>
              </a:ext>
            </a:extLst>
          </p:cNvPr>
          <p:cNvSpPr/>
          <p:nvPr/>
        </p:nvSpPr>
        <p:spPr>
          <a:xfrm>
            <a:off x="2913093" y="1637530"/>
            <a:ext cx="3498807" cy="1897323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4" name="Triangle 264">
            <a:extLst>
              <a:ext uri="{FF2B5EF4-FFF2-40B4-BE49-F238E27FC236}">
                <a16:creationId xmlns:a16="http://schemas.microsoft.com/office/drawing/2014/main" id="{66D26CA6-BA84-9B42-AD1F-8BA1127CEE71}"/>
              </a:ext>
            </a:extLst>
          </p:cNvPr>
          <p:cNvSpPr/>
          <p:nvPr/>
        </p:nvSpPr>
        <p:spPr>
          <a:xfrm>
            <a:off x="3115632" y="843017"/>
            <a:ext cx="2988966" cy="1897323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5" name="Triangle 264">
            <a:extLst>
              <a:ext uri="{FF2B5EF4-FFF2-40B4-BE49-F238E27FC236}">
                <a16:creationId xmlns:a16="http://schemas.microsoft.com/office/drawing/2014/main" id="{F5EC9E0B-B720-F040-BF29-FACE94C4DDA7}"/>
              </a:ext>
            </a:extLst>
          </p:cNvPr>
          <p:cNvSpPr/>
          <p:nvPr/>
        </p:nvSpPr>
        <p:spPr>
          <a:xfrm>
            <a:off x="3300299" y="637620"/>
            <a:ext cx="2524113" cy="131559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6" name="Triangle 25">
            <a:extLst>
              <a:ext uri="{FF2B5EF4-FFF2-40B4-BE49-F238E27FC236}">
                <a16:creationId xmlns:a16="http://schemas.microsoft.com/office/drawing/2014/main" id="{D2C6DDE8-1EF4-964A-91C7-31CFAD80195A}"/>
              </a:ext>
            </a:extLst>
          </p:cNvPr>
          <p:cNvSpPr/>
          <p:nvPr/>
        </p:nvSpPr>
        <p:spPr>
          <a:xfrm>
            <a:off x="3130408" y="2726045"/>
            <a:ext cx="3159896" cy="1436248"/>
          </a:xfrm>
          <a:prstGeom prst="triangle">
            <a:avLst/>
          </a:pr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7" name="Triangle 263">
            <a:extLst>
              <a:ext uri="{FF2B5EF4-FFF2-40B4-BE49-F238E27FC236}">
                <a16:creationId xmlns:a16="http://schemas.microsoft.com/office/drawing/2014/main" id="{11FAF3C3-FFE1-5545-B11D-05D11EE5A606}"/>
              </a:ext>
            </a:extLst>
          </p:cNvPr>
          <p:cNvSpPr/>
          <p:nvPr/>
        </p:nvSpPr>
        <p:spPr>
          <a:xfrm>
            <a:off x="3346699" y="1955818"/>
            <a:ext cx="2637493" cy="1430251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8" name="Triangle 264">
            <a:extLst>
              <a:ext uri="{FF2B5EF4-FFF2-40B4-BE49-F238E27FC236}">
                <a16:creationId xmlns:a16="http://schemas.microsoft.com/office/drawing/2014/main" id="{4BAF656C-B6C3-D74C-8A1D-BBE9D96E5BAD}"/>
              </a:ext>
            </a:extLst>
          </p:cNvPr>
          <p:cNvSpPr/>
          <p:nvPr/>
        </p:nvSpPr>
        <p:spPr>
          <a:xfrm>
            <a:off x="3536575" y="1157796"/>
            <a:ext cx="2209812" cy="140273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9" name="Freeform 28">
            <a:extLst>
              <a:ext uri="{FF2B5EF4-FFF2-40B4-BE49-F238E27FC236}">
                <a16:creationId xmlns:a16="http://schemas.microsoft.com/office/drawing/2014/main" id="{EAD3688D-C40B-4147-8EB1-6C74B03DBC79}"/>
              </a:ext>
            </a:extLst>
          </p:cNvPr>
          <p:cNvSpPr/>
          <p:nvPr/>
        </p:nvSpPr>
        <p:spPr>
          <a:xfrm>
            <a:off x="4509239" y="4942589"/>
            <a:ext cx="424278" cy="642256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30" name="Triangle 264">
            <a:extLst>
              <a:ext uri="{FF2B5EF4-FFF2-40B4-BE49-F238E27FC236}">
                <a16:creationId xmlns:a16="http://schemas.microsoft.com/office/drawing/2014/main" id="{19A730FC-4158-2942-8410-6971A24A7A34}"/>
              </a:ext>
            </a:extLst>
          </p:cNvPr>
          <p:cNvSpPr/>
          <p:nvPr/>
        </p:nvSpPr>
        <p:spPr>
          <a:xfrm>
            <a:off x="3578772" y="442220"/>
            <a:ext cx="1823132" cy="803749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31" name="Triangle 264">
            <a:extLst>
              <a:ext uri="{FF2B5EF4-FFF2-40B4-BE49-F238E27FC236}">
                <a16:creationId xmlns:a16="http://schemas.microsoft.com/office/drawing/2014/main" id="{0923F7C0-9B3D-5747-A411-8EEA0753846B}"/>
              </a:ext>
            </a:extLst>
          </p:cNvPr>
          <p:cNvSpPr/>
          <p:nvPr/>
        </p:nvSpPr>
        <p:spPr>
          <a:xfrm>
            <a:off x="3927603" y="633837"/>
            <a:ext cx="1124062" cy="49555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3956 w 1376149"/>
              <a:gd name="connsiteY3" fmla="*/ 104751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1872 w 1376149"/>
              <a:gd name="connsiteY3" fmla="*/ 1001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32" name="Triangle 264">
            <a:extLst>
              <a:ext uri="{FF2B5EF4-FFF2-40B4-BE49-F238E27FC236}">
                <a16:creationId xmlns:a16="http://schemas.microsoft.com/office/drawing/2014/main" id="{CAD0EBC0-CF54-C64F-868C-9D331D968629}"/>
              </a:ext>
            </a:extLst>
          </p:cNvPr>
          <p:cNvSpPr/>
          <p:nvPr/>
        </p:nvSpPr>
        <p:spPr>
          <a:xfrm>
            <a:off x="3723218" y="908392"/>
            <a:ext cx="1715269" cy="89401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33" name="Freeform 32">
            <a:extLst>
              <a:ext uri="{FF2B5EF4-FFF2-40B4-BE49-F238E27FC236}">
                <a16:creationId xmlns:a16="http://schemas.microsoft.com/office/drawing/2014/main" id="{FA61893F-6E7C-5C4B-87E7-873F7A1B5F83}"/>
              </a:ext>
            </a:extLst>
          </p:cNvPr>
          <p:cNvSpPr/>
          <p:nvPr/>
        </p:nvSpPr>
        <p:spPr>
          <a:xfrm rot="10800000">
            <a:off x="4528031" y="4149363"/>
            <a:ext cx="424278" cy="851038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34" name="Donut 33">
            <a:extLst>
              <a:ext uri="{FF2B5EF4-FFF2-40B4-BE49-F238E27FC236}">
                <a16:creationId xmlns:a16="http://schemas.microsoft.com/office/drawing/2014/main" id="{C0902E84-3995-5541-84D3-9AAE0D9C6C14}"/>
              </a:ext>
            </a:extLst>
          </p:cNvPr>
          <p:cNvSpPr/>
          <p:nvPr/>
        </p:nvSpPr>
        <p:spPr>
          <a:xfrm>
            <a:off x="84666" y="98747"/>
            <a:ext cx="8980683" cy="6680566"/>
          </a:xfrm>
          <a:prstGeom prst="donut">
            <a:avLst>
              <a:gd name="adj" fmla="val 2395"/>
            </a:avLst>
          </a:prstGeom>
          <a:solidFill>
            <a:schemeClr val="bg2">
              <a:alpha val="75000"/>
            </a:schemeClr>
          </a:solidFill>
          <a:ln>
            <a:solidFill>
              <a:schemeClr val="tx1">
                <a:alpha val="1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407D5AFC-D509-9046-9017-FD1BA0BE4538}"/>
              </a:ext>
            </a:extLst>
          </p:cNvPr>
          <p:cNvGrpSpPr/>
          <p:nvPr/>
        </p:nvGrpSpPr>
        <p:grpSpPr>
          <a:xfrm rot="1368279">
            <a:off x="4146024" y="3446566"/>
            <a:ext cx="319926" cy="404542"/>
            <a:chOff x="3510479" y="1211170"/>
            <a:chExt cx="2079479" cy="2629470"/>
          </a:xfrm>
        </p:grpSpPr>
        <p:sp>
          <p:nvSpPr>
            <p:cNvPr id="36" name="Oval 1">
              <a:extLst>
                <a:ext uri="{FF2B5EF4-FFF2-40B4-BE49-F238E27FC236}">
                  <a16:creationId xmlns:a16="http://schemas.microsoft.com/office/drawing/2014/main" id="{4929D679-929C-814D-9991-832D267C58B2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7" name="Teardrop 36">
              <a:extLst>
                <a:ext uri="{FF2B5EF4-FFF2-40B4-BE49-F238E27FC236}">
                  <a16:creationId xmlns:a16="http://schemas.microsoft.com/office/drawing/2014/main" id="{81726932-E613-F54E-8FEA-348234E535B9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8" name="Teardrop 37">
              <a:extLst>
                <a:ext uri="{FF2B5EF4-FFF2-40B4-BE49-F238E27FC236}">
                  <a16:creationId xmlns:a16="http://schemas.microsoft.com/office/drawing/2014/main" id="{1DAC754B-8951-A043-8E96-109751D21675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9" name="Teardrop 38">
              <a:extLst>
                <a:ext uri="{FF2B5EF4-FFF2-40B4-BE49-F238E27FC236}">
                  <a16:creationId xmlns:a16="http://schemas.microsoft.com/office/drawing/2014/main" id="{3B868CFB-48E0-A946-8C91-B4C5C329FAC6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0" name="Teardrop 39">
              <a:extLst>
                <a:ext uri="{FF2B5EF4-FFF2-40B4-BE49-F238E27FC236}">
                  <a16:creationId xmlns:a16="http://schemas.microsoft.com/office/drawing/2014/main" id="{ED4447B4-BA17-8E48-AD8F-1C2FE1533BBE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1" name="Teardrop 40">
              <a:extLst>
                <a:ext uri="{FF2B5EF4-FFF2-40B4-BE49-F238E27FC236}">
                  <a16:creationId xmlns:a16="http://schemas.microsoft.com/office/drawing/2014/main" id="{73D6FD07-0D3E-534E-A140-2B857438DE7D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2" name="Teardrop 41">
              <a:extLst>
                <a:ext uri="{FF2B5EF4-FFF2-40B4-BE49-F238E27FC236}">
                  <a16:creationId xmlns:a16="http://schemas.microsoft.com/office/drawing/2014/main" id="{0F8D979A-5E17-7C49-ADFE-96F44ADADF9F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3" name="Teardrop 42">
              <a:extLst>
                <a:ext uri="{FF2B5EF4-FFF2-40B4-BE49-F238E27FC236}">
                  <a16:creationId xmlns:a16="http://schemas.microsoft.com/office/drawing/2014/main" id="{237F7C25-325F-A64B-9FFD-F68F463F879E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4" name="Teardrop 43">
              <a:extLst>
                <a:ext uri="{FF2B5EF4-FFF2-40B4-BE49-F238E27FC236}">
                  <a16:creationId xmlns:a16="http://schemas.microsoft.com/office/drawing/2014/main" id="{A1F45A8E-F090-BD49-8558-CE583F10F80E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5" name="Teardrop 44">
              <a:extLst>
                <a:ext uri="{FF2B5EF4-FFF2-40B4-BE49-F238E27FC236}">
                  <a16:creationId xmlns:a16="http://schemas.microsoft.com/office/drawing/2014/main" id="{A1CBA0B8-82A3-4A44-9A8E-388EF46508B4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6" name="Teardrop 45">
              <a:extLst>
                <a:ext uri="{FF2B5EF4-FFF2-40B4-BE49-F238E27FC236}">
                  <a16:creationId xmlns:a16="http://schemas.microsoft.com/office/drawing/2014/main" id="{D6AD1B3A-8BB8-374E-B321-51ED10E53BA2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7" name="Teardrop 46">
              <a:extLst>
                <a:ext uri="{FF2B5EF4-FFF2-40B4-BE49-F238E27FC236}">
                  <a16:creationId xmlns:a16="http://schemas.microsoft.com/office/drawing/2014/main" id="{DC06793C-50C3-794F-BEE6-3AD5F127E740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8" name="Teardrop 47">
              <a:extLst>
                <a:ext uri="{FF2B5EF4-FFF2-40B4-BE49-F238E27FC236}">
                  <a16:creationId xmlns:a16="http://schemas.microsoft.com/office/drawing/2014/main" id="{64D4F46D-68A8-C24B-A456-07453A5EEE41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9" name="Teardrop 48">
              <a:extLst>
                <a:ext uri="{FF2B5EF4-FFF2-40B4-BE49-F238E27FC236}">
                  <a16:creationId xmlns:a16="http://schemas.microsoft.com/office/drawing/2014/main" id="{02CA9F1D-6364-D448-8D9A-3F35E4337BD8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0" name="Teardrop 49">
              <a:extLst>
                <a:ext uri="{FF2B5EF4-FFF2-40B4-BE49-F238E27FC236}">
                  <a16:creationId xmlns:a16="http://schemas.microsoft.com/office/drawing/2014/main" id="{0E0138A5-5107-DF41-81AA-FD1BBFBD51A7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1" name="Teardrop 50">
              <a:extLst>
                <a:ext uri="{FF2B5EF4-FFF2-40B4-BE49-F238E27FC236}">
                  <a16:creationId xmlns:a16="http://schemas.microsoft.com/office/drawing/2014/main" id="{8EBC7755-8F95-7349-B472-87E50AA29CCE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2" name="Teardrop 51">
              <a:extLst>
                <a:ext uri="{FF2B5EF4-FFF2-40B4-BE49-F238E27FC236}">
                  <a16:creationId xmlns:a16="http://schemas.microsoft.com/office/drawing/2014/main" id="{9C9A9093-16C0-C94B-A45E-0A60DFF056BB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3" name="Teardrop 52">
              <a:extLst>
                <a:ext uri="{FF2B5EF4-FFF2-40B4-BE49-F238E27FC236}">
                  <a16:creationId xmlns:a16="http://schemas.microsoft.com/office/drawing/2014/main" id="{E4D85C0B-AD9A-384A-AB6B-5E273578BA9F}"/>
                </a:ext>
              </a:extLst>
            </p:cNvPr>
            <p:cNvSpPr/>
            <p:nvPr/>
          </p:nvSpPr>
          <p:spPr>
            <a:xfrm rot="8100000">
              <a:off x="4687786" y="3063633"/>
              <a:ext cx="363246" cy="345390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4" name="Teardrop 53">
              <a:extLst>
                <a:ext uri="{FF2B5EF4-FFF2-40B4-BE49-F238E27FC236}">
                  <a16:creationId xmlns:a16="http://schemas.microsoft.com/office/drawing/2014/main" id="{DCC970EE-2107-6841-8E21-CB9A44C6AACF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Teardrop 54">
              <a:extLst>
                <a:ext uri="{FF2B5EF4-FFF2-40B4-BE49-F238E27FC236}">
                  <a16:creationId xmlns:a16="http://schemas.microsoft.com/office/drawing/2014/main" id="{695B0B2A-D6AE-394A-B625-E360C4CEAD20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6" name="Teardrop 55">
              <a:extLst>
                <a:ext uri="{FF2B5EF4-FFF2-40B4-BE49-F238E27FC236}">
                  <a16:creationId xmlns:a16="http://schemas.microsoft.com/office/drawing/2014/main" id="{159121FB-5E20-0542-A98D-21363A00D708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7" name="Teardrop 56">
              <a:extLst>
                <a:ext uri="{FF2B5EF4-FFF2-40B4-BE49-F238E27FC236}">
                  <a16:creationId xmlns:a16="http://schemas.microsoft.com/office/drawing/2014/main" id="{BBE68027-A8BB-2445-9A97-22B75F562A2F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8" name="Teardrop 57">
              <a:extLst>
                <a:ext uri="{FF2B5EF4-FFF2-40B4-BE49-F238E27FC236}">
                  <a16:creationId xmlns:a16="http://schemas.microsoft.com/office/drawing/2014/main" id="{6619A51D-2E8E-A245-8DC8-57A97FF86BB4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9" name="Teardrop 58">
              <a:extLst>
                <a:ext uri="{FF2B5EF4-FFF2-40B4-BE49-F238E27FC236}">
                  <a16:creationId xmlns:a16="http://schemas.microsoft.com/office/drawing/2014/main" id="{F86E69FC-3853-6846-BF60-8A85F8E70A97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0" name="Teardrop 59">
              <a:extLst>
                <a:ext uri="{FF2B5EF4-FFF2-40B4-BE49-F238E27FC236}">
                  <a16:creationId xmlns:a16="http://schemas.microsoft.com/office/drawing/2014/main" id="{FA3EC8E9-6881-A545-9E25-3EC9386F5E42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1" name="Teardrop 60">
              <a:extLst>
                <a:ext uri="{FF2B5EF4-FFF2-40B4-BE49-F238E27FC236}">
                  <a16:creationId xmlns:a16="http://schemas.microsoft.com/office/drawing/2014/main" id="{883FAC11-D8AF-BA49-9C6B-9B0728CF29E3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2" name="Teardrop 61">
              <a:extLst>
                <a:ext uri="{FF2B5EF4-FFF2-40B4-BE49-F238E27FC236}">
                  <a16:creationId xmlns:a16="http://schemas.microsoft.com/office/drawing/2014/main" id="{CA06FD38-40C3-AF4E-9439-3D623A767B81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3" name="Teardrop 62">
              <a:extLst>
                <a:ext uri="{FF2B5EF4-FFF2-40B4-BE49-F238E27FC236}">
                  <a16:creationId xmlns:a16="http://schemas.microsoft.com/office/drawing/2014/main" id="{4B71BEB7-7A32-6147-853C-65CAA542836F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4" name="Teardrop 63">
              <a:extLst>
                <a:ext uri="{FF2B5EF4-FFF2-40B4-BE49-F238E27FC236}">
                  <a16:creationId xmlns:a16="http://schemas.microsoft.com/office/drawing/2014/main" id="{4D36E27B-486D-5846-85A2-0C5C8B033E10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5" name="Teardrop 64">
              <a:extLst>
                <a:ext uri="{FF2B5EF4-FFF2-40B4-BE49-F238E27FC236}">
                  <a16:creationId xmlns:a16="http://schemas.microsoft.com/office/drawing/2014/main" id="{86DFC486-BC17-3E40-B31A-4091A2E4712B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EA58F725-07BC-4F41-96BB-A7AA692804C6}"/>
              </a:ext>
            </a:extLst>
          </p:cNvPr>
          <p:cNvSpPr txBox="1"/>
          <p:nvPr/>
        </p:nvSpPr>
        <p:spPr>
          <a:xfrm>
            <a:off x="2686380" y="147560"/>
            <a:ext cx="3874779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Carbon Pools</a:t>
            </a: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4C9AB336-ED50-354D-9602-735FBF5534D5}"/>
              </a:ext>
            </a:extLst>
          </p:cNvPr>
          <p:cNvGrpSpPr/>
          <p:nvPr/>
        </p:nvGrpSpPr>
        <p:grpSpPr>
          <a:xfrm rot="20275914">
            <a:off x="5241942" y="3628778"/>
            <a:ext cx="319926" cy="404542"/>
            <a:chOff x="3510479" y="1211170"/>
            <a:chExt cx="2079479" cy="2629470"/>
          </a:xfrm>
        </p:grpSpPr>
        <p:sp>
          <p:nvSpPr>
            <p:cNvPr id="68" name="Oval 1">
              <a:extLst>
                <a:ext uri="{FF2B5EF4-FFF2-40B4-BE49-F238E27FC236}">
                  <a16:creationId xmlns:a16="http://schemas.microsoft.com/office/drawing/2014/main" id="{BF70DE49-7AD2-C447-95FA-42067522B7E1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Teardrop 68">
              <a:extLst>
                <a:ext uri="{FF2B5EF4-FFF2-40B4-BE49-F238E27FC236}">
                  <a16:creationId xmlns:a16="http://schemas.microsoft.com/office/drawing/2014/main" id="{2B8047F0-21EC-0F40-A5C4-08A348F31879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0" name="Teardrop 69">
              <a:extLst>
                <a:ext uri="{FF2B5EF4-FFF2-40B4-BE49-F238E27FC236}">
                  <a16:creationId xmlns:a16="http://schemas.microsoft.com/office/drawing/2014/main" id="{504C8534-BDC5-C04E-9F41-CDEA0F3D12AB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1" name="Teardrop 70">
              <a:extLst>
                <a:ext uri="{FF2B5EF4-FFF2-40B4-BE49-F238E27FC236}">
                  <a16:creationId xmlns:a16="http://schemas.microsoft.com/office/drawing/2014/main" id="{99A1C2A1-F5F9-024E-AD64-0C505AC7084B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2" name="Teardrop 71">
              <a:extLst>
                <a:ext uri="{FF2B5EF4-FFF2-40B4-BE49-F238E27FC236}">
                  <a16:creationId xmlns:a16="http://schemas.microsoft.com/office/drawing/2014/main" id="{00EB516F-ECA1-F24F-963F-D03543BD7A77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3" name="Teardrop 72">
              <a:extLst>
                <a:ext uri="{FF2B5EF4-FFF2-40B4-BE49-F238E27FC236}">
                  <a16:creationId xmlns:a16="http://schemas.microsoft.com/office/drawing/2014/main" id="{54194BA8-F9FC-DE4C-A25A-C1377EEA16B3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4" name="Teardrop 73">
              <a:extLst>
                <a:ext uri="{FF2B5EF4-FFF2-40B4-BE49-F238E27FC236}">
                  <a16:creationId xmlns:a16="http://schemas.microsoft.com/office/drawing/2014/main" id="{7EAA0A65-88E0-744D-9115-B07D28247DA6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5" name="Teardrop 74">
              <a:extLst>
                <a:ext uri="{FF2B5EF4-FFF2-40B4-BE49-F238E27FC236}">
                  <a16:creationId xmlns:a16="http://schemas.microsoft.com/office/drawing/2014/main" id="{DB27A350-4072-B14A-A0C4-7789D0D27837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6" name="Teardrop 75">
              <a:extLst>
                <a:ext uri="{FF2B5EF4-FFF2-40B4-BE49-F238E27FC236}">
                  <a16:creationId xmlns:a16="http://schemas.microsoft.com/office/drawing/2014/main" id="{0517D5D7-FF92-704C-A933-0DE11120430D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7" name="Teardrop 76">
              <a:extLst>
                <a:ext uri="{FF2B5EF4-FFF2-40B4-BE49-F238E27FC236}">
                  <a16:creationId xmlns:a16="http://schemas.microsoft.com/office/drawing/2014/main" id="{3245CAF9-9FC3-1C4A-B611-9505C4320AB5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8" name="Teardrop 77">
              <a:extLst>
                <a:ext uri="{FF2B5EF4-FFF2-40B4-BE49-F238E27FC236}">
                  <a16:creationId xmlns:a16="http://schemas.microsoft.com/office/drawing/2014/main" id="{A199580F-C427-2644-A5EC-B0C0542369F9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Teardrop 78">
              <a:extLst>
                <a:ext uri="{FF2B5EF4-FFF2-40B4-BE49-F238E27FC236}">
                  <a16:creationId xmlns:a16="http://schemas.microsoft.com/office/drawing/2014/main" id="{9ED7D428-8D12-874B-905C-63392C82D4E6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0" name="Teardrop 79">
              <a:extLst>
                <a:ext uri="{FF2B5EF4-FFF2-40B4-BE49-F238E27FC236}">
                  <a16:creationId xmlns:a16="http://schemas.microsoft.com/office/drawing/2014/main" id="{222E2AE1-3063-7A47-83CC-1F06E6493236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1" name="Teardrop 80">
              <a:extLst>
                <a:ext uri="{FF2B5EF4-FFF2-40B4-BE49-F238E27FC236}">
                  <a16:creationId xmlns:a16="http://schemas.microsoft.com/office/drawing/2014/main" id="{D9332C35-1CB8-9145-95D0-CC8D0A2D0DB7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2" name="Teardrop 81">
              <a:extLst>
                <a:ext uri="{FF2B5EF4-FFF2-40B4-BE49-F238E27FC236}">
                  <a16:creationId xmlns:a16="http://schemas.microsoft.com/office/drawing/2014/main" id="{F9271827-C5B3-434A-8E47-D48D30CAE754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3" name="Teardrop 82">
              <a:extLst>
                <a:ext uri="{FF2B5EF4-FFF2-40B4-BE49-F238E27FC236}">
                  <a16:creationId xmlns:a16="http://schemas.microsoft.com/office/drawing/2014/main" id="{43F103FE-30CE-1E41-B7AD-B7E99E13EA45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4" name="Teardrop 83">
              <a:extLst>
                <a:ext uri="{FF2B5EF4-FFF2-40B4-BE49-F238E27FC236}">
                  <a16:creationId xmlns:a16="http://schemas.microsoft.com/office/drawing/2014/main" id="{0DFEEC1D-12B9-E64F-AB51-C46FED63A178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5" name="Teardrop 84">
              <a:extLst>
                <a:ext uri="{FF2B5EF4-FFF2-40B4-BE49-F238E27FC236}">
                  <a16:creationId xmlns:a16="http://schemas.microsoft.com/office/drawing/2014/main" id="{1CF93757-B64B-0046-9C42-555AA290580E}"/>
                </a:ext>
              </a:extLst>
            </p:cNvPr>
            <p:cNvSpPr/>
            <p:nvPr/>
          </p:nvSpPr>
          <p:spPr>
            <a:xfrm rot="8100000">
              <a:off x="4687786" y="3063633"/>
              <a:ext cx="363246" cy="345390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6" name="Teardrop 85">
              <a:extLst>
                <a:ext uri="{FF2B5EF4-FFF2-40B4-BE49-F238E27FC236}">
                  <a16:creationId xmlns:a16="http://schemas.microsoft.com/office/drawing/2014/main" id="{5DF46F56-B7FC-D741-A4EB-FFA45BA72111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7" name="Teardrop 86">
              <a:extLst>
                <a:ext uri="{FF2B5EF4-FFF2-40B4-BE49-F238E27FC236}">
                  <a16:creationId xmlns:a16="http://schemas.microsoft.com/office/drawing/2014/main" id="{D3E1DA44-B006-8442-A557-EDC2069B326E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8" name="Teardrop 87">
              <a:extLst>
                <a:ext uri="{FF2B5EF4-FFF2-40B4-BE49-F238E27FC236}">
                  <a16:creationId xmlns:a16="http://schemas.microsoft.com/office/drawing/2014/main" id="{F022150F-0977-2043-B23F-369901727632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9" name="Teardrop 88">
              <a:extLst>
                <a:ext uri="{FF2B5EF4-FFF2-40B4-BE49-F238E27FC236}">
                  <a16:creationId xmlns:a16="http://schemas.microsoft.com/office/drawing/2014/main" id="{11F094EE-71C1-4946-BAFC-A172A5722B4F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0" name="Teardrop 89">
              <a:extLst>
                <a:ext uri="{FF2B5EF4-FFF2-40B4-BE49-F238E27FC236}">
                  <a16:creationId xmlns:a16="http://schemas.microsoft.com/office/drawing/2014/main" id="{68C63F0F-30F1-B142-8E1C-6D07897FE46B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1" name="Teardrop 90">
              <a:extLst>
                <a:ext uri="{FF2B5EF4-FFF2-40B4-BE49-F238E27FC236}">
                  <a16:creationId xmlns:a16="http://schemas.microsoft.com/office/drawing/2014/main" id="{724704CD-04CA-B14D-9752-5B62D5A37FDD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2" name="Teardrop 91">
              <a:extLst>
                <a:ext uri="{FF2B5EF4-FFF2-40B4-BE49-F238E27FC236}">
                  <a16:creationId xmlns:a16="http://schemas.microsoft.com/office/drawing/2014/main" id="{996391F6-148B-6A40-B046-4F01DC5E891D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3" name="Teardrop 92">
              <a:extLst>
                <a:ext uri="{FF2B5EF4-FFF2-40B4-BE49-F238E27FC236}">
                  <a16:creationId xmlns:a16="http://schemas.microsoft.com/office/drawing/2014/main" id="{DFF9B196-1E43-EF4B-9894-57D089F6BF10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4" name="Teardrop 93">
              <a:extLst>
                <a:ext uri="{FF2B5EF4-FFF2-40B4-BE49-F238E27FC236}">
                  <a16:creationId xmlns:a16="http://schemas.microsoft.com/office/drawing/2014/main" id="{1592CBA9-842E-9940-A0D0-46F65A3F451C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5" name="Teardrop 94">
              <a:extLst>
                <a:ext uri="{FF2B5EF4-FFF2-40B4-BE49-F238E27FC236}">
                  <a16:creationId xmlns:a16="http://schemas.microsoft.com/office/drawing/2014/main" id="{FBFD6E95-F701-D14E-B79B-560D610B4528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6" name="Teardrop 95">
              <a:extLst>
                <a:ext uri="{FF2B5EF4-FFF2-40B4-BE49-F238E27FC236}">
                  <a16:creationId xmlns:a16="http://schemas.microsoft.com/office/drawing/2014/main" id="{5DF50CFF-3A9F-BA45-8FB2-3E4EF199E3C4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7" name="Teardrop 96">
              <a:extLst>
                <a:ext uri="{FF2B5EF4-FFF2-40B4-BE49-F238E27FC236}">
                  <a16:creationId xmlns:a16="http://schemas.microsoft.com/office/drawing/2014/main" id="{FEBDABCE-D926-3F40-BBDA-359437A852AC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98" name="TextBox 97">
            <a:extLst>
              <a:ext uri="{FF2B5EF4-FFF2-40B4-BE49-F238E27FC236}">
                <a16:creationId xmlns:a16="http://schemas.microsoft.com/office/drawing/2014/main" id="{1213A9FA-B48E-FE4C-8926-AD687B4E70D7}"/>
              </a:ext>
            </a:extLst>
          </p:cNvPr>
          <p:cNvSpPr txBox="1"/>
          <p:nvPr/>
        </p:nvSpPr>
        <p:spPr>
          <a:xfrm>
            <a:off x="6964488" y="394507"/>
            <a:ext cx="2028901" cy="461665"/>
          </a:xfrm>
          <a:prstGeom prst="rect">
            <a:avLst/>
          </a:prstGeom>
          <a:solidFill>
            <a:srgbClr val="E1DBB4"/>
          </a:solidFill>
          <a:ln w="254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Arial Rounded MT Bold" panose="020F0704030504030204" pitchFamily="34" charset="77"/>
                <a:cs typeface="Arial" panose="020B0604020202020204" pitchFamily="34" charset="0"/>
              </a:rPr>
              <a:t>Dead Pools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99BB7573-4500-0E4F-A718-4A2E94164AC8}"/>
              </a:ext>
            </a:extLst>
          </p:cNvPr>
          <p:cNvSpPr txBox="1"/>
          <p:nvPr/>
        </p:nvSpPr>
        <p:spPr>
          <a:xfrm>
            <a:off x="2686380" y="147560"/>
            <a:ext cx="3874779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Carbon Pools</a:t>
            </a:r>
          </a:p>
        </p:txBody>
      </p:sp>
      <p:sp>
        <p:nvSpPr>
          <p:cNvPr id="100" name="TextBox 51">
            <a:extLst>
              <a:ext uri="{FF2B5EF4-FFF2-40B4-BE49-F238E27FC236}">
                <a16:creationId xmlns:a16="http://schemas.microsoft.com/office/drawing/2014/main" id="{7027ED18-BC42-B947-9C1E-75FA5DA23A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4535" y="5641212"/>
            <a:ext cx="827088" cy="276225"/>
          </a:xfrm>
          <a:prstGeom prst="rect">
            <a:avLst/>
          </a:prstGeom>
          <a:solidFill>
            <a:srgbClr val="E1DCB2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Soil Litter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6353C081-149F-9443-A34A-693F120648CF}"/>
              </a:ext>
            </a:extLst>
          </p:cNvPr>
          <p:cNvSpPr txBox="1"/>
          <p:nvPr/>
        </p:nvSpPr>
        <p:spPr>
          <a:xfrm>
            <a:off x="7602263" y="4034964"/>
            <a:ext cx="1300429" cy="1477328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Vertical distribution </a:t>
            </a:r>
          </a:p>
          <a:p>
            <a:pPr algn="ctr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= </a:t>
            </a:r>
          </a:p>
          <a:p>
            <a:pPr algn="ctr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root</a:t>
            </a:r>
          </a:p>
          <a:p>
            <a:pPr algn="ctr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profile</a:t>
            </a:r>
          </a:p>
        </p:txBody>
      </p:sp>
      <p:graphicFrame>
        <p:nvGraphicFramePr>
          <p:cNvPr id="102" name="Table 101">
            <a:extLst>
              <a:ext uri="{FF2B5EF4-FFF2-40B4-BE49-F238E27FC236}">
                <a16:creationId xmlns:a16="http://schemas.microsoft.com/office/drawing/2014/main" id="{815B03EA-6B96-5A44-956C-3C66FCF5F9FE}"/>
              </a:ext>
            </a:extLst>
          </p:cNvPr>
          <p:cNvGraphicFramePr>
            <a:graphicFrameLocks noGrp="1"/>
          </p:cNvGraphicFramePr>
          <p:nvPr/>
        </p:nvGraphicFramePr>
        <p:xfrm>
          <a:off x="3660986" y="887006"/>
          <a:ext cx="5348806" cy="301752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534318">
                  <a:extLst>
                    <a:ext uri="{9D8B030D-6E8A-4147-A177-3AD203B41FA5}">
                      <a16:colId xmlns:a16="http://schemas.microsoft.com/office/drawing/2014/main" val="3211703807"/>
                    </a:ext>
                  </a:extLst>
                </a:gridCol>
                <a:gridCol w="2220686">
                  <a:extLst>
                    <a:ext uri="{9D8B030D-6E8A-4147-A177-3AD203B41FA5}">
                      <a16:colId xmlns:a16="http://schemas.microsoft.com/office/drawing/2014/main" val="1358814294"/>
                    </a:ext>
                  </a:extLst>
                </a:gridCol>
                <a:gridCol w="770708">
                  <a:extLst>
                    <a:ext uri="{9D8B030D-6E8A-4147-A177-3AD203B41FA5}">
                      <a16:colId xmlns:a16="http://schemas.microsoft.com/office/drawing/2014/main" val="4041974837"/>
                    </a:ext>
                  </a:extLst>
                </a:gridCol>
                <a:gridCol w="1018903">
                  <a:extLst>
                    <a:ext uri="{9D8B030D-6E8A-4147-A177-3AD203B41FA5}">
                      <a16:colId xmlns:a16="http://schemas.microsoft.com/office/drawing/2014/main" val="568632476"/>
                    </a:ext>
                  </a:extLst>
                </a:gridCol>
                <a:gridCol w="804191">
                  <a:extLst>
                    <a:ext uri="{9D8B030D-6E8A-4147-A177-3AD203B41FA5}">
                      <a16:colId xmlns:a16="http://schemas.microsoft.com/office/drawing/2014/main" val="12048096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#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Pool Name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Abbr.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Location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Levels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59455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Coarse Dead Biomass</a:t>
                      </a:r>
                    </a:p>
                    <a:p>
                      <a:r>
                        <a:rPr lang="en-US" sz="1400" dirty="0">
                          <a:solidFill>
                            <a:schemeClr val="tx1"/>
                          </a:solidFill>
                        </a:rPr>
                        <a:t>(Standing Dead   -or-</a:t>
                      </a:r>
                    </a:p>
                    <a:p>
                      <a:r>
                        <a:rPr lang="en-US" sz="1400" dirty="0">
                          <a:solidFill>
                            <a:schemeClr val="tx1"/>
                          </a:solidFill>
                        </a:rPr>
                        <a:t>      Coarse Woody Debris)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CDB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Surface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504629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Metabolic Litter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err="1">
                          <a:solidFill>
                            <a:schemeClr val="tx1"/>
                          </a:solidFill>
                        </a:rPr>
                        <a:t>MetL</a:t>
                      </a:r>
                      <a:endParaRPr 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Surface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650019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Structural Litter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err="1">
                          <a:solidFill>
                            <a:schemeClr val="tx1"/>
                          </a:solidFill>
                        </a:rPr>
                        <a:t>StrL</a:t>
                      </a:r>
                      <a:endParaRPr 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Surface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5000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 Litter 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</a:rPr>
                        <a:t>(Dead Roots)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Slit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2311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 Slow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Slow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5775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 Armored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Arm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3209625"/>
                  </a:ext>
                </a:extLst>
              </a:tr>
            </a:tbl>
          </a:graphicData>
        </a:graphic>
      </p:graphicFrame>
      <p:sp>
        <p:nvSpPr>
          <p:cNvPr id="103" name="TextBox 48">
            <a:extLst>
              <a:ext uri="{FF2B5EF4-FFF2-40B4-BE49-F238E27FC236}">
                <a16:creationId xmlns:a16="http://schemas.microsoft.com/office/drawing/2014/main" id="{58E0E4A4-5AEF-3847-9355-75D61A722B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5570" y="5015675"/>
            <a:ext cx="843275" cy="461665"/>
          </a:xfrm>
          <a:prstGeom prst="rect">
            <a:avLst/>
          </a:prstGeom>
          <a:solidFill>
            <a:srgbClr val="E1DCB2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en-US" sz="1200" dirty="0"/>
              <a:t>Metabolic </a:t>
            </a:r>
          </a:p>
          <a:p>
            <a:pPr algn="ctr" eaLnBrk="1" hangingPunct="1"/>
            <a:r>
              <a:rPr lang="en-US" sz="1200" dirty="0"/>
              <a:t>Litter</a:t>
            </a:r>
          </a:p>
        </p:txBody>
      </p:sp>
      <p:sp>
        <p:nvSpPr>
          <p:cNvPr id="104" name="TextBox 48">
            <a:extLst>
              <a:ext uri="{FF2B5EF4-FFF2-40B4-BE49-F238E27FC236}">
                <a16:creationId xmlns:a16="http://schemas.microsoft.com/office/drawing/2014/main" id="{5B8AC515-ECAA-FB4D-B66D-BD99E1A968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7328" y="5154756"/>
            <a:ext cx="843200" cy="461665"/>
          </a:xfrm>
          <a:prstGeom prst="rect">
            <a:avLst/>
          </a:prstGeom>
          <a:solidFill>
            <a:srgbClr val="E1DCB2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en-US" sz="1200" dirty="0"/>
              <a:t>Structural </a:t>
            </a:r>
          </a:p>
          <a:p>
            <a:pPr algn="ctr" eaLnBrk="1" hangingPunct="1"/>
            <a:r>
              <a:rPr lang="en-US" sz="1200" dirty="0"/>
              <a:t>Litter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CE215ADE-2D65-A940-971C-0B0889E3D6F1}"/>
              </a:ext>
            </a:extLst>
          </p:cNvPr>
          <p:cNvSpPr txBox="1"/>
          <p:nvPr/>
        </p:nvSpPr>
        <p:spPr>
          <a:xfrm>
            <a:off x="299604" y="2039769"/>
            <a:ext cx="2259849" cy="2800767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sz="1600" dirty="0">
                <a:solidFill>
                  <a:srgbClr val="0070C0"/>
                </a:solidFill>
                <a:latin typeface="Arial Rounded MT Bold"/>
                <a:cs typeface="Arial Rounded MT Bold"/>
              </a:rPr>
              <a:t>Heterotrophic  </a:t>
            </a:r>
          </a:p>
          <a:p>
            <a:pPr algn="ctr">
              <a:defRPr/>
            </a:pPr>
            <a:r>
              <a:rPr lang="en-US" sz="1600" dirty="0">
                <a:solidFill>
                  <a:srgbClr val="0070C0"/>
                </a:solidFill>
                <a:latin typeface="Arial Rounded MT Bold"/>
                <a:cs typeface="Arial Rounded MT Bold"/>
              </a:rPr>
              <a:t>Respiration Rate</a:t>
            </a:r>
            <a:endParaRPr lang="en-US" sz="1600" dirty="0">
              <a:solidFill>
                <a:srgbClr val="0070C0"/>
              </a:solidFill>
              <a:cs typeface="Arial" charset="0"/>
              <a:sym typeface="Wingdings"/>
            </a:endParaRPr>
          </a:p>
          <a:p>
            <a:pPr>
              <a:buClr>
                <a:srgbClr val="1F6BA0"/>
              </a:buClr>
              <a:defRPr/>
            </a:pPr>
            <a:r>
              <a:rPr lang="en-US" sz="1200" dirty="0">
                <a:solidFill>
                  <a:srgbClr val="0070C0"/>
                </a:solidFill>
                <a:cs typeface="Arial" charset="0"/>
                <a:sym typeface="Wingdings"/>
              </a:rPr>
              <a:t>◆</a:t>
            </a:r>
            <a:r>
              <a:rPr lang="en-US" sz="1600" dirty="0">
                <a:cs typeface="Arial" charset="0"/>
                <a:sym typeface="Wingdings"/>
              </a:rPr>
              <a:t> Moisture</a:t>
            </a:r>
          </a:p>
          <a:p>
            <a:pPr>
              <a:buClr>
                <a:srgbClr val="1F6BA0"/>
              </a:buClr>
              <a:defRPr/>
            </a:pPr>
            <a:r>
              <a:rPr lang="en-US" sz="1600" dirty="0">
                <a:cs typeface="Arial" charset="0"/>
                <a:sym typeface="Wingdings"/>
              </a:rPr>
              <a:t>    - Plant Available Water</a:t>
            </a:r>
          </a:p>
          <a:p>
            <a:pPr>
              <a:buClr>
                <a:srgbClr val="1F6BA0"/>
              </a:buClr>
              <a:defRPr/>
            </a:pPr>
            <a:r>
              <a:rPr lang="en-US" sz="1600" dirty="0">
                <a:cs typeface="Arial" charset="0"/>
                <a:sym typeface="Wingdings"/>
              </a:rPr>
              <a:t>    - Precipitation</a:t>
            </a:r>
          </a:p>
          <a:p>
            <a:pPr>
              <a:buClr>
                <a:srgbClr val="1F6BA0"/>
              </a:buClr>
              <a:defRPr/>
            </a:pPr>
            <a:r>
              <a:rPr lang="en-US" sz="1600" dirty="0">
                <a:cs typeface="Arial" charset="0"/>
                <a:sym typeface="Wingdings"/>
              </a:rPr>
              <a:t>    - Soil Moisture</a:t>
            </a:r>
          </a:p>
          <a:p>
            <a:pPr>
              <a:buClr>
                <a:srgbClr val="1F6BA0"/>
              </a:buClr>
              <a:defRPr/>
            </a:pPr>
            <a:r>
              <a:rPr lang="en-US" sz="1200" dirty="0">
                <a:solidFill>
                  <a:srgbClr val="0070C0"/>
                </a:solidFill>
                <a:cs typeface="Arial" charset="0"/>
                <a:sym typeface="Wingdings"/>
              </a:rPr>
              <a:t>◆</a:t>
            </a:r>
            <a:r>
              <a:rPr lang="en-US" sz="1600" dirty="0">
                <a:cs typeface="Arial" charset="0"/>
                <a:sym typeface="Wingdings"/>
              </a:rPr>
              <a:t> Productivity</a:t>
            </a:r>
          </a:p>
          <a:p>
            <a:pPr>
              <a:buClr>
                <a:srgbClr val="1F6BA0"/>
              </a:buClr>
              <a:defRPr/>
            </a:pPr>
            <a:r>
              <a:rPr lang="en-US" sz="1200" dirty="0">
                <a:solidFill>
                  <a:srgbClr val="0070C0"/>
                </a:solidFill>
                <a:cs typeface="Arial" charset="0"/>
                <a:sym typeface="Wingdings"/>
              </a:rPr>
              <a:t>◆</a:t>
            </a:r>
            <a:r>
              <a:rPr lang="en-US" sz="1200" dirty="0">
                <a:cs typeface="Arial" charset="0"/>
                <a:sym typeface="Wingdings"/>
              </a:rPr>
              <a:t> </a:t>
            </a:r>
            <a:r>
              <a:rPr lang="en-US" sz="1600" dirty="0">
                <a:cs typeface="Arial" charset="0"/>
                <a:sym typeface="Wingdings"/>
              </a:rPr>
              <a:t>Temperature (Q10)</a:t>
            </a:r>
          </a:p>
          <a:p>
            <a:pPr>
              <a:buClr>
                <a:srgbClr val="1F6BA0"/>
              </a:buClr>
              <a:defRPr/>
            </a:pPr>
            <a:r>
              <a:rPr lang="en-US" sz="1200" dirty="0">
                <a:solidFill>
                  <a:srgbClr val="0070C0"/>
                </a:solidFill>
                <a:cs typeface="Arial" charset="0"/>
                <a:sym typeface="Wingdings"/>
              </a:rPr>
              <a:t>◆</a:t>
            </a:r>
            <a:r>
              <a:rPr lang="en-US" sz="1200" dirty="0">
                <a:cs typeface="Arial" charset="0"/>
                <a:sym typeface="Wingdings"/>
              </a:rPr>
              <a:t> </a:t>
            </a:r>
            <a:r>
              <a:rPr lang="en-US" sz="1600" dirty="0">
                <a:cs typeface="Arial" charset="0"/>
                <a:sym typeface="Wingdings"/>
              </a:rPr>
              <a:t>Respiration Efficiency</a:t>
            </a:r>
            <a:endParaRPr lang="en-US" sz="1600" dirty="0">
              <a:cs typeface="Arial" charset="0"/>
            </a:endParaRPr>
          </a:p>
          <a:p>
            <a:pPr>
              <a:buClr>
                <a:srgbClr val="1F6BA0"/>
              </a:buClr>
              <a:defRPr/>
            </a:pPr>
            <a:r>
              <a:rPr lang="en-US" sz="1200" dirty="0">
                <a:solidFill>
                  <a:srgbClr val="0070C0"/>
                </a:solidFill>
                <a:cs typeface="Arial" charset="0"/>
                <a:sym typeface="Wingdings"/>
              </a:rPr>
              <a:t>◆ </a:t>
            </a:r>
            <a:r>
              <a:rPr lang="en-US" sz="1600" dirty="0">
                <a:cs typeface="Arial" charset="0"/>
              </a:rPr>
              <a:t>Pool Decay Rate</a:t>
            </a:r>
          </a:p>
          <a:p>
            <a:pPr>
              <a:buClr>
                <a:srgbClr val="1F6BA0"/>
              </a:buClr>
              <a:defRPr/>
            </a:pPr>
            <a:r>
              <a:rPr lang="en-US" sz="1200" dirty="0">
                <a:solidFill>
                  <a:srgbClr val="0070C0"/>
                </a:solidFill>
                <a:cs typeface="Arial" charset="0"/>
                <a:sym typeface="Wingdings"/>
              </a:rPr>
              <a:t>◆</a:t>
            </a:r>
            <a:r>
              <a:rPr lang="en-US" sz="1600" dirty="0">
                <a:cs typeface="Arial" charset="0"/>
                <a:sym typeface="Wingdings"/>
              </a:rPr>
              <a:t> </a:t>
            </a:r>
            <a:r>
              <a:rPr lang="en-US" sz="1600" dirty="0">
                <a:cs typeface="Arial" charset="0"/>
              </a:rPr>
              <a:t>Pool Size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D99ADF65-F75A-014F-9291-F6FF7BD6714B}"/>
              </a:ext>
            </a:extLst>
          </p:cNvPr>
          <p:cNvSpPr txBox="1"/>
          <p:nvPr/>
        </p:nvSpPr>
        <p:spPr>
          <a:xfrm>
            <a:off x="162040" y="5154756"/>
            <a:ext cx="1670008" cy="1477328"/>
          </a:xfrm>
          <a:prstGeom prst="rect">
            <a:avLst/>
          </a:prstGeom>
          <a:solidFill>
            <a:srgbClr val="FFFDF1"/>
          </a:solidFill>
          <a:ln w="25400">
            <a:solidFill>
              <a:srgbClr val="9E160D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rgbClr val="4B3118"/>
                </a:solidFill>
              </a:rPr>
              <a:t>Each </a:t>
            </a:r>
            <a:r>
              <a:rPr lang="en-US" dirty="0">
                <a:solidFill>
                  <a:srgbClr val="9E160D"/>
                </a:solidFill>
              </a:rPr>
              <a:t>dead</a:t>
            </a:r>
            <a:r>
              <a:rPr lang="en-US" dirty="0">
                <a:solidFill>
                  <a:srgbClr val="4B3118"/>
                </a:solidFill>
              </a:rPr>
              <a:t> pool </a:t>
            </a:r>
          </a:p>
          <a:p>
            <a:pPr algn="ctr"/>
            <a:r>
              <a:rPr lang="en-US" dirty="0">
                <a:solidFill>
                  <a:srgbClr val="4B3118"/>
                </a:solidFill>
              </a:rPr>
              <a:t>releases carbon</a:t>
            </a:r>
          </a:p>
          <a:p>
            <a:pPr algn="ctr"/>
            <a:r>
              <a:rPr lang="en-US" dirty="0">
                <a:solidFill>
                  <a:srgbClr val="4B3118"/>
                </a:solidFill>
              </a:rPr>
              <a:t>via </a:t>
            </a:r>
          </a:p>
          <a:p>
            <a:pPr algn="ctr"/>
            <a:r>
              <a:rPr lang="en-US" dirty="0">
                <a:solidFill>
                  <a:srgbClr val="9E160D"/>
                </a:solidFill>
              </a:rPr>
              <a:t>heterotrophic</a:t>
            </a:r>
            <a:r>
              <a:rPr lang="en-US" dirty="0">
                <a:solidFill>
                  <a:srgbClr val="4B3118"/>
                </a:solidFill>
              </a:rPr>
              <a:t> </a:t>
            </a:r>
          </a:p>
          <a:p>
            <a:pPr algn="ctr"/>
            <a:r>
              <a:rPr lang="en-US" dirty="0">
                <a:solidFill>
                  <a:srgbClr val="4B3118"/>
                </a:solidFill>
              </a:rPr>
              <a:t>respiration</a:t>
            </a:r>
          </a:p>
        </p:txBody>
      </p:sp>
      <p:sp>
        <p:nvSpPr>
          <p:cNvPr id="107" name="Freeform 106">
            <a:extLst>
              <a:ext uri="{FF2B5EF4-FFF2-40B4-BE49-F238E27FC236}">
                <a16:creationId xmlns:a16="http://schemas.microsoft.com/office/drawing/2014/main" id="{246844B0-2C4B-8C42-A88D-496B75C23754}"/>
              </a:ext>
            </a:extLst>
          </p:cNvPr>
          <p:cNvSpPr/>
          <p:nvPr/>
        </p:nvSpPr>
        <p:spPr>
          <a:xfrm>
            <a:off x="3000036" y="4630484"/>
            <a:ext cx="115596" cy="382746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800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08" name="Freeform 107">
            <a:extLst>
              <a:ext uri="{FF2B5EF4-FFF2-40B4-BE49-F238E27FC236}">
                <a16:creationId xmlns:a16="http://schemas.microsoft.com/office/drawing/2014/main" id="{9D5764A1-6B8D-694B-8F97-389D5B9C68FA}"/>
              </a:ext>
            </a:extLst>
          </p:cNvPr>
          <p:cNvSpPr/>
          <p:nvPr/>
        </p:nvSpPr>
        <p:spPr>
          <a:xfrm>
            <a:off x="4065197" y="4771295"/>
            <a:ext cx="115596" cy="382746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800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09" name="Freeform 108">
            <a:extLst>
              <a:ext uri="{FF2B5EF4-FFF2-40B4-BE49-F238E27FC236}">
                <a16:creationId xmlns:a16="http://schemas.microsoft.com/office/drawing/2014/main" id="{2CAAC18B-628D-2848-8681-AECCA2FB7FC2}"/>
              </a:ext>
            </a:extLst>
          </p:cNvPr>
          <p:cNvSpPr/>
          <p:nvPr/>
        </p:nvSpPr>
        <p:spPr>
          <a:xfrm>
            <a:off x="6331139" y="4642743"/>
            <a:ext cx="115596" cy="382746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800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10" name="Freeform 109">
            <a:extLst>
              <a:ext uri="{FF2B5EF4-FFF2-40B4-BE49-F238E27FC236}">
                <a16:creationId xmlns:a16="http://schemas.microsoft.com/office/drawing/2014/main" id="{7B9992A5-3305-9744-A07E-7A52D8140E2C}"/>
              </a:ext>
            </a:extLst>
          </p:cNvPr>
          <p:cNvSpPr/>
          <p:nvPr/>
        </p:nvSpPr>
        <p:spPr>
          <a:xfrm>
            <a:off x="5027744" y="5300698"/>
            <a:ext cx="115596" cy="382746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800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11" name="Freeform 110">
            <a:extLst>
              <a:ext uri="{FF2B5EF4-FFF2-40B4-BE49-F238E27FC236}">
                <a16:creationId xmlns:a16="http://schemas.microsoft.com/office/drawing/2014/main" id="{5DAA5136-F3F5-7F4C-B75D-D0790A316449}"/>
              </a:ext>
            </a:extLst>
          </p:cNvPr>
          <p:cNvSpPr/>
          <p:nvPr/>
        </p:nvSpPr>
        <p:spPr>
          <a:xfrm>
            <a:off x="5558360" y="5700268"/>
            <a:ext cx="115596" cy="382746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800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12" name="Freeform 111">
            <a:extLst>
              <a:ext uri="{FF2B5EF4-FFF2-40B4-BE49-F238E27FC236}">
                <a16:creationId xmlns:a16="http://schemas.microsoft.com/office/drawing/2014/main" id="{93620841-CD9B-A040-9F06-1C38B52E2C06}"/>
              </a:ext>
            </a:extLst>
          </p:cNvPr>
          <p:cNvSpPr/>
          <p:nvPr/>
        </p:nvSpPr>
        <p:spPr>
          <a:xfrm>
            <a:off x="6357874" y="6058551"/>
            <a:ext cx="115596" cy="382746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800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A3F5D045-10CA-864B-AA3D-B35CE9E46A24}"/>
              </a:ext>
            </a:extLst>
          </p:cNvPr>
          <p:cNvSpPr txBox="1"/>
          <p:nvPr/>
        </p:nvSpPr>
        <p:spPr>
          <a:xfrm>
            <a:off x="568186" y="1127997"/>
            <a:ext cx="2660489" cy="584775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    </a:t>
            </a:r>
            <a:r>
              <a:rPr lang="en-US" sz="1600" dirty="0">
                <a:solidFill>
                  <a:srgbClr val="1F6BA0"/>
                </a:solidFill>
                <a:latin typeface="Arial Rounded MT Bold"/>
                <a:cs typeface="Arial Rounded MT Bold"/>
              </a:rPr>
              <a:t>Dead Transfers</a:t>
            </a:r>
            <a:endParaRPr lang="en-US" sz="1600" dirty="0">
              <a:cs typeface="Arial" charset="0"/>
            </a:endParaRPr>
          </a:p>
          <a:p>
            <a:pPr marL="171450" indent="-171450" algn="ctr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600" dirty="0">
                <a:latin typeface="Helvetica" pitchFamily="2" charset="0"/>
                <a:cs typeface="Arial" charset="0"/>
              </a:rPr>
              <a:t>Respiration Efficiency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C994CBD0-3A2B-B348-9789-A089A8BC064A}"/>
              </a:ext>
            </a:extLst>
          </p:cNvPr>
          <p:cNvSpPr txBox="1"/>
          <p:nvPr/>
        </p:nvSpPr>
        <p:spPr>
          <a:xfrm>
            <a:off x="7157388" y="5620480"/>
            <a:ext cx="1878036" cy="1138773"/>
          </a:xfrm>
          <a:prstGeom prst="rect">
            <a:avLst/>
          </a:prstGeom>
          <a:solidFill>
            <a:srgbClr val="FFFDF1"/>
          </a:solidFill>
          <a:ln w="25400">
            <a:solidFill>
              <a:srgbClr val="9E160D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4B3118"/>
                </a:solidFill>
              </a:rPr>
              <a:t>Each </a:t>
            </a:r>
            <a:r>
              <a:rPr lang="en-US" dirty="0">
                <a:solidFill>
                  <a:srgbClr val="9E160D"/>
                </a:solidFill>
              </a:rPr>
              <a:t>dead</a:t>
            </a:r>
            <a:r>
              <a:rPr lang="en-US" dirty="0">
                <a:solidFill>
                  <a:srgbClr val="4B3118"/>
                </a:solidFill>
              </a:rPr>
              <a:t> pool </a:t>
            </a:r>
          </a:p>
          <a:p>
            <a:pPr algn="ctr"/>
            <a:r>
              <a:rPr lang="en-US" dirty="0">
                <a:solidFill>
                  <a:srgbClr val="4B3118"/>
                </a:solidFill>
              </a:rPr>
              <a:t>transfers carbon</a:t>
            </a:r>
          </a:p>
          <a:p>
            <a:r>
              <a:rPr lang="en-US" sz="1600" dirty="0">
                <a:solidFill>
                  <a:srgbClr val="4B3118"/>
                </a:solidFill>
              </a:rPr>
              <a:t>    </a:t>
            </a:r>
            <a:r>
              <a:rPr lang="en-US" sz="1600" dirty="0">
                <a:solidFill>
                  <a:srgbClr val="9E160D"/>
                </a:solidFill>
              </a:rPr>
              <a:t>-</a:t>
            </a:r>
            <a:r>
              <a:rPr lang="en-US" sz="1600" dirty="0">
                <a:solidFill>
                  <a:srgbClr val="4B3118"/>
                </a:solidFill>
              </a:rPr>
              <a:t> Cascading</a:t>
            </a:r>
          </a:p>
          <a:p>
            <a:r>
              <a:rPr lang="en-US" sz="1600" dirty="0">
                <a:solidFill>
                  <a:srgbClr val="4B3118"/>
                </a:solidFill>
              </a:rPr>
              <a:t>    </a:t>
            </a:r>
            <a:r>
              <a:rPr lang="en-US" sz="1600" dirty="0">
                <a:solidFill>
                  <a:srgbClr val="9E160D"/>
                </a:solidFill>
              </a:rPr>
              <a:t>- </a:t>
            </a:r>
            <a:r>
              <a:rPr lang="en-US" sz="1600" dirty="0">
                <a:solidFill>
                  <a:srgbClr val="4B3118"/>
                </a:solidFill>
              </a:rPr>
              <a:t>Recycling  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AB6BB032-7A37-1E4E-8CAC-421CC02F66B6}"/>
              </a:ext>
            </a:extLst>
          </p:cNvPr>
          <p:cNvSpPr txBox="1"/>
          <p:nvPr/>
        </p:nvSpPr>
        <p:spPr>
          <a:xfrm>
            <a:off x="3320965" y="4221160"/>
            <a:ext cx="3125770" cy="338554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solidFill>
                  <a:srgbClr val="9E160D"/>
                </a:solidFill>
                <a:latin typeface="Helvetica"/>
                <a:cs typeface="Helvetica"/>
              </a:rPr>
              <a:t>PFT </a:t>
            </a: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specific transfer fractions</a:t>
            </a:r>
          </a:p>
        </p:txBody>
      </p:sp>
      <p:cxnSp>
        <p:nvCxnSpPr>
          <p:cNvPr id="116" name="Straight Arrow Connector 115">
            <a:extLst>
              <a:ext uri="{FF2B5EF4-FFF2-40B4-BE49-F238E27FC236}">
                <a16:creationId xmlns:a16="http://schemas.microsoft.com/office/drawing/2014/main" id="{C3A4B58A-EE73-CD47-A599-687A0ACAC90B}"/>
              </a:ext>
            </a:extLst>
          </p:cNvPr>
          <p:cNvCxnSpPr>
            <a:cxnSpLocks/>
          </p:cNvCxnSpPr>
          <p:nvPr/>
        </p:nvCxnSpPr>
        <p:spPr>
          <a:xfrm flipH="1" flipV="1">
            <a:off x="3208845" y="5059269"/>
            <a:ext cx="2365114" cy="13670"/>
          </a:xfrm>
          <a:prstGeom prst="straightConnector1">
            <a:avLst/>
          </a:prstGeom>
          <a:ln w="28575">
            <a:solidFill>
              <a:schemeClr val="tx1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7" name="Straight Arrow Connector 116">
            <a:extLst>
              <a:ext uri="{FF2B5EF4-FFF2-40B4-BE49-F238E27FC236}">
                <a16:creationId xmlns:a16="http://schemas.microsoft.com/office/drawing/2014/main" id="{AADAB060-FE73-7F41-9000-E33713FB45F3}"/>
              </a:ext>
            </a:extLst>
          </p:cNvPr>
          <p:cNvCxnSpPr>
            <a:cxnSpLocks/>
            <a:endCxn id="104" idx="3"/>
          </p:cNvCxnSpPr>
          <p:nvPr/>
        </p:nvCxnSpPr>
        <p:spPr>
          <a:xfrm flipH="1">
            <a:off x="4250528" y="5088232"/>
            <a:ext cx="1307834" cy="297357"/>
          </a:xfrm>
          <a:prstGeom prst="straightConnector1">
            <a:avLst/>
          </a:prstGeom>
          <a:ln w="28575">
            <a:solidFill>
              <a:schemeClr val="tx1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8" name="TextBox 50">
            <a:extLst>
              <a:ext uri="{FF2B5EF4-FFF2-40B4-BE49-F238E27FC236}">
                <a16:creationId xmlns:a16="http://schemas.microsoft.com/office/drawing/2014/main" id="{66916A46-A9D7-C745-9587-90A4ACB0D8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1295" y="5019893"/>
            <a:ext cx="1091390" cy="461665"/>
          </a:xfrm>
          <a:prstGeom prst="rect">
            <a:avLst/>
          </a:prstGeom>
          <a:solidFill>
            <a:srgbClr val="E1DCB2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en-US" sz="1200" dirty="0"/>
              <a:t>Coarse Dead</a:t>
            </a:r>
          </a:p>
          <a:p>
            <a:pPr algn="ctr" eaLnBrk="1" hangingPunct="1"/>
            <a:r>
              <a:rPr lang="en-US" sz="1200" dirty="0"/>
              <a:t>Biomass</a:t>
            </a:r>
          </a:p>
        </p:txBody>
      </p:sp>
      <p:cxnSp>
        <p:nvCxnSpPr>
          <p:cNvPr id="119" name="Straight Arrow Connector 118">
            <a:extLst>
              <a:ext uri="{FF2B5EF4-FFF2-40B4-BE49-F238E27FC236}">
                <a16:creationId xmlns:a16="http://schemas.microsoft.com/office/drawing/2014/main" id="{297C5BA8-B130-5C48-A607-91E71014A13C}"/>
              </a:ext>
            </a:extLst>
          </p:cNvPr>
          <p:cNvCxnSpPr>
            <a:cxnSpLocks/>
          </p:cNvCxnSpPr>
          <p:nvPr/>
        </p:nvCxnSpPr>
        <p:spPr>
          <a:xfrm>
            <a:off x="2827558" y="5448424"/>
            <a:ext cx="988976" cy="801500"/>
          </a:xfrm>
          <a:prstGeom prst="straightConnector1">
            <a:avLst/>
          </a:prstGeom>
          <a:ln w="28575">
            <a:solidFill>
              <a:schemeClr val="tx1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Elbow Connector 119">
            <a:extLst>
              <a:ext uri="{FF2B5EF4-FFF2-40B4-BE49-F238E27FC236}">
                <a16:creationId xmlns:a16="http://schemas.microsoft.com/office/drawing/2014/main" id="{1775CE07-0AB4-9A4F-BEAE-4547851EBDA2}"/>
              </a:ext>
            </a:extLst>
          </p:cNvPr>
          <p:cNvCxnSpPr>
            <a:cxnSpLocks/>
            <a:stCxn id="104" idx="2"/>
            <a:endCxn id="125" idx="1"/>
          </p:cNvCxnSpPr>
          <p:nvPr/>
        </p:nvCxnSpPr>
        <p:spPr>
          <a:xfrm rot="16200000" flipH="1">
            <a:off x="4106803" y="5338545"/>
            <a:ext cx="613867" cy="1169617"/>
          </a:xfrm>
          <a:prstGeom prst="bentConnector2">
            <a:avLst/>
          </a:prstGeom>
          <a:ln w="28575">
            <a:solidFill>
              <a:schemeClr val="tx1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1" name="Elbow Connector 120">
            <a:extLst>
              <a:ext uri="{FF2B5EF4-FFF2-40B4-BE49-F238E27FC236}">
                <a16:creationId xmlns:a16="http://schemas.microsoft.com/office/drawing/2014/main" id="{E646C333-DAFE-2F4D-97FF-D741EC2DFE86}"/>
              </a:ext>
            </a:extLst>
          </p:cNvPr>
          <p:cNvCxnSpPr/>
          <p:nvPr/>
        </p:nvCxnSpPr>
        <p:spPr>
          <a:xfrm rot="16200000" flipV="1">
            <a:off x="5369432" y="5732029"/>
            <a:ext cx="684490" cy="860426"/>
          </a:xfrm>
          <a:prstGeom prst="bentConnector2">
            <a:avLst/>
          </a:prstGeom>
          <a:ln w="28575">
            <a:solidFill>
              <a:schemeClr val="tx1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2" name="Elbow Connector 121">
            <a:extLst>
              <a:ext uri="{FF2B5EF4-FFF2-40B4-BE49-F238E27FC236}">
                <a16:creationId xmlns:a16="http://schemas.microsoft.com/office/drawing/2014/main" id="{27E7BECF-A8BE-4D44-89FD-BA2F97DEFC95}"/>
              </a:ext>
            </a:extLst>
          </p:cNvPr>
          <p:cNvCxnSpPr/>
          <p:nvPr/>
        </p:nvCxnSpPr>
        <p:spPr>
          <a:xfrm rot="16200000" flipH="1">
            <a:off x="5375822" y="6407880"/>
            <a:ext cx="223451" cy="171266"/>
          </a:xfrm>
          <a:prstGeom prst="bentConnector2">
            <a:avLst/>
          </a:prstGeom>
          <a:ln w="28575">
            <a:solidFill>
              <a:schemeClr val="tx1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3" name="Straight Arrow Connector 122">
            <a:extLst>
              <a:ext uri="{FF2B5EF4-FFF2-40B4-BE49-F238E27FC236}">
                <a16:creationId xmlns:a16="http://schemas.microsoft.com/office/drawing/2014/main" id="{9206E071-350F-4C4D-BC75-2E23B433B1CA}"/>
              </a:ext>
            </a:extLst>
          </p:cNvPr>
          <p:cNvCxnSpPr>
            <a:cxnSpLocks/>
            <a:stCxn id="100" idx="2"/>
          </p:cNvCxnSpPr>
          <p:nvPr/>
        </p:nvCxnSpPr>
        <p:spPr>
          <a:xfrm>
            <a:off x="4858079" y="5917437"/>
            <a:ext cx="150307" cy="187324"/>
          </a:xfrm>
          <a:prstGeom prst="straightConnector1">
            <a:avLst/>
          </a:prstGeom>
          <a:ln w="28575">
            <a:solidFill>
              <a:schemeClr val="tx1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Arrow Connector 123">
            <a:extLst>
              <a:ext uri="{FF2B5EF4-FFF2-40B4-BE49-F238E27FC236}">
                <a16:creationId xmlns:a16="http://schemas.microsoft.com/office/drawing/2014/main" id="{5E7EA704-169D-C841-B4D6-00B67F8946BA}"/>
              </a:ext>
            </a:extLst>
          </p:cNvPr>
          <p:cNvCxnSpPr>
            <a:cxnSpLocks/>
            <a:stCxn id="125" idx="0"/>
          </p:cNvCxnSpPr>
          <p:nvPr/>
        </p:nvCxnSpPr>
        <p:spPr>
          <a:xfrm flipH="1" flipV="1">
            <a:off x="5139215" y="5863874"/>
            <a:ext cx="272264" cy="227914"/>
          </a:xfrm>
          <a:prstGeom prst="straightConnector1">
            <a:avLst/>
          </a:prstGeom>
          <a:ln w="28575">
            <a:solidFill>
              <a:schemeClr val="tx1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5" name="TextBox 52">
            <a:extLst>
              <a:ext uri="{FF2B5EF4-FFF2-40B4-BE49-F238E27FC236}">
                <a16:creationId xmlns:a16="http://schemas.microsoft.com/office/drawing/2014/main" id="{4AB1DF20-7963-A34F-90D4-952D385827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8545" y="6091788"/>
            <a:ext cx="825867" cy="276999"/>
          </a:xfrm>
          <a:prstGeom prst="rect">
            <a:avLst/>
          </a:prstGeom>
          <a:solidFill>
            <a:srgbClr val="E1DCB2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Soil Slow</a:t>
            </a:r>
          </a:p>
        </p:txBody>
      </p:sp>
      <p:sp>
        <p:nvSpPr>
          <p:cNvPr id="126" name="TextBox 53">
            <a:extLst>
              <a:ext uri="{FF2B5EF4-FFF2-40B4-BE49-F238E27FC236}">
                <a16:creationId xmlns:a16="http://schemas.microsoft.com/office/drawing/2014/main" id="{6A2DFE1D-AB13-B04B-8B7C-340127B792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8190" y="6458057"/>
            <a:ext cx="1062663" cy="276999"/>
          </a:xfrm>
          <a:prstGeom prst="rect">
            <a:avLst/>
          </a:prstGeom>
          <a:solidFill>
            <a:srgbClr val="E1DCB2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Soil Armored</a:t>
            </a:r>
          </a:p>
        </p:txBody>
      </p:sp>
    </p:spTree>
    <p:extLst>
      <p:ext uri="{BB962C8B-B14F-4D97-AF65-F5344CB8AC3E}">
        <p14:creationId xmlns:p14="http://schemas.microsoft.com/office/powerpoint/2010/main" val="178776126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>
            <a:extLst>
              <a:ext uri="{FF2B5EF4-FFF2-40B4-BE49-F238E27FC236}">
                <a16:creationId xmlns:a16="http://schemas.microsoft.com/office/drawing/2014/main" id="{A2DB98E8-79F5-AF4E-8374-5BE0EAEB0268}"/>
              </a:ext>
            </a:extLst>
          </p:cNvPr>
          <p:cNvSpPr/>
          <p:nvPr/>
        </p:nvSpPr>
        <p:spPr>
          <a:xfrm rot="18086153" flipH="1">
            <a:off x="6709630" y="2724162"/>
            <a:ext cx="543088" cy="675697"/>
          </a:xfrm>
          <a:custGeom>
            <a:avLst/>
            <a:gdLst>
              <a:gd name="connsiteX0" fmla="*/ 20367 w 232034"/>
              <a:gd name="connsiteY0" fmla="*/ 0 h 564444"/>
              <a:gd name="connsiteX1" fmla="*/ 20367 w 232034"/>
              <a:gd name="connsiteY1" fmla="*/ 366889 h 564444"/>
              <a:gd name="connsiteX2" fmla="*/ 232034 w 232034"/>
              <a:gd name="connsiteY2" fmla="*/ 564444 h 564444"/>
              <a:gd name="connsiteX3" fmla="*/ 232034 w 232034"/>
              <a:gd name="connsiteY3" fmla="*/ 564444 h 564444"/>
              <a:gd name="connsiteX4" fmla="*/ 232034 w 232034"/>
              <a:gd name="connsiteY4" fmla="*/ 564444 h 564444"/>
              <a:gd name="connsiteX5" fmla="*/ 232034 w 232034"/>
              <a:gd name="connsiteY5" fmla="*/ 564444 h 564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2034" h="564444">
                <a:moveTo>
                  <a:pt x="20367" y="0"/>
                </a:moveTo>
                <a:cubicBezTo>
                  <a:pt x="2728" y="136407"/>
                  <a:pt x="-14911" y="272815"/>
                  <a:pt x="20367" y="366889"/>
                </a:cubicBezTo>
                <a:cubicBezTo>
                  <a:pt x="55645" y="460963"/>
                  <a:pt x="232034" y="564444"/>
                  <a:pt x="232034" y="564444"/>
                </a:cubicBezTo>
                <a:lnTo>
                  <a:pt x="232034" y="564444"/>
                </a:lnTo>
                <a:lnTo>
                  <a:pt x="232034" y="564444"/>
                </a:lnTo>
                <a:lnTo>
                  <a:pt x="232034" y="564444"/>
                </a:lnTo>
              </a:path>
            </a:pathLst>
          </a:custGeom>
          <a:ln w="19050"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ED66DB4C-6E46-054E-8F30-697CA6BB17C6}"/>
              </a:ext>
            </a:extLst>
          </p:cNvPr>
          <p:cNvCxnSpPr>
            <a:cxnSpLocks/>
          </p:cNvCxnSpPr>
          <p:nvPr/>
        </p:nvCxnSpPr>
        <p:spPr>
          <a:xfrm>
            <a:off x="1606734" y="5385950"/>
            <a:ext cx="5596696" cy="0"/>
          </a:xfrm>
          <a:prstGeom prst="line">
            <a:avLst/>
          </a:prstGeom>
          <a:noFill/>
          <a:ln w="22225" cap="flat" cmpd="sng" algn="ctr">
            <a:solidFill>
              <a:srgbClr val="92D050"/>
            </a:solidFill>
            <a:prstDash val="solid"/>
            <a:miter lim="800000"/>
          </a:ln>
          <a:effectLst>
            <a:outerShdw blurRad="50800" dist="25400" dir="5400000" algn="ctr" rotWithShape="0">
              <a:srgbClr val="000000">
                <a:alpha val="73000"/>
              </a:srgbClr>
            </a:outerShdw>
          </a:effectLst>
        </p:spPr>
      </p:cxnSp>
      <p:sp>
        <p:nvSpPr>
          <p:cNvPr id="4" name="Freeform 3">
            <a:extLst>
              <a:ext uri="{FF2B5EF4-FFF2-40B4-BE49-F238E27FC236}">
                <a16:creationId xmlns:a16="http://schemas.microsoft.com/office/drawing/2014/main" id="{DFE7D5FD-588B-684A-8185-D6376045E810}"/>
              </a:ext>
            </a:extLst>
          </p:cNvPr>
          <p:cNvSpPr>
            <a:spLocks/>
          </p:cNvSpPr>
          <p:nvPr/>
        </p:nvSpPr>
        <p:spPr>
          <a:xfrm>
            <a:off x="1779019" y="5419472"/>
            <a:ext cx="5102083" cy="1230630"/>
          </a:xfrm>
          <a:custGeom>
            <a:avLst/>
            <a:gdLst>
              <a:gd name="connsiteX0" fmla="*/ 1573619 w 3622158"/>
              <a:gd name="connsiteY0" fmla="*/ 0 h 1509823"/>
              <a:gd name="connsiteX1" fmla="*/ 1453116 w 3622158"/>
              <a:gd name="connsiteY1" fmla="*/ 262270 h 1509823"/>
              <a:gd name="connsiteX2" fmla="*/ 1020726 w 3622158"/>
              <a:gd name="connsiteY2" fmla="*/ 311888 h 1509823"/>
              <a:gd name="connsiteX3" fmla="*/ 595423 w 3622158"/>
              <a:gd name="connsiteY3" fmla="*/ 248093 h 1509823"/>
              <a:gd name="connsiteX4" fmla="*/ 326065 w 3622158"/>
              <a:gd name="connsiteY4" fmla="*/ 120502 h 1509823"/>
              <a:gd name="connsiteX5" fmla="*/ 567070 w 3622158"/>
              <a:gd name="connsiteY5" fmla="*/ 297711 h 1509823"/>
              <a:gd name="connsiteX6" fmla="*/ 233916 w 3622158"/>
              <a:gd name="connsiteY6" fmla="*/ 432391 h 1509823"/>
              <a:gd name="connsiteX7" fmla="*/ 609600 w 3622158"/>
              <a:gd name="connsiteY7" fmla="*/ 340242 h 1509823"/>
              <a:gd name="connsiteX8" fmla="*/ 1020726 w 3622158"/>
              <a:gd name="connsiteY8" fmla="*/ 354418 h 1509823"/>
              <a:gd name="connsiteX9" fmla="*/ 786809 w 3622158"/>
              <a:gd name="connsiteY9" fmla="*/ 531628 h 1509823"/>
              <a:gd name="connsiteX10" fmla="*/ 1070344 w 3622158"/>
              <a:gd name="connsiteY10" fmla="*/ 382772 h 1509823"/>
              <a:gd name="connsiteX11" fmla="*/ 1502735 w 3622158"/>
              <a:gd name="connsiteY11" fmla="*/ 318977 h 1509823"/>
              <a:gd name="connsiteX12" fmla="*/ 1672856 w 3622158"/>
              <a:gd name="connsiteY12" fmla="*/ 14177 h 1509823"/>
              <a:gd name="connsiteX13" fmla="*/ 1616149 w 3622158"/>
              <a:gd name="connsiteY13" fmla="*/ 453656 h 1509823"/>
              <a:gd name="connsiteX14" fmla="*/ 1254642 w 3622158"/>
              <a:gd name="connsiteY14" fmla="*/ 708837 h 1509823"/>
              <a:gd name="connsiteX15" fmla="*/ 829340 w 3622158"/>
              <a:gd name="connsiteY15" fmla="*/ 808074 h 1509823"/>
              <a:gd name="connsiteX16" fmla="*/ 496186 w 3622158"/>
              <a:gd name="connsiteY16" fmla="*/ 659218 h 1509823"/>
              <a:gd name="connsiteX17" fmla="*/ 800986 w 3622158"/>
              <a:gd name="connsiteY17" fmla="*/ 871870 h 1509823"/>
              <a:gd name="connsiteX18" fmla="*/ 446568 w 3622158"/>
              <a:gd name="connsiteY18" fmla="*/ 907311 h 1509823"/>
              <a:gd name="connsiteX19" fmla="*/ 836428 w 3622158"/>
              <a:gd name="connsiteY19" fmla="*/ 935665 h 1509823"/>
              <a:gd name="connsiteX20" fmla="*/ 1119963 w 3622158"/>
              <a:gd name="connsiteY20" fmla="*/ 864781 h 1509823"/>
              <a:gd name="connsiteX21" fmla="*/ 730102 w 3622158"/>
              <a:gd name="connsiteY21" fmla="*/ 1148316 h 1509823"/>
              <a:gd name="connsiteX22" fmla="*/ 375684 w 3622158"/>
              <a:gd name="connsiteY22" fmla="*/ 1233377 h 1509823"/>
              <a:gd name="connsiteX23" fmla="*/ 106326 w 3622158"/>
              <a:gd name="connsiteY23" fmla="*/ 1020725 h 1509823"/>
              <a:gd name="connsiteX24" fmla="*/ 382772 w 3622158"/>
              <a:gd name="connsiteY24" fmla="*/ 1297172 h 1509823"/>
              <a:gd name="connsiteX25" fmla="*/ 0 w 3622158"/>
              <a:gd name="connsiteY25" fmla="*/ 1268818 h 1509823"/>
              <a:gd name="connsiteX26" fmla="*/ 389861 w 3622158"/>
              <a:gd name="connsiteY26" fmla="*/ 1353879 h 1509823"/>
              <a:gd name="connsiteX27" fmla="*/ 7088 w 3622158"/>
              <a:gd name="connsiteY27" fmla="*/ 1474381 h 1509823"/>
              <a:gd name="connsiteX28" fmla="*/ 418214 w 3622158"/>
              <a:gd name="connsiteY28" fmla="*/ 1396409 h 1509823"/>
              <a:gd name="connsiteX29" fmla="*/ 779721 w 3622158"/>
              <a:gd name="connsiteY29" fmla="*/ 1261730 h 1509823"/>
              <a:gd name="connsiteX30" fmla="*/ 1020726 w 3622158"/>
              <a:gd name="connsiteY30" fmla="*/ 1041991 h 1509823"/>
              <a:gd name="connsiteX31" fmla="*/ 964019 w 3622158"/>
              <a:gd name="connsiteY31" fmla="*/ 1431851 h 1509823"/>
              <a:gd name="connsiteX32" fmla="*/ 1077433 w 3622158"/>
              <a:gd name="connsiteY32" fmla="*/ 1034902 h 1509823"/>
              <a:gd name="connsiteX33" fmla="*/ 1297172 w 3622158"/>
              <a:gd name="connsiteY33" fmla="*/ 779721 h 1509823"/>
              <a:gd name="connsiteX34" fmla="*/ 1630326 w 3622158"/>
              <a:gd name="connsiteY34" fmla="*/ 545804 h 1509823"/>
              <a:gd name="connsiteX35" fmla="*/ 1566530 w 3622158"/>
              <a:gd name="connsiteY35" fmla="*/ 914400 h 1509823"/>
              <a:gd name="connsiteX36" fmla="*/ 1389321 w 3622158"/>
              <a:gd name="connsiteY36" fmla="*/ 1119963 h 1509823"/>
              <a:gd name="connsiteX37" fmla="*/ 1609061 w 3622158"/>
              <a:gd name="connsiteY37" fmla="*/ 949842 h 1509823"/>
              <a:gd name="connsiteX38" fmla="*/ 1538177 w 3622158"/>
              <a:gd name="connsiteY38" fmla="*/ 1304260 h 1509823"/>
              <a:gd name="connsiteX39" fmla="*/ 1304261 w 3622158"/>
              <a:gd name="connsiteY39" fmla="*/ 1375144 h 1509823"/>
              <a:gd name="connsiteX40" fmla="*/ 1552354 w 3622158"/>
              <a:gd name="connsiteY40" fmla="*/ 1346791 h 1509823"/>
              <a:gd name="connsiteX41" fmla="*/ 1545265 w 3622158"/>
              <a:gd name="connsiteY41" fmla="*/ 1509823 h 1509823"/>
              <a:gd name="connsiteX42" fmla="*/ 1601972 w 3622158"/>
              <a:gd name="connsiteY42" fmla="*/ 1339702 h 1509823"/>
              <a:gd name="connsiteX43" fmla="*/ 1772093 w 3622158"/>
              <a:gd name="connsiteY43" fmla="*/ 1453116 h 1509823"/>
              <a:gd name="connsiteX44" fmla="*/ 1601972 w 3622158"/>
              <a:gd name="connsiteY44" fmla="*/ 1282995 h 1509823"/>
              <a:gd name="connsiteX45" fmla="*/ 1679944 w 3622158"/>
              <a:gd name="connsiteY45" fmla="*/ 935665 h 1509823"/>
              <a:gd name="connsiteX46" fmla="*/ 1793358 w 3622158"/>
              <a:gd name="connsiteY46" fmla="*/ 1190846 h 1509823"/>
              <a:gd name="connsiteX47" fmla="*/ 1701209 w 3622158"/>
              <a:gd name="connsiteY47" fmla="*/ 850604 h 1509823"/>
              <a:gd name="connsiteX48" fmla="*/ 1757916 w 3622158"/>
              <a:gd name="connsiteY48" fmla="*/ 538716 h 1509823"/>
              <a:gd name="connsiteX49" fmla="*/ 2083982 w 3622158"/>
              <a:gd name="connsiteY49" fmla="*/ 1006549 h 1509823"/>
              <a:gd name="connsiteX50" fmla="*/ 2587256 w 3622158"/>
              <a:gd name="connsiteY50" fmla="*/ 1375144 h 1509823"/>
              <a:gd name="connsiteX51" fmla="*/ 2948763 w 3622158"/>
              <a:gd name="connsiteY51" fmla="*/ 1332614 h 1509823"/>
              <a:gd name="connsiteX52" fmla="*/ 2601433 w 3622158"/>
              <a:gd name="connsiteY52" fmla="*/ 1325525 h 1509823"/>
              <a:gd name="connsiteX53" fmla="*/ 2948763 w 3622158"/>
              <a:gd name="connsiteY53" fmla="*/ 1261730 h 1509823"/>
              <a:gd name="connsiteX54" fmla="*/ 2580168 w 3622158"/>
              <a:gd name="connsiteY54" fmla="*/ 1240465 h 1509823"/>
              <a:gd name="connsiteX55" fmla="*/ 2190307 w 3622158"/>
              <a:gd name="connsiteY55" fmla="*/ 921488 h 1509823"/>
              <a:gd name="connsiteX56" fmla="*/ 1835888 w 3622158"/>
              <a:gd name="connsiteY56" fmla="*/ 496186 h 1509823"/>
              <a:gd name="connsiteX57" fmla="*/ 2558902 w 3622158"/>
              <a:gd name="connsiteY57" fmla="*/ 914400 h 1509823"/>
              <a:gd name="connsiteX58" fmla="*/ 3274828 w 3622158"/>
              <a:gd name="connsiteY58" fmla="*/ 1027814 h 1509823"/>
              <a:gd name="connsiteX59" fmla="*/ 3622158 w 3622158"/>
              <a:gd name="connsiteY59" fmla="*/ 1261730 h 1509823"/>
              <a:gd name="connsiteX60" fmla="*/ 3310270 w 3622158"/>
              <a:gd name="connsiteY60" fmla="*/ 999460 h 1509823"/>
              <a:gd name="connsiteX61" fmla="*/ 3586716 w 3622158"/>
              <a:gd name="connsiteY61" fmla="*/ 893135 h 1509823"/>
              <a:gd name="connsiteX62" fmla="*/ 3246475 w 3622158"/>
              <a:gd name="connsiteY62" fmla="*/ 942753 h 1509823"/>
              <a:gd name="connsiteX63" fmla="*/ 2544726 w 3622158"/>
              <a:gd name="connsiteY63" fmla="*/ 829339 h 1509823"/>
              <a:gd name="connsiteX64" fmla="*/ 1842977 w 3622158"/>
              <a:gd name="connsiteY64" fmla="*/ 404037 h 1509823"/>
              <a:gd name="connsiteX65" fmla="*/ 1963479 w 3622158"/>
              <a:gd name="connsiteY65" fmla="*/ 198474 h 1509823"/>
              <a:gd name="connsiteX66" fmla="*/ 2587256 w 3622158"/>
              <a:gd name="connsiteY66" fmla="*/ 425302 h 1509823"/>
              <a:gd name="connsiteX67" fmla="*/ 3196856 w 3622158"/>
              <a:gd name="connsiteY67" fmla="*/ 446567 h 1509823"/>
              <a:gd name="connsiteX68" fmla="*/ 3579628 w 3622158"/>
              <a:gd name="connsiteY68" fmla="*/ 595423 h 1509823"/>
              <a:gd name="connsiteX69" fmla="*/ 3225209 w 3622158"/>
              <a:gd name="connsiteY69" fmla="*/ 432391 h 1509823"/>
              <a:gd name="connsiteX70" fmla="*/ 3600893 w 3622158"/>
              <a:gd name="connsiteY70" fmla="*/ 489097 h 1509823"/>
              <a:gd name="connsiteX71" fmla="*/ 3189768 w 3622158"/>
              <a:gd name="connsiteY71" fmla="*/ 368595 h 1509823"/>
              <a:gd name="connsiteX72" fmla="*/ 2580168 w 3622158"/>
              <a:gd name="connsiteY72" fmla="*/ 340242 h 1509823"/>
              <a:gd name="connsiteX73" fmla="*/ 1977656 w 3622158"/>
              <a:gd name="connsiteY73" fmla="*/ 63795 h 1509823"/>
              <a:gd name="connsiteX74" fmla="*/ 2013098 w 3622158"/>
              <a:gd name="connsiteY74" fmla="*/ 0 h 1509823"/>
              <a:gd name="connsiteX75" fmla="*/ 2013098 w 3622158"/>
              <a:gd name="connsiteY75" fmla="*/ 0 h 1509823"/>
              <a:gd name="connsiteX76" fmla="*/ 1573619 w 3622158"/>
              <a:gd name="connsiteY76" fmla="*/ 0 h 1509823"/>
              <a:gd name="connsiteX0" fmla="*/ 1573619 w 3622158"/>
              <a:gd name="connsiteY0" fmla="*/ 0 h 1573618"/>
              <a:gd name="connsiteX1" fmla="*/ 1453116 w 3622158"/>
              <a:gd name="connsiteY1" fmla="*/ 262270 h 1573618"/>
              <a:gd name="connsiteX2" fmla="*/ 1020726 w 3622158"/>
              <a:gd name="connsiteY2" fmla="*/ 311888 h 1573618"/>
              <a:gd name="connsiteX3" fmla="*/ 595423 w 3622158"/>
              <a:gd name="connsiteY3" fmla="*/ 248093 h 1573618"/>
              <a:gd name="connsiteX4" fmla="*/ 326065 w 3622158"/>
              <a:gd name="connsiteY4" fmla="*/ 120502 h 1573618"/>
              <a:gd name="connsiteX5" fmla="*/ 567070 w 3622158"/>
              <a:gd name="connsiteY5" fmla="*/ 297711 h 1573618"/>
              <a:gd name="connsiteX6" fmla="*/ 233916 w 3622158"/>
              <a:gd name="connsiteY6" fmla="*/ 432391 h 1573618"/>
              <a:gd name="connsiteX7" fmla="*/ 609600 w 3622158"/>
              <a:gd name="connsiteY7" fmla="*/ 340242 h 1573618"/>
              <a:gd name="connsiteX8" fmla="*/ 1020726 w 3622158"/>
              <a:gd name="connsiteY8" fmla="*/ 354418 h 1573618"/>
              <a:gd name="connsiteX9" fmla="*/ 786809 w 3622158"/>
              <a:gd name="connsiteY9" fmla="*/ 531628 h 1573618"/>
              <a:gd name="connsiteX10" fmla="*/ 1070344 w 3622158"/>
              <a:gd name="connsiteY10" fmla="*/ 382772 h 1573618"/>
              <a:gd name="connsiteX11" fmla="*/ 1502735 w 3622158"/>
              <a:gd name="connsiteY11" fmla="*/ 318977 h 1573618"/>
              <a:gd name="connsiteX12" fmla="*/ 1672856 w 3622158"/>
              <a:gd name="connsiteY12" fmla="*/ 14177 h 1573618"/>
              <a:gd name="connsiteX13" fmla="*/ 1616149 w 3622158"/>
              <a:gd name="connsiteY13" fmla="*/ 453656 h 1573618"/>
              <a:gd name="connsiteX14" fmla="*/ 1254642 w 3622158"/>
              <a:gd name="connsiteY14" fmla="*/ 708837 h 1573618"/>
              <a:gd name="connsiteX15" fmla="*/ 829340 w 3622158"/>
              <a:gd name="connsiteY15" fmla="*/ 808074 h 1573618"/>
              <a:gd name="connsiteX16" fmla="*/ 496186 w 3622158"/>
              <a:gd name="connsiteY16" fmla="*/ 659218 h 1573618"/>
              <a:gd name="connsiteX17" fmla="*/ 800986 w 3622158"/>
              <a:gd name="connsiteY17" fmla="*/ 871870 h 1573618"/>
              <a:gd name="connsiteX18" fmla="*/ 446568 w 3622158"/>
              <a:gd name="connsiteY18" fmla="*/ 907311 h 1573618"/>
              <a:gd name="connsiteX19" fmla="*/ 836428 w 3622158"/>
              <a:gd name="connsiteY19" fmla="*/ 935665 h 1573618"/>
              <a:gd name="connsiteX20" fmla="*/ 1119963 w 3622158"/>
              <a:gd name="connsiteY20" fmla="*/ 864781 h 1573618"/>
              <a:gd name="connsiteX21" fmla="*/ 730102 w 3622158"/>
              <a:gd name="connsiteY21" fmla="*/ 1148316 h 1573618"/>
              <a:gd name="connsiteX22" fmla="*/ 375684 w 3622158"/>
              <a:gd name="connsiteY22" fmla="*/ 1233377 h 1573618"/>
              <a:gd name="connsiteX23" fmla="*/ 106326 w 3622158"/>
              <a:gd name="connsiteY23" fmla="*/ 1020725 h 1573618"/>
              <a:gd name="connsiteX24" fmla="*/ 382772 w 3622158"/>
              <a:gd name="connsiteY24" fmla="*/ 1297172 h 1573618"/>
              <a:gd name="connsiteX25" fmla="*/ 0 w 3622158"/>
              <a:gd name="connsiteY25" fmla="*/ 1268818 h 1573618"/>
              <a:gd name="connsiteX26" fmla="*/ 389861 w 3622158"/>
              <a:gd name="connsiteY26" fmla="*/ 1353879 h 1573618"/>
              <a:gd name="connsiteX27" fmla="*/ 70883 w 3622158"/>
              <a:gd name="connsiteY27" fmla="*/ 1573618 h 1573618"/>
              <a:gd name="connsiteX28" fmla="*/ 418214 w 3622158"/>
              <a:gd name="connsiteY28" fmla="*/ 1396409 h 1573618"/>
              <a:gd name="connsiteX29" fmla="*/ 779721 w 3622158"/>
              <a:gd name="connsiteY29" fmla="*/ 1261730 h 1573618"/>
              <a:gd name="connsiteX30" fmla="*/ 1020726 w 3622158"/>
              <a:gd name="connsiteY30" fmla="*/ 1041991 h 1573618"/>
              <a:gd name="connsiteX31" fmla="*/ 964019 w 3622158"/>
              <a:gd name="connsiteY31" fmla="*/ 1431851 h 1573618"/>
              <a:gd name="connsiteX32" fmla="*/ 1077433 w 3622158"/>
              <a:gd name="connsiteY32" fmla="*/ 1034902 h 1573618"/>
              <a:gd name="connsiteX33" fmla="*/ 1297172 w 3622158"/>
              <a:gd name="connsiteY33" fmla="*/ 779721 h 1573618"/>
              <a:gd name="connsiteX34" fmla="*/ 1630326 w 3622158"/>
              <a:gd name="connsiteY34" fmla="*/ 545804 h 1573618"/>
              <a:gd name="connsiteX35" fmla="*/ 1566530 w 3622158"/>
              <a:gd name="connsiteY35" fmla="*/ 914400 h 1573618"/>
              <a:gd name="connsiteX36" fmla="*/ 1389321 w 3622158"/>
              <a:gd name="connsiteY36" fmla="*/ 1119963 h 1573618"/>
              <a:gd name="connsiteX37" fmla="*/ 1609061 w 3622158"/>
              <a:gd name="connsiteY37" fmla="*/ 949842 h 1573618"/>
              <a:gd name="connsiteX38" fmla="*/ 1538177 w 3622158"/>
              <a:gd name="connsiteY38" fmla="*/ 1304260 h 1573618"/>
              <a:gd name="connsiteX39" fmla="*/ 1304261 w 3622158"/>
              <a:gd name="connsiteY39" fmla="*/ 1375144 h 1573618"/>
              <a:gd name="connsiteX40" fmla="*/ 1552354 w 3622158"/>
              <a:gd name="connsiteY40" fmla="*/ 1346791 h 1573618"/>
              <a:gd name="connsiteX41" fmla="*/ 1545265 w 3622158"/>
              <a:gd name="connsiteY41" fmla="*/ 1509823 h 1573618"/>
              <a:gd name="connsiteX42" fmla="*/ 1601972 w 3622158"/>
              <a:gd name="connsiteY42" fmla="*/ 1339702 h 1573618"/>
              <a:gd name="connsiteX43" fmla="*/ 1772093 w 3622158"/>
              <a:gd name="connsiteY43" fmla="*/ 1453116 h 1573618"/>
              <a:gd name="connsiteX44" fmla="*/ 1601972 w 3622158"/>
              <a:gd name="connsiteY44" fmla="*/ 1282995 h 1573618"/>
              <a:gd name="connsiteX45" fmla="*/ 1679944 w 3622158"/>
              <a:gd name="connsiteY45" fmla="*/ 935665 h 1573618"/>
              <a:gd name="connsiteX46" fmla="*/ 1793358 w 3622158"/>
              <a:gd name="connsiteY46" fmla="*/ 1190846 h 1573618"/>
              <a:gd name="connsiteX47" fmla="*/ 1701209 w 3622158"/>
              <a:gd name="connsiteY47" fmla="*/ 850604 h 1573618"/>
              <a:gd name="connsiteX48" fmla="*/ 1757916 w 3622158"/>
              <a:gd name="connsiteY48" fmla="*/ 538716 h 1573618"/>
              <a:gd name="connsiteX49" fmla="*/ 2083982 w 3622158"/>
              <a:gd name="connsiteY49" fmla="*/ 1006549 h 1573618"/>
              <a:gd name="connsiteX50" fmla="*/ 2587256 w 3622158"/>
              <a:gd name="connsiteY50" fmla="*/ 1375144 h 1573618"/>
              <a:gd name="connsiteX51" fmla="*/ 2948763 w 3622158"/>
              <a:gd name="connsiteY51" fmla="*/ 1332614 h 1573618"/>
              <a:gd name="connsiteX52" fmla="*/ 2601433 w 3622158"/>
              <a:gd name="connsiteY52" fmla="*/ 1325525 h 1573618"/>
              <a:gd name="connsiteX53" fmla="*/ 2948763 w 3622158"/>
              <a:gd name="connsiteY53" fmla="*/ 1261730 h 1573618"/>
              <a:gd name="connsiteX54" fmla="*/ 2580168 w 3622158"/>
              <a:gd name="connsiteY54" fmla="*/ 1240465 h 1573618"/>
              <a:gd name="connsiteX55" fmla="*/ 2190307 w 3622158"/>
              <a:gd name="connsiteY55" fmla="*/ 921488 h 1573618"/>
              <a:gd name="connsiteX56" fmla="*/ 1835888 w 3622158"/>
              <a:gd name="connsiteY56" fmla="*/ 496186 h 1573618"/>
              <a:gd name="connsiteX57" fmla="*/ 2558902 w 3622158"/>
              <a:gd name="connsiteY57" fmla="*/ 914400 h 1573618"/>
              <a:gd name="connsiteX58" fmla="*/ 3274828 w 3622158"/>
              <a:gd name="connsiteY58" fmla="*/ 1027814 h 1573618"/>
              <a:gd name="connsiteX59" fmla="*/ 3622158 w 3622158"/>
              <a:gd name="connsiteY59" fmla="*/ 1261730 h 1573618"/>
              <a:gd name="connsiteX60" fmla="*/ 3310270 w 3622158"/>
              <a:gd name="connsiteY60" fmla="*/ 999460 h 1573618"/>
              <a:gd name="connsiteX61" fmla="*/ 3586716 w 3622158"/>
              <a:gd name="connsiteY61" fmla="*/ 893135 h 1573618"/>
              <a:gd name="connsiteX62" fmla="*/ 3246475 w 3622158"/>
              <a:gd name="connsiteY62" fmla="*/ 942753 h 1573618"/>
              <a:gd name="connsiteX63" fmla="*/ 2544726 w 3622158"/>
              <a:gd name="connsiteY63" fmla="*/ 829339 h 1573618"/>
              <a:gd name="connsiteX64" fmla="*/ 1842977 w 3622158"/>
              <a:gd name="connsiteY64" fmla="*/ 404037 h 1573618"/>
              <a:gd name="connsiteX65" fmla="*/ 1963479 w 3622158"/>
              <a:gd name="connsiteY65" fmla="*/ 198474 h 1573618"/>
              <a:gd name="connsiteX66" fmla="*/ 2587256 w 3622158"/>
              <a:gd name="connsiteY66" fmla="*/ 425302 h 1573618"/>
              <a:gd name="connsiteX67" fmla="*/ 3196856 w 3622158"/>
              <a:gd name="connsiteY67" fmla="*/ 446567 h 1573618"/>
              <a:gd name="connsiteX68" fmla="*/ 3579628 w 3622158"/>
              <a:gd name="connsiteY68" fmla="*/ 595423 h 1573618"/>
              <a:gd name="connsiteX69" fmla="*/ 3225209 w 3622158"/>
              <a:gd name="connsiteY69" fmla="*/ 432391 h 1573618"/>
              <a:gd name="connsiteX70" fmla="*/ 3600893 w 3622158"/>
              <a:gd name="connsiteY70" fmla="*/ 489097 h 1573618"/>
              <a:gd name="connsiteX71" fmla="*/ 3189768 w 3622158"/>
              <a:gd name="connsiteY71" fmla="*/ 368595 h 1573618"/>
              <a:gd name="connsiteX72" fmla="*/ 2580168 w 3622158"/>
              <a:gd name="connsiteY72" fmla="*/ 340242 h 1573618"/>
              <a:gd name="connsiteX73" fmla="*/ 1977656 w 3622158"/>
              <a:gd name="connsiteY73" fmla="*/ 63795 h 1573618"/>
              <a:gd name="connsiteX74" fmla="*/ 2013098 w 3622158"/>
              <a:gd name="connsiteY74" fmla="*/ 0 h 1573618"/>
              <a:gd name="connsiteX75" fmla="*/ 2013098 w 3622158"/>
              <a:gd name="connsiteY75" fmla="*/ 0 h 1573618"/>
              <a:gd name="connsiteX76" fmla="*/ 1573619 w 3622158"/>
              <a:gd name="connsiteY76" fmla="*/ 0 h 1573618"/>
              <a:gd name="connsiteX0" fmla="*/ 1552354 w 3600893"/>
              <a:gd name="connsiteY0" fmla="*/ 0 h 1573618"/>
              <a:gd name="connsiteX1" fmla="*/ 1431851 w 3600893"/>
              <a:gd name="connsiteY1" fmla="*/ 262270 h 1573618"/>
              <a:gd name="connsiteX2" fmla="*/ 999461 w 3600893"/>
              <a:gd name="connsiteY2" fmla="*/ 311888 h 1573618"/>
              <a:gd name="connsiteX3" fmla="*/ 574158 w 3600893"/>
              <a:gd name="connsiteY3" fmla="*/ 248093 h 1573618"/>
              <a:gd name="connsiteX4" fmla="*/ 304800 w 3600893"/>
              <a:gd name="connsiteY4" fmla="*/ 120502 h 1573618"/>
              <a:gd name="connsiteX5" fmla="*/ 545805 w 3600893"/>
              <a:gd name="connsiteY5" fmla="*/ 297711 h 1573618"/>
              <a:gd name="connsiteX6" fmla="*/ 212651 w 3600893"/>
              <a:gd name="connsiteY6" fmla="*/ 432391 h 1573618"/>
              <a:gd name="connsiteX7" fmla="*/ 588335 w 3600893"/>
              <a:gd name="connsiteY7" fmla="*/ 340242 h 1573618"/>
              <a:gd name="connsiteX8" fmla="*/ 999461 w 3600893"/>
              <a:gd name="connsiteY8" fmla="*/ 354418 h 1573618"/>
              <a:gd name="connsiteX9" fmla="*/ 765544 w 3600893"/>
              <a:gd name="connsiteY9" fmla="*/ 531628 h 1573618"/>
              <a:gd name="connsiteX10" fmla="*/ 1049079 w 3600893"/>
              <a:gd name="connsiteY10" fmla="*/ 382772 h 1573618"/>
              <a:gd name="connsiteX11" fmla="*/ 1481470 w 3600893"/>
              <a:gd name="connsiteY11" fmla="*/ 318977 h 1573618"/>
              <a:gd name="connsiteX12" fmla="*/ 1651591 w 3600893"/>
              <a:gd name="connsiteY12" fmla="*/ 14177 h 1573618"/>
              <a:gd name="connsiteX13" fmla="*/ 1594884 w 3600893"/>
              <a:gd name="connsiteY13" fmla="*/ 453656 h 1573618"/>
              <a:gd name="connsiteX14" fmla="*/ 1233377 w 3600893"/>
              <a:gd name="connsiteY14" fmla="*/ 708837 h 1573618"/>
              <a:gd name="connsiteX15" fmla="*/ 808075 w 3600893"/>
              <a:gd name="connsiteY15" fmla="*/ 808074 h 1573618"/>
              <a:gd name="connsiteX16" fmla="*/ 474921 w 3600893"/>
              <a:gd name="connsiteY16" fmla="*/ 659218 h 1573618"/>
              <a:gd name="connsiteX17" fmla="*/ 779721 w 3600893"/>
              <a:gd name="connsiteY17" fmla="*/ 871870 h 1573618"/>
              <a:gd name="connsiteX18" fmla="*/ 425303 w 3600893"/>
              <a:gd name="connsiteY18" fmla="*/ 907311 h 1573618"/>
              <a:gd name="connsiteX19" fmla="*/ 815163 w 3600893"/>
              <a:gd name="connsiteY19" fmla="*/ 935665 h 1573618"/>
              <a:gd name="connsiteX20" fmla="*/ 1098698 w 3600893"/>
              <a:gd name="connsiteY20" fmla="*/ 864781 h 1573618"/>
              <a:gd name="connsiteX21" fmla="*/ 708837 w 3600893"/>
              <a:gd name="connsiteY21" fmla="*/ 1148316 h 1573618"/>
              <a:gd name="connsiteX22" fmla="*/ 354419 w 3600893"/>
              <a:gd name="connsiteY22" fmla="*/ 1233377 h 1573618"/>
              <a:gd name="connsiteX23" fmla="*/ 85061 w 3600893"/>
              <a:gd name="connsiteY23" fmla="*/ 1020725 h 1573618"/>
              <a:gd name="connsiteX24" fmla="*/ 361507 w 3600893"/>
              <a:gd name="connsiteY24" fmla="*/ 1297172 h 1573618"/>
              <a:gd name="connsiteX25" fmla="*/ 0 w 3600893"/>
              <a:gd name="connsiteY25" fmla="*/ 1438939 h 1573618"/>
              <a:gd name="connsiteX26" fmla="*/ 368596 w 3600893"/>
              <a:gd name="connsiteY26" fmla="*/ 1353879 h 1573618"/>
              <a:gd name="connsiteX27" fmla="*/ 49618 w 3600893"/>
              <a:gd name="connsiteY27" fmla="*/ 1573618 h 1573618"/>
              <a:gd name="connsiteX28" fmla="*/ 396949 w 3600893"/>
              <a:gd name="connsiteY28" fmla="*/ 1396409 h 1573618"/>
              <a:gd name="connsiteX29" fmla="*/ 758456 w 3600893"/>
              <a:gd name="connsiteY29" fmla="*/ 1261730 h 1573618"/>
              <a:gd name="connsiteX30" fmla="*/ 999461 w 3600893"/>
              <a:gd name="connsiteY30" fmla="*/ 1041991 h 1573618"/>
              <a:gd name="connsiteX31" fmla="*/ 942754 w 3600893"/>
              <a:gd name="connsiteY31" fmla="*/ 1431851 h 1573618"/>
              <a:gd name="connsiteX32" fmla="*/ 1056168 w 3600893"/>
              <a:gd name="connsiteY32" fmla="*/ 1034902 h 1573618"/>
              <a:gd name="connsiteX33" fmla="*/ 1275907 w 3600893"/>
              <a:gd name="connsiteY33" fmla="*/ 779721 h 1573618"/>
              <a:gd name="connsiteX34" fmla="*/ 1609061 w 3600893"/>
              <a:gd name="connsiteY34" fmla="*/ 545804 h 1573618"/>
              <a:gd name="connsiteX35" fmla="*/ 1545265 w 3600893"/>
              <a:gd name="connsiteY35" fmla="*/ 914400 h 1573618"/>
              <a:gd name="connsiteX36" fmla="*/ 1368056 w 3600893"/>
              <a:gd name="connsiteY36" fmla="*/ 1119963 h 1573618"/>
              <a:gd name="connsiteX37" fmla="*/ 1587796 w 3600893"/>
              <a:gd name="connsiteY37" fmla="*/ 949842 h 1573618"/>
              <a:gd name="connsiteX38" fmla="*/ 1516912 w 3600893"/>
              <a:gd name="connsiteY38" fmla="*/ 1304260 h 1573618"/>
              <a:gd name="connsiteX39" fmla="*/ 1282996 w 3600893"/>
              <a:gd name="connsiteY39" fmla="*/ 1375144 h 1573618"/>
              <a:gd name="connsiteX40" fmla="*/ 1531089 w 3600893"/>
              <a:gd name="connsiteY40" fmla="*/ 1346791 h 1573618"/>
              <a:gd name="connsiteX41" fmla="*/ 1524000 w 3600893"/>
              <a:gd name="connsiteY41" fmla="*/ 1509823 h 1573618"/>
              <a:gd name="connsiteX42" fmla="*/ 1580707 w 3600893"/>
              <a:gd name="connsiteY42" fmla="*/ 1339702 h 1573618"/>
              <a:gd name="connsiteX43" fmla="*/ 1750828 w 3600893"/>
              <a:gd name="connsiteY43" fmla="*/ 1453116 h 1573618"/>
              <a:gd name="connsiteX44" fmla="*/ 1580707 w 3600893"/>
              <a:gd name="connsiteY44" fmla="*/ 1282995 h 1573618"/>
              <a:gd name="connsiteX45" fmla="*/ 1658679 w 3600893"/>
              <a:gd name="connsiteY45" fmla="*/ 935665 h 1573618"/>
              <a:gd name="connsiteX46" fmla="*/ 1772093 w 3600893"/>
              <a:gd name="connsiteY46" fmla="*/ 1190846 h 1573618"/>
              <a:gd name="connsiteX47" fmla="*/ 1679944 w 3600893"/>
              <a:gd name="connsiteY47" fmla="*/ 850604 h 1573618"/>
              <a:gd name="connsiteX48" fmla="*/ 1736651 w 3600893"/>
              <a:gd name="connsiteY48" fmla="*/ 538716 h 1573618"/>
              <a:gd name="connsiteX49" fmla="*/ 2062717 w 3600893"/>
              <a:gd name="connsiteY49" fmla="*/ 1006549 h 1573618"/>
              <a:gd name="connsiteX50" fmla="*/ 2565991 w 3600893"/>
              <a:gd name="connsiteY50" fmla="*/ 1375144 h 1573618"/>
              <a:gd name="connsiteX51" fmla="*/ 2927498 w 3600893"/>
              <a:gd name="connsiteY51" fmla="*/ 1332614 h 1573618"/>
              <a:gd name="connsiteX52" fmla="*/ 2580168 w 3600893"/>
              <a:gd name="connsiteY52" fmla="*/ 1325525 h 1573618"/>
              <a:gd name="connsiteX53" fmla="*/ 2927498 w 3600893"/>
              <a:gd name="connsiteY53" fmla="*/ 1261730 h 1573618"/>
              <a:gd name="connsiteX54" fmla="*/ 2558903 w 3600893"/>
              <a:gd name="connsiteY54" fmla="*/ 1240465 h 1573618"/>
              <a:gd name="connsiteX55" fmla="*/ 2169042 w 3600893"/>
              <a:gd name="connsiteY55" fmla="*/ 921488 h 1573618"/>
              <a:gd name="connsiteX56" fmla="*/ 1814623 w 3600893"/>
              <a:gd name="connsiteY56" fmla="*/ 496186 h 1573618"/>
              <a:gd name="connsiteX57" fmla="*/ 2537637 w 3600893"/>
              <a:gd name="connsiteY57" fmla="*/ 914400 h 1573618"/>
              <a:gd name="connsiteX58" fmla="*/ 3253563 w 3600893"/>
              <a:gd name="connsiteY58" fmla="*/ 1027814 h 1573618"/>
              <a:gd name="connsiteX59" fmla="*/ 3600893 w 3600893"/>
              <a:gd name="connsiteY59" fmla="*/ 1261730 h 1573618"/>
              <a:gd name="connsiteX60" fmla="*/ 3289005 w 3600893"/>
              <a:gd name="connsiteY60" fmla="*/ 999460 h 1573618"/>
              <a:gd name="connsiteX61" fmla="*/ 3565451 w 3600893"/>
              <a:gd name="connsiteY61" fmla="*/ 893135 h 1573618"/>
              <a:gd name="connsiteX62" fmla="*/ 3225210 w 3600893"/>
              <a:gd name="connsiteY62" fmla="*/ 942753 h 1573618"/>
              <a:gd name="connsiteX63" fmla="*/ 2523461 w 3600893"/>
              <a:gd name="connsiteY63" fmla="*/ 829339 h 1573618"/>
              <a:gd name="connsiteX64" fmla="*/ 1821712 w 3600893"/>
              <a:gd name="connsiteY64" fmla="*/ 404037 h 1573618"/>
              <a:gd name="connsiteX65" fmla="*/ 1942214 w 3600893"/>
              <a:gd name="connsiteY65" fmla="*/ 198474 h 1573618"/>
              <a:gd name="connsiteX66" fmla="*/ 2565991 w 3600893"/>
              <a:gd name="connsiteY66" fmla="*/ 425302 h 1573618"/>
              <a:gd name="connsiteX67" fmla="*/ 3175591 w 3600893"/>
              <a:gd name="connsiteY67" fmla="*/ 446567 h 1573618"/>
              <a:gd name="connsiteX68" fmla="*/ 3558363 w 3600893"/>
              <a:gd name="connsiteY68" fmla="*/ 595423 h 1573618"/>
              <a:gd name="connsiteX69" fmla="*/ 3203944 w 3600893"/>
              <a:gd name="connsiteY69" fmla="*/ 432391 h 1573618"/>
              <a:gd name="connsiteX70" fmla="*/ 3579628 w 3600893"/>
              <a:gd name="connsiteY70" fmla="*/ 489097 h 1573618"/>
              <a:gd name="connsiteX71" fmla="*/ 3168503 w 3600893"/>
              <a:gd name="connsiteY71" fmla="*/ 368595 h 1573618"/>
              <a:gd name="connsiteX72" fmla="*/ 2558903 w 3600893"/>
              <a:gd name="connsiteY72" fmla="*/ 340242 h 1573618"/>
              <a:gd name="connsiteX73" fmla="*/ 1956391 w 3600893"/>
              <a:gd name="connsiteY73" fmla="*/ 63795 h 1573618"/>
              <a:gd name="connsiteX74" fmla="*/ 1991833 w 3600893"/>
              <a:gd name="connsiteY74" fmla="*/ 0 h 1573618"/>
              <a:gd name="connsiteX75" fmla="*/ 1991833 w 3600893"/>
              <a:gd name="connsiteY75" fmla="*/ 0 h 1573618"/>
              <a:gd name="connsiteX76" fmla="*/ 1552354 w 3600893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715925 w 3607981"/>
              <a:gd name="connsiteY21" fmla="*/ 1148316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06232 w 3607981"/>
              <a:gd name="connsiteY51" fmla="*/ 1502735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73656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73656 w 3607981"/>
              <a:gd name="connsiteY76" fmla="*/ 0 h 157361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6130 w 3607981"/>
              <a:gd name="connsiteY55" fmla="*/ 927838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1922 w 3607981"/>
              <a:gd name="connsiteY25" fmla="*/ 1403960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94660 w 3607981"/>
              <a:gd name="connsiteY29" fmla="*/ 1296433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0092 w 3607981"/>
              <a:gd name="connsiteY71" fmla="*/ 395609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90368 w 3607981"/>
              <a:gd name="connsiteY69" fmla="*/ 428409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95300 w 3607981"/>
              <a:gd name="connsiteY51" fmla="*/ 1426547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63479 w 3607981"/>
              <a:gd name="connsiteY73" fmla="*/ 6379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73172 w 3607981"/>
              <a:gd name="connsiteY73" fmla="*/ 15103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53622 w 3607981"/>
              <a:gd name="connsiteY73" fmla="*/ 19303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28416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134833 w 3607981"/>
              <a:gd name="connsiteY73" fmla="*/ 215181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202686 w 3607981"/>
              <a:gd name="connsiteY73" fmla="*/ 173176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41295 w 3607981"/>
              <a:gd name="connsiteY66" fmla="*/ 292727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48905 w 3607981"/>
              <a:gd name="connsiteY73" fmla="*/ 344425 h 1516791"/>
              <a:gd name="connsiteX74" fmla="*/ 2565991 w 3607981"/>
              <a:gd name="connsiteY74" fmla="*/ 340242 h 1516791"/>
              <a:gd name="connsiteX75" fmla="*/ 2202686 w 3607981"/>
              <a:gd name="connsiteY75" fmla="*/ 173176 h 1516791"/>
              <a:gd name="connsiteX76" fmla="*/ 1834234 w 3607981"/>
              <a:gd name="connsiteY76" fmla="*/ 128416 h 1516791"/>
              <a:gd name="connsiteX77" fmla="*/ 1998921 w 3607981"/>
              <a:gd name="connsiteY77" fmla="*/ 0 h 1516791"/>
              <a:gd name="connsiteX78" fmla="*/ 1573656 w 3607981"/>
              <a:gd name="connsiteY78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84447 w 3607981"/>
              <a:gd name="connsiteY73" fmla="*/ 341193 h 1516791"/>
              <a:gd name="connsiteX74" fmla="*/ 2848905 w 3607981"/>
              <a:gd name="connsiteY74" fmla="*/ 344425 h 1516791"/>
              <a:gd name="connsiteX75" fmla="*/ 2565991 w 3607981"/>
              <a:gd name="connsiteY75" fmla="*/ 340242 h 1516791"/>
              <a:gd name="connsiteX76" fmla="*/ 2202686 w 3607981"/>
              <a:gd name="connsiteY76" fmla="*/ 173176 h 1516791"/>
              <a:gd name="connsiteX77" fmla="*/ 1834234 w 3607981"/>
              <a:gd name="connsiteY77" fmla="*/ 128416 h 1516791"/>
              <a:gd name="connsiteX78" fmla="*/ 1998921 w 3607981"/>
              <a:gd name="connsiteY78" fmla="*/ 0 h 1516791"/>
              <a:gd name="connsiteX79" fmla="*/ 1573656 w 3607981"/>
              <a:gd name="connsiteY79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884447 w 3607981"/>
              <a:gd name="connsiteY74" fmla="*/ 34119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961994 w 3607981"/>
              <a:gd name="connsiteY74" fmla="*/ 19256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78376 w 3607981"/>
              <a:gd name="connsiteY69" fmla="*/ 514646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54712 w 3607981"/>
              <a:gd name="connsiteY67" fmla="*/ 373504 h 1516791"/>
              <a:gd name="connsiteX68" fmla="*/ 2573079 w 3607981"/>
              <a:gd name="connsiteY68" fmla="*/ 425302 h 1516791"/>
              <a:gd name="connsiteX69" fmla="*/ 3117436 w 3607981"/>
              <a:gd name="connsiteY69" fmla="*/ 431708 h 1516791"/>
              <a:gd name="connsiteX70" fmla="*/ 3578376 w 3607981"/>
              <a:gd name="connsiteY70" fmla="*/ 514646 h 1516791"/>
              <a:gd name="connsiteX71" fmla="*/ 3180035 w 3607981"/>
              <a:gd name="connsiteY71" fmla="*/ 401394 h 1516791"/>
              <a:gd name="connsiteX72" fmla="*/ 3580254 w 3607981"/>
              <a:gd name="connsiteY72" fmla="*/ 279076 h 1516791"/>
              <a:gd name="connsiteX73" fmla="*/ 3165258 w 3607981"/>
              <a:gd name="connsiteY73" fmla="*/ 358263 h 1516791"/>
              <a:gd name="connsiteX74" fmla="*/ 2949069 w 3607981"/>
              <a:gd name="connsiteY74" fmla="*/ 357349 h 1516791"/>
              <a:gd name="connsiteX75" fmla="*/ 3000767 w 3607981"/>
              <a:gd name="connsiteY75" fmla="*/ 186101 h 1516791"/>
              <a:gd name="connsiteX76" fmla="*/ 2900603 w 3607981"/>
              <a:gd name="connsiteY76" fmla="*/ 357350 h 1516791"/>
              <a:gd name="connsiteX77" fmla="*/ 2565991 w 3607981"/>
              <a:gd name="connsiteY77" fmla="*/ 340242 h 1516791"/>
              <a:gd name="connsiteX78" fmla="*/ 2202686 w 3607981"/>
              <a:gd name="connsiteY78" fmla="*/ 173176 h 1516791"/>
              <a:gd name="connsiteX79" fmla="*/ 1834234 w 3607981"/>
              <a:gd name="connsiteY79" fmla="*/ 128416 h 1516791"/>
              <a:gd name="connsiteX80" fmla="*/ 1998921 w 3607981"/>
              <a:gd name="connsiteY80" fmla="*/ 0 h 1516791"/>
              <a:gd name="connsiteX81" fmla="*/ 1573656 w 3607981"/>
              <a:gd name="connsiteY81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15938 w 3607981"/>
              <a:gd name="connsiteY67" fmla="*/ 363811 h 1516791"/>
              <a:gd name="connsiteX68" fmla="*/ 2454712 w 3607981"/>
              <a:gd name="connsiteY68" fmla="*/ 373504 h 1516791"/>
              <a:gd name="connsiteX69" fmla="*/ 2573079 w 3607981"/>
              <a:gd name="connsiteY69" fmla="*/ 425302 h 1516791"/>
              <a:gd name="connsiteX70" fmla="*/ 3117436 w 3607981"/>
              <a:gd name="connsiteY70" fmla="*/ 431708 h 1516791"/>
              <a:gd name="connsiteX71" fmla="*/ 3578376 w 3607981"/>
              <a:gd name="connsiteY71" fmla="*/ 514646 h 1516791"/>
              <a:gd name="connsiteX72" fmla="*/ 3180035 w 3607981"/>
              <a:gd name="connsiteY72" fmla="*/ 401394 h 1516791"/>
              <a:gd name="connsiteX73" fmla="*/ 3580254 w 3607981"/>
              <a:gd name="connsiteY73" fmla="*/ 279076 h 1516791"/>
              <a:gd name="connsiteX74" fmla="*/ 3165258 w 3607981"/>
              <a:gd name="connsiteY74" fmla="*/ 358263 h 1516791"/>
              <a:gd name="connsiteX75" fmla="*/ 2949069 w 3607981"/>
              <a:gd name="connsiteY75" fmla="*/ 357349 h 1516791"/>
              <a:gd name="connsiteX76" fmla="*/ 3000767 w 3607981"/>
              <a:gd name="connsiteY76" fmla="*/ 186101 h 1516791"/>
              <a:gd name="connsiteX77" fmla="*/ 2900603 w 3607981"/>
              <a:gd name="connsiteY77" fmla="*/ 357350 h 1516791"/>
              <a:gd name="connsiteX78" fmla="*/ 2565991 w 3607981"/>
              <a:gd name="connsiteY78" fmla="*/ 340242 h 1516791"/>
              <a:gd name="connsiteX79" fmla="*/ 2202686 w 3607981"/>
              <a:gd name="connsiteY79" fmla="*/ 173176 h 1516791"/>
              <a:gd name="connsiteX80" fmla="*/ 1834234 w 3607981"/>
              <a:gd name="connsiteY80" fmla="*/ 128416 h 1516791"/>
              <a:gd name="connsiteX81" fmla="*/ 1998921 w 3607981"/>
              <a:gd name="connsiteY81" fmla="*/ 0 h 1516791"/>
              <a:gd name="connsiteX82" fmla="*/ 1573656 w 3607981"/>
              <a:gd name="connsiteY82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15938 w 3607981"/>
              <a:gd name="connsiteY68" fmla="*/ 36381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25631 w 3607981"/>
              <a:gd name="connsiteY67" fmla="*/ 367042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906306 w 3607981"/>
              <a:gd name="connsiteY65" fmla="*/ 185690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17176 w 3607981"/>
              <a:gd name="connsiteY65" fmla="*/ 169185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72624 w 3607981"/>
              <a:gd name="connsiteY64" fmla="*/ 434517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27330 w 3607981"/>
              <a:gd name="connsiteY13" fmla="*/ 25277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03255 w 3607981"/>
              <a:gd name="connsiteY13" fmla="*/ 279184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6761 w 3607981"/>
              <a:gd name="connsiteY67" fmla="*/ 26267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43169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0062 w 3607981"/>
              <a:gd name="connsiteY83" fmla="*/ 19443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0159 w 3607981"/>
              <a:gd name="connsiteY67" fmla="*/ 232968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76180 w 3607981"/>
              <a:gd name="connsiteY83" fmla="*/ 16472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80493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2825 w 3607981"/>
              <a:gd name="connsiteY18" fmla="*/ 767646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61903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40337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29916 w 3607981"/>
              <a:gd name="connsiteY29" fmla="*/ 1357590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60535 w 3580254"/>
              <a:gd name="connsiteY60" fmla="*/ 1227225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5504 w 3580254"/>
              <a:gd name="connsiteY12" fmla="*/ 93552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14229 w 3580254"/>
              <a:gd name="connsiteY12" fmla="*/ 12212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01529 w 3580254"/>
              <a:gd name="connsiteY12" fmla="*/ 1030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37461 w 3580254"/>
              <a:gd name="connsiteY66" fmla="*/ 199475 h 1516791"/>
              <a:gd name="connsiteX67" fmla="*/ 2199455 w 3580254"/>
              <a:gd name="connsiteY67" fmla="*/ 241029 h 1516791"/>
              <a:gd name="connsiteX68" fmla="*/ 2409476 w 3580254"/>
              <a:gd name="connsiteY68" fmla="*/ 363811 h 1516791"/>
              <a:gd name="connsiteX69" fmla="*/ 2470867 w 3580254"/>
              <a:gd name="connsiteY69" fmla="*/ 570601 h 1516791"/>
              <a:gd name="connsiteX70" fmla="*/ 2454712 w 3580254"/>
              <a:gd name="connsiteY70" fmla="*/ 373504 h 1516791"/>
              <a:gd name="connsiteX71" fmla="*/ 2573079 w 3580254"/>
              <a:gd name="connsiteY71" fmla="*/ 425302 h 1516791"/>
              <a:gd name="connsiteX72" fmla="*/ 3117436 w 3580254"/>
              <a:gd name="connsiteY72" fmla="*/ 431708 h 1516791"/>
              <a:gd name="connsiteX73" fmla="*/ 3578376 w 3580254"/>
              <a:gd name="connsiteY73" fmla="*/ 514646 h 1516791"/>
              <a:gd name="connsiteX74" fmla="*/ 3180035 w 3580254"/>
              <a:gd name="connsiteY74" fmla="*/ 401394 h 1516791"/>
              <a:gd name="connsiteX75" fmla="*/ 3580254 w 3580254"/>
              <a:gd name="connsiteY75" fmla="*/ 279076 h 1516791"/>
              <a:gd name="connsiteX76" fmla="*/ 3165258 w 3580254"/>
              <a:gd name="connsiteY76" fmla="*/ 358263 h 1516791"/>
              <a:gd name="connsiteX77" fmla="*/ 2949069 w 3580254"/>
              <a:gd name="connsiteY77" fmla="*/ 357349 h 1516791"/>
              <a:gd name="connsiteX78" fmla="*/ 3000767 w 3580254"/>
              <a:gd name="connsiteY78" fmla="*/ 186101 h 1516791"/>
              <a:gd name="connsiteX79" fmla="*/ 2900603 w 3580254"/>
              <a:gd name="connsiteY79" fmla="*/ 357350 h 1516791"/>
              <a:gd name="connsiteX80" fmla="*/ 2565991 w 3580254"/>
              <a:gd name="connsiteY80" fmla="*/ 340242 h 1516791"/>
              <a:gd name="connsiteX81" fmla="*/ 2202686 w 3580254"/>
              <a:gd name="connsiteY81" fmla="*/ 173176 h 1516791"/>
              <a:gd name="connsiteX82" fmla="*/ 1958927 w 3580254"/>
              <a:gd name="connsiteY82" fmla="*/ 143160 h 1516791"/>
              <a:gd name="connsiteX83" fmla="*/ 1998921 w 3580254"/>
              <a:gd name="connsiteY83" fmla="*/ 0 h 1516791"/>
              <a:gd name="connsiteX84" fmla="*/ 1573656 w 3580254"/>
              <a:gd name="connsiteY84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17007 w 3580254"/>
              <a:gd name="connsiteY15" fmla="*/ 709918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36359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32624 w 3580254"/>
              <a:gd name="connsiteY17" fmla="*/ 766071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44946 w 3580254"/>
              <a:gd name="connsiteY82" fmla="*/ 0 h 1516791"/>
              <a:gd name="connsiteX83" fmla="*/ 1573656 w 3580254"/>
              <a:gd name="connsiteY83" fmla="*/ 0 h 1516791"/>
              <a:gd name="connsiteX0" fmla="*/ 1646681 w 3580254"/>
              <a:gd name="connsiteY0" fmla="*/ 0 h 1519966"/>
              <a:gd name="connsiteX1" fmla="*/ 1438939 w 3580254"/>
              <a:gd name="connsiteY1" fmla="*/ 26544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854152 w 3580254"/>
              <a:gd name="connsiteY81" fmla="*/ 193960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33527 w 3580254"/>
              <a:gd name="connsiteY81" fmla="*/ 1717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72081 w 3580254"/>
              <a:gd name="connsiteY0" fmla="*/ 130175 h 1516791"/>
              <a:gd name="connsiteX1" fmla="*/ 1680239 w 3580254"/>
              <a:gd name="connsiteY1" fmla="*/ 19242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545708 w 3580254"/>
              <a:gd name="connsiteY11" fmla="*/ 290402 h 1516791"/>
              <a:gd name="connsiteX12" fmla="*/ 1601529 w 3580254"/>
              <a:gd name="connsiteY12" fmla="*/ 2713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33527 w 3580254"/>
              <a:gd name="connsiteY81" fmla="*/ 168560 h 1516791"/>
              <a:gd name="connsiteX82" fmla="*/ 1944946 w 3580254"/>
              <a:gd name="connsiteY82" fmla="*/ 0 h 1516791"/>
              <a:gd name="connsiteX83" fmla="*/ 1672081 w 3580254"/>
              <a:gd name="connsiteY83" fmla="*/ 130175 h 1516791"/>
              <a:gd name="connsiteX0" fmla="*/ 1672081 w 3580254"/>
              <a:gd name="connsiteY0" fmla="*/ 69850 h 1456466"/>
              <a:gd name="connsiteX1" fmla="*/ 1680239 w 3580254"/>
              <a:gd name="connsiteY1" fmla="*/ 132095 h 1456466"/>
              <a:gd name="connsiteX2" fmla="*/ 1015176 w 3580254"/>
              <a:gd name="connsiteY2" fmla="*/ 247250 h 1456466"/>
              <a:gd name="connsiteX3" fmla="*/ 581246 w 3580254"/>
              <a:gd name="connsiteY3" fmla="*/ 187768 h 1456466"/>
              <a:gd name="connsiteX4" fmla="*/ 311888 w 3580254"/>
              <a:gd name="connsiteY4" fmla="*/ 60177 h 1456466"/>
              <a:gd name="connsiteX5" fmla="*/ 552893 w 3580254"/>
              <a:gd name="connsiteY5" fmla="*/ 224446 h 1456466"/>
              <a:gd name="connsiteX6" fmla="*/ 232679 w 3580254"/>
              <a:gd name="connsiteY6" fmla="*/ 333247 h 1456466"/>
              <a:gd name="connsiteX7" fmla="*/ 573857 w 3580254"/>
              <a:gd name="connsiteY7" fmla="*/ 275604 h 1456466"/>
              <a:gd name="connsiteX8" fmla="*/ 1006549 w 3580254"/>
              <a:gd name="connsiteY8" fmla="*/ 294093 h 1456466"/>
              <a:gd name="connsiteX9" fmla="*/ 772632 w 3580254"/>
              <a:gd name="connsiteY9" fmla="*/ 471303 h 1456466"/>
              <a:gd name="connsiteX10" fmla="*/ 1064794 w 3580254"/>
              <a:gd name="connsiteY10" fmla="*/ 300881 h 1456466"/>
              <a:gd name="connsiteX11" fmla="*/ 1545708 w 3580254"/>
              <a:gd name="connsiteY11" fmla="*/ 230077 h 1456466"/>
              <a:gd name="connsiteX12" fmla="*/ 1601529 w 3580254"/>
              <a:gd name="connsiteY12" fmla="*/ 211027 h 1456466"/>
              <a:gd name="connsiteX13" fmla="*/ 1601972 w 3580254"/>
              <a:gd name="connsiteY13" fmla="*/ 393331 h 1456466"/>
              <a:gd name="connsiteX14" fmla="*/ 1152641 w 3580254"/>
              <a:gd name="connsiteY14" fmla="*/ 731170 h 1456466"/>
              <a:gd name="connsiteX15" fmla="*/ 789578 w 3580254"/>
              <a:gd name="connsiteY15" fmla="*/ 678622 h 1456466"/>
              <a:gd name="connsiteX16" fmla="*/ 378687 w 3580254"/>
              <a:gd name="connsiteY16" fmla="*/ 552398 h 1456466"/>
              <a:gd name="connsiteX17" fmla="*/ 718110 w 3580254"/>
              <a:gd name="connsiteY17" fmla="*/ 710584 h 1456466"/>
              <a:gd name="connsiteX18" fmla="*/ 339353 w 3580254"/>
              <a:gd name="connsiteY18" fmla="*/ 747977 h 1456466"/>
              <a:gd name="connsiteX19" fmla="*/ 787891 w 3580254"/>
              <a:gd name="connsiteY19" fmla="*/ 753863 h 1456466"/>
              <a:gd name="connsiteX20" fmla="*/ 1105786 w 3580254"/>
              <a:gd name="connsiteY20" fmla="*/ 804456 h 1456466"/>
              <a:gd name="connsiteX21" fmla="*/ 709678 w 3580254"/>
              <a:gd name="connsiteY21" fmla="*/ 1052310 h 1456466"/>
              <a:gd name="connsiteX22" fmla="*/ 480327 w 3580254"/>
              <a:gd name="connsiteY22" fmla="*/ 1121391 h 1456466"/>
              <a:gd name="connsiteX23" fmla="*/ 0 w 3580254"/>
              <a:gd name="connsiteY23" fmla="*/ 1194316 h 1456466"/>
              <a:gd name="connsiteX24" fmla="*/ 485758 w 3580254"/>
              <a:gd name="connsiteY24" fmla="*/ 1163620 h 1456466"/>
              <a:gd name="connsiteX25" fmla="*/ 1922 w 3580254"/>
              <a:gd name="connsiteY25" fmla="*/ 1337285 h 1456466"/>
              <a:gd name="connsiteX26" fmla="*/ 494553 w 3580254"/>
              <a:gd name="connsiteY26" fmla="*/ 1205682 h 1456466"/>
              <a:gd name="connsiteX27" fmla="*/ 41207 w 3580254"/>
              <a:gd name="connsiteY27" fmla="*/ 1456466 h 1456466"/>
              <a:gd name="connsiteX28" fmla="*/ 429916 w 3580254"/>
              <a:gd name="connsiteY28" fmla="*/ 1297265 h 1456466"/>
              <a:gd name="connsiteX29" fmla="*/ 632667 w 3580254"/>
              <a:gd name="connsiteY29" fmla="*/ 1161649 h 1456466"/>
              <a:gd name="connsiteX30" fmla="*/ 1006549 w 3580254"/>
              <a:gd name="connsiteY30" fmla="*/ 981666 h 1456466"/>
              <a:gd name="connsiteX31" fmla="*/ 949842 w 3580254"/>
              <a:gd name="connsiteY31" fmla="*/ 1371526 h 1456466"/>
              <a:gd name="connsiteX32" fmla="*/ 1063256 w 3580254"/>
              <a:gd name="connsiteY32" fmla="*/ 974577 h 1456466"/>
              <a:gd name="connsiteX33" fmla="*/ 1282995 w 3580254"/>
              <a:gd name="connsiteY33" fmla="*/ 719396 h 1456466"/>
              <a:gd name="connsiteX34" fmla="*/ 1616149 w 3580254"/>
              <a:gd name="connsiteY34" fmla="*/ 485479 h 1456466"/>
              <a:gd name="connsiteX35" fmla="*/ 1552353 w 3580254"/>
              <a:gd name="connsiteY35" fmla="*/ 854075 h 1456466"/>
              <a:gd name="connsiteX36" fmla="*/ 1375144 w 3580254"/>
              <a:gd name="connsiteY36" fmla="*/ 1059638 h 1456466"/>
              <a:gd name="connsiteX37" fmla="*/ 1594884 w 3580254"/>
              <a:gd name="connsiteY37" fmla="*/ 889517 h 1456466"/>
              <a:gd name="connsiteX38" fmla="*/ 1524000 w 3580254"/>
              <a:gd name="connsiteY38" fmla="*/ 1243935 h 1456466"/>
              <a:gd name="connsiteX39" fmla="*/ 1290084 w 3580254"/>
              <a:gd name="connsiteY39" fmla="*/ 1314819 h 1456466"/>
              <a:gd name="connsiteX40" fmla="*/ 1538177 w 3580254"/>
              <a:gd name="connsiteY40" fmla="*/ 1286466 h 1456466"/>
              <a:gd name="connsiteX41" fmla="*/ 1531088 w 3580254"/>
              <a:gd name="connsiteY41" fmla="*/ 1449498 h 1456466"/>
              <a:gd name="connsiteX42" fmla="*/ 1587795 w 3580254"/>
              <a:gd name="connsiteY42" fmla="*/ 1279377 h 1456466"/>
              <a:gd name="connsiteX43" fmla="*/ 1757916 w 3580254"/>
              <a:gd name="connsiteY43" fmla="*/ 1392791 h 1456466"/>
              <a:gd name="connsiteX44" fmla="*/ 1587795 w 3580254"/>
              <a:gd name="connsiteY44" fmla="*/ 1222670 h 1456466"/>
              <a:gd name="connsiteX45" fmla="*/ 1665767 w 3580254"/>
              <a:gd name="connsiteY45" fmla="*/ 875340 h 1456466"/>
              <a:gd name="connsiteX46" fmla="*/ 1779181 w 3580254"/>
              <a:gd name="connsiteY46" fmla="*/ 1130521 h 1456466"/>
              <a:gd name="connsiteX47" fmla="*/ 1687032 w 3580254"/>
              <a:gd name="connsiteY47" fmla="*/ 790279 h 1456466"/>
              <a:gd name="connsiteX48" fmla="*/ 1743739 w 3580254"/>
              <a:gd name="connsiteY48" fmla="*/ 478391 h 1456466"/>
              <a:gd name="connsiteX49" fmla="*/ 2121466 w 3580254"/>
              <a:gd name="connsiteY49" fmla="*/ 977220 h 1456466"/>
              <a:gd name="connsiteX50" fmla="*/ 2474924 w 3580254"/>
              <a:gd name="connsiteY50" fmla="*/ 1262436 h 1456466"/>
              <a:gd name="connsiteX51" fmla="*/ 2895300 w 3580254"/>
              <a:gd name="connsiteY51" fmla="*/ 1359872 h 1456466"/>
              <a:gd name="connsiteX52" fmla="*/ 2489100 w 3580254"/>
              <a:gd name="connsiteY52" fmla="*/ 1208373 h 1456466"/>
              <a:gd name="connsiteX53" fmla="*/ 2906233 w 3580254"/>
              <a:gd name="connsiteY53" fmla="*/ 1215582 h 1456466"/>
              <a:gd name="connsiteX54" fmla="*/ 2447171 w 3580254"/>
              <a:gd name="connsiteY54" fmla="*/ 1159476 h 1456466"/>
              <a:gd name="connsiteX55" fmla="*/ 2170964 w 3580254"/>
              <a:gd name="connsiteY55" fmla="*/ 933489 h 1456466"/>
              <a:gd name="connsiteX56" fmla="*/ 1821711 w 3580254"/>
              <a:gd name="connsiteY56" fmla="*/ 435861 h 1456466"/>
              <a:gd name="connsiteX57" fmla="*/ 2544725 w 3580254"/>
              <a:gd name="connsiteY57" fmla="*/ 854075 h 1456466"/>
              <a:gd name="connsiteX58" fmla="*/ 3260651 w 3580254"/>
              <a:gd name="connsiteY58" fmla="*/ 967489 h 1456466"/>
              <a:gd name="connsiteX59" fmla="*/ 3543282 w 3580254"/>
              <a:gd name="connsiteY59" fmla="*/ 1123768 h 1456466"/>
              <a:gd name="connsiteX60" fmla="*/ 3296093 w 3580254"/>
              <a:gd name="connsiteY60" fmla="*/ 939135 h 1456466"/>
              <a:gd name="connsiteX61" fmla="*/ 3572539 w 3580254"/>
              <a:gd name="connsiteY61" fmla="*/ 832810 h 1456466"/>
              <a:gd name="connsiteX62" fmla="*/ 3232298 w 3580254"/>
              <a:gd name="connsiteY62" fmla="*/ 882428 h 1456466"/>
              <a:gd name="connsiteX63" fmla="*/ 2530549 w 3580254"/>
              <a:gd name="connsiteY63" fmla="*/ 769014 h 1456466"/>
              <a:gd name="connsiteX64" fmla="*/ 1828174 w 3580254"/>
              <a:gd name="connsiteY64" fmla="*/ 355142 h 1456466"/>
              <a:gd name="connsiteX65" fmla="*/ 1937461 w 3580254"/>
              <a:gd name="connsiteY65" fmla="*/ 139150 h 1456466"/>
              <a:gd name="connsiteX66" fmla="*/ 2199455 w 3580254"/>
              <a:gd name="connsiteY66" fmla="*/ 180704 h 1456466"/>
              <a:gd name="connsiteX67" fmla="*/ 2409476 w 3580254"/>
              <a:gd name="connsiteY67" fmla="*/ 303486 h 1456466"/>
              <a:gd name="connsiteX68" fmla="*/ 2470867 w 3580254"/>
              <a:gd name="connsiteY68" fmla="*/ 510276 h 1456466"/>
              <a:gd name="connsiteX69" fmla="*/ 2454712 w 3580254"/>
              <a:gd name="connsiteY69" fmla="*/ 313179 h 1456466"/>
              <a:gd name="connsiteX70" fmla="*/ 2573079 w 3580254"/>
              <a:gd name="connsiteY70" fmla="*/ 364977 h 1456466"/>
              <a:gd name="connsiteX71" fmla="*/ 3117436 w 3580254"/>
              <a:gd name="connsiteY71" fmla="*/ 371383 h 1456466"/>
              <a:gd name="connsiteX72" fmla="*/ 3578376 w 3580254"/>
              <a:gd name="connsiteY72" fmla="*/ 454321 h 1456466"/>
              <a:gd name="connsiteX73" fmla="*/ 3180035 w 3580254"/>
              <a:gd name="connsiteY73" fmla="*/ 341069 h 1456466"/>
              <a:gd name="connsiteX74" fmla="*/ 3580254 w 3580254"/>
              <a:gd name="connsiteY74" fmla="*/ 218751 h 1456466"/>
              <a:gd name="connsiteX75" fmla="*/ 3165258 w 3580254"/>
              <a:gd name="connsiteY75" fmla="*/ 297938 h 1456466"/>
              <a:gd name="connsiteX76" fmla="*/ 2949069 w 3580254"/>
              <a:gd name="connsiteY76" fmla="*/ 297024 h 1456466"/>
              <a:gd name="connsiteX77" fmla="*/ 3000767 w 3580254"/>
              <a:gd name="connsiteY77" fmla="*/ 125776 h 1456466"/>
              <a:gd name="connsiteX78" fmla="*/ 2900603 w 3580254"/>
              <a:gd name="connsiteY78" fmla="*/ 297025 h 1456466"/>
              <a:gd name="connsiteX79" fmla="*/ 2565991 w 3580254"/>
              <a:gd name="connsiteY79" fmla="*/ 279917 h 1456466"/>
              <a:gd name="connsiteX80" fmla="*/ 2202686 w 3580254"/>
              <a:gd name="connsiteY80" fmla="*/ 112851 h 1456466"/>
              <a:gd name="connsiteX81" fmla="*/ 1933527 w 3580254"/>
              <a:gd name="connsiteY81" fmla="*/ 108235 h 1456466"/>
              <a:gd name="connsiteX82" fmla="*/ 1998921 w 3580254"/>
              <a:gd name="connsiteY82" fmla="*/ 0 h 1456466"/>
              <a:gd name="connsiteX83" fmla="*/ 1672081 w 3580254"/>
              <a:gd name="connsiteY83" fmla="*/ 69850 h 1456466"/>
              <a:gd name="connsiteX0" fmla="*/ 1672081 w 3580254"/>
              <a:gd name="connsiteY0" fmla="*/ 9673 h 1396289"/>
              <a:gd name="connsiteX1" fmla="*/ 1680239 w 3580254"/>
              <a:gd name="connsiteY1" fmla="*/ 71918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72081 w 3580254"/>
              <a:gd name="connsiteY0" fmla="*/ 9673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29439 w 3580254"/>
              <a:gd name="connsiteY1" fmla="*/ 8779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381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118769 w 3580254"/>
              <a:gd name="connsiteY10" fmla="*/ 2280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573857 w 3580254"/>
              <a:gd name="connsiteY7" fmla="*/ 205754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599056 w 3580254"/>
              <a:gd name="connsiteY0" fmla="*/ 635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599056 w 3580254"/>
              <a:gd name="connsiteY83" fmla="*/ 63500 h 1386616"/>
              <a:gd name="connsiteX0" fmla="*/ 1649856 w 3580254"/>
              <a:gd name="connsiteY0" fmla="*/ 127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49856 w 3580254"/>
              <a:gd name="connsiteY83" fmla="*/ 12700 h 1386616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16149 w 3580254"/>
              <a:gd name="connsiteY34" fmla="*/ 41245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85999 w 3580254"/>
              <a:gd name="connsiteY34" fmla="*/ 39975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86410 w 3580254"/>
              <a:gd name="connsiteY65" fmla="*/ 165652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74725 w 3580254"/>
              <a:gd name="connsiteY64" fmla="*/ 30206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06008 w 3580254"/>
              <a:gd name="connsiteY11" fmla="*/ 15387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51062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31713 w 3580254"/>
              <a:gd name="connsiteY64" fmla="*/ 127734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81936 w 3580254"/>
              <a:gd name="connsiteY64" fmla="*/ 3647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72446 w 3580254"/>
              <a:gd name="connsiteY65" fmla="*/ 123500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66949 w 3580254"/>
              <a:gd name="connsiteY33" fmla="*/ 380704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0866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70208 w 3580254"/>
              <a:gd name="connsiteY79" fmla="*/ 120200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883486 w 3580254"/>
              <a:gd name="connsiteY46" fmla="*/ 9806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73961 w 3580254"/>
              <a:gd name="connsiteY47" fmla="*/ 96796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20011 w 3580254"/>
              <a:gd name="connsiteY46" fmla="*/ 1012417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73986 w 3580254"/>
              <a:gd name="connsiteY47" fmla="*/ 100289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102561 w 3580254"/>
              <a:gd name="connsiteY47" fmla="*/ 106321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064931 w 3580254"/>
              <a:gd name="connsiteY45" fmla="*/ 1228946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3580254" h="1383441">
                <a:moveTo>
                  <a:pt x="1649856" y="9525"/>
                </a:moveTo>
                <a:cubicBezTo>
                  <a:pt x="1650459" y="34507"/>
                  <a:pt x="1644652" y="33069"/>
                  <a:pt x="1645255" y="58051"/>
                </a:cubicBezTo>
                <a:lnTo>
                  <a:pt x="1015176" y="174225"/>
                </a:lnTo>
                <a:lnTo>
                  <a:pt x="581246" y="114743"/>
                </a:lnTo>
                <a:lnTo>
                  <a:pt x="226163" y="72877"/>
                </a:lnTo>
                <a:lnTo>
                  <a:pt x="565593" y="157771"/>
                </a:lnTo>
                <a:lnTo>
                  <a:pt x="232679" y="260222"/>
                </a:lnTo>
                <a:lnTo>
                  <a:pt x="624657" y="186704"/>
                </a:lnTo>
                <a:lnTo>
                  <a:pt x="1006549" y="221068"/>
                </a:lnTo>
                <a:lnTo>
                  <a:pt x="772632" y="398278"/>
                </a:lnTo>
                <a:lnTo>
                  <a:pt x="1118769" y="215156"/>
                </a:lnTo>
                <a:lnTo>
                  <a:pt x="1386958" y="147527"/>
                </a:lnTo>
                <a:lnTo>
                  <a:pt x="1651579" y="93852"/>
                </a:lnTo>
                <a:cubicBezTo>
                  <a:pt x="1612526" y="178955"/>
                  <a:pt x="1296308" y="572854"/>
                  <a:pt x="1152641" y="658145"/>
                </a:cubicBezTo>
                <a:lnTo>
                  <a:pt x="789578" y="605597"/>
                </a:lnTo>
                <a:lnTo>
                  <a:pt x="378687" y="479373"/>
                </a:lnTo>
                <a:lnTo>
                  <a:pt x="718110" y="637559"/>
                </a:lnTo>
                <a:lnTo>
                  <a:pt x="339353" y="674952"/>
                </a:lnTo>
                <a:lnTo>
                  <a:pt x="787891" y="680838"/>
                </a:lnTo>
                <a:lnTo>
                  <a:pt x="1129062" y="714805"/>
                </a:lnTo>
                <a:lnTo>
                  <a:pt x="709678" y="979285"/>
                </a:lnTo>
                <a:lnTo>
                  <a:pt x="480327" y="1048366"/>
                </a:lnTo>
                <a:lnTo>
                  <a:pt x="0" y="1121291"/>
                </a:lnTo>
                <a:lnTo>
                  <a:pt x="485758" y="1090595"/>
                </a:lnTo>
                <a:lnTo>
                  <a:pt x="1922" y="1264260"/>
                </a:lnTo>
                <a:lnTo>
                  <a:pt x="494553" y="1132657"/>
                </a:lnTo>
                <a:lnTo>
                  <a:pt x="41207" y="1383441"/>
                </a:lnTo>
                <a:lnTo>
                  <a:pt x="429916" y="1224240"/>
                </a:lnTo>
                <a:lnTo>
                  <a:pt x="632667" y="1088624"/>
                </a:lnTo>
                <a:lnTo>
                  <a:pt x="976623" y="875390"/>
                </a:lnTo>
                <a:lnTo>
                  <a:pt x="949842" y="1298501"/>
                </a:lnTo>
                <a:lnTo>
                  <a:pt x="1030006" y="871627"/>
                </a:lnTo>
                <a:lnTo>
                  <a:pt x="1282995" y="646371"/>
                </a:lnTo>
                <a:lnTo>
                  <a:pt x="1654009" y="290127"/>
                </a:lnTo>
                <a:lnTo>
                  <a:pt x="1619028" y="708025"/>
                </a:lnTo>
                <a:lnTo>
                  <a:pt x="1375144" y="986613"/>
                </a:lnTo>
                <a:lnTo>
                  <a:pt x="1620284" y="768867"/>
                </a:lnTo>
                <a:lnTo>
                  <a:pt x="1539875" y="1107410"/>
                </a:lnTo>
                <a:lnTo>
                  <a:pt x="1290084" y="1241794"/>
                </a:lnTo>
                <a:lnTo>
                  <a:pt x="1538177" y="1153116"/>
                </a:lnTo>
                <a:lnTo>
                  <a:pt x="1531088" y="1376473"/>
                </a:lnTo>
                <a:lnTo>
                  <a:pt x="1571920" y="1155552"/>
                </a:lnTo>
                <a:cubicBezTo>
                  <a:pt x="1628627" y="1193357"/>
                  <a:pt x="1756858" y="1328159"/>
                  <a:pt x="1757916" y="1319766"/>
                </a:cubicBezTo>
                <a:cubicBezTo>
                  <a:pt x="1758974" y="1311373"/>
                  <a:pt x="1638152" y="1176719"/>
                  <a:pt x="1578270" y="1105195"/>
                </a:cubicBezTo>
                <a:lnTo>
                  <a:pt x="1653067" y="764215"/>
                </a:lnTo>
                <a:lnTo>
                  <a:pt x="2064931" y="1228946"/>
                </a:lnTo>
                <a:lnTo>
                  <a:pt x="1908886" y="1002892"/>
                </a:lnTo>
                <a:lnTo>
                  <a:pt x="2061286" y="1021942"/>
                </a:lnTo>
                <a:lnTo>
                  <a:pt x="1873961" y="967967"/>
                </a:lnTo>
                <a:lnTo>
                  <a:pt x="1687032" y="717254"/>
                </a:lnTo>
                <a:lnTo>
                  <a:pt x="1735352" y="307540"/>
                </a:lnTo>
                <a:lnTo>
                  <a:pt x="2121466" y="904195"/>
                </a:lnTo>
                <a:lnTo>
                  <a:pt x="2474924" y="1189411"/>
                </a:lnTo>
                <a:lnTo>
                  <a:pt x="2895300" y="1286847"/>
                </a:lnTo>
                <a:lnTo>
                  <a:pt x="2489100" y="1135348"/>
                </a:lnTo>
                <a:lnTo>
                  <a:pt x="2906233" y="1142557"/>
                </a:lnTo>
                <a:lnTo>
                  <a:pt x="2447171" y="1086451"/>
                </a:lnTo>
                <a:lnTo>
                  <a:pt x="2170964" y="860464"/>
                </a:lnTo>
                <a:lnTo>
                  <a:pt x="1826025" y="280885"/>
                </a:lnTo>
                <a:lnTo>
                  <a:pt x="2544725" y="781050"/>
                </a:lnTo>
                <a:lnTo>
                  <a:pt x="3260651" y="894464"/>
                </a:lnTo>
                <a:lnTo>
                  <a:pt x="3543282" y="1050743"/>
                </a:lnTo>
                <a:lnTo>
                  <a:pt x="3282792" y="869435"/>
                </a:lnTo>
                <a:lnTo>
                  <a:pt x="3572539" y="759785"/>
                </a:lnTo>
                <a:lnTo>
                  <a:pt x="3252248" y="836004"/>
                </a:lnTo>
                <a:lnTo>
                  <a:pt x="2558138" y="721602"/>
                </a:lnTo>
                <a:cubicBezTo>
                  <a:pt x="2278033" y="546087"/>
                  <a:pt x="2373272" y="599470"/>
                  <a:pt x="2063322" y="300498"/>
                </a:cubicBezTo>
                <a:cubicBezTo>
                  <a:pt x="1949784" y="25078"/>
                  <a:pt x="1990330" y="153260"/>
                  <a:pt x="1995737" y="129155"/>
                </a:cubicBezTo>
                <a:lnTo>
                  <a:pt x="2250375" y="165071"/>
                </a:lnTo>
                <a:lnTo>
                  <a:pt x="2400662" y="209658"/>
                </a:lnTo>
                <a:lnTo>
                  <a:pt x="2470867" y="437251"/>
                </a:lnTo>
                <a:lnTo>
                  <a:pt x="2454712" y="240154"/>
                </a:lnTo>
                <a:lnTo>
                  <a:pt x="2595473" y="269559"/>
                </a:lnTo>
                <a:lnTo>
                  <a:pt x="3117436" y="298358"/>
                </a:lnTo>
                <a:lnTo>
                  <a:pt x="3578376" y="381296"/>
                </a:lnTo>
                <a:lnTo>
                  <a:pt x="3180035" y="268044"/>
                </a:lnTo>
                <a:lnTo>
                  <a:pt x="3580254" y="145726"/>
                </a:lnTo>
                <a:lnTo>
                  <a:pt x="3165258" y="224913"/>
                </a:lnTo>
                <a:lnTo>
                  <a:pt x="2949069" y="223999"/>
                </a:lnTo>
                <a:lnTo>
                  <a:pt x="3070617" y="68626"/>
                </a:lnTo>
                <a:lnTo>
                  <a:pt x="2900603" y="224000"/>
                </a:lnTo>
                <a:lnTo>
                  <a:pt x="2562461" y="192770"/>
                </a:lnTo>
                <a:lnTo>
                  <a:pt x="2280799" y="106078"/>
                </a:lnTo>
                <a:lnTo>
                  <a:pt x="1968452" y="66960"/>
                </a:lnTo>
                <a:cubicBezTo>
                  <a:pt x="1969083" y="45698"/>
                  <a:pt x="1953840" y="21262"/>
                  <a:pt x="1954471" y="0"/>
                </a:cubicBezTo>
                <a:lnTo>
                  <a:pt x="1649856" y="9525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Triangle 4">
            <a:extLst>
              <a:ext uri="{FF2B5EF4-FFF2-40B4-BE49-F238E27FC236}">
                <a16:creationId xmlns:a16="http://schemas.microsoft.com/office/drawing/2014/main" id="{042C12A7-27BA-BE41-9B2D-974D0C41D3A4}"/>
              </a:ext>
            </a:extLst>
          </p:cNvPr>
          <p:cNvSpPr/>
          <p:nvPr/>
        </p:nvSpPr>
        <p:spPr>
          <a:xfrm>
            <a:off x="2300341" y="2277448"/>
            <a:ext cx="4088364" cy="1897323"/>
          </a:xfrm>
          <a:prstGeom prst="triangle">
            <a:avLst/>
          </a:pr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Triangle 263">
            <a:extLst>
              <a:ext uri="{FF2B5EF4-FFF2-40B4-BE49-F238E27FC236}">
                <a16:creationId xmlns:a16="http://schemas.microsoft.com/office/drawing/2014/main" id="{426CEAB0-C716-2F44-A508-CB31CB0A28DF}"/>
              </a:ext>
            </a:extLst>
          </p:cNvPr>
          <p:cNvSpPr/>
          <p:nvPr/>
        </p:nvSpPr>
        <p:spPr>
          <a:xfrm>
            <a:off x="2534549" y="1485130"/>
            <a:ext cx="3498807" cy="1897323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Triangle 264">
            <a:extLst>
              <a:ext uri="{FF2B5EF4-FFF2-40B4-BE49-F238E27FC236}">
                <a16:creationId xmlns:a16="http://schemas.microsoft.com/office/drawing/2014/main" id="{ECE21DB0-6E68-E14B-9449-FAB63826C6A1}"/>
              </a:ext>
            </a:extLst>
          </p:cNvPr>
          <p:cNvSpPr/>
          <p:nvPr/>
        </p:nvSpPr>
        <p:spPr>
          <a:xfrm>
            <a:off x="2737088" y="690617"/>
            <a:ext cx="2988966" cy="1897323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Triangle 264">
            <a:extLst>
              <a:ext uri="{FF2B5EF4-FFF2-40B4-BE49-F238E27FC236}">
                <a16:creationId xmlns:a16="http://schemas.microsoft.com/office/drawing/2014/main" id="{95F99B01-139B-9143-A081-4E16794C1C84}"/>
              </a:ext>
            </a:extLst>
          </p:cNvPr>
          <p:cNvSpPr/>
          <p:nvPr/>
        </p:nvSpPr>
        <p:spPr>
          <a:xfrm>
            <a:off x="2921755" y="485220"/>
            <a:ext cx="2524113" cy="131559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Triangle 8">
            <a:extLst>
              <a:ext uri="{FF2B5EF4-FFF2-40B4-BE49-F238E27FC236}">
                <a16:creationId xmlns:a16="http://schemas.microsoft.com/office/drawing/2014/main" id="{DA93E840-1BCA-4344-B7E2-4D0265CB34FF}"/>
              </a:ext>
            </a:extLst>
          </p:cNvPr>
          <p:cNvSpPr/>
          <p:nvPr/>
        </p:nvSpPr>
        <p:spPr>
          <a:xfrm>
            <a:off x="2751864" y="2573645"/>
            <a:ext cx="3159896" cy="1436248"/>
          </a:xfrm>
          <a:prstGeom prst="triangle">
            <a:avLst/>
          </a:pr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Triangle 263">
            <a:extLst>
              <a:ext uri="{FF2B5EF4-FFF2-40B4-BE49-F238E27FC236}">
                <a16:creationId xmlns:a16="http://schemas.microsoft.com/office/drawing/2014/main" id="{6C154933-F02A-1E45-8115-AD6E2C80341F}"/>
              </a:ext>
            </a:extLst>
          </p:cNvPr>
          <p:cNvSpPr/>
          <p:nvPr/>
        </p:nvSpPr>
        <p:spPr>
          <a:xfrm>
            <a:off x="2968155" y="1803418"/>
            <a:ext cx="2637493" cy="1430251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Triangle 264">
            <a:extLst>
              <a:ext uri="{FF2B5EF4-FFF2-40B4-BE49-F238E27FC236}">
                <a16:creationId xmlns:a16="http://schemas.microsoft.com/office/drawing/2014/main" id="{CFCEE607-CC86-1747-8133-DCBDD6A86403}"/>
              </a:ext>
            </a:extLst>
          </p:cNvPr>
          <p:cNvSpPr/>
          <p:nvPr/>
        </p:nvSpPr>
        <p:spPr>
          <a:xfrm>
            <a:off x="3158031" y="1005396"/>
            <a:ext cx="2209812" cy="140273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Freeform 11">
            <a:extLst>
              <a:ext uri="{FF2B5EF4-FFF2-40B4-BE49-F238E27FC236}">
                <a16:creationId xmlns:a16="http://schemas.microsoft.com/office/drawing/2014/main" id="{C06292AE-B098-8444-9B4E-D8CE201ADEDC}"/>
              </a:ext>
            </a:extLst>
          </p:cNvPr>
          <p:cNvSpPr/>
          <p:nvPr/>
        </p:nvSpPr>
        <p:spPr>
          <a:xfrm>
            <a:off x="4130695" y="4790189"/>
            <a:ext cx="424278" cy="642256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riangle 264">
            <a:extLst>
              <a:ext uri="{FF2B5EF4-FFF2-40B4-BE49-F238E27FC236}">
                <a16:creationId xmlns:a16="http://schemas.microsoft.com/office/drawing/2014/main" id="{3E6B4AE5-C9C2-7D4E-9F9B-A5364B3C81B6}"/>
              </a:ext>
            </a:extLst>
          </p:cNvPr>
          <p:cNvSpPr/>
          <p:nvPr/>
        </p:nvSpPr>
        <p:spPr>
          <a:xfrm>
            <a:off x="3200228" y="289820"/>
            <a:ext cx="1823132" cy="803749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riangle 264">
            <a:extLst>
              <a:ext uri="{FF2B5EF4-FFF2-40B4-BE49-F238E27FC236}">
                <a16:creationId xmlns:a16="http://schemas.microsoft.com/office/drawing/2014/main" id="{B0B412D1-0B9D-4142-9143-6646C019EFB9}"/>
              </a:ext>
            </a:extLst>
          </p:cNvPr>
          <p:cNvSpPr/>
          <p:nvPr/>
        </p:nvSpPr>
        <p:spPr>
          <a:xfrm>
            <a:off x="3549059" y="481437"/>
            <a:ext cx="1124062" cy="49555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3956 w 1376149"/>
              <a:gd name="connsiteY3" fmla="*/ 104751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1872 w 1376149"/>
              <a:gd name="connsiteY3" fmla="*/ 1001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Triangle 264">
            <a:extLst>
              <a:ext uri="{FF2B5EF4-FFF2-40B4-BE49-F238E27FC236}">
                <a16:creationId xmlns:a16="http://schemas.microsoft.com/office/drawing/2014/main" id="{F7A011FA-62EB-FC40-8EAA-FEFBF8D1FF31}"/>
              </a:ext>
            </a:extLst>
          </p:cNvPr>
          <p:cNvSpPr/>
          <p:nvPr/>
        </p:nvSpPr>
        <p:spPr>
          <a:xfrm>
            <a:off x="3344674" y="755992"/>
            <a:ext cx="1715269" cy="89401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17D5A6AB-15FD-0A4A-BF06-85C4A945743C}"/>
              </a:ext>
            </a:extLst>
          </p:cNvPr>
          <p:cNvSpPr/>
          <p:nvPr/>
        </p:nvSpPr>
        <p:spPr>
          <a:xfrm rot="10800000">
            <a:off x="4149487" y="3996963"/>
            <a:ext cx="424278" cy="851038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" name="TextBox 27">
            <a:extLst>
              <a:ext uri="{FF2B5EF4-FFF2-40B4-BE49-F238E27FC236}">
                <a16:creationId xmlns:a16="http://schemas.microsoft.com/office/drawing/2014/main" id="{A301A6FB-A58F-8446-B096-401CA60487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4176" y="5534892"/>
            <a:ext cx="1399316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Coarse Root Pool</a:t>
            </a:r>
          </a:p>
        </p:txBody>
      </p:sp>
      <p:sp>
        <p:nvSpPr>
          <p:cNvPr id="18" name="TextBox 34">
            <a:extLst>
              <a:ext uri="{FF2B5EF4-FFF2-40B4-BE49-F238E27FC236}">
                <a16:creationId xmlns:a16="http://schemas.microsoft.com/office/drawing/2014/main" id="{B9A38351-093D-9344-ABB0-2FF6EEEB3E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7611" y="3794696"/>
            <a:ext cx="832279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Leaf Pool</a:t>
            </a:r>
          </a:p>
        </p:txBody>
      </p:sp>
      <p:sp>
        <p:nvSpPr>
          <p:cNvPr id="19" name="TextBox 50">
            <a:extLst>
              <a:ext uri="{FF2B5EF4-FFF2-40B4-BE49-F238E27FC236}">
                <a16:creationId xmlns:a16="http://schemas.microsoft.com/office/drawing/2014/main" id="{7845AA50-76E3-2549-8F73-DF951763E9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73929" y="4892552"/>
            <a:ext cx="1091390" cy="461665"/>
          </a:xfrm>
          <a:prstGeom prst="rect">
            <a:avLst/>
          </a:prstGeom>
          <a:solidFill>
            <a:srgbClr val="E1DCB2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Coarse Dead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Biomass</a:t>
            </a: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" name="TextBox 51">
            <a:extLst>
              <a:ext uri="{FF2B5EF4-FFF2-40B4-BE49-F238E27FC236}">
                <a16:creationId xmlns:a16="http://schemas.microsoft.com/office/drawing/2014/main" id="{A7BC1C87-A807-DB4F-A5E0-5D478A2A77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1308" y="5630337"/>
            <a:ext cx="827088" cy="276225"/>
          </a:xfrm>
          <a:prstGeom prst="rect">
            <a:avLst/>
          </a:prstGeom>
          <a:solidFill>
            <a:srgbClr val="E1DCB2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Soil Litter</a:t>
            </a:r>
          </a:p>
        </p:txBody>
      </p:sp>
      <p:sp>
        <p:nvSpPr>
          <p:cNvPr id="21" name="TextBox 53">
            <a:extLst>
              <a:ext uri="{FF2B5EF4-FFF2-40B4-BE49-F238E27FC236}">
                <a16:creationId xmlns:a16="http://schemas.microsoft.com/office/drawing/2014/main" id="{B7E86ED8-9ED9-0544-9E42-26349D7695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0184" y="6483420"/>
            <a:ext cx="1057275" cy="277813"/>
          </a:xfrm>
          <a:prstGeom prst="rect">
            <a:avLst/>
          </a:prstGeom>
          <a:solidFill>
            <a:srgbClr val="E1DCB2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Soil Passive</a:t>
            </a:r>
          </a:p>
        </p:txBody>
      </p:sp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1F34B0FA-7E82-4F42-92AF-50FAC9B0A39D}"/>
              </a:ext>
            </a:extLst>
          </p:cNvPr>
          <p:cNvCxnSpPr>
            <a:cxnSpLocks/>
            <a:stCxn id="86" idx="3"/>
          </p:cNvCxnSpPr>
          <p:nvPr/>
        </p:nvCxnSpPr>
        <p:spPr>
          <a:xfrm>
            <a:off x="5726054" y="4686298"/>
            <a:ext cx="247751" cy="209097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CB75E81D-1D5F-AA4D-9AD3-5AEAF72378CC}"/>
              </a:ext>
            </a:extLst>
          </p:cNvPr>
          <p:cNvCxnSpPr>
            <a:cxnSpLocks/>
          </p:cNvCxnSpPr>
          <p:nvPr/>
        </p:nvCxnSpPr>
        <p:spPr>
          <a:xfrm>
            <a:off x="5893492" y="5663232"/>
            <a:ext cx="627816" cy="95058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" name="Elbow Connector 23">
            <a:extLst>
              <a:ext uri="{FF2B5EF4-FFF2-40B4-BE49-F238E27FC236}">
                <a16:creationId xmlns:a16="http://schemas.microsoft.com/office/drawing/2014/main" id="{6BCF9666-A832-254B-87B9-B9B95F71655D}"/>
              </a:ext>
            </a:extLst>
          </p:cNvPr>
          <p:cNvCxnSpPr>
            <a:cxnSpLocks/>
          </p:cNvCxnSpPr>
          <p:nvPr/>
        </p:nvCxnSpPr>
        <p:spPr>
          <a:xfrm rot="16200000" flipH="1">
            <a:off x="7467382" y="6348565"/>
            <a:ext cx="254338" cy="171266"/>
          </a:xfrm>
          <a:prstGeom prst="bentConnector2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5" name="Elbow Connector 24">
            <a:extLst>
              <a:ext uri="{FF2B5EF4-FFF2-40B4-BE49-F238E27FC236}">
                <a16:creationId xmlns:a16="http://schemas.microsoft.com/office/drawing/2014/main" id="{0E5E153F-0193-294D-8C14-E28E01E00B44}"/>
              </a:ext>
            </a:extLst>
          </p:cNvPr>
          <p:cNvCxnSpPr>
            <a:stCxn id="21" idx="0"/>
            <a:endCxn id="85" idx="3"/>
          </p:cNvCxnSpPr>
          <p:nvPr/>
        </p:nvCxnSpPr>
        <p:spPr>
          <a:xfrm rot="16200000" flipV="1">
            <a:off x="7938372" y="6212969"/>
            <a:ext cx="253930" cy="286971"/>
          </a:xfrm>
          <a:prstGeom prst="bentConnector2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6" name="Elbow Connector 25">
            <a:extLst>
              <a:ext uri="{FF2B5EF4-FFF2-40B4-BE49-F238E27FC236}">
                <a16:creationId xmlns:a16="http://schemas.microsoft.com/office/drawing/2014/main" id="{CF926C3F-9FCA-F943-9E96-27A368E643F4}"/>
              </a:ext>
            </a:extLst>
          </p:cNvPr>
          <p:cNvCxnSpPr>
            <a:cxnSpLocks/>
          </p:cNvCxnSpPr>
          <p:nvPr/>
        </p:nvCxnSpPr>
        <p:spPr>
          <a:xfrm>
            <a:off x="3198955" y="5313472"/>
            <a:ext cx="4470485" cy="1440653"/>
          </a:xfrm>
          <a:prstGeom prst="bentConnector3">
            <a:avLst>
              <a:gd name="adj1" fmla="val 2274"/>
            </a:avLst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7" name="Straight Arrow Connector 26">
            <a:extLst>
              <a:ext uri="{FF2B5EF4-FFF2-40B4-BE49-F238E27FC236}">
                <a16:creationId xmlns:a16="http://schemas.microsoft.com/office/drawing/2014/main" id="{46986286-37A5-2549-8561-BFF0EDE4D0F6}"/>
              </a:ext>
            </a:extLst>
          </p:cNvPr>
          <p:cNvCxnSpPr>
            <a:cxnSpLocks/>
            <a:stCxn id="19" idx="1"/>
            <a:endCxn id="90" idx="3"/>
          </p:cNvCxnSpPr>
          <p:nvPr/>
        </p:nvCxnSpPr>
        <p:spPr>
          <a:xfrm flipH="1">
            <a:off x="3755280" y="5123385"/>
            <a:ext cx="1918649" cy="328323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sp>
        <p:nvSpPr>
          <p:cNvPr id="28" name="Freeform 27">
            <a:extLst>
              <a:ext uri="{FF2B5EF4-FFF2-40B4-BE49-F238E27FC236}">
                <a16:creationId xmlns:a16="http://schemas.microsoft.com/office/drawing/2014/main" id="{2C39F0B3-CF78-F944-A311-30A0CF286878}"/>
              </a:ext>
            </a:extLst>
          </p:cNvPr>
          <p:cNvSpPr/>
          <p:nvPr/>
        </p:nvSpPr>
        <p:spPr>
          <a:xfrm>
            <a:off x="5302456" y="5238587"/>
            <a:ext cx="119062" cy="303213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" name="Freeform 28">
            <a:extLst>
              <a:ext uri="{FF2B5EF4-FFF2-40B4-BE49-F238E27FC236}">
                <a16:creationId xmlns:a16="http://schemas.microsoft.com/office/drawing/2014/main" id="{8633617C-51DD-3941-81F5-D1EABE1E3D5E}"/>
              </a:ext>
            </a:extLst>
          </p:cNvPr>
          <p:cNvSpPr/>
          <p:nvPr/>
        </p:nvSpPr>
        <p:spPr>
          <a:xfrm>
            <a:off x="6547980" y="4508045"/>
            <a:ext cx="136525" cy="387350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800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0" name="Freeform 29">
            <a:extLst>
              <a:ext uri="{FF2B5EF4-FFF2-40B4-BE49-F238E27FC236}">
                <a16:creationId xmlns:a16="http://schemas.microsoft.com/office/drawing/2014/main" id="{CACCC2F4-69CF-BF44-9858-D7497FF6B962}"/>
              </a:ext>
            </a:extLst>
          </p:cNvPr>
          <p:cNvSpPr/>
          <p:nvPr/>
        </p:nvSpPr>
        <p:spPr>
          <a:xfrm>
            <a:off x="7156474" y="5358433"/>
            <a:ext cx="93663" cy="279400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800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1" name="Freeform 30">
            <a:extLst>
              <a:ext uri="{FF2B5EF4-FFF2-40B4-BE49-F238E27FC236}">
                <a16:creationId xmlns:a16="http://schemas.microsoft.com/office/drawing/2014/main" id="{DFE6CBAA-6CCE-6546-9796-86BAA03D2A7F}"/>
              </a:ext>
            </a:extLst>
          </p:cNvPr>
          <p:cNvSpPr/>
          <p:nvPr/>
        </p:nvSpPr>
        <p:spPr>
          <a:xfrm>
            <a:off x="7686534" y="5646104"/>
            <a:ext cx="114300" cy="440654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800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" name="Freeform 31">
            <a:extLst>
              <a:ext uri="{FF2B5EF4-FFF2-40B4-BE49-F238E27FC236}">
                <a16:creationId xmlns:a16="http://schemas.microsoft.com/office/drawing/2014/main" id="{8F0D4267-B696-3344-81F9-17A9B51AAB20}"/>
              </a:ext>
            </a:extLst>
          </p:cNvPr>
          <p:cNvSpPr/>
          <p:nvPr/>
        </p:nvSpPr>
        <p:spPr>
          <a:xfrm>
            <a:off x="8453297" y="6013748"/>
            <a:ext cx="112712" cy="456972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800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" name="TextBox 106">
            <a:extLst>
              <a:ext uri="{FF2B5EF4-FFF2-40B4-BE49-F238E27FC236}">
                <a16:creationId xmlns:a16="http://schemas.microsoft.com/office/drawing/2014/main" id="{59962FFC-010F-CD4B-BD36-4487DAFA3A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51942" y="5057177"/>
            <a:ext cx="1965603" cy="461665"/>
          </a:xfrm>
          <a:prstGeom prst="rect">
            <a:avLst/>
          </a:prstGeom>
          <a:noFill/>
          <a:ln w="19050">
            <a:solidFill>
              <a:srgbClr val="9E160D"/>
            </a:solidFill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defTabSz="914400" eaLnBrk="1" hangingPunct="1"/>
            <a:r>
              <a:rPr lang="en-US" sz="1200" dirty="0">
                <a:solidFill>
                  <a:srgbClr val="9E160D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Heterotrophic</a:t>
            </a:r>
            <a:r>
              <a:rPr lang="en-US" sz="12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Respiration:</a:t>
            </a:r>
          </a:p>
          <a:p>
            <a:pPr algn="ctr" defTabSz="914400" eaLnBrk="1" hangingPunct="1"/>
            <a:r>
              <a:rPr lang="en-US" sz="12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</a:t>
            </a:r>
            <a:r>
              <a:rPr lang="en-US" sz="1200" baseline="-250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r>
              <a:rPr lang="en-US" sz="12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Release</a:t>
            </a:r>
          </a:p>
        </p:txBody>
      </p:sp>
      <p:sp>
        <p:nvSpPr>
          <p:cNvPr id="34" name="TextBox 118">
            <a:extLst>
              <a:ext uri="{FF2B5EF4-FFF2-40B4-BE49-F238E27FC236}">
                <a16:creationId xmlns:a16="http://schemas.microsoft.com/office/drawing/2014/main" id="{065CF6EE-EA45-2942-9A56-6A764B4D9F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9772" y="3501674"/>
            <a:ext cx="1839913" cy="460375"/>
          </a:xfrm>
          <a:prstGeom prst="rect">
            <a:avLst/>
          </a:prstGeom>
          <a:solidFill>
            <a:sysClr val="window" lastClr="FFFFFF"/>
          </a:solidFill>
          <a:ln w="19050">
            <a:solidFill>
              <a:srgbClr val="70AD47">
                <a:lumMod val="50000"/>
              </a:srgbClr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Autotrophic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Respiration: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</a:t>
            </a:r>
            <a:r>
              <a:rPr kumimoji="0" lang="en-US" sz="1200" b="0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Release</a:t>
            </a:r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B0C4027D-748B-B049-8981-0D7332D22F2B}"/>
              </a:ext>
            </a:extLst>
          </p:cNvPr>
          <p:cNvSpPr/>
          <p:nvPr/>
        </p:nvSpPr>
        <p:spPr>
          <a:xfrm rot="7999015" flipH="1">
            <a:off x="5255853" y="3452827"/>
            <a:ext cx="207374" cy="480984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22225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 w="25400">
                <a:solidFill>
                  <a:prstClr val="black"/>
                </a:solidFill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36" name="Curved Connector 35">
            <a:extLst>
              <a:ext uri="{FF2B5EF4-FFF2-40B4-BE49-F238E27FC236}">
                <a16:creationId xmlns:a16="http://schemas.microsoft.com/office/drawing/2014/main" id="{507EA04C-7F47-034F-BE75-284BA6153FBA}"/>
              </a:ext>
            </a:extLst>
          </p:cNvPr>
          <p:cNvCxnSpPr/>
          <p:nvPr/>
        </p:nvCxnSpPr>
        <p:spPr>
          <a:xfrm rot="5400000">
            <a:off x="7414662" y="4362648"/>
            <a:ext cx="846138" cy="484188"/>
          </a:xfrm>
          <a:prstGeom prst="curvedConnector3">
            <a:avLst/>
          </a:prstGeom>
          <a:noFill/>
          <a:ln w="19050" cap="flat" cmpd="sng" algn="ctr">
            <a:solidFill>
              <a:srgbClr val="1F6BA0"/>
            </a:solidFill>
            <a:prstDash val="solid"/>
            <a:miter lim="800000"/>
            <a:tailEnd type="arrow"/>
          </a:ln>
          <a:effectLst/>
        </p:spPr>
      </p:cxnSp>
      <p:sp>
        <p:nvSpPr>
          <p:cNvPr id="37" name="Freeform 36">
            <a:extLst>
              <a:ext uri="{FF2B5EF4-FFF2-40B4-BE49-F238E27FC236}">
                <a16:creationId xmlns:a16="http://schemas.microsoft.com/office/drawing/2014/main" id="{613FEA3B-0AFB-4841-A637-5BACD2A87F69}"/>
              </a:ext>
            </a:extLst>
          </p:cNvPr>
          <p:cNvSpPr/>
          <p:nvPr/>
        </p:nvSpPr>
        <p:spPr>
          <a:xfrm flipH="1">
            <a:off x="5393507" y="4215411"/>
            <a:ext cx="82061" cy="406935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" name="Freeform 37">
            <a:extLst>
              <a:ext uri="{FF2B5EF4-FFF2-40B4-BE49-F238E27FC236}">
                <a16:creationId xmlns:a16="http://schemas.microsoft.com/office/drawing/2014/main" id="{C9D3E66F-9379-1648-B938-1ED842F1AF41}"/>
              </a:ext>
            </a:extLst>
          </p:cNvPr>
          <p:cNvSpPr/>
          <p:nvPr/>
        </p:nvSpPr>
        <p:spPr>
          <a:xfrm flipH="1">
            <a:off x="3918378" y="6025372"/>
            <a:ext cx="188912" cy="284162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39" name="Straight Arrow Connector 38">
            <a:extLst>
              <a:ext uri="{FF2B5EF4-FFF2-40B4-BE49-F238E27FC236}">
                <a16:creationId xmlns:a16="http://schemas.microsoft.com/office/drawing/2014/main" id="{2AA2069D-8781-3549-AB34-87B8C2C11DFA}"/>
              </a:ext>
            </a:extLst>
          </p:cNvPr>
          <p:cNvCxnSpPr>
            <a:stCxn id="89" idx="2"/>
            <a:endCxn id="90" idx="0"/>
          </p:cNvCxnSpPr>
          <p:nvPr/>
        </p:nvCxnSpPr>
        <p:spPr>
          <a:xfrm flipH="1">
            <a:off x="3333680" y="3715143"/>
            <a:ext cx="1504700" cy="1505732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40" name="Straight Arrow Connector 39">
            <a:extLst>
              <a:ext uri="{FF2B5EF4-FFF2-40B4-BE49-F238E27FC236}">
                <a16:creationId xmlns:a16="http://schemas.microsoft.com/office/drawing/2014/main" id="{0431E801-0463-3F4D-9A7C-812541819695}"/>
              </a:ext>
            </a:extLst>
          </p:cNvPr>
          <p:cNvCxnSpPr>
            <a:cxnSpLocks/>
          </p:cNvCxnSpPr>
          <p:nvPr/>
        </p:nvCxnSpPr>
        <p:spPr>
          <a:xfrm flipV="1">
            <a:off x="5011174" y="5835557"/>
            <a:ext cx="1496641" cy="515968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011D2548-B183-4A40-8C94-33FDCA121279}"/>
              </a:ext>
            </a:extLst>
          </p:cNvPr>
          <p:cNvCxnSpPr>
            <a:cxnSpLocks/>
            <a:stCxn id="46" idx="2"/>
          </p:cNvCxnSpPr>
          <p:nvPr/>
        </p:nvCxnSpPr>
        <p:spPr>
          <a:xfrm>
            <a:off x="2273239" y="5312382"/>
            <a:ext cx="1018509" cy="1413504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sp>
        <p:nvSpPr>
          <p:cNvPr id="42" name="Freeform 41">
            <a:extLst>
              <a:ext uri="{FF2B5EF4-FFF2-40B4-BE49-F238E27FC236}">
                <a16:creationId xmlns:a16="http://schemas.microsoft.com/office/drawing/2014/main" id="{8B5B9272-4EA0-C744-AD9B-2C2D42B231A4}"/>
              </a:ext>
            </a:extLst>
          </p:cNvPr>
          <p:cNvSpPr/>
          <p:nvPr/>
        </p:nvSpPr>
        <p:spPr>
          <a:xfrm>
            <a:off x="2960727" y="4912354"/>
            <a:ext cx="85725" cy="315912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800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3" name="Straight Arrow Connector 42">
            <a:extLst>
              <a:ext uri="{FF2B5EF4-FFF2-40B4-BE49-F238E27FC236}">
                <a16:creationId xmlns:a16="http://schemas.microsoft.com/office/drawing/2014/main" id="{53C9182B-BE24-0C44-AFAC-FF5C59F23F58}"/>
              </a:ext>
            </a:extLst>
          </p:cNvPr>
          <p:cNvCxnSpPr>
            <a:cxnSpLocks/>
            <a:stCxn id="19" idx="1"/>
            <a:endCxn id="46" idx="3"/>
          </p:cNvCxnSpPr>
          <p:nvPr/>
        </p:nvCxnSpPr>
        <p:spPr>
          <a:xfrm flipH="1" flipV="1">
            <a:off x="2694876" y="5081550"/>
            <a:ext cx="2979053" cy="41835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44" name="Elbow Connector 43">
            <a:extLst>
              <a:ext uri="{FF2B5EF4-FFF2-40B4-BE49-F238E27FC236}">
                <a16:creationId xmlns:a16="http://schemas.microsoft.com/office/drawing/2014/main" id="{D37AA039-3BA7-EF43-874C-E10305A61C48}"/>
              </a:ext>
            </a:extLst>
          </p:cNvPr>
          <p:cNvCxnSpPr/>
          <p:nvPr/>
        </p:nvCxnSpPr>
        <p:spPr>
          <a:xfrm rot="16200000" flipV="1">
            <a:off x="7436363" y="5706813"/>
            <a:ext cx="684490" cy="860426"/>
          </a:xfrm>
          <a:prstGeom prst="bentConnector2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2F43F454-5BAC-A64E-B16F-C8AC9BBED4B2}"/>
              </a:ext>
            </a:extLst>
          </p:cNvPr>
          <p:cNvCxnSpPr>
            <a:stCxn id="85" idx="0"/>
          </p:cNvCxnSpPr>
          <p:nvPr/>
        </p:nvCxnSpPr>
        <p:spPr>
          <a:xfrm flipH="1" flipV="1">
            <a:off x="7316647" y="5906562"/>
            <a:ext cx="192271" cy="184428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4300C9EF-D26B-CB41-9897-FAB516F85D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51601" y="4850717"/>
            <a:ext cx="843275" cy="461665"/>
          </a:xfrm>
          <a:prstGeom prst="rect">
            <a:avLst/>
          </a:prstGeom>
          <a:solidFill>
            <a:srgbClr val="E1DCB2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Metabolic 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Litter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D3B5AC5-7D5E-584D-9E2E-AB7EC801FD12}"/>
              </a:ext>
            </a:extLst>
          </p:cNvPr>
          <p:cNvSpPr txBox="1"/>
          <p:nvPr/>
        </p:nvSpPr>
        <p:spPr>
          <a:xfrm>
            <a:off x="118456" y="4773405"/>
            <a:ext cx="1626727" cy="1800493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none">
            <a:spAutoFit/>
          </a:bodyPr>
          <a:lstStyle/>
          <a:p>
            <a:pPr algn="ctr" defTabSz="914400">
              <a:defRPr/>
            </a:pPr>
            <a:r>
              <a:rPr lang="en-US" sz="1200" dirty="0">
                <a:solidFill>
                  <a:srgbClr val="4D4F03"/>
                </a:solidFill>
                <a:latin typeface="Arial Rounded MT Bold"/>
                <a:cs typeface="Arial Rounded MT Bold"/>
              </a:rPr>
              <a:t>   </a:t>
            </a: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Live-To-Dead </a:t>
            </a:r>
          </a:p>
          <a:p>
            <a:pPr algn="ctr" defTabSz="914400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Transfers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marL="171450" indent="-173736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Day Length</a:t>
            </a:r>
          </a:p>
          <a:p>
            <a:pPr marL="171450" indent="-173736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Phenology Stage</a:t>
            </a:r>
          </a:p>
          <a:p>
            <a:pPr marL="171450" indent="-173736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Respiration Efficiency</a:t>
            </a:r>
          </a:p>
          <a:p>
            <a:pPr marL="171450" indent="-173736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Temperature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      - Freezing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      - Heat Stress</a:t>
            </a:r>
          </a:p>
          <a:p>
            <a:pPr marL="171450" indent="-173736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Water Deficiency</a:t>
            </a:r>
          </a:p>
          <a:p>
            <a:pPr marL="171450" indent="-173736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Pool Decay Rate / Size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5F6556D6-8507-0147-B67F-8E307746175E}"/>
              </a:ext>
            </a:extLst>
          </p:cNvPr>
          <p:cNvSpPr txBox="1"/>
          <p:nvPr/>
        </p:nvSpPr>
        <p:spPr>
          <a:xfrm>
            <a:off x="7417219" y="2135221"/>
            <a:ext cx="1603784" cy="430887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square">
            <a:spAutoFit/>
          </a:bodyPr>
          <a:lstStyle/>
          <a:p>
            <a:pPr defTabSz="914400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    Dead Transfers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Respiration Efficiency</a:t>
            </a:r>
          </a:p>
        </p:txBody>
      </p:sp>
      <p:sp>
        <p:nvSpPr>
          <p:cNvPr id="49" name="Freeform 48">
            <a:extLst>
              <a:ext uri="{FF2B5EF4-FFF2-40B4-BE49-F238E27FC236}">
                <a16:creationId xmlns:a16="http://schemas.microsoft.com/office/drawing/2014/main" id="{EB21AFF1-55C6-C241-BA96-D7C3EC5E74AE}"/>
              </a:ext>
            </a:extLst>
          </p:cNvPr>
          <p:cNvSpPr/>
          <p:nvPr/>
        </p:nvSpPr>
        <p:spPr>
          <a:xfrm rot="20909801" flipH="1">
            <a:off x="2335553" y="3461633"/>
            <a:ext cx="90695" cy="350058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Freeform 49">
            <a:extLst>
              <a:ext uri="{FF2B5EF4-FFF2-40B4-BE49-F238E27FC236}">
                <a16:creationId xmlns:a16="http://schemas.microsoft.com/office/drawing/2014/main" id="{97E82D2A-F497-8545-B9A2-FBC30C6419BC}"/>
              </a:ext>
            </a:extLst>
          </p:cNvPr>
          <p:cNvSpPr/>
          <p:nvPr/>
        </p:nvSpPr>
        <p:spPr>
          <a:xfrm rot="18086153" flipH="1">
            <a:off x="6401354" y="2287244"/>
            <a:ext cx="543088" cy="675697"/>
          </a:xfrm>
          <a:custGeom>
            <a:avLst/>
            <a:gdLst>
              <a:gd name="connsiteX0" fmla="*/ 20367 w 232034"/>
              <a:gd name="connsiteY0" fmla="*/ 0 h 564444"/>
              <a:gd name="connsiteX1" fmla="*/ 20367 w 232034"/>
              <a:gd name="connsiteY1" fmla="*/ 366889 h 564444"/>
              <a:gd name="connsiteX2" fmla="*/ 232034 w 232034"/>
              <a:gd name="connsiteY2" fmla="*/ 564444 h 564444"/>
              <a:gd name="connsiteX3" fmla="*/ 232034 w 232034"/>
              <a:gd name="connsiteY3" fmla="*/ 564444 h 564444"/>
              <a:gd name="connsiteX4" fmla="*/ 232034 w 232034"/>
              <a:gd name="connsiteY4" fmla="*/ 564444 h 564444"/>
              <a:gd name="connsiteX5" fmla="*/ 232034 w 232034"/>
              <a:gd name="connsiteY5" fmla="*/ 564444 h 564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2034" h="564444">
                <a:moveTo>
                  <a:pt x="20367" y="0"/>
                </a:moveTo>
                <a:cubicBezTo>
                  <a:pt x="2728" y="136407"/>
                  <a:pt x="-14911" y="272815"/>
                  <a:pt x="20367" y="366889"/>
                </a:cubicBezTo>
                <a:cubicBezTo>
                  <a:pt x="55645" y="460963"/>
                  <a:pt x="232034" y="564444"/>
                  <a:pt x="232034" y="564444"/>
                </a:cubicBezTo>
                <a:lnTo>
                  <a:pt x="232034" y="564444"/>
                </a:lnTo>
                <a:lnTo>
                  <a:pt x="232034" y="564444"/>
                </a:lnTo>
                <a:lnTo>
                  <a:pt x="232034" y="564444"/>
                </a:lnTo>
              </a:path>
            </a:pathLst>
          </a:custGeom>
          <a:noFill/>
          <a:ln w="19050" cap="flat" cmpd="sng" algn="ctr">
            <a:solidFill>
              <a:srgbClr val="4472C4"/>
            </a:solidFill>
            <a:prstDash val="solid"/>
            <a:miter lim="800000"/>
            <a:tailEnd type="arrow" w="lg" len="me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" name="Freeform 50">
            <a:extLst>
              <a:ext uri="{FF2B5EF4-FFF2-40B4-BE49-F238E27FC236}">
                <a16:creationId xmlns:a16="http://schemas.microsoft.com/office/drawing/2014/main" id="{351069BF-A2CF-3A44-AEC2-D4A977E44B1B}"/>
              </a:ext>
            </a:extLst>
          </p:cNvPr>
          <p:cNvSpPr/>
          <p:nvPr/>
        </p:nvSpPr>
        <p:spPr>
          <a:xfrm>
            <a:off x="1984714" y="4467971"/>
            <a:ext cx="115596" cy="382746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800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4FCF3A57-F219-8A44-98F3-52E2FAB61F82}"/>
              </a:ext>
            </a:extLst>
          </p:cNvPr>
          <p:cNvSpPr txBox="1"/>
          <p:nvPr/>
        </p:nvSpPr>
        <p:spPr>
          <a:xfrm>
            <a:off x="5536474" y="90171"/>
            <a:ext cx="3510959" cy="138499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Simple Biosphere</a:t>
            </a:r>
          </a:p>
          <a:p>
            <a:pPr algn="ctr"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Model Version 4</a:t>
            </a:r>
          </a:p>
          <a:p>
            <a:pPr algn="ctr"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SiB4</a:t>
            </a:r>
          </a:p>
        </p:txBody>
      </p:sp>
      <p:cxnSp>
        <p:nvCxnSpPr>
          <p:cNvPr id="53" name="Straight Arrow Connector 52">
            <a:extLst>
              <a:ext uri="{FF2B5EF4-FFF2-40B4-BE49-F238E27FC236}">
                <a16:creationId xmlns:a16="http://schemas.microsoft.com/office/drawing/2014/main" id="{4B2C0FCE-2831-C74A-A692-526152023729}"/>
              </a:ext>
            </a:extLst>
          </p:cNvPr>
          <p:cNvCxnSpPr>
            <a:cxnSpLocks/>
          </p:cNvCxnSpPr>
          <p:nvPr/>
        </p:nvCxnSpPr>
        <p:spPr>
          <a:xfrm flipH="1">
            <a:off x="2295748" y="4071695"/>
            <a:ext cx="275866" cy="759829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2352AC0B-A0D0-5E41-B60E-A82AB2671353}"/>
              </a:ext>
            </a:extLst>
          </p:cNvPr>
          <p:cNvCxnSpPr>
            <a:cxnSpLocks/>
          </p:cNvCxnSpPr>
          <p:nvPr/>
        </p:nvCxnSpPr>
        <p:spPr>
          <a:xfrm>
            <a:off x="2697480" y="4069080"/>
            <a:ext cx="612648" cy="1152144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55" name="Straight Arrow Connector 54">
            <a:extLst>
              <a:ext uri="{FF2B5EF4-FFF2-40B4-BE49-F238E27FC236}">
                <a16:creationId xmlns:a16="http://schemas.microsoft.com/office/drawing/2014/main" id="{94AB9DD1-B022-C74B-AB86-9565B47502B3}"/>
              </a:ext>
            </a:extLst>
          </p:cNvPr>
          <p:cNvCxnSpPr>
            <a:cxnSpLocks/>
          </p:cNvCxnSpPr>
          <p:nvPr/>
        </p:nvCxnSpPr>
        <p:spPr>
          <a:xfrm>
            <a:off x="1478139" y="1624718"/>
            <a:ext cx="775103" cy="469016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none"/>
          </a:ln>
          <a:effectLst/>
        </p:spPr>
      </p:cxnSp>
      <p:sp>
        <p:nvSpPr>
          <p:cNvPr id="56" name="TextBox 55">
            <a:extLst>
              <a:ext uri="{FF2B5EF4-FFF2-40B4-BE49-F238E27FC236}">
                <a16:creationId xmlns:a16="http://schemas.microsoft.com/office/drawing/2014/main" id="{70481DE0-AA72-3243-974B-78CF58D8FE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63622" y="2027943"/>
            <a:ext cx="1271587" cy="460375"/>
          </a:xfrm>
          <a:prstGeom prst="rect">
            <a:avLst/>
          </a:prstGeom>
          <a:solidFill>
            <a:sysClr val="window" lastClr="FFFFFF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Photosynthesis: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</a:t>
            </a:r>
            <a:r>
              <a:rPr kumimoji="0" lang="en-US" sz="1200" b="0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Uptake</a:t>
            </a:r>
          </a:p>
        </p:txBody>
      </p:sp>
      <p:cxnSp>
        <p:nvCxnSpPr>
          <p:cNvPr id="57" name="Straight Arrow Connector 56">
            <a:extLst>
              <a:ext uri="{FF2B5EF4-FFF2-40B4-BE49-F238E27FC236}">
                <a16:creationId xmlns:a16="http://schemas.microsoft.com/office/drawing/2014/main" id="{36679F15-0388-3140-BEDC-EEA770E38475}"/>
              </a:ext>
            </a:extLst>
          </p:cNvPr>
          <p:cNvCxnSpPr>
            <a:cxnSpLocks/>
          </p:cNvCxnSpPr>
          <p:nvPr/>
        </p:nvCxnSpPr>
        <p:spPr>
          <a:xfrm>
            <a:off x="2833860" y="2502252"/>
            <a:ext cx="1767657" cy="3804776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71A96777-C101-4D4B-ADBE-4ABFC4A98A38}"/>
              </a:ext>
            </a:extLst>
          </p:cNvPr>
          <p:cNvCxnSpPr>
            <a:cxnSpLocks/>
          </p:cNvCxnSpPr>
          <p:nvPr/>
        </p:nvCxnSpPr>
        <p:spPr>
          <a:xfrm>
            <a:off x="2880360" y="2542032"/>
            <a:ext cx="1581912" cy="2999232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59" name="Straight Arrow Connector 58">
            <a:extLst>
              <a:ext uri="{FF2B5EF4-FFF2-40B4-BE49-F238E27FC236}">
                <a16:creationId xmlns:a16="http://schemas.microsoft.com/office/drawing/2014/main" id="{7F32F52D-0680-1540-AAE3-FE9AB64989E1}"/>
              </a:ext>
            </a:extLst>
          </p:cNvPr>
          <p:cNvCxnSpPr>
            <a:cxnSpLocks/>
          </p:cNvCxnSpPr>
          <p:nvPr/>
        </p:nvCxnSpPr>
        <p:spPr>
          <a:xfrm>
            <a:off x="2829896" y="2488318"/>
            <a:ext cx="2067924" cy="2051132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60" name="Straight Arrow Connector 59">
            <a:extLst>
              <a:ext uri="{FF2B5EF4-FFF2-40B4-BE49-F238E27FC236}">
                <a16:creationId xmlns:a16="http://schemas.microsoft.com/office/drawing/2014/main" id="{2ABC07CE-CEE3-DE4B-8A42-D24E4712BE8B}"/>
              </a:ext>
            </a:extLst>
          </p:cNvPr>
          <p:cNvCxnSpPr>
            <a:cxnSpLocks/>
          </p:cNvCxnSpPr>
          <p:nvPr/>
        </p:nvCxnSpPr>
        <p:spPr>
          <a:xfrm>
            <a:off x="2861136" y="2502252"/>
            <a:ext cx="1420198" cy="963313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61" name="Straight Arrow Connector 60">
            <a:extLst>
              <a:ext uri="{FF2B5EF4-FFF2-40B4-BE49-F238E27FC236}">
                <a16:creationId xmlns:a16="http://schemas.microsoft.com/office/drawing/2014/main" id="{2872859E-C1BE-DB4B-8A38-26F62F519331}"/>
              </a:ext>
            </a:extLst>
          </p:cNvPr>
          <p:cNvCxnSpPr>
            <a:cxnSpLocks/>
          </p:cNvCxnSpPr>
          <p:nvPr/>
        </p:nvCxnSpPr>
        <p:spPr>
          <a:xfrm flipH="1">
            <a:off x="2781727" y="2502252"/>
            <a:ext cx="56266" cy="1277322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62" name="Curved Connector 61">
            <a:extLst>
              <a:ext uri="{FF2B5EF4-FFF2-40B4-BE49-F238E27FC236}">
                <a16:creationId xmlns:a16="http://schemas.microsoft.com/office/drawing/2014/main" id="{4FDF3ADC-7BCC-424D-8BC8-20326B5C60FF}"/>
              </a:ext>
            </a:extLst>
          </p:cNvPr>
          <p:cNvCxnSpPr>
            <a:cxnSpLocks/>
          </p:cNvCxnSpPr>
          <p:nvPr/>
        </p:nvCxnSpPr>
        <p:spPr>
          <a:xfrm rot="10800000" flipV="1">
            <a:off x="2284472" y="1471578"/>
            <a:ext cx="212611" cy="546249"/>
          </a:xfrm>
          <a:prstGeom prst="curvedConnector2">
            <a:avLst/>
          </a:prstGeom>
          <a:noFill/>
          <a:ln w="19050" cap="flat" cmpd="sng" algn="ctr">
            <a:solidFill>
              <a:srgbClr val="1F6BA0"/>
            </a:solidFill>
            <a:prstDash val="solid"/>
            <a:miter lim="800000"/>
            <a:tailEnd type="arrow"/>
          </a:ln>
          <a:effectLst/>
        </p:spPr>
      </p:cxnSp>
      <p:sp>
        <p:nvSpPr>
          <p:cNvPr id="63" name="TextBox 62">
            <a:extLst>
              <a:ext uri="{FF2B5EF4-FFF2-40B4-BE49-F238E27FC236}">
                <a16:creationId xmlns:a16="http://schemas.microsoft.com/office/drawing/2014/main" id="{62B7ED76-A987-EC44-BD50-2E162CCB0540}"/>
              </a:ext>
            </a:extLst>
          </p:cNvPr>
          <p:cNvSpPr txBox="1"/>
          <p:nvPr/>
        </p:nvSpPr>
        <p:spPr>
          <a:xfrm>
            <a:off x="48951" y="2190269"/>
            <a:ext cx="2051371" cy="1292662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square">
            <a:spAutoFit/>
          </a:bodyPr>
          <a:lstStyle/>
          <a:p>
            <a:pPr algn="ctr" defTabSz="914400">
              <a:defRPr/>
            </a:pPr>
            <a:r>
              <a:rPr lang="en-US" sz="1200" dirty="0">
                <a:solidFill>
                  <a:srgbClr val="4D4F03"/>
                </a:solidFill>
                <a:latin typeface="Arial Rounded MT Bold"/>
                <a:cs typeface="Arial Rounded MT Bold"/>
              </a:rPr>
              <a:t>   </a:t>
            </a: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Carbon Allocation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Phenology Stage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44546A">
                    <a:lumMod val="60000"/>
                    <a:lumOff val="40000"/>
                  </a:srgbClr>
                </a:solidFill>
                <a:cs typeface="Arial" charset="0"/>
              </a:rPr>
              <a:t>   - </a:t>
            </a:r>
            <a:r>
              <a:rPr lang="en-US" sz="1100" dirty="0">
                <a:solidFill>
                  <a:prstClr val="black"/>
                </a:solidFill>
                <a:cs typeface="Arial" charset="0"/>
              </a:rPr>
              <a:t>Day Length Potential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44546A">
                    <a:lumMod val="60000"/>
                    <a:lumOff val="40000"/>
                  </a:srgbClr>
                </a:solidFill>
                <a:cs typeface="Arial" charset="0"/>
              </a:rPr>
              <a:t>   -</a:t>
            </a:r>
            <a:r>
              <a:rPr lang="en-US" sz="1100" dirty="0">
                <a:cs typeface="Arial" charset="0"/>
              </a:rPr>
              <a:t> Environmental </a:t>
            </a:r>
            <a:r>
              <a:rPr lang="en-US" sz="1100" dirty="0">
                <a:solidFill>
                  <a:prstClr val="black"/>
                </a:solidFill>
                <a:cs typeface="Arial" charset="0"/>
              </a:rPr>
              <a:t>Potential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     (Water Availability / Weather)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44546A">
                    <a:lumMod val="60000"/>
                    <a:lumOff val="40000"/>
                  </a:srgbClr>
                </a:solidFill>
                <a:cs typeface="Arial" charset="0"/>
              </a:rPr>
              <a:t>   - </a:t>
            </a:r>
            <a:r>
              <a:rPr lang="en-US" sz="1100" dirty="0">
                <a:solidFill>
                  <a:prstClr val="black"/>
                </a:solidFill>
                <a:cs typeface="Arial" charset="0"/>
              </a:rPr>
              <a:t>Growth Index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Environmental Conditions</a:t>
            </a:r>
          </a:p>
        </p:txBody>
      </p:sp>
      <p:cxnSp>
        <p:nvCxnSpPr>
          <p:cNvPr id="64" name="Curved Connector 63">
            <a:extLst>
              <a:ext uri="{FF2B5EF4-FFF2-40B4-BE49-F238E27FC236}">
                <a16:creationId xmlns:a16="http://schemas.microsoft.com/office/drawing/2014/main" id="{6AC2C7F9-AF08-B744-86AA-DE362622CBA9}"/>
              </a:ext>
            </a:extLst>
          </p:cNvPr>
          <p:cNvCxnSpPr>
            <a:cxnSpLocks/>
          </p:cNvCxnSpPr>
          <p:nvPr/>
        </p:nvCxnSpPr>
        <p:spPr>
          <a:xfrm rot="16200000" flipV="1">
            <a:off x="1711797" y="2882429"/>
            <a:ext cx="1456204" cy="353349"/>
          </a:xfrm>
          <a:prstGeom prst="curvedConnector3">
            <a:avLst>
              <a:gd name="adj1" fmla="val 50000"/>
            </a:avLst>
          </a:prstGeom>
          <a:noFill/>
          <a:ln w="19050" cap="flat" cmpd="sng" algn="ctr">
            <a:solidFill>
              <a:srgbClr val="1F6BA0"/>
            </a:solidFill>
            <a:prstDash val="solid"/>
            <a:miter lim="800000"/>
            <a:tailEnd type="arrow"/>
          </a:ln>
          <a:effectLst/>
        </p:spPr>
      </p:cxnSp>
      <p:sp>
        <p:nvSpPr>
          <p:cNvPr id="65" name="TextBox 130">
            <a:extLst>
              <a:ext uri="{FF2B5EF4-FFF2-40B4-BE49-F238E27FC236}">
                <a16:creationId xmlns:a16="http://schemas.microsoft.com/office/drawing/2014/main" id="{CD766C09-3A81-C748-BBE3-381E877E97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9200" y="2696992"/>
            <a:ext cx="520700" cy="401638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defTabSz="914400" eaLnBrk="1" hangingPunct="1"/>
            <a:r>
              <a:rPr lang="en-US" sz="1000" dirty="0">
                <a:solidFill>
                  <a:srgbClr val="1F6BA0"/>
                </a:solidFill>
                <a:latin typeface="Arial Rounded MT Bold" charset="0"/>
                <a:cs typeface="Arial Rounded MT Bold" charset="0"/>
              </a:rPr>
              <a:t>LAI /</a:t>
            </a:r>
          </a:p>
          <a:p>
            <a:pPr algn="ctr" defTabSz="914400" eaLnBrk="1" hangingPunct="1"/>
            <a:r>
              <a:rPr lang="en-US" sz="1000" dirty="0">
                <a:solidFill>
                  <a:srgbClr val="1F6BA0"/>
                </a:solidFill>
                <a:latin typeface="Arial Rounded MT Bold" charset="0"/>
                <a:cs typeface="Arial Rounded MT Bold" charset="0"/>
              </a:rPr>
              <a:t>FPAR</a:t>
            </a:r>
          </a:p>
        </p:txBody>
      </p:sp>
      <p:pic>
        <p:nvPicPr>
          <p:cNvPr id="66" name="Picture 65">
            <a:extLst>
              <a:ext uri="{FF2B5EF4-FFF2-40B4-BE49-F238E27FC236}">
                <a16:creationId xmlns:a16="http://schemas.microsoft.com/office/drawing/2014/main" id="{EE687A1D-028A-9C41-BA79-6299A92E19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flipH="1">
            <a:off x="-66158" y="524493"/>
            <a:ext cx="2160009" cy="1210914"/>
          </a:xfrm>
          <a:prstGeom prst="rect">
            <a:avLst/>
          </a:prstGeom>
        </p:spPr>
      </p:pic>
      <p:pic>
        <p:nvPicPr>
          <p:cNvPr id="67" name="Picture 66">
            <a:extLst>
              <a:ext uri="{FF2B5EF4-FFF2-40B4-BE49-F238E27FC236}">
                <a16:creationId xmlns:a16="http://schemas.microsoft.com/office/drawing/2014/main" id="{C84BB15F-716E-1D46-8BF6-316663DD644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>
                    <a14:imgEffect>
                      <a14:colorTemperature colorTemp="8800"/>
                    </a14:imgEffect>
                    <a14:imgEffect>
                      <a14:saturation sat="364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 flipH="1">
            <a:off x="122174" y="-26695"/>
            <a:ext cx="2540581" cy="1413104"/>
          </a:xfrm>
          <a:prstGeom prst="rect">
            <a:avLst/>
          </a:prstGeom>
        </p:spPr>
      </p:pic>
      <p:grpSp>
        <p:nvGrpSpPr>
          <p:cNvPr id="68" name="Group 67">
            <a:extLst>
              <a:ext uri="{FF2B5EF4-FFF2-40B4-BE49-F238E27FC236}">
                <a16:creationId xmlns:a16="http://schemas.microsoft.com/office/drawing/2014/main" id="{59482111-BC40-214D-BEE6-AF1B89B83243}"/>
              </a:ext>
            </a:extLst>
          </p:cNvPr>
          <p:cNvGrpSpPr>
            <a:grpSpLocks noChangeAspect="1"/>
          </p:cNvGrpSpPr>
          <p:nvPr/>
        </p:nvGrpSpPr>
        <p:grpSpPr>
          <a:xfrm>
            <a:off x="151831" y="165870"/>
            <a:ext cx="993606" cy="1020488"/>
            <a:chOff x="1393880" y="1143248"/>
            <a:chExt cx="1298448" cy="1298448"/>
          </a:xfrm>
          <a:solidFill>
            <a:srgbClr val="FFF400"/>
          </a:solidFill>
        </p:grpSpPr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BD23AA91-BF11-1848-B53C-BAD2F0F8E454}"/>
                </a:ext>
              </a:extLst>
            </p:cNvPr>
            <p:cNvSpPr/>
            <p:nvPr/>
          </p:nvSpPr>
          <p:spPr>
            <a:xfrm>
              <a:off x="1620283" y="1370783"/>
              <a:ext cx="845643" cy="845643"/>
            </a:xfrm>
            <a:prstGeom prst="ellipse">
              <a:avLst/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D57AAF7C-93D8-1941-98AB-28167F69A085}"/>
                </a:ext>
              </a:extLst>
            </p:cNvPr>
            <p:cNvGrpSpPr/>
            <p:nvPr/>
          </p:nvGrpSpPr>
          <p:grpSpPr>
            <a:xfrm>
              <a:off x="1394682" y="1284460"/>
              <a:ext cx="1296846" cy="1034301"/>
              <a:chOff x="1394682" y="1284460"/>
              <a:chExt cx="1296846" cy="1034301"/>
            </a:xfrm>
            <a:grpFill/>
          </p:grpSpPr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A143A4C8-F462-584F-B15F-82BE95078D9F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272245B0-EB51-7E42-AB05-7D25DCC5EDF6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E28F95B8-B7DF-8B41-8E17-DB1F242239E9}"/>
                </a:ext>
              </a:extLst>
            </p:cNvPr>
            <p:cNvGrpSpPr/>
            <p:nvPr/>
          </p:nvGrpSpPr>
          <p:grpSpPr>
            <a:xfrm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FD6A47E0-66E9-024B-82AD-6EBAA0EAB9ED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B9A6FEC3-17F5-E940-9CF8-5D47AD4D1EC4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E345A6CC-C910-2F4D-B9A5-CFAE7EE9F792}"/>
                </a:ext>
              </a:extLst>
            </p:cNvPr>
            <p:cNvGrpSpPr/>
            <p:nvPr/>
          </p:nvGrpSpPr>
          <p:grpSpPr>
            <a:xfrm rot="18926824"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1A2D8363-CB3D-BF43-822E-4B2DD138E1CC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67F201B7-54E4-4A4E-939A-BD8C826BB781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03B36689-1397-ED43-AB3E-683BA50F47ED}"/>
                </a:ext>
              </a:extLst>
            </p:cNvPr>
            <p:cNvGrpSpPr/>
            <p:nvPr/>
          </p:nvGrpSpPr>
          <p:grpSpPr>
            <a:xfrm rot="2728193" flipH="1">
              <a:off x="1393881" y="1275836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D842FFA4-E132-9A4A-81BE-C9072166D20E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BCC77983-CB6A-9C42-BEE6-46FB141C114A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82" name="Straight Arrow Connector 81">
            <a:extLst>
              <a:ext uri="{FF2B5EF4-FFF2-40B4-BE49-F238E27FC236}">
                <a16:creationId xmlns:a16="http://schemas.microsoft.com/office/drawing/2014/main" id="{ADD8882C-A745-A84A-B340-278404BDF83B}"/>
              </a:ext>
            </a:extLst>
          </p:cNvPr>
          <p:cNvCxnSpPr>
            <a:cxnSpLocks/>
            <a:endCxn id="18" idx="1"/>
          </p:cNvCxnSpPr>
          <p:nvPr/>
        </p:nvCxnSpPr>
        <p:spPr>
          <a:xfrm flipV="1">
            <a:off x="990634" y="3933196"/>
            <a:ext cx="1286977" cy="280852"/>
          </a:xfrm>
          <a:prstGeom prst="straightConnector1">
            <a:avLst/>
          </a:prstGeom>
          <a:noFill/>
          <a:ln w="19050" cap="flat" cmpd="sng" algn="ctr">
            <a:solidFill>
              <a:srgbClr val="4472C4"/>
            </a:solidFill>
            <a:prstDash val="solid"/>
            <a:miter lim="800000"/>
            <a:tailEnd type="arrow" w="lg" len="med"/>
          </a:ln>
          <a:effectLst/>
        </p:spPr>
      </p:cxnSp>
      <p:sp>
        <p:nvSpPr>
          <p:cNvPr id="83" name="TextBox 82">
            <a:extLst>
              <a:ext uri="{FF2B5EF4-FFF2-40B4-BE49-F238E27FC236}">
                <a16:creationId xmlns:a16="http://schemas.microsoft.com/office/drawing/2014/main" id="{839B0871-824E-504B-AD39-B4EB84E7183D}"/>
              </a:ext>
            </a:extLst>
          </p:cNvPr>
          <p:cNvSpPr txBox="1"/>
          <p:nvPr/>
        </p:nvSpPr>
        <p:spPr>
          <a:xfrm>
            <a:off x="286739" y="3736526"/>
            <a:ext cx="1474788" cy="769441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square">
            <a:spAutoFit/>
          </a:bodyPr>
          <a:lstStyle/>
          <a:p>
            <a:pPr algn="ctr" defTabSz="914400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Leaf-Out Initiation</a:t>
            </a:r>
          </a:p>
          <a:p>
            <a:pPr defTabSz="914400">
              <a:buSzPct val="70000"/>
              <a:defRPr/>
            </a:pPr>
            <a:r>
              <a:rPr lang="en-US" sz="1100" dirty="0">
                <a:solidFill>
                  <a:srgbClr val="1F6BA0"/>
                </a:solidFill>
                <a:latin typeface="Wingdings"/>
                <a:ea typeface="Wingdings"/>
                <a:cs typeface="Wingdings"/>
                <a:sym typeface="Wingdings"/>
              </a:rPr>
              <a:t> </a:t>
            </a:r>
            <a:r>
              <a:rPr lang="en-US" sz="1100" dirty="0">
                <a:solidFill>
                  <a:srgbClr val="1F6BA0"/>
                </a:solidFill>
                <a:latin typeface="Cambria"/>
                <a:ea typeface="Wingdings"/>
                <a:cs typeface="Cambria"/>
                <a:sym typeface="Wingdings"/>
              </a:rPr>
              <a:t> </a:t>
            </a:r>
            <a:r>
              <a:rPr lang="en-US" sz="1100" dirty="0">
                <a:solidFill>
                  <a:srgbClr val="000000"/>
                </a:solidFill>
                <a:ea typeface="Wingdings"/>
                <a:cs typeface="Cambria"/>
                <a:sym typeface="Wingdings"/>
              </a:rPr>
              <a:t>Photoperiod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defTabSz="914400">
              <a:defRPr/>
            </a:pPr>
            <a:r>
              <a:rPr lang="en-US" sz="1100" dirty="0">
                <a:solidFill>
                  <a:prstClr val="black"/>
                </a:solidFill>
                <a:latin typeface="Wingdings"/>
                <a:ea typeface="Wingdings"/>
                <a:cs typeface="Wingdings"/>
                <a:sym typeface="Wingdings"/>
              </a:rPr>
              <a:t> </a:t>
            </a:r>
            <a:r>
              <a:rPr lang="en-US" sz="1100" dirty="0">
                <a:solidFill>
                  <a:srgbClr val="1F6BA0"/>
                </a:solidFill>
                <a:latin typeface="Wingdings"/>
                <a:ea typeface="Wingdings"/>
                <a:cs typeface="Wingdings"/>
                <a:sym typeface="Wingdings"/>
              </a:rPr>
              <a:t></a:t>
            </a:r>
            <a:r>
              <a:rPr lang="en-US" sz="1100" dirty="0">
                <a:solidFill>
                  <a:prstClr val="black"/>
                </a:solidFill>
                <a:latin typeface="Cambria"/>
                <a:ea typeface="Wingdings"/>
                <a:cs typeface="Cambria"/>
                <a:sym typeface="Wingdings"/>
              </a:rPr>
              <a:t> </a:t>
            </a:r>
            <a:r>
              <a:rPr lang="en-US" sz="1100" dirty="0">
                <a:solidFill>
                  <a:prstClr val="black"/>
                </a:solidFill>
                <a:cs typeface="Arial" charset="0"/>
                <a:sym typeface="Wingdings"/>
              </a:rPr>
              <a:t>Soil Moisture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defTabSz="914400">
              <a:defRPr/>
            </a:pPr>
            <a:r>
              <a:rPr lang="en-US" sz="1100" dirty="0">
                <a:solidFill>
                  <a:prstClr val="black"/>
                </a:solidFill>
                <a:latin typeface="Wingdings"/>
                <a:ea typeface="Wingdings"/>
                <a:cs typeface="Wingdings"/>
                <a:sym typeface="Wingdings"/>
              </a:rPr>
              <a:t> </a:t>
            </a:r>
            <a:r>
              <a:rPr lang="en-US" sz="1100" dirty="0">
                <a:solidFill>
                  <a:srgbClr val="1F6BA0"/>
                </a:solidFill>
                <a:latin typeface="Wingdings"/>
                <a:ea typeface="Wingdings"/>
                <a:cs typeface="Wingdings"/>
                <a:sym typeface="Wingdings"/>
              </a:rPr>
              <a:t></a:t>
            </a:r>
            <a:r>
              <a:rPr lang="en-US" sz="1100" dirty="0">
                <a:solidFill>
                  <a:prstClr val="black"/>
                </a:solidFill>
                <a:latin typeface="Calibri Light" panose="020F0302020204030204"/>
                <a:ea typeface="Wingdings"/>
                <a:cs typeface="Wingdings"/>
                <a:sym typeface="Wingdings"/>
              </a:rPr>
              <a:t> </a:t>
            </a:r>
            <a:r>
              <a:rPr lang="en-US" sz="1100" dirty="0">
                <a:solidFill>
                  <a:prstClr val="black"/>
                </a:solidFill>
                <a:ea typeface="Wingdings"/>
                <a:cs typeface="Wingdings"/>
                <a:sym typeface="Wingdings"/>
              </a:rPr>
              <a:t>Temperature</a:t>
            </a:r>
            <a:endParaRPr lang="en-US" sz="1000" dirty="0">
              <a:solidFill>
                <a:prstClr val="black"/>
              </a:solidFill>
              <a:cs typeface="Arial" charset="0"/>
            </a:endParaRPr>
          </a:p>
        </p:txBody>
      </p:sp>
      <p:cxnSp>
        <p:nvCxnSpPr>
          <p:cNvPr id="84" name="Straight Arrow Connector 83">
            <a:extLst>
              <a:ext uri="{FF2B5EF4-FFF2-40B4-BE49-F238E27FC236}">
                <a16:creationId xmlns:a16="http://schemas.microsoft.com/office/drawing/2014/main" id="{4166A36D-637B-B54D-AE49-FB933F943970}"/>
              </a:ext>
            </a:extLst>
          </p:cNvPr>
          <p:cNvCxnSpPr>
            <a:cxnSpLocks/>
            <a:endCxn id="90" idx="1"/>
          </p:cNvCxnSpPr>
          <p:nvPr/>
        </p:nvCxnSpPr>
        <p:spPr>
          <a:xfrm>
            <a:off x="2689588" y="5266735"/>
            <a:ext cx="222492" cy="184973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sp>
        <p:nvSpPr>
          <p:cNvPr id="85" name="TextBox 52">
            <a:extLst>
              <a:ext uri="{FF2B5EF4-FFF2-40B4-BE49-F238E27FC236}">
                <a16:creationId xmlns:a16="http://schemas.microsoft.com/office/drawing/2014/main" id="{C1AAD171-3379-3847-9054-BB652081DD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5984" y="6090990"/>
            <a:ext cx="825867" cy="276999"/>
          </a:xfrm>
          <a:prstGeom prst="rect">
            <a:avLst/>
          </a:prstGeom>
          <a:solidFill>
            <a:srgbClr val="E1DCB2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Soil Slow</a:t>
            </a:r>
          </a:p>
        </p:txBody>
      </p:sp>
      <p:sp>
        <p:nvSpPr>
          <p:cNvPr id="86" name="Rectangle 24">
            <a:extLst>
              <a:ext uri="{FF2B5EF4-FFF2-40B4-BE49-F238E27FC236}">
                <a16:creationId xmlns:a16="http://schemas.microsoft.com/office/drawing/2014/main" id="{5A0012F1-297E-D44D-AEDE-45A35373F3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9480" y="4547798"/>
            <a:ext cx="1336574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cs typeface="Arial"/>
              </a:rPr>
              <a:t>Stem/Wood Pool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813DA7B5-F5CB-0D40-847F-B727FE4687A6}"/>
              </a:ext>
            </a:extLst>
          </p:cNvPr>
          <p:cNvSpPr txBox="1"/>
          <p:nvPr/>
        </p:nvSpPr>
        <p:spPr>
          <a:xfrm>
            <a:off x="7354833" y="2613777"/>
            <a:ext cx="1720343" cy="1615827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none">
            <a:spAutoFit/>
          </a:bodyPr>
          <a:lstStyle/>
          <a:p>
            <a:pPr algn="ctr" defTabSz="914400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Heterotrophic   </a:t>
            </a:r>
          </a:p>
          <a:p>
            <a:pPr algn="ctr" defTabSz="914400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Respiration Rate</a:t>
            </a:r>
            <a:endParaRPr lang="en-US" sz="1100" dirty="0">
              <a:solidFill>
                <a:prstClr val="black"/>
              </a:solidFill>
              <a:cs typeface="Arial" charset="0"/>
              <a:sym typeface="Wingdings"/>
            </a:endParaRP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  <a:sym typeface="Wingdings"/>
              </a:rPr>
              <a:t>Moisture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  <a:sym typeface="Wingdings"/>
              </a:rPr>
              <a:t>       - Plant Available Water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  <a:sym typeface="Wingdings"/>
              </a:rPr>
              <a:t>       - Precipitation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  <a:sym typeface="Wingdings"/>
              </a:rPr>
              <a:t>       - Soil Moisture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  <a:sym typeface="Wingdings"/>
              </a:rPr>
              <a:t>Productivity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  <a:sym typeface="Wingdings"/>
              </a:rPr>
              <a:t>Temperature (Q10)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Pool Decay Rate / Size</a:t>
            </a:r>
            <a:endParaRPr lang="en-US" dirty="0">
              <a:solidFill>
                <a:prstClr val="black"/>
              </a:solidFill>
              <a:cs typeface="Arial" charset="0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16222CB6-1486-E44D-9F3A-0054D7996E92}"/>
              </a:ext>
            </a:extLst>
          </p:cNvPr>
          <p:cNvSpPr txBox="1"/>
          <p:nvPr/>
        </p:nvSpPr>
        <p:spPr>
          <a:xfrm>
            <a:off x="5013322" y="1589714"/>
            <a:ext cx="2013693" cy="1785104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none">
            <a:spAutoFit/>
          </a:bodyPr>
          <a:lstStyle/>
          <a:p>
            <a:pPr algn="ctr" defTabSz="914400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Autotrophic</a:t>
            </a:r>
          </a:p>
          <a:p>
            <a:pPr algn="ctr" defTabSz="914400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Respiration Rate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Growth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Maintenance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      </a:t>
            </a:r>
            <a:r>
              <a:rPr lang="en-US" sz="1000" dirty="0">
                <a:solidFill>
                  <a:srgbClr val="0070C0"/>
                </a:solidFill>
                <a:cs typeface="Arial" charset="0"/>
              </a:rPr>
              <a:t>•</a:t>
            </a:r>
            <a:r>
              <a:rPr lang="en-US" sz="1100" dirty="0">
                <a:cs typeface="Arial" charset="0"/>
              </a:rPr>
              <a:t> Assimilation Rate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0070C0"/>
                </a:solidFill>
                <a:cs typeface="Arial" charset="0"/>
              </a:rPr>
              <a:t>      </a:t>
            </a:r>
            <a:r>
              <a:rPr lang="en-US" sz="1000" dirty="0">
                <a:solidFill>
                  <a:srgbClr val="0070C0"/>
                </a:solidFill>
                <a:cs typeface="Arial" charset="0"/>
              </a:rPr>
              <a:t>•</a:t>
            </a:r>
            <a:r>
              <a:rPr lang="en-US" sz="1100" dirty="0">
                <a:solidFill>
                  <a:srgbClr val="0070C0"/>
                </a:solidFill>
                <a:cs typeface="Arial" charset="0"/>
              </a:rPr>
              <a:t> </a:t>
            </a:r>
            <a:r>
              <a:rPr lang="en-US" sz="1100" dirty="0">
                <a:cs typeface="Arial" charset="0"/>
              </a:rPr>
              <a:t>Leaf Area Index (LAI)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0070C0"/>
                </a:solidFill>
                <a:cs typeface="Arial" charset="0"/>
              </a:rPr>
              <a:t>      </a:t>
            </a:r>
            <a:r>
              <a:rPr lang="en-US" sz="1000" dirty="0">
                <a:solidFill>
                  <a:srgbClr val="0070C0"/>
                </a:solidFill>
                <a:cs typeface="Arial" charset="0"/>
              </a:rPr>
              <a:t>•</a:t>
            </a:r>
            <a:r>
              <a:rPr lang="en-US" sz="1100" dirty="0">
                <a:solidFill>
                  <a:srgbClr val="0070C0"/>
                </a:solidFill>
                <a:cs typeface="Arial" charset="0"/>
              </a:rPr>
              <a:t> </a:t>
            </a:r>
            <a:r>
              <a:rPr lang="en-US" sz="1100" dirty="0">
                <a:cs typeface="Arial" charset="0"/>
              </a:rPr>
              <a:t>Temperature</a:t>
            </a:r>
          </a:p>
          <a:p>
            <a:pPr>
              <a:buClr>
                <a:srgbClr val="1F6BA0"/>
              </a:buClr>
              <a:defRPr/>
            </a:pPr>
            <a:r>
              <a:rPr lang="en-US" sz="1100" dirty="0">
                <a:cs typeface="Arial" charset="0"/>
              </a:rPr>
              <a:t>          </a:t>
            </a:r>
            <a:r>
              <a:rPr lang="en-US" sz="1100" dirty="0">
                <a:solidFill>
                  <a:srgbClr val="0070C0"/>
                </a:solidFill>
                <a:cs typeface="Arial" charset="0"/>
              </a:rPr>
              <a:t>-</a:t>
            </a:r>
            <a:r>
              <a:rPr lang="en-US" sz="1100" dirty="0">
                <a:cs typeface="Arial" charset="0"/>
              </a:rPr>
              <a:t> Freeze Inhibition</a:t>
            </a:r>
          </a:p>
          <a:p>
            <a:pPr>
              <a:buClr>
                <a:srgbClr val="1F6BA0"/>
              </a:buClr>
              <a:defRPr/>
            </a:pPr>
            <a:r>
              <a:rPr lang="en-US" sz="1100" dirty="0">
                <a:cs typeface="Arial" charset="0"/>
              </a:rPr>
              <a:t>          </a:t>
            </a:r>
            <a:r>
              <a:rPr lang="en-US" sz="1100" dirty="0">
                <a:solidFill>
                  <a:srgbClr val="0070C0"/>
                </a:solidFill>
                <a:cs typeface="Arial" charset="0"/>
              </a:rPr>
              <a:t>-</a:t>
            </a:r>
            <a:r>
              <a:rPr lang="en-US" sz="1100" dirty="0">
                <a:cs typeface="Arial" charset="0"/>
              </a:rPr>
              <a:t> High Temperature (Q10)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Pool Decay Rate / Size</a:t>
            </a:r>
          </a:p>
        </p:txBody>
      </p:sp>
      <p:sp>
        <p:nvSpPr>
          <p:cNvPr id="89" name="TextBox 22">
            <a:extLst>
              <a:ext uri="{FF2B5EF4-FFF2-40B4-BE49-F238E27FC236}">
                <a16:creationId xmlns:a16="http://schemas.microsoft.com/office/drawing/2014/main" id="{DFFB0AC3-8BCA-E945-B8E9-70504F7616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6824" y="3438144"/>
            <a:ext cx="1063112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Product Pool</a:t>
            </a:r>
          </a:p>
        </p:txBody>
      </p:sp>
      <p:sp>
        <p:nvSpPr>
          <p:cNvPr id="90" name="TextBox 48">
            <a:extLst>
              <a:ext uri="{FF2B5EF4-FFF2-40B4-BE49-F238E27FC236}">
                <a16:creationId xmlns:a16="http://schemas.microsoft.com/office/drawing/2014/main" id="{2781D4E0-9C9D-D049-9D14-B9891A78AC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12080" y="5220875"/>
            <a:ext cx="843200" cy="461665"/>
          </a:xfrm>
          <a:prstGeom prst="rect">
            <a:avLst/>
          </a:prstGeom>
          <a:solidFill>
            <a:srgbClr val="E1DCB2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Structural 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Litter</a:t>
            </a:r>
          </a:p>
        </p:txBody>
      </p:sp>
      <p:cxnSp>
        <p:nvCxnSpPr>
          <p:cNvPr id="91" name="Elbow Connector 90">
            <a:extLst>
              <a:ext uri="{FF2B5EF4-FFF2-40B4-BE49-F238E27FC236}">
                <a16:creationId xmlns:a16="http://schemas.microsoft.com/office/drawing/2014/main" id="{4972ADF0-D2A7-6941-9829-05D6F9C91841}"/>
              </a:ext>
            </a:extLst>
          </p:cNvPr>
          <p:cNvCxnSpPr>
            <a:cxnSpLocks/>
            <a:endCxn id="85" idx="1"/>
          </p:cNvCxnSpPr>
          <p:nvPr/>
        </p:nvCxnSpPr>
        <p:spPr>
          <a:xfrm flipV="1">
            <a:off x="6404862" y="6229490"/>
            <a:ext cx="691122" cy="524635"/>
          </a:xfrm>
          <a:prstGeom prst="bentConnector3">
            <a:avLst>
              <a:gd name="adj1" fmla="val 14718"/>
            </a:avLst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grpSp>
        <p:nvGrpSpPr>
          <p:cNvPr id="92" name="Group 91">
            <a:extLst>
              <a:ext uri="{FF2B5EF4-FFF2-40B4-BE49-F238E27FC236}">
                <a16:creationId xmlns:a16="http://schemas.microsoft.com/office/drawing/2014/main" id="{7F48753A-45F9-514C-9794-745CB534F4AD}"/>
              </a:ext>
            </a:extLst>
          </p:cNvPr>
          <p:cNvGrpSpPr/>
          <p:nvPr/>
        </p:nvGrpSpPr>
        <p:grpSpPr>
          <a:xfrm rot="20275914">
            <a:off x="4415395" y="3066615"/>
            <a:ext cx="319926" cy="404542"/>
            <a:chOff x="3510479" y="1211170"/>
            <a:chExt cx="2079479" cy="2629470"/>
          </a:xfrm>
        </p:grpSpPr>
        <p:sp>
          <p:nvSpPr>
            <p:cNvPr id="93" name="Oval 1">
              <a:extLst>
                <a:ext uri="{FF2B5EF4-FFF2-40B4-BE49-F238E27FC236}">
                  <a16:creationId xmlns:a16="http://schemas.microsoft.com/office/drawing/2014/main" id="{F1B8C911-ADB9-4546-89BF-B7BE02535448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Teardrop 93">
              <a:extLst>
                <a:ext uri="{FF2B5EF4-FFF2-40B4-BE49-F238E27FC236}">
                  <a16:creationId xmlns:a16="http://schemas.microsoft.com/office/drawing/2014/main" id="{35CACD88-01DC-B448-BEE3-DB9A0E862C8E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Teardrop 94">
              <a:extLst>
                <a:ext uri="{FF2B5EF4-FFF2-40B4-BE49-F238E27FC236}">
                  <a16:creationId xmlns:a16="http://schemas.microsoft.com/office/drawing/2014/main" id="{7E312C03-AD5A-6846-AA33-D8E20B8D8AF8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Teardrop 95">
              <a:extLst>
                <a:ext uri="{FF2B5EF4-FFF2-40B4-BE49-F238E27FC236}">
                  <a16:creationId xmlns:a16="http://schemas.microsoft.com/office/drawing/2014/main" id="{F7CDD45D-34D7-804D-8F7B-D43D069171BE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" name="Teardrop 96">
              <a:extLst>
                <a:ext uri="{FF2B5EF4-FFF2-40B4-BE49-F238E27FC236}">
                  <a16:creationId xmlns:a16="http://schemas.microsoft.com/office/drawing/2014/main" id="{1260EFD8-0772-E543-9DAC-8B6B4C4E7FBD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" name="Teardrop 97">
              <a:extLst>
                <a:ext uri="{FF2B5EF4-FFF2-40B4-BE49-F238E27FC236}">
                  <a16:creationId xmlns:a16="http://schemas.microsoft.com/office/drawing/2014/main" id="{983AF4CF-23EA-9941-ADA9-7B52D01F2618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" name="Teardrop 98">
              <a:extLst>
                <a:ext uri="{FF2B5EF4-FFF2-40B4-BE49-F238E27FC236}">
                  <a16:creationId xmlns:a16="http://schemas.microsoft.com/office/drawing/2014/main" id="{4B74AC23-337B-744C-B586-4F6F0F993C25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" name="Teardrop 99">
              <a:extLst>
                <a:ext uri="{FF2B5EF4-FFF2-40B4-BE49-F238E27FC236}">
                  <a16:creationId xmlns:a16="http://schemas.microsoft.com/office/drawing/2014/main" id="{2C2DFDED-D704-E642-85B5-B4C02F0F9981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Teardrop 100">
              <a:extLst>
                <a:ext uri="{FF2B5EF4-FFF2-40B4-BE49-F238E27FC236}">
                  <a16:creationId xmlns:a16="http://schemas.microsoft.com/office/drawing/2014/main" id="{04083B74-D498-D740-8A73-90918FE661EA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" name="Teardrop 101">
              <a:extLst>
                <a:ext uri="{FF2B5EF4-FFF2-40B4-BE49-F238E27FC236}">
                  <a16:creationId xmlns:a16="http://schemas.microsoft.com/office/drawing/2014/main" id="{4A9832E4-3CE2-6143-AAEB-1829D22BAD6E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" name="Teardrop 102">
              <a:extLst>
                <a:ext uri="{FF2B5EF4-FFF2-40B4-BE49-F238E27FC236}">
                  <a16:creationId xmlns:a16="http://schemas.microsoft.com/office/drawing/2014/main" id="{9198E348-EC25-9147-A6BC-4B61D439F523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4" name="Teardrop 103">
              <a:extLst>
                <a:ext uri="{FF2B5EF4-FFF2-40B4-BE49-F238E27FC236}">
                  <a16:creationId xmlns:a16="http://schemas.microsoft.com/office/drawing/2014/main" id="{AE955607-2A31-DE40-B865-3B7B792223A5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" name="Teardrop 104">
              <a:extLst>
                <a:ext uri="{FF2B5EF4-FFF2-40B4-BE49-F238E27FC236}">
                  <a16:creationId xmlns:a16="http://schemas.microsoft.com/office/drawing/2014/main" id="{33BABA63-0334-E940-9136-215F4E7E4FAD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Teardrop 105">
              <a:extLst>
                <a:ext uri="{FF2B5EF4-FFF2-40B4-BE49-F238E27FC236}">
                  <a16:creationId xmlns:a16="http://schemas.microsoft.com/office/drawing/2014/main" id="{08864483-72FD-2B40-9EBC-5BC153550454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Teardrop 106">
              <a:extLst>
                <a:ext uri="{FF2B5EF4-FFF2-40B4-BE49-F238E27FC236}">
                  <a16:creationId xmlns:a16="http://schemas.microsoft.com/office/drawing/2014/main" id="{812EAC87-89BA-BB41-A36A-5B6BBD73A320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" name="Teardrop 107">
              <a:extLst>
                <a:ext uri="{FF2B5EF4-FFF2-40B4-BE49-F238E27FC236}">
                  <a16:creationId xmlns:a16="http://schemas.microsoft.com/office/drawing/2014/main" id="{42FE08A0-278C-2340-A35E-FDBB8A918B80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Teardrop 108">
              <a:extLst>
                <a:ext uri="{FF2B5EF4-FFF2-40B4-BE49-F238E27FC236}">
                  <a16:creationId xmlns:a16="http://schemas.microsoft.com/office/drawing/2014/main" id="{923D3C0E-51CB-3444-A071-7FAF0228F263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Teardrop 109">
              <a:extLst>
                <a:ext uri="{FF2B5EF4-FFF2-40B4-BE49-F238E27FC236}">
                  <a16:creationId xmlns:a16="http://schemas.microsoft.com/office/drawing/2014/main" id="{78AE3B56-D95C-4C49-82F5-068A7D716E67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1" name="Teardrop 110">
              <a:extLst>
                <a:ext uri="{FF2B5EF4-FFF2-40B4-BE49-F238E27FC236}">
                  <a16:creationId xmlns:a16="http://schemas.microsoft.com/office/drawing/2014/main" id="{FD415E03-0693-F14A-8F3A-492D9B877701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" name="Teardrop 111">
              <a:extLst>
                <a:ext uri="{FF2B5EF4-FFF2-40B4-BE49-F238E27FC236}">
                  <a16:creationId xmlns:a16="http://schemas.microsoft.com/office/drawing/2014/main" id="{DC9DBD1B-BABB-F34A-BA22-4A7E582A5ACA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Teardrop 112">
              <a:extLst>
                <a:ext uri="{FF2B5EF4-FFF2-40B4-BE49-F238E27FC236}">
                  <a16:creationId xmlns:a16="http://schemas.microsoft.com/office/drawing/2014/main" id="{C58A0FBD-70E5-2D46-9CCF-8EA68748BB6C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Teardrop 113">
              <a:extLst>
                <a:ext uri="{FF2B5EF4-FFF2-40B4-BE49-F238E27FC236}">
                  <a16:creationId xmlns:a16="http://schemas.microsoft.com/office/drawing/2014/main" id="{537B5E80-72E7-9649-8584-43F48D79C8CF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Teardrop 114">
              <a:extLst>
                <a:ext uri="{FF2B5EF4-FFF2-40B4-BE49-F238E27FC236}">
                  <a16:creationId xmlns:a16="http://schemas.microsoft.com/office/drawing/2014/main" id="{1D7D2A10-B842-DE4F-A4E1-004BF7DA204F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Teardrop 115">
              <a:extLst>
                <a:ext uri="{FF2B5EF4-FFF2-40B4-BE49-F238E27FC236}">
                  <a16:creationId xmlns:a16="http://schemas.microsoft.com/office/drawing/2014/main" id="{17B61C43-D8A4-6349-83E2-CBF5A333038B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Teardrop 116">
              <a:extLst>
                <a:ext uri="{FF2B5EF4-FFF2-40B4-BE49-F238E27FC236}">
                  <a16:creationId xmlns:a16="http://schemas.microsoft.com/office/drawing/2014/main" id="{B17B774B-7201-984F-8595-275DBDD1B593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" name="Teardrop 117">
              <a:extLst>
                <a:ext uri="{FF2B5EF4-FFF2-40B4-BE49-F238E27FC236}">
                  <a16:creationId xmlns:a16="http://schemas.microsoft.com/office/drawing/2014/main" id="{D4FE28D9-8564-2648-93C3-1AACC8656A15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Teardrop 118">
              <a:extLst>
                <a:ext uri="{FF2B5EF4-FFF2-40B4-BE49-F238E27FC236}">
                  <a16:creationId xmlns:a16="http://schemas.microsoft.com/office/drawing/2014/main" id="{61485F0F-38CE-884F-8975-90AD3B7598E7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0" name="Teardrop 119">
              <a:extLst>
                <a:ext uri="{FF2B5EF4-FFF2-40B4-BE49-F238E27FC236}">
                  <a16:creationId xmlns:a16="http://schemas.microsoft.com/office/drawing/2014/main" id="{50E4A326-2F55-1347-B25E-5EAB8FEA86CB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Teardrop 120">
              <a:extLst>
                <a:ext uri="{FF2B5EF4-FFF2-40B4-BE49-F238E27FC236}">
                  <a16:creationId xmlns:a16="http://schemas.microsoft.com/office/drawing/2014/main" id="{61980EF4-3851-3547-8BBF-4AD0B3B9D32F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" name="Teardrop 121">
              <a:extLst>
                <a:ext uri="{FF2B5EF4-FFF2-40B4-BE49-F238E27FC236}">
                  <a16:creationId xmlns:a16="http://schemas.microsoft.com/office/drawing/2014/main" id="{F8C8B5FD-55A6-AF4E-AF18-7E5739ECD4C7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867FB3CD-6BF2-2741-AB7A-158526E1222B}"/>
              </a:ext>
            </a:extLst>
          </p:cNvPr>
          <p:cNvGrpSpPr/>
          <p:nvPr/>
        </p:nvGrpSpPr>
        <p:grpSpPr>
          <a:xfrm rot="20726076">
            <a:off x="4445230" y="1854502"/>
            <a:ext cx="319926" cy="404542"/>
            <a:chOff x="3510479" y="1211170"/>
            <a:chExt cx="2079479" cy="2629470"/>
          </a:xfrm>
        </p:grpSpPr>
        <p:sp>
          <p:nvSpPr>
            <p:cNvPr id="124" name="Oval 1">
              <a:extLst>
                <a:ext uri="{FF2B5EF4-FFF2-40B4-BE49-F238E27FC236}">
                  <a16:creationId xmlns:a16="http://schemas.microsoft.com/office/drawing/2014/main" id="{BE5DA36A-9E1F-534C-9532-1464AB249F96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Teardrop 124">
              <a:extLst>
                <a:ext uri="{FF2B5EF4-FFF2-40B4-BE49-F238E27FC236}">
                  <a16:creationId xmlns:a16="http://schemas.microsoft.com/office/drawing/2014/main" id="{1FD18691-F755-0047-8C5A-DD8A1418C789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" name="Teardrop 125">
              <a:extLst>
                <a:ext uri="{FF2B5EF4-FFF2-40B4-BE49-F238E27FC236}">
                  <a16:creationId xmlns:a16="http://schemas.microsoft.com/office/drawing/2014/main" id="{2B118994-B412-A042-A6D7-B5189426499D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" name="Teardrop 126">
              <a:extLst>
                <a:ext uri="{FF2B5EF4-FFF2-40B4-BE49-F238E27FC236}">
                  <a16:creationId xmlns:a16="http://schemas.microsoft.com/office/drawing/2014/main" id="{9B0A00DE-56FE-DE42-BDEA-8353391CAB76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8" name="Teardrop 127">
              <a:extLst>
                <a:ext uri="{FF2B5EF4-FFF2-40B4-BE49-F238E27FC236}">
                  <a16:creationId xmlns:a16="http://schemas.microsoft.com/office/drawing/2014/main" id="{6AFE1826-08D7-A047-B8FA-37064EA3B97D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9" name="Teardrop 128">
              <a:extLst>
                <a:ext uri="{FF2B5EF4-FFF2-40B4-BE49-F238E27FC236}">
                  <a16:creationId xmlns:a16="http://schemas.microsoft.com/office/drawing/2014/main" id="{1928B7E9-7A61-484F-ABF6-DAE283E4A28A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Teardrop 129">
              <a:extLst>
                <a:ext uri="{FF2B5EF4-FFF2-40B4-BE49-F238E27FC236}">
                  <a16:creationId xmlns:a16="http://schemas.microsoft.com/office/drawing/2014/main" id="{5DCDC49F-2FCE-974A-B314-978D5C3CDAD5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Teardrop 130">
              <a:extLst>
                <a:ext uri="{FF2B5EF4-FFF2-40B4-BE49-F238E27FC236}">
                  <a16:creationId xmlns:a16="http://schemas.microsoft.com/office/drawing/2014/main" id="{A0DA7D01-0A05-F249-BD83-756AF00D83FA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" name="Teardrop 131">
              <a:extLst>
                <a:ext uri="{FF2B5EF4-FFF2-40B4-BE49-F238E27FC236}">
                  <a16:creationId xmlns:a16="http://schemas.microsoft.com/office/drawing/2014/main" id="{E7DC6D2F-203F-3145-A8B9-62073991DDE1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" name="Teardrop 132">
              <a:extLst>
                <a:ext uri="{FF2B5EF4-FFF2-40B4-BE49-F238E27FC236}">
                  <a16:creationId xmlns:a16="http://schemas.microsoft.com/office/drawing/2014/main" id="{35AA34A9-9ED9-ED43-A709-4BD5E956421E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" name="Teardrop 133">
              <a:extLst>
                <a:ext uri="{FF2B5EF4-FFF2-40B4-BE49-F238E27FC236}">
                  <a16:creationId xmlns:a16="http://schemas.microsoft.com/office/drawing/2014/main" id="{B07330CB-53F8-754E-939B-CB823387B255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" name="Teardrop 134">
              <a:extLst>
                <a:ext uri="{FF2B5EF4-FFF2-40B4-BE49-F238E27FC236}">
                  <a16:creationId xmlns:a16="http://schemas.microsoft.com/office/drawing/2014/main" id="{603F6747-626E-3947-812E-5FF4B030C1AF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" name="Teardrop 135">
              <a:extLst>
                <a:ext uri="{FF2B5EF4-FFF2-40B4-BE49-F238E27FC236}">
                  <a16:creationId xmlns:a16="http://schemas.microsoft.com/office/drawing/2014/main" id="{8332AD94-D1DF-1041-9B99-F5F2D8481405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Teardrop 136">
              <a:extLst>
                <a:ext uri="{FF2B5EF4-FFF2-40B4-BE49-F238E27FC236}">
                  <a16:creationId xmlns:a16="http://schemas.microsoft.com/office/drawing/2014/main" id="{FCAE03E1-61C1-E544-B028-14F97632E6A7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" name="Teardrop 137">
              <a:extLst>
                <a:ext uri="{FF2B5EF4-FFF2-40B4-BE49-F238E27FC236}">
                  <a16:creationId xmlns:a16="http://schemas.microsoft.com/office/drawing/2014/main" id="{93916620-185C-E443-8CAB-FE04A8F9BE14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Teardrop 138">
              <a:extLst>
                <a:ext uri="{FF2B5EF4-FFF2-40B4-BE49-F238E27FC236}">
                  <a16:creationId xmlns:a16="http://schemas.microsoft.com/office/drawing/2014/main" id="{9003477E-66EA-074A-8B5E-99131ADCDDE3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Teardrop 139">
              <a:extLst>
                <a:ext uri="{FF2B5EF4-FFF2-40B4-BE49-F238E27FC236}">
                  <a16:creationId xmlns:a16="http://schemas.microsoft.com/office/drawing/2014/main" id="{761BF5E2-013B-9346-9F11-811D8D3A02FD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Teardrop 140">
              <a:extLst>
                <a:ext uri="{FF2B5EF4-FFF2-40B4-BE49-F238E27FC236}">
                  <a16:creationId xmlns:a16="http://schemas.microsoft.com/office/drawing/2014/main" id="{41A36E8A-8DE5-1F40-9B9B-2947B4F4D47E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Teardrop 141">
              <a:extLst>
                <a:ext uri="{FF2B5EF4-FFF2-40B4-BE49-F238E27FC236}">
                  <a16:creationId xmlns:a16="http://schemas.microsoft.com/office/drawing/2014/main" id="{958F9952-7D67-A44F-B123-282980DCFFF0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Teardrop 142">
              <a:extLst>
                <a:ext uri="{FF2B5EF4-FFF2-40B4-BE49-F238E27FC236}">
                  <a16:creationId xmlns:a16="http://schemas.microsoft.com/office/drawing/2014/main" id="{8F900F4D-0B5C-2044-B10C-417D1DF9AD92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Teardrop 143">
              <a:extLst>
                <a:ext uri="{FF2B5EF4-FFF2-40B4-BE49-F238E27FC236}">
                  <a16:creationId xmlns:a16="http://schemas.microsoft.com/office/drawing/2014/main" id="{50B26FF5-DD58-134B-83DD-FD413E7D3BC0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Teardrop 144">
              <a:extLst>
                <a:ext uri="{FF2B5EF4-FFF2-40B4-BE49-F238E27FC236}">
                  <a16:creationId xmlns:a16="http://schemas.microsoft.com/office/drawing/2014/main" id="{E6CE32C6-D3C4-DB4B-98B3-FDBD69E7D643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6" name="Teardrop 145">
              <a:extLst>
                <a:ext uri="{FF2B5EF4-FFF2-40B4-BE49-F238E27FC236}">
                  <a16:creationId xmlns:a16="http://schemas.microsoft.com/office/drawing/2014/main" id="{352BC0CA-A6FC-A149-92B3-89242A8682B1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" name="Teardrop 146">
              <a:extLst>
                <a:ext uri="{FF2B5EF4-FFF2-40B4-BE49-F238E27FC236}">
                  <a16:creationId xmlns:a16="http://schemas.microsoft.com/office/drawing/2014/main" id="{2516C353-8BF0-784B-AE7D-B5A9E1CAF1D6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" name="Teardrop 147">
              <a:extLst>
                <a:ext uri="{FF2B5EF4-FFF2-40B4-BE49-F238E27FC236}">
                  <a16:creationId xmlns:a16="http://schemas.microsoft.com/office/drawing/2014/main" id="{AD40884E-F647-B44B-889D-8D9F14646452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" name="Teardrop 148">
              <a:extLst>
                <a:ext uri="{FF2B5EF4-FFF2-40B4-BE49-F238E27FC236}">
                  <a16:creationId xmlns:a16="http://schemas.microsoft.com/office/drawing/2014/main" id="{D315A76B-740C-E245-BA6F-CE6782567A3B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0" name="Teardrop 149">
              <a:extLst>
                <a:ext uri="{FF2B5EF4-FFF2-40B4-BE49-F238E27FC236}">
                  <a16:creationId xmlns:a16="http://schemas.microsoft.com/office/drawing/2014/main" id="{C4857D4E-1E35-8945-9E2E-347049DB8B57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" name="Teardrop 150">
              <a:extLst>
                <a:ext uri="{FF2B5EF4-FFF2-40B4-BE49-F238E27FC236}">
                  <a16:creationId xmlns:a16="http://schemas.microsoft.com/office/drawing/2014/main" id="{0C2C2A1A-87F1-5644-9A62-F6438FF4D2C1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Teardrop 151">
              <a:extLst>
                <a:ext uri="{FF2B5EF4-FFF2-40B4-BE49-F238E27FC236}">
                  <a16:creationId xmlns:a16="http://schemas.microsoft.com/office/drawing/2014/main" id="{2EC66DBD-1445-D14F-85C5-2A15374F1970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Teardrop 152">
              <a:extLst>
                <a:ext uri="{FF2B5EF4-FFF2-40B4-BE49-F238E27FC236}">
                  <a16:creationId xmlns:a16="http://schemas.microsoft.com/office/drawing/2014/main" id="{86EE1683-6518-394F-AFF8-BD51DE4A199E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8EBD0F03-6621-5148-B152-C366919DD225}"/>
              </a:ext>
            </a:extLst>
          </p:cNvPr>
          <p:cNvGrpSpPr/>
          <p:nvPr/>
        </p:nvGrpSpPr>
        <p:grpSpPr>
          <a:xfrm rot="21065350">
            <a:off x="3779047" y="2496186"/>
            <a:ext cx="319926" cy="404542"/>
            <a:chOff x="3510479" y="1211170"/>
            <a:chExt cx="2079479" cy="2629470"/>
          </a:xfrm>
        </p:grpSpPr>
        <p:sp>
          <p:nvSpPr>
            <p:cNvPr id="155" name="Oval 1">
              <a:extLst>
                <a:ext uri="{FF2B5EF4-FFF2-40B4-BE49-F238E27FC236}">
                  <a16:creationId xmlns:a16="http://schemas.microsoft.com/office/drawing/2014/main" id="{3D460C47-2A84-8C4B-82B7-BF537BF446EF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Teardrop 155">
              <a:extLst>
                <a:ext uri="{FF2B5EF4-FFF2-40B4-BE49-F238E27FC236}">
                  <a16:creationId xmlns:a16="http://schemas.microsoft.com/office/drawing/2014/main" id="{E695176A-E481-5642-B449-B9FA4E49ADC5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" name="Teardrop 156">
              <a:extLst>
                <a:ext uri="{FF2B5EF4-FFF2-40B4-BE49-F238E27FC236}">
                  <a16:creationId xmlns:a16="http://schemas.microsoft.com/office/drawing/2014/main" id="{E193CEA9-EC7B-7140-B735-247141F0C7DB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Teardrop 157">
              <a:extLst>
                <a:ext uri="{FF2B5EF4-FFF2-40B4-BE49-F238E27FC236}">
                  <a16:creationId xmlns:a16="http://schemas.microsoft.com/office/drawing/2014/main" id="{8D4D4020-F55E-ED47-815E-99DD16D2E854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Teardrop 158">
              <a:extLst>
                <a:ext uri="{FF2B5EF4-FFF2-40B4-BE49-F238E27FC236}">
                  <a16:creationId xmlns:a16="http://schemas.microsoft.com/office/drawing/2014/main" id="{9B3C7A52-B525-284A-AF7D-D76282972B4C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Teardrop 159">
              <a:extLst>
                <a:ext uri="{FF2B5EF4-FFF2-40B4-BE49-F238E27FC236}">
                  <a16:creationId xmlns:a16="http://schemas.microsoft.com/office/drawing/2014/main" id="{A735600A-2AB9-E944-A1DD-4A72A8C7FEF3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Teardrop 160">
              <a:extLst>
                <a:ext uri="{FF2B5EF4-FFF2-40B4-BE49-F238E27FC236}">
                  <a16:creationId xmlns:a16="http://schemas.microsoft.com/office/drawing/2014/main" id="{BF9CF95E-1294-3745-BD1A-42021ECF648C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Teardrop 161">
              <a:extLst>
                <a:ext uri="{FF2B5EF4-FFF2-40B4-BE49-F238E27FC236}">
                  <a16:creationId xmlns:a16="http://schemas.microsoft.com/office/drawing/2014/main" id="{FFCA481D-4BE7-2B43-9861-52EE6B0D5549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Teardrop 162">
              <a:extLst>
                <a:ext uri="{FF2B5EF4-FFF2-40B4-BE49-F238E27FC236}">
                  <a16:creationId xmlns:a16="http://schemas.microsoft.com/office/drawing/2014/main" id="{07147F79-1D50-4941-836E-84983B24C094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Teardrop 163">
              <a:extLst>
                <a:ext uri="{FF2B5EF4-FFF2-40B4-BE49-F238E27FC236}">
                  <a16:creationId xmlns:a16="http://schemas.microsoft.com/office/drawing/2014/main" id="{0E7753BA-15D2-EE43-9C79-AC32B735CF0D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Teardrop 164">
              <a:extLst>
                <a:ext uri="{FF2B5EF4-FFF2-40B4-BE49-F238E27FC236}">
                  <a16:creationId xmlns:a16="http://schemas.microsoft.com/office/drawing/2014/main" id="{D9A0AFE3-2347-0A4B-9823-1882E043B0E0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Teardrop 165">
              <a:extLst>
                <a:ext uri="{FF2B5EF4-FFF2-40B4-BE49-F238E27FC236}">
                  <a16:creationId xmlns:a16="http://schemas.microsoft.com/office/drawing/2014/main" id="{7C4CBD3C-0A02-5A4D-94C0-DECFF91D41D2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Teardrop 166">
              <a:extLst>
                <a:ext uri="{FF2B5EF4-FFF2-40B4-BE49-F238E27FC236}">
                  <a16:creationId xmlns:a16="http://schemas.microsoft.com/office/drawing/2014/main" id="{D0A44F21-6E1F-7E43-9531-A58C7FF40D19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Teardrop 167">
              <a:extLst>
                <a:ext uri="{FF2B5EF4-FFF2-40B4-BE49-F238E27FC236}">
                  <a16:creationId xmlns:a16="http://schemas.microsoft.com/office/drawing/2014/main" id="{ED2F484D-406A-2642-B2CD-550C8F2602E1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Teardrop 168">
              <a:extLst>
                <a:ext uri="{FF2B5EF4-FFF2-40B4-BE49-F238E27FC236}">
                  <a16:creationId xmlns:a16="http://schemas.microsoft.com/office/drawing/2014/main" id="{02A3DB71-1370-6147-96D2-20331DD48FC6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Teardrop 169">
              <a:extLst>
                <a:ext uri="{FF2B5EF4-FFF2-40B4-BE49-F238E27FC236}">
                  <a16:creationId xmlns:a16="http://schemas.microsoft.com/office/drawing/2014/main" id="{890F66FA-CC7E-2644-A264-B3F398FCD6C6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Teardrop 170">
              <a:extLst>
                <a:ext uri="{FF2B5EF4-FFF2-40B4-BE49-F238E27FC236}">
                  <a16:creationId xmlns:a16="http://schemas.microsoft.com/office/drawing/2014/main" id="{DC1755DE-1323-7547-8128-DF9FA123CF6A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Teardrop 171">
              <a:extLst>
                <a:ext uri="{FF2B5EF4-FFF2-40B4-BE49-F238E27FC236}">
                  <a16:creationId xmlns:a16="http://schemas.microsoft.com/office/drawing/2014/main" id="{BD50F393-ABFE-7047-A20B-05CC04D70D6B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Teardrop 172">
              <a:extLst>
                <a:ext uri="{FF2B5EF4-FFF2-40B4-BE49-F238E27FC236}">
                  <a16:creationId xmlns:a16="http://schemas.microsoft.com/office/drawing/2014/main" id="{76D7D086-B0DC-3642-BFAB-245BEEE017AD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Teardrop 173">
              <a:extLst>
                <a:ext uri="{FF2B5EF4-FFF2-40B4-BE49-F238E27FC236}">
                  <a16:creationId xmlns:a16="http://schemas.microsoft.com/office/drawing/2014/main" id="{F0234598-3BE0-EA42-BF36-E6E8DD8891FE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5" name="Teardrop 174">
              <a:extLst>
                <a:ext uri="{FF2B5EF4-FFF2-40B4-BE49-F238E27FC236}">
                  <a16:creationId xmlns:a16="http://schemas.microsoft.com/office/drawing/2014/main" id="{5FD72FB6-BA32-1D49-A8CC-68CC920B68A2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Teardrop 175">
              <a:extLst>
                <a:ext uri="{FF2B5EF4-FFF2-40B4-BE49-F238E27FC236}">
                  <a16:creationId xmlns:a16="http://schemas.microsoft.com/office/drawing/2014/main" id="{502AE83A-4F33-4048-8071-6470A737D9F6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" name="Teardrop 176">
              <a:extLst>
                <a:ext uri="{FF2B5EF4-FFF2-40B4-BE49-F238E27FC236}">
                  <a16:creationId xmlns:a16="http://schemas.microsoft.com/office/drawing/2014/main" id="{4BFC9129-1793-3F42-95D6-FD74347DB96F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Teardrop 177">
              <a:extLst>
                <a:ext uri="{FF2B5EF4-FFF2-40B4-BE49-F238E27FC236}">
                  <a16:creationId xmlns:a16="http://schemas.microsoft.com/office/drawing/2014/main" id="{A44FC539-937D-3545-8DC2-BE1EEB429597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Teardrop 178">
              <a:extLst>
                <a:ext uri="{FF2B5EF4-FFF2-40B4-BE49-F238E27FC236}">
                  <a16:creationId xmlns:a16="http://schemas.microsoft.com/office/drawing/2014/main" id="{D5E162A4-AB5D-F149-B692-2E462FE67EFC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Teardrop 179">
              <a:extLst>
                <a:ext uri="{FF2B5EF4-FFF2-40B4-BE49-F238E27FC236}">
                  <a16:creationId xmlns:a16="http://schemas.microsoft.com/office/drawing/2014/main" id="{4691AAC5-BE96-A146-B3E0-D9302EA031B8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1" name="Teardrop 180">
              <a:extLst>
                <a:ext uri="{FF2B5EF4-FFF2-40B4-BE49-F238E27FC236}">
                  <a16:creationId xmlns:a16="http://schemas.microsoft.com/office/drawing/2014/main" id="{0B0AA3B2-7455-D84F-9BE4-6809713D3737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2" name="Teardrop 181">
              <a:extLst>
                <a:ext uri="{FF2B5EF4-FFF2-40B4-BE49-F238E27FC236}">
                  <a16:creationId xmlns:a16="http://schemas.microsoft.com/office/drawing/2014/main" id="{885D5BB8-B485-5747-A1D4-CD757CDA14B9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Teardrop 182">
              <a:extLst>
                <a:ext uri="{FF2B5EF4-FFF2-40B4-BE49-F238E27FC236}">
                  <a16:creationId xmlns:a16="http://schemas.microsoft.com/office/drawing/2014/main" id="{DF31AFE8-5082-1E44-96D0-9F24F9913ADD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Teardrop 183">
              <a:extLst>
                <a:ext uri="{FF2B5EF4-FFF2-40B4-BE49-F238E27FC236}">
                  <a16:creationId xmlns:a16="http://schemas.microsoft.com/office/drawing/2014/main" id="{05FDBB63-4FE7-1E48-8A4D-B57573B347C9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85" name="TextBox 27">
            <a:extLst>
              <a:ext uri="{FF2B5EF4-FFF2-40B4-BE49-F238E27FC236}">
                <a16:creationId xmlns:a16="http://schemas.microsoft.com/office/drawing/2014/main" id="{589BCF60-E47C-9742-AA3C-8C1DA2ED4C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1037" y="6295288"/>
            <a:ext cx="1202598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Fine Root Pool</a:t>
            </a:r>
          </a:p>
        </p:txBody>
      </p:sp>
      <p:cxnSp>
        <p:nvCxnSpPr>
          <p:cNvPr id="186" name="Straight Arrow Connector 185">
            <a:extLst>
              <a:ext uri="{FF2B5EF4-FFF2-40B4-BE49-F238E27FC236}">
                <a16:creationId xmlns:a16="http://schemas.microsoft.com/office/drawing/2014/main" id="{6EF76A06-CF9F-C649-A405-165542A4DFC6}"/>
              </a:ext>
            </a:extLst>
          </p:cNvPr>
          <p:cNvCxnSpPr/>
          <p:nvPr/>
        </p:nvCxnSpPr>
        <p:spPr>
          <a:xfrm flipH="1">
            <a:off x="7189647" y="5906562"/>
            <a:ext cx="127000" cy="229251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pic>
        <p:nvPicPr>
          <p:cNvPr id="187" name="Picture 186">
            <a:extLst>
              <a:ext uri="{FF2B5EF4-FFF2-40B4-BE49-F238E27FC236}">
                <a16:creationId xmlns:a16="http://schemas.microsoft.com/office/drawing/2014/main" id="{856E67F6-CA4C-8544-97D9-D92B8B4709A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328533" y="449759"/>
            <a:ext cx="1988683" cy="1106131"/>
          </a:xfrm>
          <a:prstGeom prst="rect">
            <a:avLst/>
          </a:prstGeom>
        </p:spPr>
      </p:pic>
      <p:sp>
        <p:nvSpPr>
          <p:cNvPr id="188" name="TextBox 187">
            <a:extLst>
              <a:ext uri="{FF2B5EF4-FFF2-40B4-BE49-F238E27FC236}">
                <a16:creationId xmlns:a16="http://schemas.microsoft.com/office/drawing/2014/main" id="{FDD1D468-9E1B-1F47-BA6A-8E261C0AFA83}"/>
              </a:ext>
            </a:extLst>
          </p:cNvPr>
          <p:cNvSpPr txBox="1"/>
          <p:nvPr/>
        </p:nvSpPr>
        <p:spPr>
          <a:xfrm>
            <a:off x="2428890" y="873064"/>
            <a:ext cx="1787669" cy="954107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none">
            <a:spAutoFit/>
          </a:bodyPr>
          <a:lstStyle/>
          <a:p>
            <a:pPr defTabSz="914400">
              <a:defRPr/>
            </a:pPr>
            <a:r>
              <a:rPr lang="en-US" sz="1200" dirty="0">
                <a:solidFill>
                  <a:srgbClr val="4D4F03"/>
                </a:solidFill>
                <a:latin typeface="Arial Rounded MT Bold"/>
                <a:cs typeface="Arial Rounded MT Bold"/>
              </a:rPr>
              <a:t>   </a:t>
            </a: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Photosynthesis Rate</a:t>
            </a:r>
            <a:endParaRPr lang="en-US" sz="1100" dirty="0">
              <a:solidFill>
                <a:srgbClr val="1F6BA0"/>
              </a:solidFill>
              <a:cs typeface="Arial" charset="0"/>
            </a:endParaRP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Light, </a:t>
            </a:r>
            <a:r>
              <a:rPr lang="en-US" sz="1100" dirty="0" err="1">
                <a:solidFill>
                  <a:prstClr val="black"/>
                </a:solidFill>
                <a:cs typeface="Arial" charset="0"/>
              </a:rPr>
              <a:t>Rubisco</a:t>
            </a:r>
            <a:r>
              <a:rPr lang="en-US" sz="1100" dirty="0">
                <a:solidFill>
                  <a:prstClr val="black"/>
                </a:solidFill>
                <a:cs typeface="Arial" charset="0"/>
              </a:rPr>
              <a:t>, Utilization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Relative Humidity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Root-Zone Water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Temperature</a:t>
            </a:r>
          </a:p>
        </p:txBody>
      </p:sp>
      <p:cxnSp>
        <p:nvCxnSpPr>
          <p:cNvPr id="189" name="Straight Arrow Connector 188">
            <a:extLst>
              <a:ext uri="{FF2B5EF4-FFF2-40B4-BE49-F238E27FC236}">
                <a16:creationId xmlns:a16="http://schemas.microsoft.com/office/drawing/2014/main" id="{3CA7ED7C-5269-CF44-94F3-81A2BA3F40D2}"/>
              </a:ext>
            </a:extLst>
          </p:cNvPr>
          <p:cNvCxnSpPr>
            <a:cxnSpLocks/>
          </p:cNvCxnSpPr>
          <p:nvPr/>
        </p:nvCxnSpPr>
        <p:spPr>
          <a:xfrm flipH="1">
            <a:off x="2694876" y="3715670"/>
            <a:ext cx="2144966" cy="1132331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</p:spTree>
    <p:extLst>
      <p:ext uri="{BB962C8B-B14F-4D97-AF65-F5344CB8AC3E}">
        <p14:creationId xmlns:p14="http://schemas.microsoft.com/office/powerpoint/2010/main" val="174034772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D0B98D5B-188C-534B-B222-0676C157C65D}"/>
              </a:ext>
            </a:extLst>
          </p:cNvPr>
          <p:cNvGrpSpPr/>
          <p:nvPr/>
        </p:nvGrpSpPr>
        <p:grpSpPr>
          <a:xfrm>
            <a:off x="-26292" y="47068"/>
            <a:ext cx="2728913" cy="1762102"/>
            <a:chOff x="-66158" y="-26695"/>
            <a:chExt cx="2728913" cy="1762102"/>
          </a:xfrm>
        </p:grpSpPr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15B06B01-BBD6-B946-8C2A-01BE8AB76F9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350D7EC4-1B95-D34E-B18B-0BCE27CFC5C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122174" y="-26695"/>
              <a:ext cx="2540581" cy="1413104"/>
            </a:xfrm>
            <a:prstGeom prst="rect">
              <a:avLst/>
            </a:prstGeom>
          </p:spPr>
        </p:pic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4D11C590-BDD1-9647-8EF6-2D749AA9C7E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51831" y="165870"/>
              <a:ext cx="993606" cy="1020488"/>
              <a:chOff x="1393880" y="1143248"/>
              <a:chExt cx="1298448" cy="1298448"/>
            </a:xfrm>
            <a:solidFill>
              <a:srgbClr val="FFF400"/>
            </a:solidFill>
          </p:grpSpPr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BF5C2D43-8B5D-564F-A31A-21B30B6F7586}"/>
                  </a:ext>
                </a:extLst>
              </p:cNvPr>
              <p:cNvSpPr/>
              <p:nvPr/>
            </p:nvSpPr>
            <p:spPr>
              <a:xfrm>
                <a:off x="1620283" y="1370783"/>
                <a:ext cx="845643" cy="845643"/>
              </a:xfrm>
              <a:prstGeom prst="ellipse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9C9DE332-8807-9F45-BA5E-804526E5EB59}"/>
                  </a:ext>
                </a:extLst>
              </p:cNvPr>
              <p:cNvGrpSpPr/>
              <p:nvPr/>
            </p:nvGrpSpPr>
            <p:grpSpPr>
              <a:xfrm>
                <a:off x="1394682" y="1284460"/>
                <a:ext cx="1296846" cy="1034301"/>
                <a:chOff x="1394682" y="1284460"/>
                <a:chExt cx="1296846" cy="1034301"/>
              </a:xfrm>
              <a:grpFill/>
            </p:grpSpPr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FA20F445-5E28-3141-93CE-FD733F5FC206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C5B575F3-95D4-C34A-9200-7BB07ACD5ACA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" name="Group 8">
                <a:extLst>
                  <a:ext uri="{FF2B5EF4-FFF2-40B4-BE49-F238E27FC236}">
                    <a16:creationId xmlns:a16="http://schemas.microsoft.com/office/drawing/2014/main" id="{A4BD5E78-635D-4642-85DF-1A60587DDF95}"/>
                  </a:ext>
                </a:extLst>
              </p:cNvPr>
              <p:cNvGrpSpPr/>
              <p:nvPr/>
            </p:nvGrpSpPr>
            <p:grpSpPr>
              <a:xfrm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7FADFC73-EE1B-6946-87DA-649CC2C9BEA1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5CDE68E2-BFDA-2840-B8A7-A115EFB8D96D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" name="Group 9">
                <a:extLst>
                  <a:ext uri="{FF2B5EF4-FFF2-40B4-BE49-F238E27FC236}">
                    <a16:creationId xmlns:a16="http://schemas.microsoft.com/office/drawing/2014/main" id="{674E4BC7-BEAD-C645-8544-7010C594CEB2}"/>
                  </a:ext>
                </a:extLst>
              </p:cNvPr>
              <p:cNvGrpSpPr/>
              <p:nvPr/>
            </p:nvGrpSpPr>
            <p:grpSpPr>
              <a:xfrm rot="18926824"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C70B62AD-5383-7844-B5EF-2226D4DBDD6B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48C5288B-1F8B-3649-82FA-721D66465F3D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8D36708-78F2-D849-AC8C-E189011B0185}"/>
                  </a:ext>
                </a:extLst>
              </p:cNvPr>
              <p:cNvGrpSpPr/>
              <p:nvPr/>
            </p:nvGrpSpPr>
            <p:grpSpPr>
              <a:xfrm rot="2728193" flipH="1">
                <a:off x="1393881" y="1275836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12" name="Rectangle 11">
                  <a:extLst>
                    <a:ext uri="{FF2B5EF4-FFF2-40B4-BE49-F238E27FC236}">
                      <a16:creationId xmlns:a16="http://schemas.microsoft.com/office/drawing/2014/main" id="{DAB1FA97-B3FD-D64F-8234-8D5C4E946788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id="{FF22E5BD-DD87-DB41-B0C1-6F83F65FA117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FD86B975-3FA2-0440-AE07-74CFF20F1B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D543BBCD-B9EE-8444-8533-2854296EDDDE}"/>
              </a:ext>
            </a:extLst>
          </p:cNvPr>
          <p:cNvGrpSpPr/>
          <p:nvPr/>
        </p:nvGrpSpPr>
        <p:grpSpPr>
          <a:xfrm>
            <a:off x="1985278" y="442220"/>
            <a:ext cx="5596696" cy="6360282"/>
            <a:chOff x="1606734" y="289820"/>
            <a:chExt cx="5596696" cy="6360282"/>
          </a:xfrm>
        </p:grpSpPr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39A70F80-24BA-A14A-8886-25762AB37A06}"/>
                </a:ext>
              </a:extLst>
            </p:cNvPr>
            <p:cNvCxnSpPr>
              <a:cxnSpLocks/>
            </p:cNvCxnSpPr>
            <p:nvPr/>
          </p:nvCxnSpPr>
          <p:spPr>
            <a:xfrm>
              <a:off x="1606734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535E2CA1-6144-7445-8AB5-0CEC87D43B4E}"/>
                </a:ext>
              </a:extLst>
            </p:cNvPr>
            <p:cNvSpPr>
              <a:spLocks/>
            </p:cNvSpPr>
            <p:nvPr/>
          </p:nvSpPr>
          <p:spPr>
            <a:xfrm>
              <a:off x="1779019" y="5419472"/>
              <a:ext cx="5102083" cy="1230630"/>
            </a:xfrm>
            <a:custGeom>
              <a:avLst/>
              <a:gdLst>
                <a:gd name="connsiteX0" fmla="*/ 1573619 w 3622158"/>
                <a:gd name="connsiteY0" fmla="*/ 0 h 1509823"/>
                <a:gd name="connsiteX1" fmla="*/ 1453116 w 3622158"/>
                <a:gd name="connsiteY1" fmla="*/ 262270 h 1509823"/>
                <a:gd name="connsiteX2" fmla="*/ 1020726 w 3622158"/>
                <a:gd name="connsiteY2" fmla="*/ 311888 h 1509823"/>
                <a:gd name="connsiteX3" fmla="*/ 595423 w 3622158"/>
                <a:gd name="connsiteY3" fmla="*/ 248093 h 1509823"/>
                <a:gd name="connsiteX4" fmla="*/ 326065 w 3622158"/>
                <a:gd name="connsiteY4" fmla="*/ 120502 h 1509823"/>
                <a:gd name="connsiteX5" fmla="*/ 567070 w 3622158"/>
                <a:gd name="connsiteY5" fmla="*/ 297711 h 1509823"/>
                <a:gd name="connsiteX6" fmla="*/ 233916 w 3622158"/>
                <a:gd name="connsiteY6" fmla="*/ 432391 h 1509823"/>
                <a:gd name="connsiteX7" fmla="*/ 609600 w 3622158"/>
                <a:gd name="connsiteY7" fmla="*/ 340242 h 1509823"/>
                <a:gd name="connsiteX8" fmla="*/ 1020726 w 3622158"/>
                <a:gd name="connsiteY8" fmla="*/ 354418 h 1509823"/>
                <a:gd name="connsiteX9" fmla="*/ 786809 w 3622158"/>
                <a:gd name="connsiteY9" fmla="*/ 531628 h 1509823"/>
                <a:gd name="connsiteX10" fmla="*/ 1070344 w 3622158"/>
                <a:gd name="connsiteY10" fmla="*/ 382772 h 1509823"/>
                <a:gd name="connsiteX11" fmla="*/ 1502735 w 3622158"/>
                <a:gd name="connsiteY11" fmla="*/ 318977 h 1509823"/>
                <a:gd name="connsiteX12" fmla="*/ 1672856 w 3622158"/>
                <a:gd name="connsiteY12" fmla="*/ 14177 h 1509823"/>
                <a:gd name="connsiteX13" fmla="*/ 1616149 w 3622158"/>
                <a:gd name="connsiteY13" fmla="*/ 453656 h 1509823"/>
                <a:gd name="connsiteX14" fmla="*/ 1254642 w 3622158"/>
                <a:gd name="connsiteY14" fmla="*/ 708837 h 1509823"/>
                <a:gd name="connsiteX15" fmla="*/ 829340 w 3622158"/>
                <a:gd name="connsiteY15" fmla="*/ 808074 h 1509823"/>
                <a:gd name="connsiteX16" fmla="*/ 496186 w 3622158"/>
                <a:gd name="connsiteY16" fmla="*/ 659218 h 1509823"/>
                <a:gd name="connsiteX17" fmla="*/ 800986 w 3622158"/>
                <a:gd name="connsiteY17" fmla="*/ 871870 h 1509823"/>
                <a:gd name="connsiteX18" fmla="*/ 446568 w 3622158"/>
                <a:gd name="connsiteY18" fmla="*/ 907311 h 1509823"/>
                <a:gd name="connsiteX19" fmla="*/ 836428 w 3622158"/>
                <a:gd name="connsiteY19" fmla="*/ 935665 h 1509823"/>
                <a:gd name="connsiteX20" fmla="*/ 1119963 w 3622158"/>
                <a:gd name="connsiteY20" fmla="*/ 864781 h 1509823"/>
                <a:gd name="connsiteX21" fmla="*/ 730102 w 3622158"/>
                <a:gd name="connsiteY21" fmla="*/ 1148316 h 1509823"/>
                <a:gd name="connsiteX22" fmla="*/ 375684 w 3622158"/>
                <a:gd name="connsiteY22" fmla="*/ 1233377 h 1509823"/>
                <a:gd name="connsiteX23" fmla="*/ 106326 w 3622158"/>
                <a:gd name="connsiteY23" fmla="*/ 1020725 h 1509823"/>
                <a:gd name="connsiteX24" fmla="*/ 382772 w 3622158"/>
                <a:gd name="connsiteY24" fmla="*/ 1297172 h 1509823"/>
                <a:gd name="connsiteX25" fmla="*/ 0 w 3622158"/>
                <a:gd name="connsiteY25" fmla="*/ 1268818 h 1509823"/>
                <a:gd name="connsiteX26" fmla="*/ 389861 w 3622158"/>
                <a:gd name="connsiteY26" fmla="*/ 1353879 h 1509823"/>
                <a:gd name="connsiteX27" fmla="*/ 7088 w 3622158"/>
                <a:gd name="connsiteY27" fmla="*/ 1474381 h 1509823"/>
                <a:gd name="connsiteX28" fmla="*/ 418214 w 3622158"/>
                <a:gd name="connsiteY28" fmla="*/ 1396409 h 1509823"/>
                <a:gd name="connsiteX29" fmla="*/ 779721 w 3622158"/>
                <a:gd name="connsiteY29" fmla="*/ 1261730 h 1509823"/>
                <a:gd name="connsiteX30" fmla="*/ 1020726 w 3622158"/>
                <a:gd name="connsiteY30" fmla="*/ 1041991 h 1509823"/>
                <a:gd name="connsiteX31" fmla="*/ 964019 w 3622158"/>
                <a:gd name="connsiteY31" fmla="*/ 1431851 h 1509823"/>
                <a:gd name="connsiteX32" fmla="*/ 1077433 w 3622158"/>
                <a:gd name="connsiteY32" fmla="*/ 1034902 h 1509823"/>
                <a:gd name="connsiteX33" fmla="*/ 1297172 w 3622158"/>
                <a:gd name="connsiteY33" fmla="*/ 779721 h 1509823"/>
                <a:gd name="connsiteX34" fmla="*/ 1630326 w 3622158"/>
                <a:gd name="connsiteY34" fmla="*/ 545804 h 1509823"/>
                <a:gd name="connsiteX35" fmla="*/ 1566530 w 3622158"/>
                <a:gd name="connsiteY35" fmla="*/ 914400 h 1509823"/>
                <a:gd name="connsiteX36" fmla="*/ 1389321 w 3622158"/>
                <a:gd name="connsiteY36" fmla="*/ 1119963 h 1509823"/>
                <a:gd name="connsiteX37" fmla="*/ 1609061 w 3622158"/>
                <a:gd name="connsiteY37" fmla="*/ 949842 h 1509823"/>
                <a:gd name="connsiteX38" fmla="*/ 1538177 w 3622158"/>
                <a:gd name="connsiteY38" fmla="*/ 1304260 h 1509823"/>
                <a:gd name="connsiteX39" fmla="*/ 1304261 w 3622158"/>
                <a:gd name="connsiteY39" fmla="*/ 1375144 h 1509823"/>
                <a:gd name="connsiteX40" fmla="*/ 1552354 w 3622158"/>
                <a:gd name="connsiteY40" fmla="*/ 1346791 h 1509823"/>
                <a:gd name="connsiteX41" fmla="*/ 1545265 w 3622158"/>
                <a:gd name="connsiteY41" fmla="*/ 1509823 h 1509823"/>
                <a:gd name="connsiteX42" fmla="*/ 1601972 w 3622158"/>
                <a:gd name="connsiteY42" fmla="*/ 1339702 h 1509823"/>
                <a:gd name="connsiteX43" fmla="*/ 1772093 w 3622158"/>
                <a:gd name="connsiteY43" fmla="*/ 1453116 h 1509823"/>
                <a:gd name="connsiteX44" fmla="*/ 1601972 w 3622158"/>
                <a:gd name="connsiteY44" fmla="*/ 1282995 h 1509823"/>
                <a:gd name="connsiteX45" fmla="*/ 1679944 w 3622158"/>
                <a:gd name="connsiteY45" fmla="*/ 935665 h 1509823"/>
                <a:gd name="connsiteX46" fmla="*/ 1793358 w 3622158"/>
                <a:gd name="connsiteY46" fmla="*/ 1190846 h 1509823"/>
                <a:gd name="connsiteX47" fmla="*/ 1701209 w 3622158"/>
                <a:gd name="connsiteY47" fmla="*/ 850604 h 1509823"/>
                <a:gd name="connsiteX48" fmla="*/ 1757916 w 3622158"/>
                <a:gd name="connsiteY48" fmla="*/ 538716 h 1509823"/>
                <a:gd name="connsiteX49" fmla="*/ 2083982 w 3622158"/>
                <a:gd name="connsiteY49" fmla="*/ 1006549 h 1509823"/>
                <a:gd name="connsiteX50" fmla="*/ 2587256 w 3622158"/>
                <a:gd name="connsiteY50" fmla="*/ 1375144 h 1509823"/>
                <a:gd name="connsiteX51" fmla="*/ 2948763 w 3622158"/>
                <a:gd name="connsiteY51" fmla="*/ 1332614 h 1509823"/>
                <a:gd name="connsiteX52" fmla="*/ 2601433 w 3622158"/>
                <a:gd name="connsiteY52" fmla="*/ 1325525 h 1509823"/>
                <a:gd name="connsiteX53" fmla="*/ 2948763 w 3622158"/>
                <a:gd name="connsiteY53" fmla="*/ 1261730 h 1509823"/>
                <a:gd name="connsiteX54" fmla="*/ 2580168 w 3622158"/>
                <a:gd name="connsiteY54" fmla="*/ 1240465 h 1509823"/>
                <a:gd name="connsiteX55" fmla="*/ 2190307 w 3622158"/>
                <a:gd name="connsiteY55" fmla="*/ 921488 h 1509823"/>
                <a:gd name="connsiteX56" fmla="*/ 1835888 w 3622158"/>
                <a:gd name="connsiteY56" fmla="*/ 496186 h 1509823"/>
                <a:gd name="connsiteX57" fmla="*/ 2558902 w 3622158"/>
                <a:gd name="connsiteY57" fmla="*/ 914400 h 1509823"/>
                <a:gd name="connsiteX58" fmla="*/ 3274828 w 3622158"/>
                <a:gd name="connsiteY58" fmla="*/ 1027814 h 1509823"/>
                <a:gd name="connsiteX59" fmla="*/ 3622158 w 3622158"/>
                <a:gd name="connsiteY59" fmla="*/ 1261730 h 1509823"/>
                <a:gd name="connsiteX60" fmla="*/ 3310270 w 3622158"/>
                <a:gd name="connsiteY60" fmla="*/ 999460 h 1509823"/>
                <a:gd name="connsiteX61" fmla="*/ 3586716 w 3622158"/>
                <a:gd name="connsiteY61" fmla="*/ 893135 h 1509823"/>
                <a:gd name="connsiteX62" fmla="*/ 3246475 w 3622158"/>
                <a:gd name="connsiteY62" fmla="*/ 942753 h 1509823"/>
                <a:gd name="connsiteX63" fmla="*/ 2544726 w 3622158"/>
                <a:gd name="connsiteY63" fmla="*/ 829339 h 1509823"/>
                <a:gd name="connsiteX64" fmla="*/ 1842977 w 3622158"/>
                <a:gd name="connsiteY64" fmla="*/ 404037 h 1509823"/>
                <a:gd name="connsiteX65" fmla="*/ 1963479 w 3622158"/>
                <a:gd name="connsiteY65" fmla="*/ 198474 h 1509823"/>
                <a:gd name="connsiteX66" fmla="*/ 2587256 w 3622158"/>
                <a:gd name="connsiteY66" fmla="*/ 425302 h 1509823"/>
                <a:gd name="connsiteX67" fmla="*/ 3196856 w 3622158"/>
                <a:gd name="connsiteY67" fmla="*/ 446567 h 1509823"/>
                <a:gd name="connsiteX68" fmla="*/ 3579628 w 3622158"/>
                <a:gd name="connsiteY68" fmla="*/ 595423 h 1509823"/>
                <a:gd name="connsiteX69" fmla="*/ 3225209 w 3622158"/>
                <a:gd name="connsiteY69" fmla="*/ 432391 h 1509823"/>
                <a:gd name="connsiteX70" fmla="*/ 3600893 w 3622158"/>
                <a:gd name="connsiteY70" fmla="*/ 489097 h 1509823"/>
                <a:gd name="connsiteX71" fmla="*/ 3189768 w 3622158"/>
                <a:gd name="connsiteY71" fmla="*/ 368595 h 1509823"/>
                <a:gd name="connsiteX72" fmla="*/ 2580168 w 3622158"/>
                <a:gd name="connsiteY72" fmla="*/ 340242 h 1509823"/>
                <a:gd name="connsiteX73" fmla="*/ 1977656 w 3622158"/>
                <a:gd name="connsiteY73" fmla="*/ 63795 h 1509823"/>
                <a:gd name="connsiteX74" fmla="*/ 2013098 w 3622158"/>
                <a:gd name="connsiteY74" fmla="*/ 0 h 1509823"/>
                <a:gd name="connsiteX75" fmla="*/ 2013098 w 3622158"/>
                <a:gd name="connsiteY75" fmla="*/ 0 h 1509823"/>
                <a:gd name="connsiteX76" fmla="*/ 1573619 w 3622158"/>
                <a:gd name="connsiteY76" fmla="*/ 0 h 1509823"/>
                <a:gd name="connsiteX0" fmla="*/ 1573619 w 3622158"/>
                <a:gd name="connsiteY0" fmla="*/ 0 h 1573618"/>
                <a:gd name="connsiteX1" fmla="*/ 1453116 w 3622158"/>
                <a:gd name="connsiteY1" fmla="*/ 262270 h 1573618"/>
                <a:gd name="connsiteX2" fmla="*/ 1020726 w 3622158"/>
                <a:gd name="connsiteY2" fmla="*/ 311888 h 1573618"/>
                <a:gd name="connsiteX3" fmla="*/ 595423 w 3622158"/>
                <a:gd name="connsiteY3" fmla="*/ 248093 h 1573618"/>
                <a:gd name="connsiteX4" fmla="*/ 326065 w 3622158"/>
                <a:gd name="connsiteY4" fmla="*/ 120502 h 1573618"/>
                <a:gd name="connsiteX5" fmla="*/ 567070 w 3622158"/>
                <a:gd name="connsiteY5" fmla="*/ 297711 h 1573618"/>
                <a:gd name="connsiteX6" fmla="*/ 233916 w 3622158"/>
                <a:gd name="connsiteY6" fmla="*/ 432391 h 1573618"/>
                <a:gd name="connsiteX7" fmla="*/ 609600 w 3622158"/>
                <a:gd name="connsiteY7" fmla="*/ 340242 h 1573618"/>
                <a:gd name="connsiteX8" fmla="*/ 1020726 w 3622158"/>
                <a:gd name="connsiteY8" fmla="*/ 354418 h 1573618"/>
                <a:gd name="connsiteX9" fmla="*/ 786809 w 3622158"/>
                <a:gd name="connsiteY9" fmla="*/ 531628 h 1573618"/>
                <a:gd name="connsiteX10" fmla="*/ 1070344 w 3622158"/>
                <a:gd name="connsiteY10" fmla="*/ 382772 h 1573618"/>
                <a:gd name="connsiteX11" fmla="*/ 1502735 w 3622158"/>
                <a:gd name="connsiteY11" fmla="*/ 318977 h 1573618"/>
                <a:gd name="connsiteX12" fmla="*/ 1672856 w 3622158"/>
                <a:gd name="connsiteY12" fmla="*/ 14177 h 1573618"/>
                <a:gd name="connsiteX13" fmla="*/ 1616149 w 3622158"/>
                <a:gd name="connsiteY13" fmla="*/ 453656 h 1573618"/>
                <a:gd name="connsiteX14" fmla="*/ 1254642 w 3622158"/>
                <a:gd name="connsiteY14" fmla="*/ 708837 h 1573618"/>
                <a:gd name="connsiteX15" fmla="*/ 829340 w 3622158"/>
                <a:gd name="connsiteY15" fmla="*/ 808074 h 1573618"/>
                <a:gd name="connsiteX16" fmla="*/ 496186 w 3622158"/>
                <a:gd name="connsiteY16" fmla="*/ 659218 h 1573618"/>
                <a:gd name="connsiteX17" fmla="*/ 800986 w 3622158"/>
                <a:gd name="connsiteY17" fmla="*/ 871870 h 1573618"/>
                <a:gd name="connsiteX18" fmla="*/ 446568 w 3622158"/>
                <a:gd name="connsiteY18" fmla="*/ 907311 h 1573618"/>
                <a:gd name="connsiteX19" fmla="*/ 836428 w 3622158"/>
                <a:gd name="connsiteY19" fmla="*/ 935665 h 1573618"/>
                <a:gd name="connsiteX20" fmla="*/ 1119963 w 3622158"/>
                <a:gd name="connsiteY20" fmla="*/ 864781 h 1573618"/>
                <a:gd name="connsiteX21" fmla="*/ 730102 w 3622158"/>
                <a:gd name="connsiteY21" fmla="*/ 1148316 h 1573618"/>
                <a:gd name="connsiteX22" fmla="*/ 375684 w 3622158"/>
                <a:gd name="connsiteY22" fmla="*/ 1233377 h 1573618"/>
                <a:gd name="connsiteX23" fmla="*/ 106326 w 3622158"/>
                <a:gd name="connsiteY23" fmla="*/ 1020725 h 1573618"/>
                <a:gd name="connsiteX24" fmla="*/ 382772 w 3622158"/>
                <a:gd name="connsiteY24" fmla="*/ 1297172 h 1573618"/>
                <a:gd name="connsiteX25" fmla="*/ 0 w 3622158"/>
                <a:gd name="connsiteY25" fmla="*/ 1268818 h 1573618"/>
                <a:gd name="connsiteX26" fmla="*/ 389861 w 3622158"/>
                <a:gd name="connsiteY26" fmla="*/ 1353879 h 1573618"/>
                <a:gd name="connsiteX27" fmla="*/ 70883 w 3622158"/>
                <a:gd name="connsiteY27" fmla="*/ 1573618 h 1573618"/>
                <a:gd name="connsiteX28" fmla="*/ 418214 w 3622158"/>
                <a:gd name="connsiteY28" fmla="*/ 1396409 h 1573618"/>
                <a:gd name="connsiteX29" fmla="*/ 779721 w 3622158"/>
                <a:gd name="connsiteY29" fmla="*/ 1261730 h 1573618"/>
                <a:gd name="connsiteX30" fmla="*/ 1020726 w 3622158"/>
                <a:gd name="connsiteY30" fmla="*/ 1041991 h 1573618"/>
                <a:gd name="connsiteX31" fmla="*/ 964019 w 3622158"/>
                <a:gd name="connsiteY31" fmla="*/ 1431851 h 1573618"/>
                <a:gd name="connsiteX32" fmla="*/ 1077433 w 3622158"/>
                <a:gd name="connsiteY32" fmla="*/ 1034902 h 1573618"/>
                <a:gd name="connsiteX33" fmla="*/ 1297172 w 3622158"/>
                <a:gd name="connsiteY33" fmla="*/ 779721 h 1573618"/>
                <a:gd name="connsiteX34" fmla="*/ 1630326 w 3622158"/>
                <a:gd name="connsiteY34" fmla="*/ 545804 h 1573618"/>
                <a:gd name="connsiteX35" fmla="*/ 1566530 w 3622158"/>
                <a:gd name="connsiteY35" fmla="*/ 914400 h 1573618"/>
                <a:gd name="connsiteX36" fmla="*/ 1389321 w 3622158"/>
                <a:gd name="connsiteY36" fmla="*/ 1119963 h 1573618"/>
                <a:gd name="connsiteX37" fmla="*/ 1609061 w 3622158"/>
                <a:gd name="connsiteY37" fmla="*/ 949842 h 1573618"/>
                <a:gd name="connsiteX38" fmla="*/ 1538177 w 3622158"/>
                <a:gd name="connsiteY38" fmla="*/ 1304260 h 1573618"/>
                <a:gd name="connsiteX39" fmla="*/ 1304261 w 3622158"/>
                <a:gd name="connsiteY39" fmla="*/ 1375144 h 1573618"/>
                <a:gd name="connsiteX40" fmla="*/ 1552354 w 3622158"/>
                <a:gd name="connsiteY40" fmla="*/ 1346791 h 1573618"/>
                <a:gd name="connsiteX41" fmla="*/ 1545265 w 3622158"/>
                <a:gd name="connsiteY41" fmla="*/ 1509823 h 1573618"/>
                <a:gd name="connsiteX42" fmla="*/ 1601972 w 3622158"/>
                <a:gd name="connsiteY42" fmla="*/ 1339702 h 1573618"/>
                <a:gd name="connsiteX43" fmla="*/ 1772093 w 3622158"/>
                <a:gd name="connsiteY43" fmla="*/ 1453116 h 1573618"/>
                <a:gd name="connsiteX44" fmla="*/ 1601972 w 3622158"/>
                <a:gd name="connsiteY44" fmla="*/ 1282995 h 1573618"/>
                <a:gd name="connsiteX45" fmla="*/ 1679944 w 3622158"/>
                <a:gd name="connsiteY45" fmla="*/ 935665 h 1573618"/>
                <a:gd name="connsiteX46" fmla="*/ 1793358 w 3622158"/>
                <a:gd name="connsiteY46" fmla="*/ 1190846 h 1573618"/>
                <a:gd name="connsiteX47" fmla="*/ 1701209 w 3622158"/>
                <a:gd name="connsiteY47" fmla="*/ 850604 h 1573618"/>
                <a:gd name="connsiteX48" fmla="*/ 1757916 w 3622158"/>
                <a:gd name="connsiteY48" fmla="*/ 538716 h 1573618"/>
                <a:gd name="connsiteX49" fmla="*/ 2083982 w 3622158"/>
                <a:gd name="connsiteY49" fmla="*/ 1006549 h 1573618"/>
                <a:gd name="connsiteX50" fmla="*/ 2587256 w 3622158"/>
                <a:gd name="connsiteY50" fmla="*/ 1375144 h 1573618"/>
                <a:gd name="connsiteX51" fmla="*/ 2948763 w 3622158"/>
                <a:gd name="connsiteY51" fmla="*/ 1332614 h 1573618"/>
                <a:gd name="connsiteX52" fmla="*/ 2601433 w 3622158"/>
                <a:gd name="connsiteY52" fmla="*/ 1325525 h 1573618"/>
                <a:gd name="connsiteX53" fmla="*/ 2948763 w 3622158"/>
                <a:gd name="connsiteY53" fmla="*/ 1261730 h 1573618"/>
                <a:gd name="connsiteX54" fmla="*/ 2580168 w 3622158"/>
                <a:gd name="connsiteY54" fmla="*/ 1240465 h 1573618"/>
                <a:gd name="connsiteX55" fmla="*/ 2190307 w 3622158"/>
                <a:gd name="connsiteY55" fmla="*/ 921488 h 1573618"/>
                <a:gd name="connsiteX56" fmla="*/ 1835888 w 3622158"/>
                <a:gd name="connsiteY56" fmla="*/ 496186 h 1573618"/>
                <a:gd name="connsiteX57" fmla="*/ 2558902 w 3622158"/>
                <a:gd name="connsiteY57" fmla="*/ 914400 h 1573618"/>
                <a:gd name="connsiteX58" fmla="*/ 3274828 w 3622158"/>
                <a:gd name="connsiteY58" fmla="*/ 1027814 h 1573618"/>
                <a:gd name="connsiteX59" fmla="*/ 3622158 w 3622158"/>
                <a:gd name="connsiteY59" fmla="*/ 1261730 h 1573618"/>
                <a:gd name="connsiteX60" fmla="*/ 3310270 w 3622158"/>
                <a:gd name="connsiteY60" fmla="*/ 999460 h 1573618"/>
                <a:gd name="connsiteX61" fmla="*/ 3586716 w 3622158"/>
                <a:gd name="connsiteY61" fmla="*/ 893135 h 1573618"/>
                <a:gd name="connsiteX62" fmla="*/ 3246475 w 3622158"/>
                <a:gd name="connsiteY62" fmla="*/ 942753 h 1573618"/>
                <a:gd name="connsiteX63" fmla="*/ 2544726 w 3622158"/>
                <a:gd name="connsiteY63" fmla="*/ 829339 h 1573618"/>
                <a:gd name="connsiteX64" fmla="*/ 1842977 w 3622158"/>
                <a:gd name="connsiteY64" fmla="*/ 404037 h 1573618"/>
                <a:gd name="connsiteX65" fmla="*/ 1963479 w 3622158"/>
                <a:gd name="connsiteY65" fmla="*/ 198474 h 1573618"/>
                <a:gd name="connsiteX66" fmla="*/ 2587256 w 3622158"/>
                <a:gd name="connsiteY66" fmla="*/ 425302 h 1573618"/>
                <a:gd name="connsiteX67" fmla="*/ 3196856 w 3622158"/>
                <a:gd name="connsiteY67" fmla="*/ 446567 h 1573618"/>
                <a:gd name="connsiteX68" fmla="*/ 3579628 w 3622158"/>
                <a:gd name="connsiteY68" fmla="*/ 595423 h 1573618"/>
                <a:gd name="connsiteX69" fmla="*/ 3225209 w 3622158"/>
                <a:gd name="connsiteY69" fmla="*/ 432391 h 1573618"/>
                <a:gd name="connsiteX70" fmla="*/ 3600893 w 3622158"/>
                <a:gd name="connsiteY70" fmla="*/ 489097 h 1573618"/>
                <a:gd name="connsiteX71" fmla="*/ 3189768 w 3622158"/>
                <a:gd name="connsiteY71" fmla="*/ 368595 h 1573618"/>
                <a:gd name="connsiteX72" fmla="*/ 2580168 w 3622158"/>
                <a:gd name="connsiteY72" fmla="*/ 340242 h 1573618"/>
                <a:gd name="connsiteX73" fmla="*/ 1977656 w 3622158"/>
                <a:gd name="connsiteY73" fmla="*/ 63795 h 1573618"/>
                <a:gd name="connsiteX74" fmla="*/ 2013098 w 3622158"/>
                <a:gd name="connsiteY74" fmla="*/ 0 h 1573618"/>
                <a:gd name="connsiteX75" fmla="*/ 2013098 w 3622158"/>
                <a:gd name="connsiteY75" fmla="*/ 0 h 1573618"/>
                <a:gd name="connsiteX76" fmla="*/ 1573619 w 3622158"/>
                <a:gd name="connsiteY76" fmla="*/ 0 h 1573618"/>
                <a:gd name="connsiteX0" fmla="*/ 1552354 w 3600893"/>
                <a:gd name="connsiteY0" fmla="*/ 0 h 1573618"/>
                <a:gd name="connsiteX1" fmla="*/ 1431851 w 3600893"/>
                <a:gd name="connsiteY1" fmla="*/ 262270 h 1573618"/>
                <a:gd name="connsiteX2" fmla="*/ 999461 w 3600893"/>
                <a:gd name="connsiteY2" fmla="*/ 311888 h 1573618"/>
                <a:gd name="connsiteX3" fmla="*/ 574158 w 3600893"/>
                <a:gd name="connsiteY3" fmla="*/ 248093 h 1573618"/>
                <a:gd name="connsiteX4" fmla="*/ 304800 w 3600893"/>
                <a:gd name="connsiteY4" fmla="*/ 120502 h 1573618"/>
                <a:gd name="connsiteX5" fmla="*/ 545805 w 3600893"/>
                <a:gd name="connsiteY5" fmla="*/ 297711 h 1573618"/>
                <a:gd name="connsiteX6" fmla="*/ 212651 w 3600893"/>
                <a:gd name="connsiteY6" fmla="*/ 432391 h 1573618"/>
                <a:gd name="connsiteX7" fmla="*/ 588335 w 3600893"/>
                <a:gd name="connsiteY7" fmla="*/ 340242 h 1573618"/>
                <a:gd name="connsiteX8" fmla="*/ 999461 w 3600893"/>
                <a:gd name="connsiteY8" fmla="*/ 354418 h 1573618"/>
                <a:gd name="connsiteX9" fmla="*/ 765544 w 3600893"/>
                <a:gd name="connsiteY9" fmla="*/ 531628 h 1573618"/>
                <a:gd name="connsiteX10" fmla="*/ 1049079 w 3600893"/>
                <a:gd name="connsiteY10" fmla="*/ 382772 h 1573618"/>
                <a:gd name="connsiteX11" fmla="*/ 1481470 w 3600893"/>
                <a:gd name="connsiteY11" fmla="*/ 318977 h 1573618"/>
                <a:gd name="connsiteX12" fmla="*/ 1651591 w 3600893"/>
                <a:gd name="connsiteY12" fmla="*/ 14177 h 1573618"/>
                <a:gd name="connsiteX13" fmla="*/ 1594884 w 3600893"/>
                <a:gd name="connsiteY13" fmla="*/ 453656 h 1573618"/>
                <a:gd name="connsiteX14" fmla="*/ 1233377 w 3600893"/>
                <a:gd name="connsiteY14" fmla="*/ 708837 h 1573618"/>
                <a:gd name="connsiteX15" fmla="*/ 808075 w 3600893"/>
                <a:gd name="connsiteY15" fmla="*/ 808074 h 1573618"/>
                <a:gd name="connsiteX16" fmla="*/ 474921 w 3600893"/>
                <a:gd name="connsiteY16" fmla="*/ 659218 h 1573618"/>
                <a:gd name="connsiteX17" fmla="*/ 779721 w 3600893"/>
                <a:gd name="connsiteY17" fmla="*/ 871870 h 1573618"/>
                <a:gd name="connsiteX18" fmla="*/ 425303 w 3600893"/>
                <a:gd name="connsiteY18" fmla="*/ 907311 h 1573618"/>
                <a:gd name="connsiteX19" fmla="*/ 815163 w 3600893"/>
                <a:gd name="connsiteY19" fmla="*/ 935665 h 1573618"/>
                <a:gd name="connsiteX20" fmla="*/ 1098698 w 3600893"/>
                <a:gd name="connsiteY20" fmla="*/ 864781 h 1573618"/>
                <a:gd name="connsiteX21" fmla="*/ 708837 w 3600893"/>
                <a:gd name="connsiteY21" fmla="*/ 1148316 h 1573618"/>
                <a:gd name="connsiteX22" fmla="*/ 354419 w 3600893"/>
                <a:gd name="connsiteY22" fmla="*/ 1233377 h 1573618"/>
                <a:gd name="connsiteX23" fmla="*/ 85061 w 3600893"/>
                <a:gd name="connsiteY23" fmla="*/ 1020725 h 1573618"/>
                <a:gd name="connsiteX24" fmla="*/ 361507 w 3600893"/>
                <a:gd name="connsiteY24" fmla="*/ 1297172 h 1573618"/>
                <a:gd name="connsiteX25" fmla="*/ 0 w 3600893"/>
                <a:gd name="connsiteY25" fmla="*/ 1438939 h 1573618"/>
                <a:gd name="connsiteX26" fmla="*/ 368596 w 3600893"/>
                <a:gd name="connsiteY26" fmla="*/ 1353879 h 1573618"/>
                <a:gd name="connsiteX27" fmla="*/ 49618 w 3600893"/>
                <a:gd name="connsiteY27" fmla="*/ 1573618 h 1573618"/>
                <a:gd name="connsiteX28" fmla="*/ 396949 w 3600893"/>
                <a:gd name="connsiteY28" fmla="*/ 1396409 h 1573618"/>
                <a:gd name="connsiteX29" fmla="*/ 758456 w 3600893"/>
                <a:gd name="connsiteY29" fmla="*/ 1261730 h 1573618"/>
                <a:gd name="connsiteX30" fmla="*/ 999461 w 3600893"/>
                <a:gd name="connsiteY30" fmla="*/ 1041991 h 1573618"/>
                <a:gd name="connsiteX31" fmla="*/ 942754 w 3600893"/>
                <a:gd name="connsiteY31" fmla="*/ 1431851 h 1573618"/>
                <a:gd name="connsiteX32" fmla="*/ 1056168 w 3600893"/>
                <a:gd name="connsiteY32" fmla="*/ 1034902 h 1573618"/>
                <a:gd name="connsiteX33" fmla="*/ 1275907 w 3600893"/>
                <a:gd name="connsiteY33" fmla="*/ 779721 h 1573618"/>
                <a:gd name="connsiteX34" fmla="*/ 1609061 w 3600893"/>
                <a:gd name="connsiteY34" fmla="*/ 545804 h 1573618"/>
                <a:gd name="connsiteX35" fmla="*/ 1545265 w 3600893"/>
                <a:gd name="connsiteY35" fmla="*/ 914400 h 1573618"/>
                <a:gd name="connsiteX36" fmla="*/ 1368056 w 3600893"/>
                <a:gd name="connsiteY36" fmla="*/ 1119963 h 1573618"/>
                <a:gd name="connsiteX37" fmla="*/ 1587796 w 3600893"/>
                <a:gd name="connsiteY37" fmla="*/ 949842 h 1573618"/>
                <a:gd name="connsiteX38" fmla="*/ 1516912 w 3600893"/>
                <a:gd name="connsiteY38" fmla="*/ 1304260 h 1573618"/>
                <a:gd name="connsiteX39" fmla="*/ 1282996 w 3600893"/>
                <a:gd name="connsiteY39" fmla="*/ 1375144 h 1573618"/>
                <a:gd name="connsiteX40" fmla="*/ 1531089 w 3600893"/>
                <a:gd name="connsiteY40" fmla="*/ 1346791 h 1573618"/>
                <a:gd name="connsiteX41" fmla="*/ 1524000 w 3600893"/>
                <a:gd name="connsiteY41" fmla="*/ 1509823 h 1573618"/>
                <a:gd name="connsiteX42" fmla="*/ 1580707 w 3600893"/>
                <a:gd name="connsiteY42" fmla="*/ 1339702 h 1573618"/>
                <a:gd name="connsiteX43" fmla="*/ 1750828 w 3600893"/>
                <a:gd name="connsiteY43" fmla="*/ 1453116 h 1573618"/>
                <a:gd name="connsiteX44" fmla="*/ 1580707 w 3600893"/>
                <a:gd name="connsiteY44" fmla="*/ 1282995 h 1573618"/>
                <a:gd name="connsiteX45" fmla="*/ 1658679 w 3600893"/>
                <a:gd name="connsiteY45" fmla="*/ 935665 h 1573618"/>
                <a:gd name="connsiteX46" fmla="*/ 1772093 w 3600893"/>
                <a:gd name="connsiteY46" fmla="*/ 1190846 h 1573618"/>
                <a:gd name="connsiteX47" fmla="*/ 1679944 w 3600893"/>
                <a:gd name="connsiteY47" fmla="*/ 850604 h 1573618"/>
                <a:gd name="connsiteX48" fmla="*/ 1736651 w 3600893"/>
                <a:gd name="connsiteY48" fmla="*/ 538716 h 1573618"/>
                <a:gd name="connsiteX49" fmla="*/ 2062717 w 3600893"/>
                <a:gd name="connsiteY49" fmla="*/ 1006549 h 1573618"/>
                <a:gd name="connsiteX50" fmla="*/ 2565991 w 3600893"/>
                <a:gd name="connsiteY50" fmla="*/ 1375144 h 1573618"/>
                <a:gd name="connsiteX51" fmla="*/ 2927498 w 3600893"/>
                <a:gd name="connsiteY51" fmla="*/ 1332614 h 1573618"/>
                <a:gd name="connsiteX52" fmla="*/ 2580168 w 3600893"/>
                <a:gd name="connsiteY52" fmla="*/ 1325525 h 1573618"/>
                <a:gd name="connsiteX53" fmla="*/ 2927498 w 3600893"/>
                <a:gd name="connsiteY53" fmla="*/ 1261730 h 1573618"/>
                <a:gd name="connsiteX54" fmla="*/ 2558903 w 3600893"/>
                <a:gd name="connsiteY54" fmla="*/ 1240465 h 1573618"/>
                <a:gd name="connsiteX55" fmla="*/ 2169042 w 3600893"/>
                <a:gd name="connsiteY55" fmla="*/ 921488 h 1573618"/>
                <a:gd name="connsiteX56" fmla="*/ 1814623 w 3600893"/>
                <a:gd name="connsiteY56" fmla="*/ 496186 h 1573618"/>
                <a:gd name="connsiteX57" fmla="*/ 2537637 w 3600893"/>
                <a:gd name="connsiteY57" fmla="*/ 914400 h 1573618"/>
                <a:gd name="connsiteX58" fmla="*/ 3253563 w 3600893"/>
                <a:gd name="connsiteY58" fmla="*/ 1027814 h 1573618"/>
                <a:gd name="connsiteX59" fmla="*/ 3600893 w 3600893"/>
                <a:gd name="connsiteY59" fmla="*/ 1261730 h 1573618"/>
                <a:gd name="connsiteX60" fmla="*/ 3289005 w 3600893"/>
                <a:gd name="connsiteY60" fmla="*/ 999460 h 1573618"/>
                <a:gd name="connsiteX61" fmla="*/ 3565451 w 3600893"/>
                <a:gd name="connsiteY61" fmla="*/ 893135 h 1573618"/>
                <a:gd name="connsiteX62" fmla="*/ 3225210 w 3600893"/>
                <a:gd name="connsiteY62" fmla="*/ 942753 h 1573618"/>
                <a:gd name="connsiteX63" fmla="*/ 2523461 w 3600893"/>
                <a:gd name="connsiteY63" fmla="*/ 829339 h 1573618"/>
                <a:gd name="connsiteX64" fmla="*/ 1821712 w 3600893"/>
                <a:gd name="connsiteY64" fmla="*/ 404037 h 1573618"/>
                <a:gd name="connsiteX65" fmla="*/ 1942214 w 3600893"/>
                <a:gd name="connsiteY65" fmla="*/ 198474 h 1573618"/>
                <a:gd name="connsiteX66" fmla="*/ 2565991 w 3600893"/>
                <a:gd name="connsiteY66" fmla="*/ 425302 h 1573618"/>
                <a:gd name="connsiteX67" fmla="*/ 3175591 w 3600893"/>
                <a:gd name="connsiteY67" fmla="*/ 446567 h 1573618"/>
                <a:gd name="connsiteX68" fmla="*/ 3558363 w 3600893"/>
                <a:gd name="connsiteY68" fmla="*/ 595423 h 1573618"/>
                <a:gd name="connsiteX69" fmla="*/ 3203944 w 3600893"/>
                <a:gd name="connsiteY69" fmla="*/ 432391 h 1573618"/>
                <a:gd name="connsiteX70" fmla="*/ 3579628 w 3600893"/>
                <a:gd name="connsiteY70" fmla="*/ 489097 h 1573618"/>
                <a:gd name="connsiteX71" fmla="*/ 3168503 w 3600893"/>
                <a:gd name="connsiteY71" fmla="*/ 368595 h 1573618"/>
                <a:gd name="connsiteX72" fmla="*/ 2558903 w 3600893"/>
                <a:gd name="connsiteY72" fmla="*/ 340242 h 1573618"/>
                <a:gd name="connsiteX73" fmla="*/ 1956391 w 3600893"/>
                <a:gd name="connsiteY73" fmla="*/ 63795 h 1573618"/>
                <a:gd name="connsiteX74" fmla="*/ 1991833 w 3600893"/>
                <a:gd name="connsiteY74" fmla="*/ 0 h 1573618"/>
                <a:gd name="connsiteX75" fmla="*/ 1991833 w 3600893"/>
                <a:gd name="connsiteY75" fmla="*/ 0 h 1573618"/>
                <a:gd name="connsiteX76" fmla="*/ 1552354 w 3600893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715925 w 3607981"/>
                <a:gd name="connsiteY21" fmla="*/ 1148316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06232 w 3607981"/>
                <a:gd name="connsiteY51" fmla="*/ 1502735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73656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73656 w 3607981"/>
                <a:gd name="connsiteY76" fmla="*/ 0 h 157361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6130 w 3607981"/>
                <a:gd name="connsiteY55" fmla="*/ 927838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1922 w 3607981"/>
                <a:gd name="connsiteY25" fmla="*/ 1403960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94660 w 3607981"/>
                <a:gd name="connsiteY29" fmla="*/ 1296433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0092 w 3607981"/>
                <a:gd name="connsiteY71" fmla="*/ 395609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90368 w 3607981"/>
                <a:gd name="connsiteY69" fmla="*/ 428409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95300 w 3607981"/>
                <a:gd name="connsiteY51" fmla="*/ 1426547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63479 w 3607981"/>
                <a:gd name="connsiteY73" fmla="*/ 6379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73172 w 3607981"/>
                <a:gd name="connsiteY73" fmla="*/ 15103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53622 w 3607981"/>
                <a:gd name="connsiteY73" fmla="*/ 19303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28416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134833 w 3607981"/>
                <a:gd name="connsiteY73" fmla="*/ 215181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202686 w 3607981"/>
                <a:gd name="connsiteY73" fmla="*/ 173176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41295 w 3607981"/>
                <a:gd name="connsiteY66" fmla="*/ 292727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48905 w 3607981"/>
                <a:gd name="connsiteY73" fmla="*/ 344425 h 1516791"/>
                <a:gd name="connsiteX74" fmla="*/ 2565991 w 3607981"/>
                <a:gd name="connsiteY74" fmla="*/ 340242 h 1516791"/>
                <a:gd name="connsiteX75" fmla="*/ 2202686 w 3607981"/>
                <a:gd name="connsiteY75" fmla="*/ 173176 h 1516791"/>
                <a:gd name="connsiteX76" fmla="*/ 1834234 w 3607981"/>
                <a:gd name="connsiteY76" fmla="*/ 128416 h 1516791"/>
                <a:gd name="connsiteX77" fmla="*/ 1998921 w 3607981"/>
                <a:gd name="connsiteY77" fmla="*/ 0 h 1516791"/>
                <a:gd name="connsiteX78" fmla="*/ 1573656 w 3607981"/>
                <a:gd name="connsiteY78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84447 w 3607981"/>
                <a:gd name="connsiteY73" fmla="*/ 341193 h 1516791"/>
                <a:gd name="connsiteX74" fmla="*/ 2848905 w 3607981"/>
                <a:gd name="connsiteY74" fmla="*/ 344425 h 1516791"/>
                <a:gd name="connsiteX75" fmla="*/ 2565991 w 3607981"/>
                <a:gd name="connsiteY75" fmla="*/ 340242 h 1516791"/>
                <a:gd name="connsiteX76" fmla="*/ 2202686 w 3607981"/>
                <a:gd name="connsiteY76" fmla="*/ 173176 h 1516791"/>
                <a:gd name="connsiteX77" fmla="*/ 1834234 w 3607981"/>
                <a:gd name="connsiteY77" fmla="*/ 128416 h 1516791"/>
                <a:gd name="connsiteX78" fmla="*/ 1998921 w 3607981"/>
                <a:gd name="connsiteY78" fmla="*/ 0 h 1516791"/>
                <a:gd name="connsiteX79" fmla="*/ 1573656 w 3607981"/>
                <a:gd name="connsiteY79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884447 w 3607981"/>
                <a:gd name="connsiteY74" fmla="*/ 34119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961994 w 3607981"/>
                <a:gd name="connsiteY74" fmla="*/ 19256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78376 w 3607981"/>
                <a:gd name="connsiteY69" fmla="*/ 514646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54712 w 3607981"/>
                <a:gd name="connsiteY67" fmla="*/ 373504 h 1516791"/>
                <a:gd name="connsiteX68" fmla="*/ 2573079 w 3607981"/>
                <a:gd name="connsiteY68" fmla="*/ 425302 h 1516791"/>
                <a:gd name="connsiteX69" fmla="*/ 3117436 w 3607981"/>
                <a:gd name="connsiteY69" fmla="*/ 431708 h 1516791"/>
                <a:gd name="connsiteX70" fmla="*/ 3578376 w 3607981"/>
                <a:gd name="connsiteY70" fmla="*/ 514646 h 1516791"/>
                <a:gd name="connsiteX71" fmla="*/ 3180035 w 3607981"/>
                <a:gd name="connsiteY71" fmla="*/ 401394 h 1516791"/>
                <a:gd name="connsiteX72" fmla="*/ 3580254 w 3607981"/>
                <a:gd name="connsiteY72" fmla="*/ 279076 h 1516791"/>
                <a:gd name="connsiteX73" fmla="*/ 3165258 w 3607981"/>
                <a:gd name="connsiteY73" fmla="*/ 358263 h 1516791"/>
                <a:gd name="connsiteX74" fmla="*/ 2949069 w 3607981"/>
                <a:gd name="connsiteY74" fmla="*/ 357349 h 1516791"/>
                <a:gd name="connsiteX75" fmla="*/ 3000767 w 3607981"/>
                <a:gd name="connsiteY75" fmla="*/ 186101 h 1516791"/>
                <a:gd name="connsiteX76" fmla="*/ 2900603 w 3607981"/>
                <a:gd name="connsiteY76" fmla="*/ 357350 h 1516791"/>
                <a:gd name="connsiteX77" fmla="*/ 2565991 w 3607981"/>
                <a:gd name="connsiteY77" fmla="*/ 340242 h 1516791"/>
                <a:gd name="connsiteX78" fmla="*/ 2202686 w 3607981"/>
                <a:gd name="connsiteY78" fmla="*/ 173176 h 1516791"/>
                <a:gd name="connsiteX79" fmla="*/ 1834234 w 3607981"/>
                <a:gd name="connsiteY79" fmla="*/ 128416 h 1516791"/>
                <a:gd name="connsiteX80" fmla="*/ 1998921 w 3607981"/>
                <a:gd name="connsiteY80" fmla="*/ 0 h 1516791"/>
                <a:gd name="connsiteX81" fmla="*/ 1573656 w 3607981"/>
                <a:gd name="connsiteY81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15938 w 3607981"/>
                <a:gd name="connsiteY67" fmla="*/ 363811 h 1516791"/>
                <a:gd name="connsiteX68" fmla="*/ 2454712 w 3607981"/>
                <a:gd name="connsiteY68" fmla="*/ 373504 h 1516791"/>
                <a:gd name="connsiteX69" fmla="*/ 2573079 w 3607981"/>
                <a:gd name="connsiteY69" fmla="*/ 425302 h 1516791"/>
                <a:gd name="connsiteX70" fmla="*/ 3117436 w 3607981"/>
                <a:gd name="connsiteY70" fmla="*/ 431708 h 1516791"/>
                <a:gd name="connsiteX71" fmla="*/ 3578376 w 3607981"/>
                <a:gd name="connsiteY71" fmla="*/ 514646 h 1516791"/>
                <a:gd name="connsiteX72" fmla="*/ 3180035 w 3607981"/>
                <a:gd name="connsiteY72" fmla="*/ 401394 h 1516791"/>
                <a:gd name="connsiteX73" fmla="*/ 3580254 w 3607981"/>
                <a:gd name="connsiteY73" fmla="*/ 279076 h 1516791"/>
                <a:gd name="connsiteX74" fmla="*/ 3165258 w 3607981"/>
                <a:gd name="connsiteY74" fmla="*/ 358263 h 1516791"/>
                <a:gd name="connsiteX75" fmla="*/ 2949069 w 3607981"/>
                <a:gd name="connsiteY75" fmla="*/ 357349 h 1516791"/>
                <a:gd name="connsiteX76" fmla="*/ 3000767 w 3607981"/>
                <a:gd name="connsiteY76" fmla="*/ 186101 h 1516791"/>
                <a:gd name="connsiteX77" fmla="*/ 2900603 w 3607981"/>
                <a:gd name="connsiteY77" fmla="*/ 357350 h 1516791"/>
                <a:gd name="connsiteX78" fmla="*/ 2565991 w 3607981"/>
                <a:gd name="connsiteY78" fmla="*/ 340242 h 1516791"/>
                <a:gd name="connsiteX79" fmla="*/ 2202686 w 3607981"/>
                <a:gd name="connsiteY79" fmla="*/ 173176 h 1516791"/>
                <a:gd name="connsiteX80" fmla="*/ 1834234 w 3607981"/>
                <a:gd name="connsiteY80" fmla="*/ 128416 h 1516791"/>
                <a:gd name="connsiteX81" fmla="*/ 1998921 w 3607981"/>
                <a:gd name="connsiteY81" fmla="*/ 0 h 1516791"/>
                <a:gd name="connsiteX82" fmla="*/ 1573656 w 3607981"/>
                <a:gd name="connsiteY82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15938 w 3607981"/>
                <a:gd name="connsiteY68" fmla="*/ 36381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25631 w 3607981"/>
                <a:gd name="connsiteY67" fmla="*/ 367042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906306 w 3607981"/>
                <a:gd name="connsiteY65" fmla="*/ 185690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17176 w 3607981"/>
                <a:gd name="connsiteY65" fmla="*/ 169185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72624 w 3607981"/>
                <a:gd name="connsiteY64" fmla="*/ 434517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27330 w 3607981"/>
                <a:gd name="connsiteY13" fmla="*/ 25277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03255 w 3607981"/>
                <a:gd name="connsiteY13" fmla="*/ 279184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6761 w 3607981"/>
                <a:gd name="connsiteY67" fmla="*/ 26267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43169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0062 w 3607981"/>
                <a:gd name="connsiteY83" fmla="*/ 19443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0159 w 3607981"/>
                <a:gd name="connsiteY67" fmla="*/ 232968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76180 w 3607981"/>
                <a:gd name="connsiteY83" fmla="*/ 16472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80493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2825 w 3607981"/>
                <a:gd name="connsiteY18" fmla="*/ 767646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61903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40337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29916 w 3607981"/>
                <a:gd name="connsiteY29" fmla="*/ 1357590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60535 w 3580254"/>
                <a:gd name="connsiteY60" fmla="*/ 1227225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5504 w 3580254"/>
                <a:gd name="connsiteY12" fmla="*/ 93552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14229 w 3580254"/>
                <a:gd name="connsiteY12" fmla="*/ 12212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01529 w 3580254"/>
                <a:gd name="connsiteY12" fmla="*/ 1030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37461 w 3580254"/>
                <a:gd name="connsiteY66" fmla="*/ 199475 h 1516791"/>
                <a:gd name="connsiteX67" fmla="*/ 2199455 w 3580254"/>
                <a:gd name="connsiteY67" fmla="*/ 241029 h 1516791"/>
                <a:gd name="connsiteX68" fmla="*/ 2409476 w 3580254"/>
                <a:gd name="connsiteY68" fmla="*/ 363811 h 1516791"/>
                <a:gd name="connsiteX69" fmla="*/ 2470867 w 3580254"/>
                <a:gd name="connsiteY69" fmla="*/ 570601 h 1516791"/>
                <a:gd name="connsiteX70" fmla="*/ 2454712 w 3580254"/>
                <a:gd name="connsiteY70" fmla="*/ 373504 h 1516791"/>
                <a:gd name="connsiteX71" fmla="*/ 2573079 w 3580254"/>
                <a:gd name="connsiteY71" fmla="*/ 425302 h 1516791"/>
                <a:gd name="connsiteX72" fmla="*/ 3117436 w 3580254"/>
                <a:gd name="connsiteY72" fmla="*/ 431708 h 1516791"/>
                <a:gd name="connsiteX73" fmla="*/ 3578376 w 3580254"/>
                <a:gd name="connsiteY73" fmla="*/ 514646 h 1516791"/>
                <a:gd name="connsiteX74" fmla="*/ 3180035 w 3580254"/>
                <a:gd name="connsiteY74" fmla="*/ 401394 h 1516791"/>
                <a:gd name="connsiteX75" fmla="*/ 3580254 w 3580254"/>
                <a:gd name="connsiteY75" fmla="*/ 279076 h 1516791"/>
                <a:gd name="connsiteX76" fmla="*/ 3165258 w 3580254"/>
                <a:gd name="connsiteY76" fmla="*/ 358263 h 1516791"/>
                <a:gd name="connsiteX77" fmla="*/ 2949069 w 3580254"/>
                <a:gd name="connsiteY77" fmla="*/ 357349 h 1516791"/>
                <a:gd name="connsiteX78" fmla="*/ 3000767 w 3580254"/>
                <a:gd name="connsiteY78" fmla="*/ 186101 h 1516791"/>
                <a:gd name="connsiteX79" fmla="*/ 2900603 w 3580254"/>
                <a:gd name="connsiteY79" fmla="*/ 357350 h 1516791"/>
                <a:gd name="connsiteX80" fmla="*/ 2565991 w 3580254"/>
                <a:gd name="connsiteY80" fmla="*/ 340242 h 1516791"/>
                <a:gd name="connsiteX81" fmla="*/ 2202686 w 3580254"/>
                <a:gd name="connsiteY81" fmla="*/ 173176 h 1516791"/>
                <a:gd name="connsiteX82" fmla="*/ 1958927 w 3580254"/>
                <a:gd name="connsiteY82" fmla="*/ 143160 h 1516791"/>
                <a:gd name="connsiteX83" fmla="*/ 1998921 w 3580254"/>
                <a:gd name="connsiteY83" fmla="*/ 0 h 1516791"/>
                <a:gd name="connsiteX84" fmla="*/ 1573656 w 3580254"/>
                <a:gd name="connsiteY84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17007 w 3580254"/>
                <a:gd name="connsiteY15" fmla="*/ 709918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36359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32624 w 3580254"/>
                <a:gd name="connsiteY17" fmla="*/ 766071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44946 w 3580254"/>
                <a:gd name="connsiteY82" fmla="*/ 0 h 1516791"/>
                <a:gd name="connsiteX83" fmla="*/ 1573656 w 3580254"/>
                <a:gd name="connsiteY83" fmla="*/ 0 h 1516791"/>
                <a:gd name="connsiteX0" fmla="*/ 1646681 w 3580254"/>
                <a:gd name="connsiteY0" fmla="*/ 0 h 1519966"/>
                <a:gd name="connsiteX1" fmla="*/ 1438939 w 3580254"/>
                <a:gd name="connsiteY1" fmla="*/ 26544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854152 w 3580254"/>
                <a:gd name="connsiteY81" fmla="*/ 193960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33527 w 3580254"/>
                <a:gd name="connsiteY81" fmla="*/ 1717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72081 w 3580254"/>
                <a:gd name="connsiteY0" fmla="*/ 130175 h 1516791"/>
                <a:gd name="connsiteX1" fmla="*/ 1680239 w 3580254"/>
                <a:gd name="connsiteY1" fmla="*/ 19242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545708 w 3580254"/>
                <a:gd name="connsiteY11" fmla="*/ 290402 h 1516791"/>
                <a:gd name="connsiteX12" fmla="*/ 1601529 w 3580254"/>
                <a:gd name="connsiteY12" fmla="*/ 2713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33527 w 3580254"/>
                <a:gd name="connsiteY81" fmla="*/ 168560 h 1516791"/>
                <a:gd name="connsiteX82" fmla="*/ 1944946 w 3580254"/>
                <a:gd name="connsiteY82" fmla="*/ 0 h 1516791"/>
                <a:gd name="connsiteX83" fmla="*/ 1672081 w 3580254"/>
                <a:gd name="connsiteY83" fmla="*/ 130175 h 1516791"/>
                <a:gd name="connsiteX0" fmla="*/ 1672081 w 3580254"/>
                <a:gd name="connsiteY0" fmla="*/ 69850 h 1456466"/>
                <a:gd name="connsiteX1" fmla="*/ 1680239 w 3580254"/>
                <a:gd name="connsiteY1" fmla="*/ 132095 h 1456466"/>
                <a:gd name="connsiteX2" fmla="*/ 1015176 w 3580254"/>
                <a:gd name="connsiteY2" fmla="*/ 247250 h 1456466"/>
                <a:gd name="connsiteX3" fmla="*/ 581246 w 3580254"/>
                <a:gd name="connsiteY3" fmla="*/ 187768 h 1456466"/>
                <a:gd name="connsiteX4" fmla="*/ 311888 w 3580254"/>
                <a:gd name="connsiteY4" fmla="*/ 60177 h 1456466"/>
                <a:gd name="connsiteX5" fmla="*/ 552893 w 3580254"/>
                <a:gd name="connsiteY5" fmla="*/ 224446 h 1456466"/>
                <a:gd name="connsiteX6" fmla="*/ 232679 w 3580254"/>
                <a:gd name="connsiteY6" fmla="*/ 333247 h 1456466"/>
                <a:gd name="connsiteX7" fmla="*/ 573857 w 3580254"/>
                <a:gd name="connsiteY7" fmla="*/ 275604 h 1456466"/>
                <a:gd name="connsiteX8" fmla="*/ 1006549 w 3580254"/>
                <a:gd name="connsiteY8" fmla="*/ 294093 h 1456466"/>
                <a:gd name="connsiteX9" fmla="*/ 772632 w 3580254"/>
                <a:gd name="connsiteY9" fmla="*/ 471303 h 1456466"/>
                <a:gd name="connsiteX10" fmla="*/ 1064794 w 3580254"/>
                <a:gd name="connsiteY10" fmla="*/ 300881 h 1456466"/>
                <a:gd name="connsiteX11" fmla="*/ 1545708 w 3580254"/>
                <a:gd name="connsiteY11" fmla="*/ 230077 h 1456466"/>
                <a:gd name="connsiteX12" fmla="*/ 1601529 w 3580254"/>
                <a:gd name="connsiteY12" fmla="*/ 211027 h 1456466"/>
                <a:gd name="connsiteX13" fmla="*/ 1601972 w 3580254"/>
                <a:gd name="connsiteY13" fmla="*/ 393331 h 1456466"/>
                <a:gd name="connsiteX14" fmla="*/ 1152641 w 3580254"/>
                <a:gd name="connsiteY14" fmla="*/ 731170 h 1456466"/>
                <a:gd name="connsiteX15" fmla="*/ 789578 w 3580254"/>
                <a:gd name="connsiteY15" fmla="*/ 678622 h 1456466"/>
                <a:gd name="connsiteX16" fmla="*/ 378687 w 3580254"/>
                <a:gd name="connsiteY16" fmla="*/ 552398 h 1456466"/>
                <a:gd name="connsiteX17" fmla="*/ 718110 w 3580254"/>
                <a:gd name="connsiteY17" fmla="*/ 710584 h 1456466"/>
                <a:gd name="connsiteX18" fmla="*/ 339353 w 3580254"/>
                <a:gd name="connsiteY18" fmla="*/ 747977 h 1456466"/>
                <a:gd name="connsiteX19" fmla="*/ 787891 w 3580254"/>
                <a:gd name="connsiteY19" fmla="*/ 753863 h 1456466"/>
                <a:gd name="connsiteX20" fmla="*/ 1105786 w 3580254"/>
                <a:gd name="connsiteY20" fmla="*/ 804456 h 1456466"/>
                <a:gd name="connsiteX21" fmla="*/ 709678 w 3580254"/>
                <a:gd name="connsiteY21" fmla="*/ 1052310 h 1456466"/>
                <a:gd name="connsiteX22" fmla="*/ 480327 w 3580254"/>
                <a:gd name="connsiteY22" fmla="*/ 1121391 h 1456466"/>
                <a:gd name="connsiteX23" fmla="*/ 0 w 3580254"/>
                <a:gd name="connsiteY23" fmla="*/ 1194316 h 1456466"/>
                <a:gd name="connsiteX24" fmla="*/ 485758 w 3580254"/>
                <a:gd name="connsiteY24" fmla="*/ 1163620 h 1456466"/>
                <a:gd name="connsiteX25" fmla="*/ 1922 w 3580254"/>
                <a:gd name="connsiteY25" fmla="*/ 1337285 h 1456466"/>
                <a:gd name="connsiteX26" fmla="*/ 494553 w 3580254"/>
                <a:gd name="connsiteY26" fmla="*/ 1205682 h 1456466"/>
                <a:gd name="connsiteX27" fmla="*/ 41207 w 3580254"/>
                <a:gd name="connsiteY27" fmla="*/ 1456466 h 1456466"/>
                <a:gd name="connsiteX28" fmla="*/ 429916 w 3580254"/>
                <a:gd name="connsiteY28" fmla="*/ 1297265 h 1456466"/>
                <a:gd name="connsiteX29" fmla="*/ 632667 w 3580254"/>
                <a:gd name="connsiteY29" fmla="*/ 1161649 h 1456466"/>
                <a:gd name="connsiteX30" fmla="*/ 1006549 w 3580254"/>
                <a:gd name="connsiteY30" fmla="*/ 981666 h 1456466"/>
                <a:gd name="connsiteX31" fmla="*/ 949842 w 3580254"/>
                <a:gd name="connsiteY31" fmla="*/ 1371526 h 1456466"/>
                <a:gd name="connsiteX32" fmla="*/ 1063256 w 3580254"/>
                <a:gd name="connsiteY32" fmla="*/ 974577 h 1456466"/>
                <a:gd name="connsiteX33" fmla="*/ 1282995 w 3580254"/>
                <a:gd name="connsiteY33" fmla="*/ 719396 h 1456466"/>
                <a:gd name="connsiteX34" fmla="*/ 1616149 w 3580254"/>
                <a:gd name="connsiteY34" fmla="*/ 485479 h 1456466"/>
                <a:gd name="connsiteX35" fmla="*/ 1552353 w 3580254"/>
                <a:gd name="connsiteY35" fmla="*/ 854075 h 1456466"/>
                <a:gd name="connsiteX36" fmla="*/ 1375144 w 3580254"/>
                <a:gd name="connsiteY36" fmla="*/ 1059638 h 1456466"/>
                <a:gd name="connsiteX37" fmla="*/ 1594884 w 3580254"/>
                <a:gd name="connsiteY37" fmla="*/ 889517 h 1456466"/>
                <a:gd name="connsiteX38" fmla="*/ 1524000 w 3580254"/>
                <a:gd name="connsiteY38" fmla="*/ 1243935 h 1456466"/>
                <a:gd name="connsiteX39" fmla="*/ 1290084 w 3580254"/>
                <a:gd name="connsiteY39" fmla="*/ 1314819 h 1456466"/>
                <a:gd name="connsiteX40" fmla="*/ 1538177 w 3580254"/>
                <a:gd name="connsiteY40" fmla="*/ 1286466 h 1456466"/>
                <a:gd name="connsiteX41" fmla="*/ 1531088 w 3580254"/>
                <a:gd name="connsiteY41" fmla="*/ 1449498 h 1456466"/>
                <a:gd name="connsiteX42" fmla="*/ 1587795 w 3580254"/>
                <a:gd name="connsiteY42" fmla="*/ 1279377 h 1456466"/>
                <a:gd name="connsiteX43" fmla="*/ 1757916 w 3580254"/>
                <a:gd name="connsiteY43" fmla="*/ 1392791 h 1456466"/>
                <a:gd name="connsiteX44" fmla="*/ 1587795 w 3580254"/>
                <a:gd name="connsiteY44" fmla="*/ 1222670 h 1456466"/>
                <a:gd name="connsiteX45" fmla="*/ 1665767 w 3580254"/>
                <a:gd name="connsiteY45" fmla="*/ 875340 h 1456466"/>
                <a:gd name="connsiteX46" fmla="*/ 1779181 w 3580254"/>
                <a:gd name="connsiteY46" fmla="*/ 1130521 h 1456466"/>
                <a:gd name="connsiteX47" fmla="*/ 1687032 w 3580254"/>
                <a:gd name="connsiteY47" fmla="*/ 790279 h 1456466"/>
                <a:gd name="connsiteX48" fmla="*/ 1743739 w 3580254"/>
                <a:gd name="connsiteY48" fmla="*/ 478391 h 1456466"/>
                <a:gd name="connsiteX49" fmla="*/ 2121466 w 3580254"/>
                <a:gd name="connsiteY49" fmla="*/ 977220 h 1456466"/>
                <a:gd name="connsiteX50" fmla="*/ 2474924 w 3580254"/>
                <a:gd name="connsiteY50" fmla="*/ 1262436 h 1456466"/>
                <a:gd name="connsiteX51" fmla="*/ 2895300 w 3580254"/>
                <a:gd name="connsiteY51" fmla="*/ 1359872 h 1456466"/>
                <a:gd name="connsiteX52" fmla="*/ 2489100 w 3580254"/>
                <a:gd name="connsiteY52" fmla="*/ 1208373 h 1456466"/>
                <a:gd name="connsiteX53" fmla="*/ 2906233 w 3580254"/>
                <a:gd name="connsiteY53" fmla="*/ 1215582 h 1456466"/>
                <a:gd name="connsiteX54" fmla="*/ 2447171 w 3580254"/>
                <a:gd name="connsiteY54" fmla="*/ 1159476 h 1456466"/>
                <a:gd name="connsiteX55" fmla="*/ 2170964 w 3580254"/>
                <a:gd name="connsiteY55" fmla="*/ 933489 h 1456466"/>
                <a:gd name="connsiteX56" fmla="*/ 1821711 w 3580254"/>
                <a:gd name="connsiteY56" fmla="*/ 435861 h 1456466"/>
                <a:gd name="connsiteX57" fmla="*/ 2544725 w 3580254"/>
                <a:gd name="connsiteY57" fmla="*/ 854075 h 1456466"/>
                <a:gd name="connsiteX58" fmla="*/ 3260651 w 3580254"/>
                <a:gd name="connsiteY58" fmla="*/ 967489 h 1456466"/>
                <a:gd name="connsiteX59" fmla="*/ 3543282 w 3580254"/>
                <a:gd name="connsiteY59" fmla="*/ 1123768 h 1456466"/>
                <a:gd name="connsiteX60" fmla="*/ 3296093 w 3580254"/>
                <a:gd name="connsiteY60" fmla="*/ 939135 h 1456466"/>
                <a:gd name="connsiteX61" fmla="*/ 3572539 w 3580254"/>
                <a:gd name="connsiteY61" fmla="*/ 832810 h 1456466"/>
                <a:gd name="connsiteX62" fmla="*/ 3232298 w 3580254"/>
                <a:gd name="connsiteY62" fmla="*/ 882428 h 1456466"/>
                <a:gd name="connsiteX63" fmla="*/ 2530549 w 3580254"/>
                <a:gd name="connsiteY63" fmla="*/ 769014 h 1456466"/>
                <a:gd name="connsiteX64" fmla="*/ 1828174 w 3580254"/>
                <a:gd name="connsiteY64" fmla="*/ 355142 h 1456466"/>
                <a:gd name="connsiteX65" fmla="*/ 1937461 w 3580254"/>
                <a:gd name="connsiteY65" fmla="*/ 139150 h 1456466"/>
                <a:gd name="connsiteX66" fmla="*/ 2199455 w 3580254"/>
                <a:gd name="connsiteY66" fmla="*/ 180704 h 1456466"/>
                <a:gd name="connsiteX67" fmla="*/ 2409476 w 3580254"/>
                <a:gd name="connsiteY67" fmla="*/ 303486 h 1456466"/>
                <a:gd name="connsiteX68" fmla="*/ 2470867 w 3580254"/>
                <a:gd name="connsiteY68" fmla="*/ 510276 h 1456466"/>
                <a:gd name="connsiteX69" fmla="*/ 2454712 w 3580254"/>
                <a:gd name="connsiteY69" fmla="*/ 313179 h 1456466"/>
                <a:gd name="connsiteX70" fmla="*/ 2573079 w 3580254"/>
                <a:gd name="connsiteY70" fmla="*/ 364977 h 1456466"/>
                <a:gd name="connsiteX71" fmla="*/ 3117436 w 3580254"/>
                <a:gd name="connsiteY71" fmla="*/ 371383 h 1456466"/>
                <a:gd name="connsiteX72" fmla="*/ 3578376 w 3580254"/>
                <a:gd name="connsiteY72" fmla="*/ 454321 h 1456466"/>
                <a:gd name="connsiteX73" fmla="*/ 3180035 w 3580254"/>
                <a:gd name="connsiteY73" fmla="*/ 341069 h 1456466"/>
                <a:gd name="connsiteX74" fmla="*/ 3580254 w 3580254"/>
                <a:gd name="connsiteY74" fmla="*/ 218751 h 1456466"/>
                <a:gd name="connsiteX75" fmla="*/ 3165258 w 3580254"/>
                <a:gd name="connsiteY75" fmla="*/ 297938 h 1456466"/>
                <a:gd name="connsiteX76" fmla="*/ 2949069 w 3580254"/>
                <a:gd name="connsiteY76" fmla="*/ 297024 h 1456466"/>
                <a:gd name="connsiteX77" fmla="*/ 3000767 w 3580254"/>
                <a:gd name="connsiteY77" fmla="*/ 125776 h 1456466"/>
                <a:gd name="connsiteX78" fmla="*/ 2900603 w 3580254"/>
                <a:gd name="connsiteY78" fmla="*/ 297025 h 1456466"/>
                <a:gd name="connsiteX79" fmla="*/ 2565991 w 3580254"/>
                <a:gd name="connsiteY79" fmla="*/ 279917 h 1456466"/>
                <a:gd name="connsiteX80" fmla="*/ 2202686 w 3580254"/>
                <a:gd name="connsiteY80" fmla="*/ 112851 h 1456466"/>
                <a:gd name="connsiteX81" fmla="*/ 1933527 w 3580254"/>
                <a:gd name="connsiteY81" fmla="*/ 108235 h 1456466"/>
                <a:gd name="connsiteX82" fmla="*/ 1998921 w 3580254"/>
                <a:gd name="connsiteY82" fmla="*/ 0 h 1456466"/>
                <a:gd name="connsiteX83" fmla="*/ 1672081 w 3580254"/>
                <a:gd name="connsiteY83" fmla="*/ 69850 h 1456466"/>
                <a:gd name="connsiteX0" fmla="*/ 1672081 w 3580254"/>
                <a:gd name="connsiteY0" fmla="*/ 9673 h 1396289"/>
                <a:gd name="connsiteX1" fmla="*/ 1680239 w 3580254"/>
                <a:gd name="connsiteY1" fmla="*/ 71918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72081 w 3580254"/>
                <a:gd name="connsiteY0" fmla="*/ 9673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29439 w 3580254"/>
                <a:gd name="connsiteY1" fmla="*/ 8779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381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118769 w 3580254"/>
                <a:gd name="connsiteY10" fmla="*/ 2280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573857 w 3580254"/>
                <a:gd name="connsiteY7" fmla="*/ 205754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599056 w 3580254"/>
                <a:gd name="connsiteY0" fmla="*/ 635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599056 w 3580254"/>
                <a:gd name="connsiteY83" fmla="*/ 63500 h 1386616"/>
                <a:gd name="connsiteX0" fmla="*/ 1649856 w 3580254"/>
                <a:gd name="connsiteY0" fmla="*/ 127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49856 w 3580254"/>
                <a:gd name="connsiteY83" fmla="*/ 12700 h 1386616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16149 w 3580254"/>
                <a:gd name="connsiteY34" fmla="*/ 41245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85999 w 3580254"/>
                <a:gd name="connsiteY34" fmla="*/ 39975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86410 w 3580254"/>
                <a:gd name="connsiteY65" fmla="*/ 165652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74725 w 3580254"/>
                <a:gd name="connsiteY64" fmla="*/ 30206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06008 w 3580254"/>
                <a:gd name="connsiteY11" fmla="*/ 15387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51062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31713 w 3580254"/>
                <a:gd name="connsiteY64" fmla="*/ 127734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81936 w 3580254"/>
                <a:gd name="connsiteY64" fmla="*/ 3647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72446 w 3580254"/>
                <a:gd name="connsiteY65" fmla="*/ 123500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66949 w 3580254"/>
                <a:gd name="connsiteY33" fmla="*/ 380704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0866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70208 w 3580254"/>
                <a:gd name="connsiteY79" fmla="*/ 120200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883486 w 3580254"/>
                <a:gd name="connsiteY46" fmla="*/ 9806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73961 w 3580254"/>
                <a:gd name="connsiteY47" fmla="*/ 96796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20011 w 3580254"/>
                <a:gd name="connsiteY46" fmla="*/ 1012417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73986 w 3580254"/>
                <a:gd name="connsiteY47" fmla="*/ 100289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102561 w 3580254"/>
                <a:gd name="connsiteY47" fmla="*/ 106321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064931 w 3580254"/>
                <a:gd name="connsiteY45" fmla="*/ 1228946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3580254" h="1383441">
                  <a:moveTo>
                    <a:pt x="1649856" y="9525"/>
                  </a:moveTo>
                  <a:cubicBezTo>
                    <a:pt x="1650459" y="34507"/>
                    <a:pt x="1644652" y="33069"/>
                    <a:pt x="1645255" y="58051"/>
                  </a:cubicBezTo>
                  <a:lnTo>
                    <a:pt x="1015176" y="174225"/>
                  </a:lnTo>
                  <a:lnTo>
                    <a:pt x="581246" y="114743"/>
                  </a:lnTo>
                  <a:lnTo>
                    <a:pt x="226163" y="72877"/>
                  </a:lnTo>
                  <a:lnTo>
                    <a:pt x="565593" y="157771"/>
                  </a:lnTo>
                  <a:lnTo>
                    <a:pt x="232679" y="260222"/>
                  </a:lnTo>
                  <a:lnTo>
                    <a:pt x="624657" y="186704"/>
                  </a:lnTo>
                  <a:lnTo>
                    <a:pt x="1006549" y="221068"/>
                  </a:lnTo>
                  <a:lnTo>
                    <a:pt x="772632" y="398278"/>
                  </a:lnTo>
                  <a:lnTo>
                    <a:pt x="1118769" y="215156"/>
                  </a:lnTo>
                  <a:lnTo>
                    <a:pt x="1386958" y="147527"/>
                  </a:lnTo>
                  <a:lnTo>
                    <a:pt x="1651579" y="93852"/>
                  </a:lnTo>
                  <a:cubicBezTo>
                    <a:pt x="1612526" y="178955"/>
                    <a:pt x="1296308" y="572854"/>
                    <a:pt x="1152641" y="658145"/>
                  </a:cubicBezTo>
                  <a:lnTo>
                    <a:pt x="789578" y="605597"/>
                  </a:lnTo>
                  <a:lnTo>
                    <a:pt x="378687" y="479373"/>
                  </a:lnTo>
                  <a:lnTo>
                    <a:pt x="718110" y="637559"/>
                  </a:lnTo>
                  <a:lnTo>
                    <a:pt x="339353" y="674952"/>
                  </a:lnTo>
                  <a:lnTo>
                    <a:pt x="787891" y="680838"/>
                  </a:lnTo>
                  <a:lnTo>
                    <a:pt x="1129062" y="714805"/>
                  </a:lnTo>
                  <a:lnTo>
                    <a:pt x="709678" y="979285"/>
                  </a:lnTo>
                  <a:lnTo>
                    <a:pt x="480327" y="1048366"/>
                  </a:lnTo>
                  <a:lnTo>
                    <a:pt x="0" y="1121291"/>
                  </a:lnTo>
                  <a:lnTo>
                    <a:pt x="485758" y="1090595"/>
                  </a:lnTo>
                  <a:lnTo>
                    <a:pt x="1922" y="1264260"/>
                  </a:lnTo>
                  <a:lnTo>
                    <a:pt x="494553" y="1132657"/>
                  </a:lnTo>
                  <a:lnTo>
                    <a:pt x="41207" y="1383441"/>
                  </a:lnTo>
                  <a:lnTo>
                    <a:pt x="429916" y="1224240"/>
                  </a:lnTo>
                  <a:lnTo>
                    <a:pt x="632667" y="1088624"/>
                  </a:lnTo>
                  <a:lnTo>
                    <a:pt x="976623" y="875390"/>
                  </a:lnTo>
                  <a:lnTo>
                    <a:pt x="949842" y="1298501"/>
                  </a:lnTo>
                  <a:lnTo>
                    <a:pt x="1030006" y="871627"/>
                  </a:lnTo>
                  <a:lnTo>
                    <a:pt x="1282995" y="646371"/>
                  </a:lnTo>
                  <a:lnTo>
                    <a:pt x="1654009" y="290127"/>
                  </a:lnTo>
                  <a:lnTo>
                    <a:pt x="1619028" y="708025"/>
                  </a:lnTo>
                  <a:lnTo>
                    <a:pt x="1375144" y="986613"/>
                  </a:lnTo>
                  <a:lnTo>
                    <a:pt x="1620284" y="768867"/>
                  </a:lnTo>
                  <a:lnTo>
                    <a:pt x="1539875" y="1107410"/>
                  </a:lnTo>
                  <a:lnTo>
                    <a:pt x="1290084" y="1241794"/>
                  </a:lnTo>
                  <a:lnTo>
                    <a:pt x="1538177" y="1153116"/>
                  </a:lnTo>
                  <a:lnTo>
                    <a:pt x="1531088" y="1376473"/>
                  </a:lnTo>
                  <a:lnTo>
                    <a:pt x="1571920" y="1155552"/>
                  </a:lnTo>
                  <a:cubicBezTo>
                    <a:pt x="1628627" y="1193357"/>
                    <a:pt x="1756858" y="1328159"/>
                    <a:pt x="1757916" y="1319766"/>
                  </a:cubicBezTo>
                  <a:cubicBezTo>
                    <a:pt x="1758974" y="1311373"/>
                    <a:pt x="1638152" y="1176719"/>
                    <a:pt x="1578270" y="1105195"/>
                  </a:cubicBezTo>
                  <a:lnTo>
                    <a:pt x="1653067" y="764215"/>
                  </a:lnTo>
                  <a:lnTo>
                    <a:pt x="2064931" y="1228946"/>
                  </a:lnTo>
                  <a:lnTo>
                    <a:pt x="1908886" y="1002892"/>
                  </a:lnTo>
                  <a:lnTo>
                    <a:pt x="2061286" y="1021942"/>
                  </a:lnTo>
                  <a:lnTo>
                    <a:pt x="1873961" y="967967"/>
                  </a:lnTo>
                  <a:lnTo>
                    <a:pt x="1687032" y="717254"/>
                  </a:lnTo>
                  <a:lnTo>
                    <a:pt x="1735352" y="307540"/>
                  </a:lnTo>
                  <a:lnTo>
                    <a:pt x="2121466" y="904195"/>
                  </a:lnTo>
                  <a:lnTo>
                    <a:pt x="2474924" y="1189411"/>
                  </a:lnTo>
                  <a:lnTo>
                    <a:pt x="2895300" y="1286847"/>
                  </a:lnTo>
                  <a:lnTo>
                    <a:pt x="2489100" y="1135348"/>
                  </a:lnTo>
                  <a:lnTo>
                    <a:pt x="2906233" y="1142557"/>
                  </a:lnTo>
                  <a:lnTo>
                    <a:pt x="2447171" y="1086451"/>
                  </a:lnTo>
                  <a:lnTo>
                    <a:pt x="2170964" y="860464"/>
                  </a:lnTo>
                  <a:lnTo>
                    <a:pt x="1826025" y="280885"/>
                  </a:lnTo>
                  <a:lnTo>
                    <a:pt x="2544725" y="781050"/>
                  </a:lnTo>
                  <a:lnTo>
                    <a:pt x="3260651" y="894464"/>
                  </a:lnTo>
                  <a:lnTo>
                    <a:pt x="3543282" y="1050743"/>
                  </a:lnTo>
                  <a:lnTo>
                    <a:pt x="3282792" y="869435"/>
                  </a:lnTo>
                  <a:lnTo>
                    <a:pt x="3572539" y="759785"/>
                  </a:lnTo>
                  <a:lnTo>
                    <a:pt x="3252248" y="836004"/>
                  </a:lnTo>
                  <a:lnTo>
                    <a:pt x="2558138" y="721602"/>
                  </a:lnTo>
                  <a:cubicBezTo>
                    <a:pt x="2278033" y="546087"/>
                    <a:pt x="2373272" y="599470"/>
                    <a:pt x="2063322" y="300498"/>
                  </a:cubicBezTo>
                  <a:cubicBezTo>
                    <a:pt x="1949784" y="25078"/>
                    <a:pt x="1990330" y="153260"/>
                    <a:pt x="1995737" y="129155"/>
                  </a:cubicBezTo>
                  <a:lnTo>
                    <a:pt x="2250375" y="165071"/>
                  </a:lnTo>
                  <a:lnTo>
                    <a:pt x="2400662" y="209658"/>
                  </a:lnTo>
                  <a:lnTo>
                    <a:pt x="2470867" y="437251"/>
                  </a:lnTo>
                  <a:lnTo>
                    <a:pt x="2454712" y="240154"/>
                  </a:lnTo>
                  <a:lnTo>
                    <a:pt x="2595473" y="269559"/>
                  </a:lnTo>
                  <a:lnTo>
                    <a:pt x="3117436" y="298358"/>
                  </a:lnTo>
                  <a:lnTo>
                    <a:pt x="3578376" y="381296"/>
                  </a:lnTo>
                  <a:lnTo>
                    <a:pt x="3180035" y="268044"/>
                  </a:lnTo>
                  <a:lnTo>
                    <a:pt x="3580254" y="145726"/>
                  </a:lnTo>
                  <a:lnTo>
                    <a:pt x="3165258" y="224913"/>
                  </a:lnTo>
                  <a:lnTo>
                    <a:pt x="2949069" y="223999"/>
                  </a:lnTo>
                  <a:lnTo>
                    <a:pt x="3070617" y="68626"/>
                  </a:lnTo>
                  <a:lnTo>
                    <a:pt x="2900603" y="224000"/>
                  </a:lnTo>
                  <a:lnTo>
                    <a:pt x="2562461" y="192770"/>
                  </a:lnTo>
                  <a:lnTo>
                    <a:pt x="2280799" y="106078"/>
                  </a:lnTo>
                  <a:lnTo>
                    <a:pt x="1968452" y="66960"/>
                  </a:lnTo>
                  <a:cubicBezTo>
                    <a:pt x="1969083" y="45698"/>
                    <a:pt x="1953840" y="21262"/>
                    <a:pt x="1954471" y="0"/>
                  </a:cubicBezTo>
                  <a:lnTo>
                    <a:pt x="1649856" y="9525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" name="Triangle 22">
              <a:extLst>
                <a:ext uri="{FF2B5EF4-FFF2-40B4-BE49-F238E27FC236}">
                  <a16:creationId xmlns:a16="http://schemas.microsoft.com/office/drawing/2014/main" id="{E2A1A82D-3AFA-0E4A-994A-4F106071FC4E}"/>
                </a:ext>
              </a:extLst>
            </p:cNvPr>
            <p:cNvSpPr/>
            <p:nvPr/>
          </p:nvSpPr>
          <p:spPr>
            <a:xfrm>
              <a:off x="2300341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4" name="Triangle 263">
              <a:extLst>
                <a:ext uri="{FF2B5EF4-FFF2-40B4-BE49-F238E27FC236}">
                  <a16:creationId xmlns:a16="http://schemas.microsoft.com/office/drawing/2014/main" id="{726B69F8-4BFE-AF40-9ABF-829DBF466B19}"/>
                </a:ext>
              </a:extLst>
            </p:cNvPr>
            <p:cNvSpPr/>
            <p:nvPr/>
          </p:nvSpPr>
          <p:spPr>
            <a:xfrm>
              <a:off x="2534549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5" name="Triangle 264">
              <a:extLst>
                <a:ext uri="{FF2B5EF4-FFF2-40B4-BE49-F238E27FC236}">
                  <a16:creationId xmlns:a16="http://schemas.microsoft.com/office/drawing/2014/main" id="{CC9D19B2-4328-CC4A-A6AA-DA053B1EEF31}"/>
                </a:ext>
              </a:extLst>
            </p:cNvPr>
            <p:cNvSpPr/>
            <p:nvPr/>
          </p:nvSpPr>
          <p:spPr>
            <a:xfrm>
              <a:off x="2737088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6" name="Triangle 264">
              <a:extLst>
                <a:ext uri="{FF2B5EF4-FFF2-40B4-BE49-F238E27FC236}">
                  <a16:creationId xmlns:a16="http://schemas.microsoft.com/office/drawing/2014/main" id="{1151AF4E-CEEB-6740-8ED4-40F8D60F8BC1}"/>
                </a:ext>
              </a:extLst>
            </p:cNvPr>
            <p:cNvSpPr/>
            <p:nvPr/>
          </p:nvSpPr>
          <p:spPr>
            <a:xfrm>
              <a:off x="2921755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7" name="Triangle 26">
              <a:extLst>
                <a:ext uri="{FF2B5EF4-FFF2-40B4-BE49-F238E27FC236}">
                  <a16:creationId xmlns:a16="http://schemas.microsoft.com/office/drawing/2014/main" id="{16FA67A6-3A38-8C45-B5F4-0367935C5389}"/>
                </a:ext>
              </a:extLst>
            </p:cNvPr>
            <p:cNvSpPr/>
            <p:nvPr/>
          </p:nvSpPr>
          <p:spPr>
            <a:xfrm>
              <a:off x="2751864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8" name="Triangle 263">
              <a:extLst>
                <a:ext uri="{FF2B5EF4-FFF2-40B4-BE49-F238E27FC236}">
                  <a16:creationId xmlns:a16="http://schemas.microsoft.com/office/drawing/2014/main" id="{BBB85B86-63DF-9E44-A1B6-B8862F1320CE}"/>
                </a:ext>
              </a:extLst>
            </p:cNvPr>
            <p:cNvSpPr/>
            <p:nvPr/>
          </p:nvSpPr>
          <p:spPr>
            <a:xfrm>
              <a:off x="2968155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9" name="Triangle 264">
              <a:extLst>
                <a:ext uri="{FF2B5EF4-FFF2-40B4-BE49-F238E27FC236}">
                  <a16:creationId xmlns:a16="http://schemas.microsoft.com/office/drawing/2014/main" id="{00937A1A-9D19-C94C-A17D-754307B87FE0}"/>
                </a:ext>
              </a:extLst>
            </p:cNvPr>
            <p:cNvSpPr/>
            <p:nvPr/>
          </p:nvSpPr>
          <p:spPr>
            <a:xfrm>
              <a:off x="3158031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0206BD49-93AA-D74D-BD2A-A45AD8251E5D}"/>
                </a:ext>
              </a:extLst>
            </p:cNvPr>
            <p:cNvSpPr/>
            <p:nvPr/>
          </p:nvSpPr>
          <p:spPr>
            <a:xfrm>
              <a:off x="4130695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1" name="Triangle 264">
              <a:extLst>
                <a:ext uri="{FF2B5EF4-FFF2-40B4-BE49-F238E27FC236}">
                  <a16:creationId xmlns:a16="http://schemas.microsoft.com/office/drawing/2014/main" id="{363D61FA-1975-A244-9BE0-2F22CB268506}"/>
                </a:ext>
              </a:extLst>
            </p:cNvPr>
            <p:cNvSpPr/>
            <p:nvPr/>
          </p:nvSpPr>
          <p:spPr>
            <a:xfrm>
              <a:off x="3200228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2" name="Triangle 264">
              <a:extLst>
                <a:ext uri="{FF2B5EF4-FFF2-40B4-BE49-F238E27FC236}">
                  <a16:creationId xmlns:a16="http://schemas.microsoft.com/office/drawing/2014/main" id="{903146A0-70F7-4342-A96D-723DCBF91205}"/>
                </a:ext>
              </a:extLst>
            </p:cNvPr>
            <p:cNvSpPr/>
            <p:nvPr/>
          </p:nvSpPr>
          <p:spPr>
            <a:xfrm>
              <a:off x="3549059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3" name="Triangle 264">
              <a:extLst>
                <a:ext uri="{FF2B5EF4-FFF2-40B4-BE49-F238E27FC236}">
                  <a16:creationId xmlns:a16="http://schemas.microsoft.com/office/drawing/2014/main" id="{35D22E00-FFE6-584D-A696-969903737E0F}"/>
                </a:ext>
              </a:extLst>
            </p:cNvPr>
            <p:cNvSpPr/>
            <p:nvPr/>
          </p:nvSpPr>
          <p:spPr>
            <a:xfrm>
              <a:off x="3344674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7885326F-0096-B245-B590-57FABFF91A14}"/>
                </a:ext>
              </a:extLst>
            </p:cNvPr>
            <p:cNvSpPr/>
            <p:nvPr/>
          </p:nvSpPr>
          <p:spPr>
            <a:xfrm rot="10800000">
              <a:off x="4149487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03731F99-5BC1-B64F-A8FF-214635BCC2E6}"/>
                </a:ext>
              </a:extLst>
            </p:cNvPr>
            <p:cNvGrpSpPr/>
            <p:nvPr/>
          </p:nvGrpSpPr>
          <p:grpSpPr>
            <a:xfrm rot="20275914">
              <a:off x="4415395" y="2993878"/>
              <a:ext cx="319926" cy="404542"/>
              <a:chOff x="3510479" y="1211170"/>
              <a:chExt cx="2079479" cy="2629470"/>
            </a:xfrm>
          </p:grpSpPr>
          <p:sp>
            <p:nvSpPr>
              <p:cNvPr id="98" name="Oval 1">
                <a:extLst>
                  <a:ext uri="{FF2B5EF4-FFF2-40B4-BE49-F238E27FC236}">
                    <a16:creationId xmlns:a16="http://schemas.microsoft.com/office/drawing/2014/main" id="{A9F8EC7A-2B00-D240-85E9-5488D5419EAE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" name="Teardrop 98">
                <a:extLst>
                  <a:ext uri="{FF2B5EF4-FFF2-40B4-BE49-F238E27FC236}">
                    <a16:creationId xmlns:a16="http://schemas.microsoft.com/office/drawing/2014/main" id="{6C9DBCB7-8A95-3A46-BE69-0CACB8DEC380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" name="Teardrop 99">
                <a:extLst>
                  <a:ext uri="{FF2B5EF4-FFF2-40B4-BE49-F238E27FC236}">
                    <a16:creationId xmlns:a16="http://schemas.microsoft.com/office/drawing/2014/main" id="{482463B8-1F10-E140-8EEB-749E77F2241F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" name="Teardrop 100">
                <a:extLst>
                  <a:ext uri="{FF2B5EF4-FFF2-40B4-BE49-F238E27FC236}">
                    <a16:creationId xmlns:a16="http://schemas.microsoft.com/office/drawing/2014/main" id="{822D4420-9C63-3344-B953-9A2D99E83B76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" name="Teardrop 101">
                <a:extLst>
                  <a:ext uri="{FF2B5EF4-FFF2-40B4-BE49-F238E27FC236}">
                    <a16:creationId xmlns:a16="http://schemas.microsoft.com/office/drawing/2014/main" id="{DF336680-C7CA-4345-8DF5-EC7401C88FDD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" name="Teardrop 102">
                <a:extLst>
                  <a:ext uri="{FF2B5EF4-FFF2-40B4-BE49-F238E27FC236}">
                    <a16:creationId xmlns:a16="http://schemas.microsoft.com/office/drawing/2014/main" id="{9CC6E667-F0C5-CB4B-9487-B866559E963D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" name="Teardrop 103">
                <a:extLst>
                  <a:ext uri="{FF2B5EF4-FFF2-40B4-BE49-F238E27FC236}">
                    <a16:creationId xmlns:a16="http://schemas.microsoft.com/office/drawing/2014/main" id="{37EC115D-8822-744F-BBE7-46870B38D9A0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" name="Teardrop 104">
                <a:extLst>
                  <a:ext uri="{FF2B5EF4-FFF2-40B4-BE49-F238E27FC236}">
                    <a16:creationId xmlns:a16="http://schemas.microsoft.com/office/drawing/2014/main" id="{85D3C4C5-818B-AA4E-A330-FEF55C7441FE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" name="Teardrop 105">
                <a:extLst>
                  <a:ext uri="{FF2B5EF4-FFF2-40B4-BE49-F238E27FC236}">
                    <a16:creationId xmlns:a16="http://schemas.microsoft.com/office/drawing/2014/main" id="{72BCC73D-9CA9-4E40-B066-3FFC146AAA2C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" name="Teardrop 106">
                <a:extLst>
                  <a:ext uri="{FF2B5EF4-FFF2-40B4-BE49-F238E27FC236}">
                    <a16:creationId xmlns:a16="http://schemas.microsoft.com/office/drawing/2014/main" id="{DEDF1EEE-FEDF-DB42-8609-AA321282FF3A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" name="Teardrop 107">
                <a:extLst>
                  <a:ext uri="{FF2B5EF4-FFF2-40B4-BE49-F238E27FC236}">
                    <a16:creationId xmlns:a16="http://schemas.microsoft.com/office/drawing/2014/main" id="{3412AFF3-571A-5B4E-8EE8-DBFB6E53DB82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" name="Teardrop 108">
                <a:extLst>
                  <a:ext uri="{FF2B5EF4-FFF2-40B4-BE49-F238E27FC236}">
                    <a16:creationId xmlns:a16="http://schemas.microsoft.com/office/drawing/2014/main" id="{2A00CA8B-07D1-8E40-B9CA-566A8E114E31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0" name="Teardrop 109">
                <a:extLst>
                  <a:ext uri="{FF2B5EF4-FFF2-40B4-BE49-F238E27FC236}">
                    <a16:creationId xmlns:a16="http://schemas.microsoft.com/office/drawing/2014/main" id="{B0685B21-28A3-B54B-A538-7FFD0301EFB8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1" name="Teardrop 110">
                <a:extLst>
                  <a:ext uri="{FF2B5EF4-FFF2-40B4-BE49-F238E27FC236}">
                    <a16:creationId xmlns:a16="http://schemas.microsoft.com/office/drawing/2014/main" id="{963EEBAC-ECF3-A948-BC5E-8FA3E7EB1E1F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2" name="Teardrop 111">
                <a:extLst>
                  <a:ext uri="{FF2B5EF4-FFF2-40B4-BE49-F238E27FC236}">
                    <a16:creationId xmlns:a16="http://schemas.microsoft.com/office/drawing/2014/main" id="{DA3CD4A5-8500-6D43-8793-FAE1F8E9F866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3" name="Teardrop 112">
                <a:extLst>
                  <a:ext uri="{FF2B5EF4-FFF2-40B4-BE49-F238E27FC236}">
                    <a16:creationId xmlns:a16="http://schemas.microsoft.com/office/drawing/2014/main" id="{CF539735-D275-244A-824C-C509A42A8E5F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4" name="Teardrop 113">
                <a:extLst>
                  <a:ext uri="{FF2B5EF4-FFF2-40B4-BE49-F238E27FC236}">
                    <a16:creationId xmlns:a16="http://schemas.microsoft.com/office/drawing/2014/main" id="{19741090-CB18-074B-8BB0-B9CFBD32F45B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5" name="Teardrop 114">
                <a:extLst>
                  <a:ext uri="{FF2B5EF4-FFF2-40B4-BE49-F238E27FC236}">
                    <a16:creationId xmlns:a16="http://schemas.microsoft.com/office/drawing/2014/main" id="{74BE26D5-71CB-494B-B744-0B4F7CD42395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6" name="Teardrop 115">
                <a:extLst>
                  <a:ext uri="{FF2B5EF4-FFF2-40B4-BE49-F238E27FC236}">
                    <a16:creationId xmlns:a16="http://schemas.microsoft.com/office/drawing/2014/main" id="{B1960B8A-CA44-0845-9EB1-316ECAE992AF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" name="Teardrop 116">
                <a:extLst>
                  <a:ext uri="{FF2B5EF4-FFF2-40B4-BE49-F238E27FC236}">
                    <a16:creationId xmlns:a16="http://schemas.microsoft.com/office/drawing/2014/main" id="{B7D704F2-1606-084D-902B-F06A7F38A85D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" name="Teardrop 117">
                <a:extLst>
                  <a:ext uri="{FF2B5EF4-FFF2-40B4-BE49-F238E27FC236}">
                    <a16:creationId xmlns:a16="http://schemas.microsoft.com/office/drawing/2014/main" id="{9E517326-90C3-E240-A27A-89889B8C65E8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9" name="Teardrop 118">
                <a:extLst>
                  <a:ext uri="{FF2B5EF4-FFF2-40B4-BE49-F238E27FC236}">
                    <a16:creationId xmlns:a16="http://schemas.microsoft.com/office/drawing/2014/main" id="{B5B24AF6-3F1C-534A-895A-BA7624EC456A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0" name="Teardrop 119">
                <a:extLst>
                  <a:ext uri="{FF2B5EF4-FFF2-40B4-BE49-F238E27FC236}">
                    <a16:creationId xmlns:a16="http://schemas.microsoft.com/office/drawing/2014/main" id="{2006BF97-7F7C-2A42-93C9-F54A8BD7A00F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1" name="Teardrop 120">
                <a:extLst>
                  <a:ext uri="{FF2B5EF4-FFF2-40B4-BE49-F238E27FC236}">
                    <a16:creationId xmlns:a16="http://schemas.microsoft.com/office/drawing/2014/main" id="{D62A6477-BFD3-4E4F-A0A9-9F47DB889DF1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2" name="Teardrop 121">
                <a:extLst>
                  <a:ext uri="{FF2B5EF4-FFF2-40B4-BE49-F238E27FC236}">
                    <a16:creationId xmlns:a16="http://schemas.microsoft.com/office/drawing/2014/main" id="{4560224F-5550-EE42-8DA5-866ED57DF9CF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3" name="Teardrop 122">
                <a:extLst>
                  <a:ext uri="{FF2B5EF4-FFF2-40B4-BE49-F238E27FC236}">
                    <a16:creationId xmlns:a16="http://schemas.microsoft.com/office/drawing/2014/main" id="{877B54EC-21B9-9F4D-AD3B-6FE811DCCF50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4" name="Teardrop 123">
                <a:extLst>
                  <a:ext uri="{FF2B5EF4-FFF2-40B4-BE49-F238E27FC236}">
                    <a16:creationId xmlns:a16="http://schemas.microsoft.com/office/drawing/2014/main" id="{857115DB-6E07-934A-8E79-336D67FBC892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5" name="Teardrop 124">
                <a:extLst>
                  <a:ext uri="{FF2B5EF4-FFF2-40B4-BE49-F238E27FC236}">
                    <a16:creationId xmlns:a16="http://schemas.microsoft.com/office/drawing/2014/main" id="{6B702961-90C0-DF4E-8FCB-8691AFDA46C9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6" name="Teardrop 125">
                <a:extLst>
                  <a:ext uri="{FF2B5EF4-FFF2-40B4-BE49-F238E27FC236}">
                    <a16:creationId xmlns:a16="http://schemas.microsoft.com/office/drawing/2014/main" id="{BB75AC75-22FE-0041-AB21-98FB01A3C25E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7" name="Teardrop 126">
                <a:extLst>
                  <a:ext uri="{FF2B5EF4-FFF2-40B4-BE49-F238E27FC236}">
                    <a16:creationId xmlns:a16="http://schemas.microsoft.com/office/drawing/2014/main" id="{A24486FC-9362-0841-970D-3FD6CE53BB6B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2F0E0B2D-4598-4746-AF9B-D6803D672AA5}"/>
                </a:ext>
              </a:extLst>
            </p:cNvPr>
            <p:cNvGrpSpPr/>
            <p:nvPr/>
          </p:nvGrpSpPr>
          <p:grpSpPr>
            <a:xfrm rot="20726076">
              <a:off x="4445230" y="1854502"/>
              <a:ext cx="319926" cy="404542"/>
              <a:chOff x="3510479" y="1211170"/>
              <a:chExt cx="2079479" cy="2629470"/>
            </a:xfrm>
          </p:grpSpPr>
          <p:sp>
            <p:nvSpPr>
              <p:cNvPr id="68" name="Oval 1">
                <a:extLst>
                  <a:ext uri="{FF2B5EF4-FFF2-40B4-BE49-F238E27FC236}">
                    <a16:creationId xmlns:a16="http://schemas.microsoft.com/office/drawing/2014/main" id="{BFDE093A-89B8-0E46-9F59-AE420AFFDB14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" name="Teardrop 68">
                <a:extLst>
                  <a:ext uri="{FF2B5EF4-FFF2-40B4-BE49-F238E27FC236}">
                    <a16:creationId xmlns:a16="http://schemas.microsoft.com/office/drawing/2014/main" id="{81E6A5A6-77BD-CC4E-8C86-AEB2EB99706B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" name="Teardrop 69">
                <a:extLst>
                  <a:ext uri="{FF2B5EF4-FFF2-40B4-BE49-F238E27FC236}">
                    <a16:creationId xmlns:a16="http://schemas.microsoft.com/office/drawing/2014/main" id="{36E3E66D-3FFA-D74F-B0DE-5534AFCD25A0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" name="Teardrop 70">
                <a:extLst>
                  <a:ext uri="{FF2B5EF4-FFF2-40B4-BE49-F238E27FC236}">
                    <a16:creationId xmlns:a16="http://schemas.microsoft.com/office/drawing/2014/main" id="{E9A193FF-BDDA-B44F-9537-B49FBC884F04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" name="Teardrop 71">
                <a:extLst>
                  <a:ext uri="{FF2B5EF4-FFF2-40B4-BE49-F238E27FC236}">
                    <a16:creationId xmlns:a16="http://schemas.microsoft.com/office/drawing/2014/main" id="{8F5FAFF5-FE94-FF42-86D3-F6A03C448A33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" name="Teardrop 72">
                <a:extLst>
                  <a:ext uri="{FF2B5EF4-FFF2-40B4-BE49-F238E27FC236}">
                    <a16:creationId xmlns:a16="http://schemas.microsoft.com/office/drawing/2014/main" id="{90DEA2C9-2A6A-694F-9CFD-D5D8E21BC863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" name="Teardrop 73">
                <a:extLst>
                  <a:ext uri="{FF2B5EF4-FFF2-40B4-BE49-F238E27FC236}">
                    <a16:creationId xmlns:a16="http://schemas.microsoft.com/office/drawing/2014/main" id="{827ACCBD-C86F-BC42-8D90-E93B8397A26E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" name="Teardrop 74">
                <a:extLst>
                  <a:ext uri="{FF2B5EF4-FFF2-40B4-BE49-F238E27FC236}">
                    <a16:creationId xmlns:a16="http://schemas.microsoft.com/office/drawing/2014/main" id="{F4351DA1-BA00-8843-B01B-783DF5B3B374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" name="Teardrop 75">
                <a:extLst>
                  <a:ext uri="{FF2B5EF4-FFF2-40B4-BE49-F238E27FC236}">
                    <a16:creationId xmlns:a16="http://schemas.microsoft.com/office/drawing/2014/main" id="{7FB0486E-3D50-E845-B871-236CA4405C18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" name="Teardrop 76">
                <a:extLst>
                  <a:ext uri="{FF2B5EF4-FFF2-40B4-BE49-F238E27FC236}">
                    <a16:creationId xmlns:a16="http://schemas.microsoft.com/office/drawing/2014/main" id="{875E9E36-3432-BF41-8426-98DF93004702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" name="Teardrop 77">
                <a:extLst>
                  <a:ext uri="{FF2B5EF4-FFF2-40B4-BE49-F238E27FC236}">
                    <a16:creationId xmlns:a16="http://schemas.microsoft.com/office/drawing/2014/main" id="{0076DF41-1ACD-C646-BF47-92280C4D0EE0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" name="Teardrop 78">
                <a:extLst>
                  <a:ext uri="{FF2B5EF4-FFF2-40B4-BE49-F238E27FC236}">
                    <a16:creationId xmlns:a16="http://schemas.microsoft.com/office/drawing/2014/main" id="{04B5D32F-85EF-2B46-8E65-053E6D4320CB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" name="Teardrop 79">
                <a:extLst>
                  <a:ext uri="{FF2B5EF4-FFF2-40B4-BE49-F238E27FC236}">
                    <a16:creationId xmlns:a16="http://schemas.microsoft.com/office/drawing/2014/main" id="{14758544-EE94-EB42-A63E-E6844FD0E9CA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" name="Teardrop 80">
                <a:extLst>
                  <a:ext uri="{FF2B5EF4-FFF2-40B4-BE49-F238E27FC236}">
                    <a16:creationId xmlns:a16="http://schemas.microsoft.com/office/drawing/2014/main" id="{B3669D08-B473-0247-87EA-6DE1E6B43BE8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2" name="Teardrop 81">
                <a:extLst>
                  <a:ext uri="{FF2B5EF4-FFF2-40B4-BE49-F238E27FC236}">
                    <a16:creationId xmlns:a16="http://schemas.microsoft.com/office/drawing/2014/main" id="{C9DE6870-A919-F344-817B-4C5C232EBCE9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" name="Teardrop 82">
                <a:extLst>
                  <a:ext uri="{FF2B5EF4-FFF2-40B4-BE49-F238E27FC236}">
                    <a16:creationId xmlns:a16="http://schemas.microsoft.com/office/drawing/2014/main" id="{3674BF41-CED2-9B4D-AECA-DCE8496806A3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" name="Teardrop 83">
                <a:extLst>
                  <a:ext uri="{FF2B5EF4-FFF2-40B4-BE49-F238E27FC236}">
                    <a16:creationId xmlns:a16="http://schemas.microsoft.com/office/drawing/2014/main" id="{8189CDBC-7854-9B47-8A05-CA97C46061D5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" name="Teardrop 84">
                <a:extLst>
                  <a:ext uri="{FF2B5EF4-FFF2-40B4-BE49-F238E27FC236}">
                    <a16:creationId xmlns:a16="http://schemas.microsoft.com/office/drawing/2014/main" id="{70855C57-4689-7A46-B7BE-0BE2F0DF50B6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" name="Teardrop 85">
                <a:extLst>
                  <a:ext uri="{FF2B5EF4-FFF2-40B4-BE49-F238E27FC236}">
                    <a16:creationId xmlns:a16="http://schemas.microsoft.com/office/drawing/2014/main" id="{ED0A3AAB-90E0-E34A-B09D-5F4507944775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" name="Teardrop 86">
                <a:extLst>
                  <a:ext uri="{FF2B5EF4-FFF2-40B4-BE49-F238E27FC236}">
                    <a16:creationId xmlns:a16="http://schemas.microsoft.com/office/drawing/2014/main" id="{4D741440-0F61-1C4C-8DAA-DC4A040AC944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" name="Teardrop 87">
                <a:extLst>
                  <a:ext uri="{FF2B5EF4-FFF2-40B4-BE49-F238E27FC236}">
                    <a16:creationId xmlns:a16="http://schemas.microsoft.com/office/drawing/2014/main" id="{CCF1C905-8CF1-D543-8B30-6BEF131CB832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" name="Teardrop 88">
                <a:extLst>
                  <a:ext uri="{FF2B5EF4-FFF2-40B4-BE49-F238E27FC236}">
                    <a16:creationId xmlns:a16="http://schemas.microsoft.com/office/drawing/2014/main" id="{E0019E17-E0DC-CB43-ABDF-0E9418E1AF31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" name="Teardrop 89">
                <a:extLst>
                  <a:ext uri="{FF2B5EF4-FFF2-40B4-BE49-F238E27FC236}">
                    <a16:creationId xmlns:a16="http://schemas.microsoft.com/office/drawing/2014/main" id="{F63405F7-DDDA-9D44-8379-6D210EF61A23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" name="Teardrop 90">
                <a:extLst>
                  <a:ext uri="{FF2B5EF4-FFF2-40B4-BE49-F238E27FC236}">
                    <a16:creationId xmlns:a16="http://schemas.microsoft.com/office/drawing/2014/main" id="{8ABD9D31-EF63-514E-9395-5C8E39997EFA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" name="Teardrop 91">
                <a:extLst>
                  <a:ext uri="{FF2B5EF4-FFF2-40B4-BE49-F238E27FC236}">
                    <a16:creationId xmlns:a16="http://schemas.microsoft.com/office/drawing/2014/main" id="{E92DF3E3-B31A-3543-95E3-EC4E9955E430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" name="Teardrop 92">
                <a:extLst>
                  <a:ext uri="{FF2B5EF4-FFF2-40B4-BE49-F238E27FC236}">
                    <a16:creationId xmlns:a16="http://schemas.microsoft.com/office/drawing/2014/main" id="{E2C468D5-38F4-E443-B40B-51E1B03C3057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" name="Teardrop 93">
                <a:extLst>
                  <a:ext uri="{FF2B5EF4-FFF2-40B4-BE49-F238E27FC236}">
                    <a16:creationId xmlns:a16="http://schemas.microsoft.com/office/drawing/2014/main" id="{5C896030-CA79-DB44-84CF-91E70A3A8916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" name="Teardrop 94">
                <a:extLst>
                  <a:ext uri="{FF2B5EF4-FFF2-40B4-BE49-F238E27FC236}">
                    <a16:creationId xmlns:a16="http://schemas.microsoft.com/office/drawing/2014/main" id="{E275C00D-D1DA-E047-B8D9-7D8C85A9D929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" name="Teardrop 95">
                <a:extLst>
                  <a:ext uri="{FF2B5EF4-FFF2-40B4-BE49-F238E27FC236}">
                    <a16:creationId xmlns:a16="http://schemas.microsoft.com/office/drawing/2014/main" id="{BD7DBB2F-F63E-214E-AE32-C163BEA0A929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" name="Teardrop 96">
                <a:extLst>
                  <a:ext uri="{FF2B5EF4-FFF2-40B4-BE49-F238E27FC236}">
                    <a16:creationId xmlns:a16="http://schemas.microsoft.com/office/drawing/2014/main" id="{95D17829-1FE4-1543-B3FA-7669D36F3A19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7EA2B05F-B71D-704A-AA66-3C04AA33320C}"/>
                </a:ext>
              </a:extLst>
            </p:cNvPr>
            <p:cNvGrpSpPr/>
            <p:nvPr/>
          </p:nvGrpSpPr>
          <p:grpSpPr>
            <a:xfrm rot="21065350">
              <a:off x="3727049" y="2277700"/>
              <a:ext cx="319926" cy="404542"/>
              <a:chOff x="3510479" y="1211170"/>
              <a:chExt cx="2079479" cy="2629470"/>
            </a:xfrm>
          </p:grpSpPr>
          <p:sp>
            <p:nvSpPr>
              <p:cNvPr id="38" name="Oval 1">
                <a:extLst>
                  <a:ext uri="{FF2B5EF4-FFF2-40B4-BE49-F238E27FC236}">
                    <a16:creationId xmlns:a16="http://schemas.microsoft.com/office/drawing/2014/main" id="{03465242-8C31-974A-BB27-AB405AF0A805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" name="Teardrop 38">
                <a:extLst>
                  <a:ext uri="{FF2B5EF4-FFF2-40B4-BE49-F238E27FC236}">
                    <a16:creationId xmlns:a16="http://schemas.microsoft.com/office/drawing/2014/main" id="{077475CF-5298-9549-91DC-8A516F27DE2A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" name="Teardrop 39">
                <a:extLst>
                  <a:ext uri="{FF2B5EF4-FFF2-40B4-BE49-F238E27FC236}">
                    <a16:creationId xmlns:a16="http://schemas.microsoft.com/office/drawing/2014/main" id="{ED5CB130-6B8C-6242-B5DB-2C02AE3CF94C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" name="Teardrop 40">
                <a:extLst>
                  <a:ext uri="{FF2B5EF4-FFF2-40B4-BE49-F238E27FC236}">
                    <a16:creationId xmlns:a16="http://schemas.microsoft.com/office/drawing/2014/main" id="{E006A67D-A238-8344-BB13-28979A493A0C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" name="Teardrop 41">
                <a:extLst>
                  <a:ext uri="{FF2B5EF4-FFF2-40B4-BE49-F238E27FC236}">
                    <a16:creationId xmlns:a16="http://schemas.microsoft.com/office/drawing/2014/main" id="{16652277-E001-AD4B-BDA7-578DC9D35096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" name="Teardrop 42">
                <a:extLst>
                  <a:ext uri="{FF2B5EF4-FFF2-40B4-BE49-F238E27FC236}">
                    <a16:creationId xmlns:a16="http://schemas.microsoft.com/office/drawing/2014/main" id="{D236ABD1-1683-594D-AF85-23BA6AB39FC6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" name="Teardrop 43">
                <a:extLst>
                  <a:ext uri="{FF2B5EF4-FFF2-40B4-BE49-F238E27FC236}">
                    <a16:creationId xmlns:a16="http://schemas.microsoft.com/office/drawing/2014/main" id="{C40BA3C9-1D37-FF46-A885-060AD729BFD9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" name="Teardrop 44">
                <a:extLst>
                  <a:ext uri="{FF2B5EF4-FFF2-40B4-BE49-F238E27FC236}">
                    <a16:creationId xmlns:a16="http://schemas.microsoft.com/office/drawing/2014/main" id="{6D317CA7-B1C8-6649-8E9C-8903C908951B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" name="Teardrop 45">
                <a:extLst>
                  <a:ext uri="{FF2B5EF4-FFF2-40B4-BE49-F238E27FC236}">
                    <a16:creationId xmlns:a16="http://schemas.microsoft.com/office/drawing/2014/main" id="{2EEC1B0A-6929-094A-BFD5-179D883035B3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" name="Teardrop 46">
                <a:extLst>
                  <a:ext uri="{FF2B5EF4-FFF2-40B4-BE49-F238E27FC236}">
                    <a16:creationId xmlns:a16="http://schemas.microsoft.com/office/drawing/2014/main" id="{CC87B40E-8716-C14C-B533-270F0B5A7F5B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" name="Teardrop 47">
                <a:extLst>
                  <a:ext uri="{FF2B5EF4-FFF2-40B4-BE49-F238E27FC236}">
                    <a16:creationId xmlns:a16="http://schemas.microsoft.com/office/drawing/2014/main" id="{AEF4817E-FCB9-7847-A51F-B587945675C3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" name="Teardrop 48">
                <a:extLst>
                  <a:ext uri="{FF2B5EF4-FFF2-40B4-BE49-F238E27FC236}">
                    <a16:creationId xmlns:a16="http://schemas.microsoft.com/office/drawing/2014/main" id="{444D332F-795C-5240-8254-4E359A36184F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" name="Teardrop 49">
                <a:extLst>
                  <a:ext uri="{FF2B5EF4-FFF2-40B4-BE49-F238E27FC236}">
                    <a16:creationId xmlns:a16="http://schemas.microsoft.com/office/drawing/2014/main" id="{3990E63A-2A43-884B-B60A-87DE26F5EBDE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" name="Teardrop 50">
                <a:extLst>
                  <a:ext uri="{FF2B5EF4-FFF2-40B4-BE49-F238E27FC236}">
                    <a16:creationId xmlns:a16="http://schemas.microsoft.com/office/drawing/2014/main" id="{F59A7837-E81D-9E40-808A-619EE3BA8E53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" name="Teardrop 51">
                <a:extLst>
                  <a:ext uri="{FF2B5EF4-FFF2-40B4-BE49-F238E27FC236}">
                    <a16:creationId xmlns:a16="http://schemas.microsoft.com/office/drawing/2014/main" id="{ED52743D-D13B-FE4F-B40E-6FD6FCF6C8C7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" name="Teardrop 52">
                <a:extLst>
                  <a:ext uri="{FF2B5EF4-FFF2-40B4-BE49-F238E27FC236}">
                    <a16:creationId xmlns:a16="http://schemas.microsoft.com/office/drawing/2014/main" id="{64630AE5-688F-EE4C-9ECD-0BBB4AA96824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" name="Teardrop 53">
                <a:extLst>
                  <a:ext uri="{FF2B5EF4-FFF2-40B4-BE49-F238E27FC236}">
                    <a16:creationId xmlns:a16="http://schemas.microsoft.com/office/drawing/2014/main" id="{2873A3C0-1E54-E644-9876-3D72A97B751E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" name="Teardrop 54">
                <a:extLst>
                  <a:ext uri="{FF2B5EF4-FFF2-40B4-BE49-F238E27FC236}">
                    <a16:creationId xmlns:a16="http://schemas.microsoft.com/office/drawing/2014/main" id="{060616D1-7DE1-2F4D-95BA-ED2F3C6CEDA0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" name="Teardrop 55">
                <a:extLst>
                  <a:ext uri="{FF2B5EF4-FFF2-40B4-BE49-F238E27FC236}">
                    <a16:creationId xmlns:a16="http://schemas.microsoft.com/office/drawing/2014/main" id="{6DEFB801-68CC-1341-9C7F-E7C5F9F4EB5C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" name="Teardrop 56">
                <a:extLst>
                  <a:ext uri="{FF2B5EF4-FFF2-40B4-BE49-F238E27FC236}">
                    <a16:creationId xmlns:a16="http://schemas.microsoft.com/office/drawing/2014/main" id="{84A5615D-1F28-B74B-AAA3-A746FDAE53E7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" name="Teardrop 57">
                <a:extLst>
                  <a:ext uri="{FF2B5EF4-FFF2-40B4-BE49-F238E27FC236}">
                    <a16:creationId xmlns:a16="http://schemas.microsoft.com/office/drawing/2014/main" id="{DEDF6122-759F-5D4D-91E9-D6DB3F815D17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" name="Teardrop 58">
                <a:extLst>
                  <a:ext uri="{FF2B5EF4-FFF2-40B4-BE49-F238E27FC236}">
                    <a16:creationId xmlns:a16="http://schemas.microsoft.com/office/drawing/2014/main" id="{441BE0A4-7CC4-C447-AABA-E14D8E67F24B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Teardrop 59">
                <a:extLst>
                  <a:ext uri="{FF2B5EF4-FFF2-40B4-BE49-F238E27FC236}">
                    <a16:creationId xmlns:a16="http://schemas.microsoft.com/office/drawing/2014/main" id="{9E1DF2D2-D8CC-0C42-8130-2D15C6206717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" name="Teardrop 60">
                <a:extLst>
                  <a:ext uri="{FF2B5EF4-FFF2-40B4-BE49-F238E27FC236}">
                    <a16:creationId xmlns:a16="http://schemas.microsoft.com/office/drawing/2014/main" id="{E463E700-71F6-0949-AB30-7F4AD48F3FAB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" name="Teardrop 61">
                <a:extLst>
                  <a:ext uri="{FF2B5EF4-FFF2-40B4-BE49-F238E27FC236}">
                    <a16:creationId xmlns:a16="http://schemas.microsoft.com/office/drawing/2014/main" id="{6C6FF3B2-7846-C649-BB10-4B8C72E0568C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" name="Teardrop 62">
                <a:extLst>
                  <a:ext uri="{FF2B5EF4-FFF2-40B4-BE49-F238E27FC236}">
                    <a16:creationId xmlns:a16="http://schemas.microsoft.com/office/drawing/2014/main" id="{21806F17-0863-DE45-A233-0B7F61099DBB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" name="Teardrop 63">
                <a:extLst>
                  <a:ext uri="{FF2B5EF4-FFF2-40B4-BE49-F238E27FC236}">
                    <a16:creationId xmlns:a16="http://schemas.microsoft.com/office/drawing/2014/main" id="{AA395947-216D-B741-B806-0FC5B7936B32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" name="Teardrop 64">
                <a:extLst>
                  <a:ext uri="{FF2B5EF4-FFF2-40B4-BE49-F238E27FC236}">
                    <a16:creationId xmlns:a16="http://schemas.microsoft.com/office/drawing/2014/main" id="{86CC6384-E067-AD49-A651-BBB82AAA4946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" name="Teardrop 65">
                <a:extLst>
                  <a:ext uri="{FF2B5EF4-FFF2-40B4-BE49-F238E27FC236}">
                    <a16:creationId xmlns:a16="http://schemas.microsoft.com/office/drawing/2014/main" id="{E6EF772B-19D1-9842-8423-E1BFBC5A10F6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" name="Teardrop 66">
                <a:extLst>
                  <a:ext uri="{FF2B5EF4-FFF2-40B4-BE49-F238E27FC236}">
                    <a16:creationId xmlns:a16="http://schemas.microsoft.com/office/drawing/2014/main" id="{9B0BD672-B29D-5B4F-B119-2A507E20EFD8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128" name="Donut 127">
            <a:extLst>
              <a:ext uri="{FF2B5EF4-FFF2-40B4-BE49-F238E27FC236}">
                <a16:creationId xmlns:a16="http://schemas.microsoft.com/office/drawing/2014/main" id="{ADA32AAB-344C-6542-8CDF-515E54661AD3}"/>
              </a:ext>
            </a:extLst>
          </p:cNvPr>
          <p:cNvSpPr/>
          <p:nvPr/>
        </p:nvSpPr>
        <p:spPr>
          <a:xfrm>
            <a:off x="84666" y="98747"/>
            <a:ext cx="8980683" cy="6680566"/>
          </a:xfrm>
          <a:prstGeom prst="donut">
            <a:avLst>
              <a:gd name="adj" fmla="val 2395"/>
            </a:avLst>
          </a:prstGeom>
          <a:solidFill>
            <a:schemeClr val="bg2">
              <a:alpha val="75000"/>
            </a:schemeClr>
          </a:solidFill>
          <a:ln>
            <a:solidFill>
              <a:schemeClr val="tx1">
                <a:alpha val="1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71ED592E-DCCC-DF44-96D7-C69A123DBE71}"/>
              </a:ext>
            </a:extLst>
          </p:cNvPr>
          <p:cNvSpPr txBox="1"/>
          <p:nvPr/>
        </p:nvSpPr>
        <p:spPr>
          <a:xfrm>
            <a:off x="1222267" y="4237525"/>
            <a:ext cx="936675" cy="461665"/>
          </a:xfrm>
          <a:prstGeom prst="rect">
            <a:avLst/>
          </a:prstGeom>
          <a:solidFill>
            <a:srgbClr val="FBFFBD"/>
          </a:solidFill>
          <a:ln w="381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2400" b="1" dirty="0">
                <a:solidFill>
                  <a:srgbClr val="000000"/>
                </a:solidFill>
                <a:latin typeface="Arial"/>
                <a:cs typeface="Arial"/>
              </a:rPr>
              <a:t>Input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B0791926-B781-064E-8252-7BF16273E87B}"/>
              </a:ext>
            </a:extLst>
          </p:cNvPr>
          <p:cNvSpPr txBox="1"/>
          <p:nvPr/>
        </p:nvSpPr>
        <p:spPr>
          <a:xfrm>
            <a:off x="4831976" y="1547840"/>
            <a:ext cx="1193055" cy="461665"/>
          </a:xfrm>
          <a:prstGeom prst="rect">
            <a:avLst/>
          </a:prstGeom>
          <a:solidFill>
            <a:srgbClr val="B9CEE5"/>
          </a:solidFill>
          <a:ln w="381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2400" b="1" dirty="0">
                <a:solidFill>
                  <a:srgbClr val="000000"/>
                </a:solidFill>
                <a:latin typeface="Arial"/>
                <a:cs typeface="Arial"/>
              </a:rPr>
              <a:t>Output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DC592362-D715-744E-BD5B-BA21913CEEF7}"/>
              </a:ext>
            </a:extLst>
          </p:cNvPr>
          <p:cNvSpPr txBox="1"/>
          <p:nvPr/>
        </p:nvSpPr>
        <p:spPr>
          <a:xfrm>
            <a:off x="1676494" y="1778673"/>
            <a:ext cx="10951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b="1" u="sng" dirty="0">
                <a:latin typeface="Arial"/>
                <a:cs typeface="Arial"/>
              </a:rPr>
              <a:t>Weather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5E1D1343-BF38-6245-9EBF-B195001F51B9}"/>
              </a:ext>
            </a:extLst>
          </p:cNvPr>
          <p:cNvSpPr txBox="1"/>
          <p:nvPr/>
        </p:nvSpPr>
        <p:spPr>
          <a:xfrm>
            <a:off x="98052" y="2162213"/>
            <a:ext cx="3302725" cy="738664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1400" b="1" dirty="0"/>
              <a:t>&gt; Humidity, Pressure, Temperature, Wind</a:t>
            </a:r>
          </a:p>
          <a:p>
            <a:r>
              <a:rPr lang="en-US" sz="1400" b="1" dirty="0"/>
              <a:t>&gt; Precipitation: Convective/Large-Scale</a:t>
            </a:r>
          </a:p>
          <a:p>
            <a:r>
              <a:rPr lang="en-US" sz="1400" b="1" dirty="0"/>
              <a:t>&gt; Radiation: Shortwave/</a:t>
            </a:r>
            <a:r>
              <a:rPr lang="en-US" sz="1400" b="1" dirty="0" err="1"/>
              <a:t>Longwave</a:t>
            </a:r>
            <a:endParaRPr lang="en-US" sz="1400" b="1" dirty="0"/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F31EA214-59A6-3B4F-AE48-F55741B29388}"/>
              </a:ext>
            </a:extLst>
          </p:cNvPr>
          <p:cNvSpPr txBox="1"/>
          <p:nvPr/>
        </p:nvSpPr>
        <p:spPr>
          <a:xfrm>
            <a:off x="406819" y="3196258"/>
            <a:ext cx="14544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b="1" u="sng" dirty="0">
                <a:latin typeface="Arial"/>
                <a:cs typeface="Arial"/>
              </a:rPr>
              <a:t>Land Cover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BBA27D78-1120-4F46-99DB-711CD7092206}"/>
              </a:ext>
            </a:extLst>
          </p:cNvPr>
          <p:cNvSpPr txBox="1"/>
          <p:nvPr/>
        </p:nvSpPr>
        <p:spPr>
          <a:xfrm>
            <a:off x="289028" y="4842340"/>
            <a:ext cx="181379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b="1" u="sng" dirty="0">
                <a:latin typeface="Arial"/>
                <a:cs typeface="Arial"/>
              </a:rPr>
              <a:t>Soil Properties</a:t>
            </a:r>
            <a:endParaRPr lang="en-US" dirty="0">
              <a:cs typeface="Arial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02284A22-0140-DE45-8899-D4FB12EFC43F}"/>
              </a:ext>
            </a:extLst>
          </p:cNvPr>
          <p:cNvSpPr txBox="1"/>
          <p:nvPr/>
        </p:nvSpPr>
        <p:spPr>
          <a:xfrm>
            <a:off x="180016" y="5208156"/>
            <a:ext cx="2082621" cy="523220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1400" b="1" dirty="0"/>
              <a:t>&gt; Sand and Clay Fractions</a:t>
            </a:r>
          </a:p>
          <a:p>
            <a:r>
              <a:rPr lang="en-US" sz="1400" b="1" dirty="0"/>
              <a:t>&gt; Soil reflectance 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95F72715-EF93-5A4A-8E79-547F5D9A1DB7}"/>
              </a:ext>
            </a:extLst>
          </p:cNvPr>
          <p:cNvSpPr txBox="1"/>
          <p:nvPr/>
        </p:nvSpPr>
        <p:spPr>
          <a:xfrm>
            <a:off x="119660" y="3579648"/>
            <a:ext cx="2343573" cy="307777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1400" b="1" dirty="0"/>
              <a:t>&gt; Plant Functional Type (PFT)</a:t>
            </a:r>
          </a:p>
        </p:txBody>
      </p:sp>
      <p:cxnSp>
        <p:nvCxnSpPr>
          <p:cNvPr id="137" name="Straight Arrow Connector 136">
            <a:extLst>
              <a:ext uri="{FF2B5EF4-FFF2-40B4-BE49-F238E27FC236}">
                <a16:creationId xmlns:a16="http://schemas.microsoft.com/office/drawing/2014/main" id="{ED1C393B-47A9-7144-9193-7B2E4FD244BA}"/>
              </a:ext>
            </a:extLst>
          </p:cNvPr>
          <p:cNvCxnSpPr/>
          <p:nvPr/>
        </p:nvCxnSpPr>
        <p:spPr>
          <a:xfrm flipV="1">
            <a:off x="4424820" y="1521357"/>
            <a:ext cx="0" cy="532340"/>
          </a:xfrm>
          <a:prstGeom prst="straightConnector1">
            <a:avLst/>
          </a:prstGeom>
          <a:ln>
            <a:solidFill>
              <a:schemeClr val="tx1"/>
            </a:solidFill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TextBox 137">
            <a:extLst>
              <a:ext uri="{FF2B5EF4-FFF2-40B4-BE49-F238E27FC236}">
                <a16:creationId xmlns:a16="http://schemas.microsoft.com/office/drawing/2014/main" id="{090476E0-62E0-7044-958F-FAEC84926B20}"/>
              </a:ext>
            </a:extLst>
          </p:cNvPr>
          <p:cNvSpPr txBox="1"/>
          <p:nvPr/>
        </p:nvSpPr>
        <p:spPr>
          <a:xfrm>
            <a:off x="2759255" y="77522"/>
            <a:ext cx="3264035" cy="400110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2000" b="1" u="sng" dirty="0">
                <a:latin typeface="Arial"/>
                <a:cs typeface="Arial"/>
              </a:rPr>
              <a:t>Land-Atmosphere Fluxes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B219F92D-296D-E242-8B2D-3B60001D7838}"/>
              </a:ext>
            </a:extLst>
          </p:cNvPr>
          <p:cNvSpPr txBox="1"/>
          <p:nvPr/>
        </p:nvSpPr>
        <p:spPr>
          <a:xfrm>
            <a:off x="2747740" y="470041"/>
            <a:ext cx="3278720" cy="954107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1400" b="1" dirty="0"/>
              <a:t>&gt; Carbon: Net Ecosystem Exchange (NEE)</a:t>
            </a:r>
          </a:p>
          <a:p>
            <a:r>
              <a:rPr lang="en-US" sz="1400" b="1" dirty="0"/>
              <a:t>&gt; Carbonyl Sulfide (OCS)</a:t>
            </a:r>
          </a:p>
          <a:p>
            <a:r>
              <a:rPr lang="en-US" sz="1400" b="1" dirty="0"/>
              <a:t>&gt; Energy:  Latent and Sensible Heat</a:t>
            </a:r>
          </a:p>
          <a:p>
            <a:r>
              <a:rPr lang="en-US" sz="1400" b="1" dirty="0"/>
              <a:t>&gt; Water: Evapotranspiration</a:t>
            </a:r>
            <a:endParaRPr lang="en-US" dirty="0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611B3CE8-F1C1-EA42-8053-8F14508CCB59}"/>
              </a:ext>
            </a:extLst>
          </p:cNvPr>
          <p:cNvSpPr txBox="1"/>
          <p:nvPr/>
        </p:nvSpPr>
        <p:spPr>
          <a:xfrm>
            <a:off x="7185108" y="2458033"/>
            <a:ext cx="114688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u="sng" dirty="0">
                <a:latin typeface="Arial"/>
                <a:cs typeface="Arial"/>
              </a:rPr>
              <a:t>Biomass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30B285CC-1803-F245-A847-57FD960A6599}"/>
              </a:ext>
            </a:extLst>
          </p:cNvPr>
          <p:cNvSpPr txBox="1"/>
          <p:nvPr/>
        </p:nvSpPr>
        <p:spPr>
          <a:xfrm>
            <a:off x="6519179" y="2822294"/>
            <a:ext cx="2497821" cy="1169551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1400" b="1" dirty="0"/>
              <a:t>&gt; Aboveground Pools</a:t>
            </a:r>
          </a:p>
          <a:p>
            <a:r>
              <a:rPr lang="en-US" sz="1400" b="1" dirty="0"/>
              <a:t>   - Leaf, Stem/Wood, Product</a:t>
            </a:r>
          </a:p>
          <a:p>
            <a:r>
              <a:rPr lang="en-US" sz="1400" b="1" dirty="0"/>
              <a:t>&gt; Belowground Pools </a:t>
            </a:r>
          </a:p>
          <a:p>
            <a:r>
              <a:rPr lang="en-US" sz="1400" b="1" dirty="0"/>
              <a:t>   - Fine and Coarse Roots</a:t>
            </a:r>
          </a:p>
          <a:p>
            <a:r>
              <a:rPr lang="en-US" sz="1400" b="1" dirty="0"/>
              <a:t>&gt; Net Primary Productivity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D81F009C-8152-BF40-9D0A-F090BE48AA6E}"/>
              </a:ext>
            </a:extLst>
          </p:cNvPr>
          <p:cNvSpPr txBox="1"/>
          <p:nvPr/>
        </p:nvSpPr>
        <p:spPr>
          <a:xfrm>
            <a:off x="6575714" y="5572544"/>
            <a:ext cx="234004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u="sng" dirty="0">
                <a:latin typeface="Arial"/>
                <a:cs typeface="Arial"/>
              </a:rPr>
              <a:t>Soil Characteristics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71165CB4-96A1-0A48-AC1F-DBAD23AD66E4}"/>
              </a:ext>
            </a:extLst>
          </p:cNvPr>
          <p:cNvSpPr txBox="1"/>
          <p:nvPr/>
        </p:nvSpPr>
        <p:spPr>
          <a:xfrm>
            <a:off x="6457719" y="5969476"/>
            <a:ext cx="2578513" cy="738664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1400" b="1" dirty="0"/>
              <a:t>&gt; Soil Moisture/Water Content</a:t>
            </a:r>
          </a:p>
          <a:p>
            <a:r>
              <a:rPr lang="en-US" sz="1400" b="1" dirty="0"/>
              <a:t>&gt; Soil Carbon </a:t>
            </a:r>
          </a:p>
          <a:p>
            <a:r>
              <a:rPr lang="en-US" sz="1400" b="1" dirty="0"/>
              <a:t>   - Soil Litter, Slow and Passive</a:t>
            </a:r>
          </a:p>
        </p:txBody>
      </p:sp>
      <p:sp>
        <p:nvSpPr>
          <p:cNvPr id="144" name="TextBox 1">
            <a:extLst>
              <a:ext uri="{FF2B5EF4-FFF2-40B4-BE49-F238E27FC236}">
                <a16:creationId xmlns:a16="http://schemas.microsoft.com/office/drawing/2014/main" id="{3D394667-C88D-FB40-8F12-95A166CDF6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727" y="3136194"/>
            <a:ext cx="2753325" cy="830997"/>
          </a:xfrm>
          <a:prstGeom prst="rect">
            <a:avLst/>
          </a:prstGeom>
          <a:solidFill>
            <a:schemeClr val="tx1"/>
          </a:solidFill>
          <a:ln w="508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en-US" b="1" dirty="0">
                <a:solidFill>
                  <a:srgbClr val="FFFDF1"/>
                </a:solidFill>
                <a:latin typeface="Helvetica"/>
                <a:cs typeface="Helvetica"/>
              </a:rPr>
              <a:t>SiB4 </a:t>
            </a:r>
          </a:p>
          <a:p>
            <a:pPr algn="ctr" eaLnBrk="1" hangingPunct="1"/>
            <a:r>
              <a:rPr lang="en-US" b="1" dirty="0">
                <a:solidFill>
                  <a:srgbClr val="FFFDF1"/>
                </a:solidFill>
                <a:latin typeface="Helvetica"/>
                <a:cs typeface="Helvetica"/>
              </a:rPr>
              <a:t>Input and Output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B983125E-9119-2D40-B603-5A3691FEFEE7}"/>
              </a:ext>
            </a:extLst>
          </p:cNvPr>
          <p:cNvSpPr txBox="1"/>
          <p:nvPr/>
        </p:nvSpPr>
        <p:spPr>
          <a:xfrm>
            <a:off x="2915059" y="4686303"/>
            <a:ext cx="1245203" cy="461665"/>
          </a:xfrm>
          <a:prstGeom prst="rect">
            <a:avLst/>
          </a:prstGeom>
          <a:solidFill>
            <a:schemeClr val="bg2"/>
          </a:solidFill>
          <a:ln w="381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2400" b="1" dirty="0">
                <a:latin typeface="Arial"/>
                <a:cs typeface="Arial"/>
              </a:rPr>
              <a:t>Restart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1ECC5B78-2C7D-484C-B529-84B179EBA42E}"/>
              </a:ext>
            </a:extLst>
          </p:cNvPr>
          <p:cNvSpPr txBox="1"/>
          <p:nvPr/>
        </p:nvSpPr>
        <p:spPr>
          <a:xfrm>
            <a:off x="2698677" y="5220971"/>
            <a:ext cx="1613262" cy="1477328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1400" b="1" dirty="0"/>
              <a:t>&gt; Soil Water Profile</a:t>
            </a:r>
          </a:p>
          <a:p>
            <a:r>
              <a:rPr lang="en-US" sz="1400" b="1" dirty="0"/>
              <a:t>&gt; Carbon Pools</a:t>
            </a:r>
          </a:p>
          <a:p>
            <a:r>
              <a:rPr lang="en-US" sz="1400" b="1" dirty="0"/>
              <a:t>&gt; Climatology</a:t>
            </a:r>
          </a:p>
          <a:p>
            <a:r>
              <a:rPr lang="en-US" sz="1200" b="1" dirty="0"/>
              <a:t>    - Assimilation</a:t>
            </a:r>
          </a:p>
          <a:p>
            <a:r>
              <a:rPr lang="en-US" sz="1200" b="1" dirty="0"/>
              <a:t>    - LAI</a:t>
            </a:r>
          </a:p>
          <a:p>
            <a:r>
              <a:rPr lang="en-US" sz="1200" b="1" dirty="0"/>
              <a:t>    - Temperature</a:t>
            </a:r>
          </a:p>
          <a:p>
            <a:r>
              <a:rPr lang="en-US" sz="1200" b="1" dirty="0"/>
              <a:t>    - Water Availability</a:t>
            </a:r>
          </a:p>
        </p:txBody>
      </p: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4F3BEC0E-AC86-6748-8F09-EC2445109DD5}"/>
              </a:ext>
            </a:extLst>
          </p:cNvPr>
          <p:cNvGrpSpPr/>
          <p:nvPr/>
        </p:nvGrpSpPr>
        <p:grpSpPr>
          <a:xfrm>
            <a:off x="7539892" y="4117436"/>
            <a:ext cx="1490577" cy="1351039"/>
            <a:chOff x="6080676" y="4110767"/>
            <a:chExt cx="1490577" cy="1351039"/>
          </a:xfrm>
        </p:grpSpPr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E728B542-7EDF-E249-A71C-2861F5E29E8D}"/>
                </a:ext>
              </a:extLst>
            </p:cNvPr>
            <p:cNvSpPr txBox="1"/>
            <p:nvPr/>
          </p:nvSpPr>
          <p:spPr>
            <a:xfrm>
              <a:off x="6116783" y="4110767"/>
              <a:ext cx="145447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u="sng" dirty="0">
                  <a:latin typeface="Arial"/>
                  <a:cs typeface="Arial"/>
                </a:rPr>
                <a:t>Land Cover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B6537EBE-5922-7A4F-885D-D17EF2883DBC}"/>
                </a:ext>
              </a:extLst>
            </p:cNvPr>
            <p:cNvSpPr txBox="1"/>
            <p:nvPr/>
          </p:nvSpPr>
          <p:spPr>
            <a:xfrm>
              <a:off x="6080676" y="4507699"/>
              <a:ext cx="1447907" cy="954107"/>
            </a:xfrm>
            <a:prstGeom prst="rect">
              <a:avLst/>
            </a:prstGeom>
            <a:solidFill>
              <a:srgbClr val="B9CEE5"/>
            </a:solidFill>
            <a:ln>
              <a:solidFill>
                <a:schemeClr val="tx1"/>
              </a:solidFill>
            </a:ln>
          </p:spPr>
          <p:txBody>
            <a:bodyPr wrap="none" rtlCol="0">
              <a:spAutoFit/>
            </a:bodyPr>
            <a:lstStyle/>
            <a:p>
              <a:r>
                <a:rPr lang="en-US" sz="1400" b="1" dirty="0"/>
                <a:t>&gt; Albedo</a:t>
              </a:r>
            </a:p>
            <a:p>
              <a:r>
                <a:rPr lang="en-US" sz="1400" b="1" dirty="0"/>
                <a:t>&gt; LAI</a:t>
              </a:r>
            </a:p>
            <a:p>
              <a:r>
                <a:rPr lang="en-US" sz="1400" b="1" dirty="0"/>
                <a:t>&gt; Surface Carbon </a:t>
              </a:r>
            </a:p>
            <a:p>
              <a:r>
                <a:rPr lang="en-US" sz="1400" b="1" dirty="0"/>
                <a:t>   - Litter, CWD</a:t>
              </a:r>
            </a:p>
          </p:txBody>
        </p:sp>
      </p:grpSp>
      <p:sp>
        <p:nvSpPr>
          <p:cNvPr id="150" name="TextBox 149">
            <a:extLst>
              <a:ext uri="{FF2B5EF4-FFF2-40B4-BE49-F238E27FC236}">
                <a16:creationId xmlns:a16="http://schemas.microsoft.com/office/drawing/2014/main" id="{0E80C1BD-9EDE-AE4F-9E2D-87CA8F1A7DAE}"/>
              </a:ext>
            </a:extLst>
          </p:cNvPr>
          <p:cNvSpPr txBox="1"/>
          <p:nvPr/>
        </p:nvSpPr>
        <p:spPr>
          <a:xfrm>
            <a:off x="6812568" y="337598"/>
            <a:ext cx="154401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u="sng" dirty="0">
                <a:latin typeface="Arial"/>
                <a:cs typeface="Arial"/>
              </a:rPr>
              <a:t>Productivity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2840B169-C2C7-1344-92F5-6406D8E5FFC3}"/>
              </a:ext>
            </a:extLst>
          </p:cNvPr>
          <p:cNvSpPr txBox="1"/>
          <p:nvPr/>
        </p:nvSpPr>
        <p:spPr>
          <a:xfrm>
            <a:off x="6146471" y="706930"/>
            <a:ext cx="2876207" cy="1600438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1400" b="1" dirty="0"/>
              <a:t>&gt; Solar-Induced Chlorophyll </a:t>
            </a:r>
          </a:p>
          <a:p>
            <a:r>
              <a:rPr lang="en-US" sz="1400" b="1" dirty="0"/>
              <a:t>      Fluorescence (SIF)</a:t>
            </a:r>
          </a:p>
          <a:p>
            <a:r>
              <a:rPr lang="en-US" sz="1400" b="1" dirty="0"/>
              <a:t>&gt; Gross Primary Productivity (GPP)</a:t>
            </a:r>
          </a:p>
          <a:p>
            <a:r>
              <a:rPr lang="en-US" sz="1400" b="1" dirty="0"/>
              <a:t>&gt; Net Primary Productivity (NPP)</a:t>
            </a:r>
          </a:p>
          <a:p>
            <a:r>
              <a:rPr lang="en-US" sz="1400" b="1" dirty="0"/>
              <a:t>&gt; Respiration</a:t>
            </a:r>
          </a:p>
          <a:p>
            <a:r>
              <a:rPr lang="en-US" sz="1400" b="1" dirty="0"/>
              <a:t>    - Autotrophic</a:t>
            </a:r>
          </a:p>
          <a:p>
            <a:r>
              <a:rPr lang="en-US" sz="1400" b="1" dirty="0"/>
              <a:t>    - Heterotrophic</a:t>
            </a:r>
          </a:p>
        </p:txBody>
      </p:sp>
      <p:cxnSp>
        <p:nvCxnSpPr>
          <p:cNvPr id="152" name="Straight Arrow Connector 151">
            <a:extLst>
              <a:ext uri="{FF2B5EF4-FFF2-40B4-BE49-F238E27FC236}">
                <a16:creationId xmlns:a16="http://schemas.microsoft.com/office/drawing/2014/main" id="{AFE375A8-675C-4A4E-8065-A0E8EA7B8279}"/>
              </a:ext>
            </a:extLst>
          </p:cNvPr>
          <p:cNvCxnSpPr/>
          <p:nvPr/>
        </p:nvCxnSpPr>
        <p:spPr>
          <a:xfrm>
            <a:off x="4577220" y="1528769"/>
            <a:ext cx="0" cy="559681"/>
          </a:xfrm>
          <a:prstGeom prst="straightConnector1">
            <a:avLst/>
          </a:prstGeom>
          <a:ln>
            <a:solidFill>
              <a:schemeClr val="tx1"/>
            </a:solidFill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7CE25421-0716-FC45-979B-78B948B21F3D}"/>
              </a:ext>
            </a:extLst>
          </p:cNvPr>
          <p:cNvGrpSpPr/>
          <p:nvPr/>
        </p:nvGrpSpPr>
        <p:grpSpPr>
          <a:xfrm>
            <a:off x="6090745" y="4445447"/>
            <a:ext cx="1317284" cy="886612"/>
            <a:chOff x="7655427" y="4309554"/>
            <a:chExt cx="1317284" cy="886612"/>
          </a:xfrm>
        </p:grpSpPr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D3BF51B-9185-4D48-90CC-239D228E5B0B}"/>
                </a:ext>
              </a:extLst>
            </p:cNvPr>
            <p:cNvSpPr txBox="1"/>
            <p:nvPr/>
          </p:nvSpPr>
          <p:spPr>
            <a:xfrm>
              <a:off x="7655427" y="4672946"/>
              <a:ext cx="1317284" cy="523220"/>
            </a:xfrm>
            <a:prstGeom prst="rect">
              <a:avLst/>
            </a:prstGeom>
            <a:solidFill>
              <a:srgbClr val="B9CEE5"/>
            </a:solidFill>
            <a:ln>
              <a:solidFill>
                <a:schemeClr val="tx1"/>
              </a:solidFill>
            </a:ln>
          </p:spPr>
          <p:txBody>
            <a:bodyPr wrap="none" rtlCol="0">
              <a:spAutoFit/>
            </a:bodyPr>
            <a:lstStyle/>
            <a:p>
              <a:r>
                <a:rPr lang="en-US" sz="1400" b="1" dirty="0"/>
                <a:t>&gt; Yield</a:t>
              </a:r>
            </a:p>
            <a:p>
              <a:r>
                <a:rPr lang="en-US" sz="1400" b="1" dirty="0"/>
                <a:t>&gt; Planting Date</a:t>
              </a:r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81782A93-8498-9843-8309-2FE229A69654}"/>
                </a:ext>
              </a:extLst>
            </p:cNvPr>
            <p:cNvSpPr txBox="1"/>
            <p:nvPr/>
          </p:nvSpPr>
          <p:spPr>
            <a:xfrm>
              <a:off x="7916460" y="4309554"/>
              <a:ext cx="85151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u="sng" dirty="0">
                  <a:latin typeface="Arial"/>
                  <a:cs typeface="Arial"/>
                </a:rPr>
                <a:t>Crops</a:t>
              </a:r>
            </a:p>
          </p:txBody>
        </p:sp>
      </p:grpSp>
      <p:sp>
        <p:nvSpPr>
          <p:cNvPr id="156" name="TextBox 155">
            <a:extLst>
              <a:ext uri="{FF2B5EF4-FFF2-40B4-BE49-F238E27FC236}">
                <a16:creationId xmlns:a16="http://schemas.microsoft.com/office/drawing/2014/main" id="{494C4F5D-284B-374F-ACED-C3927A65A0F5}"/>
              </a:ext>
            </a:extLst>
          </p:cNvPr>
          <p:cNvSpPr txBox="1"/>
          <p:nvPr/>
        </p:nvSpPr>
        <p:spPr>
          <a:xfrm>
            <a:off x="2911342" y="2981045"/>
            <a:ext cx="3482043" cy="1077218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</a:t>
            </a:r>
          </a:p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Input and Output</a:t>
            </a: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B588C70E-D1EC-B444-97EA-035F8FD14C39}"/>
              </a:ext>
            </a:extLst>
          </p:cNvPr>
          <p:cNvSpPr txBox="1"/>
          <p:nvPr/>
        </p:nvSpPr>
        <p:spPr>
          <a:xfrm>
            <a:off x="4701393" y="5757210"/>
            <a:ext cx="1403205" cy="523220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1400" b="1" dirty="0"/>
              <a:t>&gt; C Emissions</a:t>
            </a:r>
          </a:p>
          <a:p>
            <a:r>
              <a:rPr lang="en-US" sz="1400" b="1" dirty="0"/>
              <a:t>&gt; CO</a:t>
            </a:r>
            <a:r>
              <a:rPr lang="en-US" sz="1400" b="1" baseline="-25000" dirty="0"/>
              <a:t>2</a:t>
            </a:r>
            <a:r>
              <a:rPr lang="en-US" sz="1400" b="1" dirty="0"/>
              <a:t> Emissions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A53B3E58-54B1-6348-AAC3-B338D59B1D2E}"/>
              </a:ext>
            </a:extLst>
          </p:cNvPr>
          <p:cNvSpPr txBox="1"/>
          <p:nvPr/>
        </p:nvSpPr>
        <p:spPr>
          <a:xfrm>
            <a:off x="5097974" y="5400179"/>
            <a:ext cx="60785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u="sng" dirty="0">
                <a:latin typeface="Arial"/>
                <a:cs typeface="Arial"/>
              </a:rPr>
              <a:t>Fire</a:t>
            </a: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6C8616E7-003F-FE45-B044-E10107DBF87C}"/>
              </a:ext>
            </a:extLst>
          </p:cNvPr>
          <p:cNvSpPr txBox="1"/>
          <p:nvPr/>
        </p:nvSpPr>
        <p:spPr>
          <a:xfrm>
            <a:off x="1018183" y="5915109"/>
            <a:ext cx="60785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u="sng" dirty="0">
                <a:latin typeface="Arial"/>
                <a:cs typeface="Arial"/>
              </a:rPr>
              <a:t>Fire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9F5AADD5-720F-E542-B127-38197BFEB228}"/>
              </a:ext>
            </a:extLst>
          </p:cNvPr>
          <p:cNvSpPr txBox="1"/>
          <p:nvPr/>
        </p:nvSpPr>
        <p:spPr>
          <a:xfrm>
            <a:off x="295286" y="6257724"/>
            <a:ext cx="2136708" cy="307777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/>
              <a:t>&gt; Fire C and CO</a:t>
            </a:r>
            <a:r>
              <a:rPr lang="en-US" sz="1400" b="1" baseline="-25000" dirty="0"/>
              <a:t>2</a:t>
            </a:r>
            <a:r>
              <a:rPr lang="en-US" sz="1400" b="1" dirty="0"/>
              <a:t> Emissions</a:t>
            </a:r>
          </a:p>
        </p:txBody>
      </p:sp>
    </p:spTree>
    <p:extLst>
      <p:ext uri="{BB962C8B-B14F-4D97-AF65-F5344CB8AC3E}">
        <p14:creationId xmlns:p14="http://schemas.microsoft.com/office/powerpoint/2010/main" val="185263663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7" name="Group 616">
            <a:extLst>
              <a:ext uri="{FF2B5EF4-FFF2-40B4-BE49-F238E27FC236}">
                <a16:creationId xmlns:a16="http://schemas.microsoft.com/office/drawing/2014/main" id="{D02B89C6-3C91-744C-97E2-E822B3E281C7}"/>
              </a:ext>
            </a:extLst>
          </p:cNvPr>
          <p:cNvGrpSpPr/>
          <p:nvPr/>
        </p:nvGrpSpPr>
        <p:grpSpPr>
          <a:xfrm>
            <a:off x="7672774" y="5157752"/>
            <a:ext cx="566451" cy="783440"/>
            <a:chOff x="1250506" y="2811144"/>
            <a:chExt cx="3409311" cy="3457052"/>
          </a:xfrm>
          <a:solidFill>
            <a:srgbClr val="B5B06C"/>
          </a:solidFill>
        </p:grpSpPr>
        <p:sp>
          <p:nvSpPr>
            <p:cNvPr id="618" name="Freeform 617">
              <a:extLst>
                <a:ext uri="{FF2B5EF4-FFF2-40B4-BE49-F238E27FC236}">
                  <a16:creationId xmlns:a16="http://schemas.microsoft.com/office/drawing/2014/main" id="{CA792BEA-9C5A-DF44-A437-6AD4C8525513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9" name="Freeform 618">
              <a:extLst>
                <a:ext uri="{FF2B5EF4-FFF2-40B4-BE49-F238E27FC236}">
                  <a16:creationId xmlns:a16="http://schemas.microsoft.com/office/drawing/2014/main" id="{762ED630-98F1-4E42-9599-EF2D7378DBDF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0" name="Freeform 619">
              <a:extLst>
                <a:ext uri="{FF2B5EF4-FFF2-40B4-BE49-F238E27FC236}">
                  <a16:creationId xmlns:a16="http://schemas.microsoft.com/office/drawing/2014/main" id="{F6708441-25AF-4947-A052-8F1B8FC69850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1" name="Freeform 620">
              <a:extLst>
                <a:ext uri="{FF2B5EF4-FFF2-40B4-BE49-F238E27FC236}">
                  <a16:creationId xmlns:a16="http://schemas.microsoft.com/office/drawing/2014/main" id="{21C00CE0-D20B-074A-9021-45305A700AE7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2" name="Freeform 621">
              <a:extLst>
                <a:ext uri="{FF2B5EF4-FFF2-40B4-BE49-F238E27FC236}">
                  <a16:creationId xmlns:a16="http://schemas.microsoft.com/office/drawing/2014/main" id="{52A8D83E-3AED-0E4F-B4A7-83277A2140C1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3" name="Freeform 622">
              <a:extLst>
                <a:ext uri="{FF2B5EF4-FFF2-40B4-BE49-F238E27FC236}">
                  <a16:creationId xmlns:a16="http://schemas.microsoft.com/office/drawing/2014/main" id="{DD80343B-03A3-BB40-A096-A2CE3029B097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4D6098CE-9FDC-244D-A023-F93C34D36368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5" name="Freeform 624">
              <a:extLst>
                <a:ext uri="{FF2B5EF4-FFF2-40B4-BE49-F238E27FC236}">
                  <a16:creationId xmlns:a16="http://schemas.microsoft.com/office/drawing/2014/main" id="{329751AC-996C-9A46-ADAB-31825C18CEFF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6" name="Freeform 625">
              <a:extLst>
                <a:ext uri="{FF2B5EF4-FFF2-40B4-BE49-F238E27FC236}">
                  <a16:creationId xmlns:a16="http://schemas.microsoft.com/office/drawing/2014/main" id="{E35F58B3-D646-1042-9680-DABD8F839883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7" name="Freeform 626">
              <a:extLst>
                <a:ext uri="{FF2B5EF4-FFF2-40B4-BE49-F238E27FC236}">
                  <a16:creationId xmlns:a16="http://schemas.microsoft.com/office/drawing/2014/main" id="{F9A89893-348F-4548-ACB4-35A12E36E026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8" name="Freeform 627">
              <a:extLst>
                <a:ext uri="{FF2B5EF4-FFF2-40B4-BE49-F238E27FC236}">
                  <a16:creationId xmlns:a16="http://schemas.microsoft.com/office/drawing/2014/main" id="{C89E6FB6-509D-7149-BA02-82095156D1F5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9" name="Freeform 628">
              <a:extLst>
                <a:ext uri="{FF2B5EF4-FFF2-40B4-BE49-F238E27FC236}">
                  <a16:creationId xmlns:a16="http://schemas.microsoft.com/office/drawing/2014/main" id="{250652F8-929A-F446-A816-2401147E05AE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0" name="Freeform 629">
              <a:extLst>
                <a:ext uri="{FF2B5EF4-FFF2-40B4-BE49-F238E27FC236}">
                  <a16:creationId xmlns:a16="http://schemas.microsoft.com/office/drawing/2014/main" id="{A0E8BE8B-073E-134E-BEED-A642DCD5F691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1" name="Freeform 630">
              <a:extLst>
                <a:ext uri="{FF2B5EF4-FFF2-40B4-BE49-F238E27FC236}">
                  <a16:creationId xmlns:a16="http://schemas.microsoft.com/office/drawing/2014/main" id="{27D8F83A-47B6-4949-AF0E-469A041695E9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2" name="Freeform 631">
              <a:extLst>
                <a:ext uri="{FF2B5EF4-FFF2-40B4-BE49-F238E27FC236}">
                  <a16:creationId xmlns:a16="http://schemas.microsoft.com/office/drawing/2014/main" id="{5021A6CE-FD6C-EC4B-94FF-8889F0EA15D2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Freeform 632">
              <a:extLst>
                <a:ext uri="{FF2B5EF4-FFF2-40B4-BE49-F238E27FC236}">
                  <a16:creationId xmlns:a16="http://schemas.microsoft.com/office/drawing/2014/main" id="{866A4435-4110-5041-BE12-E71FDD07A275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4" name="Group 633">
            <a:extLst>
              <a:ext uri="{FF2B5EF4-FFF2-40B4-BE49-F238E27FC236}">
                <a16:creationId xmlns:a16="http://schemas.microsoft.com/office/drawing/2014/main" id="{6FD11400-1EAD-1E44-9D05-356F70C32C00}"/>
              </a:ext>
            </a:extLst>
          </p:cNvPr>
          <p:cNvGrpSpPr/>
          <p:nvPr/>
        </p:nvGrpSpPr>
        <p:grpSpPr>
          <a:xfrm>
            <a:off x="4706998" y="3819324"/>
            <a:ext cx="1549804" cy="2168026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635" name="Freeform 634">
              <a:extLst>
                <a:ext uri="{FF2B5EF4-FFF2-40B4-BE49-F238E27FC236}">
                  <a16:creationId xmlns:a16="http://schemas.microsoft.com/office/drawing/2014/main" id="{BB4928B9-2795-E94C-A8E4-E0797DB2D3C6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Freeform 635">
              <a:extLst>
                <a:ext uri="{FF2B5EF4-FFF2-40B4-BE49-F238E27FC236}">
                  <a16:creationId xmlns:a16="http://schemas.microsoft.com/office/drawing/2014/main" id="{664C0BD8-25B4-4645-A923-7C3DD84E1C4B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Freeform 636">
              <a:extLst>
                <a:ext uri="{FF2B5EF4-FFF2-40B4-BE49-F238E27FC236}">
                  <a16:creationId xmlns:a16="http://schemas.microsoft.com/office/drawing/2014/main" id="{D1F06490-B480-D644-8C31-7A557BAA0F7B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Freeform 637">
              <a:extLst>
                <a:ext uri="{FF2B5EF4-FFF2-40B4-BE49-F238E27FC236}">
                  <a16:creationId xmlns:a16="http://schemas.microsoft.com/office/drawing/2014/main" id="{018A7150-5CCD-104E-8853-F2992ED00DF3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Freeform 638">
              <a:extLst>
                <a:ext uri="{FF2B5EF4-FFF2-40B4-BE49-F238E27FC236}">
                  <a16:creationId xmlns:a16="http://schemas.microsoft.com/office/drawing/2014/main" id="{65FCECFA-B99A-0D49-A3A4-081E75815DA6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Freeform 639">
              <a:extLst>
                <a:ext uri="{FF2B5EF4-FFF2-40B4-BE49-F238E27FC236}">
                  <a16:creationId xmlns:a16="http://schemas.microsoft.com/office/drawing/2014/main" id="{9FF127E7-4DCC-684D-AF72-3C737145B061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Freeform 640">
              <a:extLst>
                <a:ext uri="{FF2B5EF4-FFF2-40B4-BE49-F238E27FC236}">
                  <a16:creationId xmlns:a16="http://schemas.microsoft.com/office/drawing/2014/main" id="{B989FFCB-4260-AD4F-A4F2-983194E27136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2" name="Freeform 641">
              <a:extLst>
                <a:ext uri="{FF2B5EF4-FFF2-40B4-BE49-F238E27FC236}">
                  <a16:creationId xmlns:a16="http://schemas.microsoft.com/office/drawing/2014/main" id="{2C3A516F-3B72-2746-A894-3F4E174ED3AA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3" name="Freeform 642">
              <a:extLst>
                <a:ext uri="{FF2B5EF4-FFF2-40B4-BE49-F238E27FC236}">
                  <a16:creationId xmlns:a16="http://schemas.microsoft.com/office/drawing/2014/main" id="{8D60CED6-CD74-A94F-AA6F-EF0A7639733A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4" name="Freeform 643">
              <a:extLst>
                <a:ext uri="{FF2B5EF4-FFF2-40B4-BE49-F238E27FC236}">
                  <a16:creationId xmlns:a16="http://schemas.microsoft.com/office/drawing/2014/main" id="{05409B3E-9D7F-EA42-8421-AF9BE9E31322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5" name="Freeform 644">
              <a:extLst>
                <a:ext uri="{FF2B5EF4-FFF2-40B4-BE49-F238E27FC236}">
                  <a16:creationId xmlns:a16="http://schemas.microsoft.com/office/drawing/2014/main" id="{5C0FBFAC-5900-B649-805A-C2B0AD62949F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6" name="Freeform 645">
              <a:extLst>
                <a:ext uri="{FF2B5EF4-FFF2-40B4-BE49-F238E27FC236}">
                  <a16:creationId xmlns:a16="http://schemas.microsoft.com/office/drawing/2014/main" id="{D1DC37DC-909A-304C-8E25-BE48F6B8464C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7" name="Freeform 646">
              <a:extLst>
                <a:ext uri="{FF2B5EF4-FFF2-40B4-BE49-F238E27FC236}">
                  <a16:creationId xmlns:a16="http://schemas.microsoft.com/office/drawing/2014/main" id="{0A06FCA6-493D-A849-B5DC-14A373DFD94D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8" name="Freeform 647">
              <a:extLst>
                <a:ext uri="{FF2B5EF4-FFF2-40B4-BE49-F238E27FC236}">
                  <a16:creationId xmlns:a16="http://schemas.microsoft.com/office/drawing/2014/main" id="{2EBA4691-3657-A14B-BFA1-000BFEB4CFCB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9" name="Freeform 648">
              <a:extLst>
                <a:ext uri="{FF2B5EF4-FFF2-40B4-BE49-F238E27FC236}">
                  <a16:creationId xmlns:a16="http://schemas.microsoft.com/office/drawing/2014/main" id="{B35507F1-B2F3-B84C-8F87-19BFF551A407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0" name="Freeform 649">
              <a:extLst>
                <a:ext uri="{FF2B5EF4-FFF2-40B4-BE49-F238E27FC236}">
                  <a16:creationId xmlns:a16="http://schemas.microsoft.com/office/drawing/2014/main" id="{8176A5B0-0148-FE4F-B2D7-D25F43F552EE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51" name="Group 650">
            <a:extLst>
              <a:ext uri="{FF2B5EF4-FFF2-40B4-BE49-F238E27FC236}">
                <a16:creationId xmlns:a16="http://schemas.microsoft.com/office/drawing/2014/main" id="{54294DD2-E7B9-D847-B0E8-041C86F79D2A}"/>
              </a:ext>
            </a:extLst>
          </p:cNvPr>
          <p:cNvGrpSpPr/>
          <p:nvPr/>
        </p:nvGrpSpPr>
        <p:grpSpPr>
          <a:xfrm>
            <a:off x="3602473" y="3643175"/>
            <a:ext cx="2078612" cy="2180199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652" name="Freeform 651">
              <a:extLst>
                <a:ext uri="{FF2B5EF4-FFF2-40B4-BE49-F238E27FC236}">
                  <a16:creationId xmlns:a16="http://schemas.microsoft.com/office/drawing/2014/main" id="{82C01FEA-ED4A-2044-A22D-F0790552A831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3" name="Freeform 652">
              <a:extLst>
                <a:ext uri="{FF2B5EF4-FFF2-40B4-BE49-F238E27FC236}">
                  <a16:creationId xmlns:a16="http://schemas.microsoft.com/office/drawing/2014/main" id="{8FECA8C9-A23D-B14E-8FE8-1E741EF44E7D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653">
              <a:extLst>
                <a:ext uri="{FF2B5EF4-FFF2-40B4-BE49-F238E27FC236}">
                  <a16:creationId xmlns:a16="http://schemas.microsoft.com/office/drawing/2014/main" id="{50137721-0316-2C4B-897E-3F5A7406DBA4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654">
              <a:extLst>
                <a:ext uri="{FF2B5EF4-FFF2-40B4-BE49-F238E27FC236}">
                  <a16:creationId xmlns:a16="http://schemas.microsoft.com/office/drawing/2014/main" id="{28A319CA-06CA-2040-83A0-660D9885B9F3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655">
              <a:extLst>
                <a:ext uri="{FF2B5EF4-FFF2-40B4-BE49-F238E27FC236}">
                  <a16:creationId xmlns:a16="http://schemas.microsoft.com/office/drawing/2014/main" id="{30B880E2-00F1-864E-8295-E67DB1438B26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656">
              <a:extLst>
                <a:ext uri="{FF2B5EF4-FFF2-40B4-BE49-F238E27FC236}">
                  <a16:creationId xmlns:a16="http://schemas.microsoft.com/office/drawing/2014/main" id="{AEFCA7FB-4EED-8847-89AD-F48D292DA1E1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657">
              <a:extLst>
                <a:ext uri="{FF2B5EF4-FFF2-40B4-BE49-F238E27FC236}">
                  <a16:creationId xmlns:a16="http://schemas.microsoft.com/office/drawing/2014/main" id="{508F9321-4631-A646-B0A4-ECDDBC0C9128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9" name="Freeform 658">
              <a:extLst>
                <a:ext uri="{FF2B5EF4-FFF2-40B4-BE49-F238E27FC236}">
                  <a16:creationId xmlns:a16="http://schemas.microsoft.com/office/drawing/2014/main" id="{8F2E2D92-AA67-3E40-8C88-71A5C460D1C8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0" name="Freeform 659">
              <a:extLst>
                <a:ext uri="{FF2B5EF4-FFF2-40B4-BE49-F238E27FC236}">
                  <a16:creationId xmlns:a16="http://schemas.microsoft.com/office/drawing/2014/main" id="{46A2B084-79B4-CC48-AB16-351EB6101E52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660">
              <a:extLst>
                <a:ext uri="{FF2B5EF4-FFF2-40B4-BE49-F238E27FC236}">
                  <a16:creationId xmlns:a16="http://schemas.microsoft.com/office/drawing/2014/main" id="{DD142275-A94C-A14A-AA84-AA5EA6771D42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661">
              <a:extLst>
                <a:ext uri="{FF2B5EF4-FFF2-40B4-BE49-F238E27FC236}">
                  <a16:creationId xmlns:a16="http://schemas.microsoft.com/office/drawing/2014/main" id="{E36DD9A6-4E8B-6F4F-90F7-EDA5A3A6162E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662">
              <a:extLst>
                <a:ext uri="{FF2B5EF4-FFF2-40B4-BE49-F238E27FC236}">
                  <a16:creationId xmlns:a16="http://schemas.microsoft.com/office/drawing/2014/main" id="{A59D7FAA-14F0-754A-9387-C76DF2A2278C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663">
              <a:extLst>
                <a:ext uri="{FF2B5EF4-FFF2-40B4-BE49-F238E27FC236}">
                  <a16:creationId xmlns:a16="http://schemas.microsoft.com/office/drawing/2014/main" id="{8E9E8E52-5FE1-3F4B-A692-72F56DBF4BFA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664">
              <a:extLst>
                <a:ext uri="{FF2B5EF4-FFF2-40B4-BE49-F238E27FC236}">
                  <a16:creationId xmlns:a16="http://schemas.microsoft.com/office/drawing/2014/main" id="{EB3A1526-304D-9948-85BE-B62C92EE828C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6" name="Freeform 665">
              <a:extLst>
                <a:ext uri="{FF2B5EF4-FFF2-40B4-BE49-F238E27FC236}">
                  <a16:creationId xmlns:a16="http://schemas.microsoft.com/office/drawing/2014/main" id="{01A0BADB-8BC2-ED49-8D35-575DAD9A8E62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7" name="Freeform 666">
              <a:extLst>
                <a:ext uri="{FF2B5EF4-FFF2-40B4-BE49-F238E27FC236}">
                  <a16:creationId xmlns:a16="http://schemas.microsoft.com/office/drawing/2014/main" id="{3A213109-48EA-3642-82CB-003EA776E814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68" name="TextBox 667">
            <a:extLst>
              <a:ext uri="{FF2B5EF4-FFF2-40B4-BE49-F238E27FC236}">
                <a16:creationId xmlns:a16="http://schemas.microsoft.com/office/drawing/2014/main" id="{6B0657E5-2AC0-FD43-A139-67CC1B60CACB}"/>
              </a:ext>
            </a:extLst>
          </p:cNvPr>
          <p:cNvSpPr txBox="1"/>
          <p:nvPr/>
        </p:nvSpPr>
        <p:spPr>
          <a:xfrm>
            <a:off x="309403" y="3201629"/>
            <a:ext cx="1968808" cy="430887"/>
          </a:xfrm>
          <a:prstGeom prst="rect">
            <a:avLst/>
          </a:prstGeom>
          <a:solidFill>
            <a:srgbClr val="FFFCB0"/>
          </a:solidFill>
          <a:ln w="25400">
            <a:solidFill>
              <a:sysClr val="windowText" lastClr="000000"/>
            </a:solidFill>
          </a:ln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Photosynthesis</a:t>
            </a:r>
          </a:p>
        </p:txBody>
      </p:sp>
      <p:sp>
        <p:nvSpPr>
          <p:cNvPr id="669" name="TextBox 668">
            <a:extLst>
              <a:ext uri="{FF2B5EF4-FFF2-40B4-BE49-F238E27FC236}">
                <a16:creationId xmlns:a16="http://schemas.microsoft.com/office/drawing/2014/main" id="{FDB25D71-BBC9-C146-8102-01A4E6272356}"/>
              </a:ext>
            </a:extLst>
          </p:cNvPr>
          <p:cNvSpPr txBox="1"/>
          <p:nvPr/>
        </p:nvSpPr>
        <p:spPr>
          <a:xfrm>
            <a:off x="593779" y="2699251"/>
            <a:ext cx="1369799" cy="430887"/>
          </a:xfrm>
          <a:prstGeom prst="rect">
            <a:avLst/>
          </a:prstGeom>
          <a:solidFill>
            <a:srgbClr val="FFFBA7"/>
          </a:solidFill>
          <a:ln w="25400">
            <a:solidFill>
              <a:sysClr val="windowText" lastClr="000000"/>
            </a:solidFill>
          </a:ln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Allocation</a:t>
            </a:r>
          </a:p>
        </p:txBody>
      </p:sp>
      <p:sp>
        <p:nvSpPr>
          <p:cNvPr id="670" name="TextBox 669">
            <a:extLst>
              <a:ext uri="{FF2B5EF4-FFF2-40B4-BE49-F238E27FC236}">
                <a16:creationId xmlns:a16="http://schemas.microsoft.com/office/drawing/2014/main" id="{F31F1E02-BBFF-4E4B-A7F6-53F40C6F1184}"/>
              </a:ext>
            </a:extLst>
          </p:cNvPr>
          <p:cNvSpPr txBox="1"/>
          <p:nvPr/>
        </p:nvSpPr>
        <p:spPr>
          <a:xfrm>
            <a:off x="2504562" y="91779"/>
            <a:ext cx="4611484" cy="1077218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 defTabSz="914400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Dynamic Prognostic Phenology</a:t>
            </a:r>
          </a:p>
        </p:txBody>
      </p:sp>
      <p:cxnSp>
        <p:nvCxnSpPr>
          <p:cNvPr id="671" name="Straight Arrow Connector 670">
            <a:extLst>
              <a:ext uri="{FF2B5EF4-FFF2-40B4-BE49-F238E27FC236}">
                <a16:creationId xmlns:a16="http://schemas.microsoft.com/office/drawing/2014/main" id="{77D64CF8-4D74-7D49-8A9C-2E741A6A12FA}"/>
              </a:ext>
            </a:extLst>
          </p:cNvPr>
          <p:cNvCxnSpPr>
            <a:cxnSpLocks/>
          </p:cNvCxnSpPr>
          <p:nvPr/>
        </p:nvCxnSpPr>
        <p:spPr>
          <a:xfrm flipH="1" flipV="1">
            <a:off x="1341681" y="4204282"/>
            <a:ext cx="273279" cy="493509"/>
          </a:xfrm>
          <a:prstGeom prst="straightConnector1">
            <a:avLst/>
          </a:prstGeom>
          <a:noFill/>
          <a:ln w="101600" cap="sq" cmpd="sng" algn="ctr">
            <a:solidFill>
              <a:srgbClr val="4A311A"/>
            </a:solidFill>
            <a:prstDash val="solid"/>
            <a:miter lim="800000"/>
            <a:headEnd type="none"/>
            <a:tailEnd type="triangle" w="med" len="sm"/>
          </a:ln>
          <a:effectLst/>
        </p:spPr>
      </p:cxnSp>
      <p:sp>
        <p:nvSpPr>
          <p:cNvPr id="672" name="TextBox 671">
            <a:extLst>
              <a:ext uri="{FF2B5EF4-FFF2-40B4-BE49-F238E27FC236}">
                <a16:creationId xmlns:a16="http://schemas.microsoft.com/office/drawing/2014/main" id="{0BDE53B3-1325-DC4C-9F2E-A590BFE739BE}"/>
              </a:ext>
            </a:extLst>
          </p:cNvPr>
          <p:cNvSpPr txBox="1"/>
          <p:nvPr/>
        </p:nvSpPr>
        <p:spPr>
          <a:xfrm>
            <a:off x="3672483" y="1233981"/>
            <a:ext cx="230069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en-US" sz="2400" b="1" u="sng" dirty="0">
                <a:solidFill>
                  <a:srgbClr val="BF250D"/>
                </a:solidFill>
                <a:ea typeface="Wingdings"/>
                <a:cs typeface="Wingdings"/>
                <a:sym typeface="Wingdings"/>
              </a:rPr>
              <a:t>Phenology Stage</a:t>
            </a:r>
          </a:p>
        </p:txBody>
      </p:sp>
      <p:sp>
        <p:nvSpPr>
          <p:cNvPr id="673" name="TextBox 672">
            <a:extLst>
              <a:ext uri="{FF2B5EF4-FFF2-40B4-BE49-F238E27FC236}">
                <a16:creationId xmlns:a16="http://schemas.microsoft.com/office/drawing/2014/main" id="{166EEE87-8073-CC40-ABF3-6BE63654668B}"/>
              </a:ext>
            </a:extLst>
          </p:cNvPr>
          <p:cNvSpPr txBox="1"/>
          <p:nvPr/>
        </p:nvSpPr>
        <p:spPr>
          <a:xfrm>
            <a:off x="2598276" y="1677338"/>
            <a:ext cx="4342078" cy="67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BF250D"/>
                </a:solidFill>
                <a:effectLst/>
                <a:uLnTx/>
                <a:uFillTx/>
                <a:ea typeface="Wingdings"/>
                <a:cs typeface="Wingdings"/>
                <a:sym typeface="Wingdings"/>
              </a:rPr>
              <a:t>Growth Potential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Climate-Adjusted Benefit of Adding Leaves</a:t>
            </a:r>
          </a:p>
        </p:txBody>
      </p:sp>
      <p:sp>
        <p:nvSpPr>
          <p:cNvPr id="674" name="TextBox 673">
            <a:extLst>
              <a:ext uri="{FF2B5EF4-FFF2-40B4-BE49-F238E27FC236}">
                <a16:creationId xmlns:a16="http://schemas.microsoft.com/office/drawing/2014/main" id="{C2EE442A-10AC-C44D-9527-067A4CB8F8E2}"/>
              </a:ext>
            </a:extLst>
          </p:cNvPr>
          <p:cNvSpPr txBox="1"/>
          <p:nvPr/>
        </p:nvSpPr>
        <p:spPr>
          <a:xfrm>
            <a:off x="3025917" y="2333727"/>
            <a:ext cx="3594691" cy="692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0" b="1" i="0" u="none" strike="noStrike" kern="0" cap="none" spc="0" normalizeH="0" baseline="0" noProof="0" dirty="0">
                <a:ln>
                  <a:noFill/>
                </a:ln>
                <a:solidFill>
                  <a:srgbClr val="BF250D"/>
                </a:solidFill>
                <a:effectLst/>
                <a:uLnTx/>
                <a:uFillTx/>
                <a:cs typeface="Calibri"/>
              </a:rPr>
              <a:t>Weather Potential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Calibri"/>
              </a:rPr>
              <a:t>Temperature and Water Availability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675" name="Straight Arrow Connector 674">
            <a:extLst>
              <a:ext uri="{FF2B5EF4-FFF2-40B4-BE49-F238E27FC236}">
                <a16:creationId xmlns:a16="http://schemas.microsoft.com/office/drawing/2014/main" id="{1C05EF7F-5E11-C74B-A443-AAA5E3A3620C}"/>
              </a:ext>
            </a:extLst>
          </p:cNvPr>
          <p:cNvCxnSpPr>
            <a:cxnSpLocks/>
          </p:cNvCxnSpPr>
          <p:nvPr/>
        </p:nvCxnSpPr>
        <p:spPr>
          <a:xfrm>
            <a:off x="7215574" y="2017315"/>
            <a:ext cx="457200" cy="274320"/>
          </a:xfrm>
          <a:prstGeom prst="straightConnector1">
            <a:avLst/>
          </a:prstGeom>
          <a:noFill/>
          <a:ln w="101600" cap="sq" cmpd="sng" algn="ctr">
            <a:solidFill>
              <a:srgbClr val="4A311A"/>
            </a:solidFill>
            <a:prstDash val="solid"/>
            <a:miter lim="800000"/>
            <a:headEnd type="none"/>
            <a:tailEnd type="triangle" w="med" len="sm"/>
          </a:ln>
          <a:effectLst/>
        </p:spPr>
      </p:cxnSp>
      <p:sp>
        <p:nvSpPr>
          <p:cNvPr id="676" name="TextBox 675">
            <a:extLst>
              <a:ext uri="{FF2B5EF4-FFF2-40B4-BE49-F238E27FC236}">
                <a16:creationId xmlns:a16="http://schemas.microsoft.com/office/drawing/2014/main" id="{97178719-0C16-4540-B33F-4B3E4B6B9F3E}"/>
              </a:ext>
            </a:extLst>
          </p:cNvPr>
          <p:cNvSpPr txBox="1"/>
          <p:nvPr/>
        </p:nvSpPr>
        <p:spPr>
          <a:xfrm>
            <a:off x="7215574" y="3077430"/>
            <a:ext cx="1587293" cy="400110"/>
          </a:xfrm>
          <a:prstGeom prst="rect">
            <a:avLst/>
          </a:prstGeom>
          <a:solidFill>
            <a:srgbClr val="BACEE4"/>
          </a:solidFill>
          <a:ln w="25400">
            <a:solidFill>
              <a:srgbClr val="4A2E12"/>
            </a:solidFill>
          </a:ln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Carbon Pools</a:t>
            </a:r>
          </a:p>
        </p:txBody>
      </p:sp>
      <p:cxnSp>
        <p:nvCxnSpPr>
          <p:cNvPr id="677" name="Straight Arrow Connector 676">
            <a:extLst>
              <a:ext uri="{FF2B5EF4-FFF2-40B4-BE49-F238E27FC236}">
                <a16:creationId xmlns:a16="http://schemas.microsoft.com/office/drawing/2014/main" id="{9B29340C-ADD1-4C44-A0D8-26105E00046C}"/>
              </a:ext>
            </a:extLst>
          </p:cNvPr>
          <p:cNvCxnSpPr>
            <a:cxnSpLocks/>
          </p:cNvCxnSpPr>
          <p:nvPr/>
        </p:nvCxnSpPr>
        <p:spPr>
          <a:xfrm flipH="1">
            <a:off x="8092700" y="4204282"/>
            <a:ext cx="251984" cy="463823"/>
          </a:xfrm>
          <a:prstGeom prst="straightConnector1">
            <a:avLst/>
          </a:prstGeom>
          <a:noFill/>
          <a:ln w="101600" cap="sq" cmpd="sng" algn="ctr">
            <a:solidFill>
              <a:srgbClr val="4A311A"/>
            </a:solidFill>
            <a:prstDash val="solid"/>
            <a:miter lim="800000"/>
            <a:headEnd type="none"/>
            <a:tailEnd type="triangle" w="med" len="sm"/>
          </a:ln>
          <a:effectLst/>
        </p:spPr>
      </p:cxnSp>
      <p:sp>
        <p:nvSpPr>
          <p:cNvPr id="678" name="TextBox 677">
            <a:extLst>
              <a:ext uri="{FF2B5EF4-FFF2-40B4-BE49-F238E27FC236}">
                <a16:creationId xmlns:a16="http://schemas.microsoft.com/office/drawing/2014/main" id="{83CAD757-1A0A-0C41-A21F-482C862C32C4}"/>
              </a:ext>
            </a:extLst>
          </p:cNvPr>
          <p:cNvSpPr txBox="1"/>
          <p:nvPr/>
        </p:nvSpPr>
        <p:spPr>
          <a:xfrm>
            <a:off x="2833919" y="3007988"/>
            <a:ext cx="3977820" cy="67710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BF250D"/>
                </a:solidFill>
                <a:effectLst/>
                <a:uLnTx/>
                <a:uFillTx/>
                <a:cs typeface="Calibri"/>
              </a:rPr>
              <a:t>Day Length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Calibri"/>
              </a:rPr>
              <a:t>Seasonal progression as days get shorter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679" name="Group 678">
            <a:extLst>
              <a:ext uri="{FF2B5EF4-FFF2-40B4-BE49-F238E27FC236}">
                <a16:creationId xmlns:a16="http://schemas.microsoft.com/office/drawing/2014/main" id="{D3DB0EC9-B014-B249-A4FD-60EEDB69D55A}"/>
              </a:ext>
            </a:extLst>
          </p:cNvPr>
          <p:cNvGrpSpPr/>
          <p:nvPr/>
        </p:nvGrpSpPr>
        <p:grpSpPr>
          <a:xfrm>
            <a:off x="7527741" y="316924"/>
            <a:ext cx="1303255" cy="1338514"/>
            <a:chOff x="1393880" y="1143248"/>
            <a:chExt cx="1298448" cy="1298448"/>
          </a:xfrm>
          <a:solidFill>
            <a:srgbClr val="FFF400"/>
          </a:solidFill>
        </p:grpSpPr>
        <p:sp>
          <p:nvSpPr>
            <p:cNvPr id="680" name="Oval 679">
              <a:extLst>
                <a:ext uri="{FF2B5EF4-FFF2-40B4-BE49-F238E27FC236}">
                  <a16:creationId xmlns:a16="http://schemas.microsoft.com/office/drawing/2014/main" id="{A0B10BF1-49F7-234E-9259-CC70BC972EF1}"/>
                </a:ext>
              </a:extLst>
            </p:cNvPr>
            <p:cNvSpPr/>
            <p:nvPr/>
          </p:nvSpPr>
          <p:spPr>
            <a:xfrm>
              <a:off x="1620283" y="1370783"/>
              <a:ext cx="845643" cy="845643"/>
            </a:xfrm>
            <a:prstGeom prst="ellipse">
              <a:avLst/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81" name="Group 680">
              <a:extLst>
                <a:ext uri="{FF2B5EF4-FFF2-40B4-BE49-F238E27FC236}">
                  <a16:creationId xmlns:a16="http://schemas.microsoft.com/office/drawing/2014/main" id="{A33BB19A-0F40-F548-90C9-3B97B5865A5B}"/>
                </a:ext>
              </a:extLst>
            </p:cNvPr>
            <p:cNvGrpSpPr/>
            <p:nvPr/>
          </p:nvGrpSpPr>
          <p:grpSpPr>
            <a:xfrm>
              <a:off x="1394682" y="1284460"/>
              <a:ext cx="1296846" cy="1034301"/>
              <a:chOff x="1394682" y="1284460"/>
              <a:chExt cx="1296846" cy="1034301"/>
            </a:xfrm>
            <a:grpFill/>
          </p:grpSpPr>
          <p:sp>
            <p:nvSpPr>
              <p:cNvPr id="691" name="Rectangle 690">
                <a:extLst>
                  <a:ext uri="{FF2B5EF4-FFF2-40B4-BE49-F238E27FC236}">
                    <a16:creationId xmlns:a16="http://schemas.microsoft.com/office/drawing/2014/main" id="{4BED0546-6C5E-2C42-909A-A8277DA937CC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2" name="Rectangle 691">
                <a:extLst>
                  <a:ext uri="{FF2B5EF4-FFF2-40B4-BE49-F238E27FC236}">
                    <a16:creationId xmlns:a16="http://schemas.microsoft.com/office/drawing/2014/main" id="{C4F9585E-13CD-9A4C-BAE8-D4A8AEEEE4C3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82" name="Group 681">
              <a:extLst>
                <a:ext uri="{FF2B5EF4-FFF2-40B4-BE49-F238E27FC236}">
                  <a16:creationId xmlns:a16="http://schemas.microsoft.com/office/drawing/2014/main" id="{645FF743-BBB3-E14C-BAF4-184A5783D2E1}"/>
                </a:ext>
              </a:extLst>
            </p:cNvPr>
            <p:cNvGrpSpPr/>
            <p:nvPr/>
          </p:nvGrpSpPr>
          <p:grpSpPr>
            <a:xfrm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689" name="Rectangle 688">
                <a:extLst>
                  <a:ext uri="{FF2B5EF4-FFF2-40B4-BE49-F238E27FC236}">
                    <a16:creationId xmlns:a16="http://schemas.microsoft.com/office/drawing/2014/main" id="{5352684D-0CF3-7B45-BBCE-DB42DDB5E2E2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0" name="Rectangle 689">
                <a:extLst>
                  <a:ext uri="{FF2B5EF4-FFF2-40B4-BE49-F238E27FC236}">
                    <a16:creationId xmlns:a16="http://schemas.microsoft.com/office/drawing/2014/main" id="{CA49358D-BB28-094D-AAE0-9E5A022D23AE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83" name="Group 682">
              <a:extLst>
                <a:ext uri="{FF2B5EF4-FFF2-40B4-BE49-F238E27FC236}">
                  <a16:creationId xmlns:a16="http://schemas.microsoft.com/office/drawing/2014/main" id="{565A9709-9AB5-8D42-BD0F-CC3ACB3B5252}"/>
                </a:ext>
              </a:extLst>
            </p:cNvPr>
            <p:cNvGrpSpPr/>
            <p:nvPr/>
          </p:nvGrpSpPr>
          <p:grpSpPr>
            <a:xfrm rot="18926824"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687" name="Rectangle 686">
                <a:extLst>
                  <a:ext uri="{FF2B5EF4-FFF2-40B4-BE49-F238E27FC236}">
                    <a16:creationId xmlns:a16="http://schemas.microsoft.com/office/drawing/2014/main" id="{519BC21F-5C87-E74D-A0C3-8C144E86A57E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8" name="Rectangle 687">
                <a:extLst>
                  <a:ext uri="{FF2B5EF4-FFF2-40B4-BE49-F238E27FC236}">
                    <a16:creationId xmlns:a16="http://schemas.microsoft.com/office/drawing/2014/main" id="{99CF322A-15B4-774E-BB10-B42D2AE123B3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84" name="Group 683">
              <a:extLst>
                <a:ext uri="{FF2B5EF4-FFF2-40B4-BE49-F238E27FC236}">
                  <a16:creationId xmlns:a16="http://schemas.microsoft.com/office/drawing/2014/main" id="{D15342C5-EDD3-CC4E-93E7-5B4B06730317}"/>
                </a:ext>
              </a:extLst>
            </p:cNvPr>
            <p:cNvGrpSpPr/>
            <p:nvPr/>
          </p:nvGrpSpPr>
          <p:grpSpPr>
            <a:xfrm rot="2728193" flipH="1">
              <a:off x="1393881" y="1275836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685" name="Rectangle 684">
                <a:extLst>
                  <a:ext uri="{FF2B5EF4-FFF2-40B4-BE49-F238E27FC236}">
                    <a16:creationId xmlns:a16="http://schemas.microsoft.com/office/drawing/2014/main" id="{50B5CDEE-094A-7249-A311-D272A8062380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6" name="Rectangle 685">
                <a:extLst>
                  <a:ext uri="{FF2B5EF4-FFF2-40B4-BE49-F238E27FC236}">
                    <a16:creationId xmlns:a16="http://schemas.microsoft.com/office/drawing/2014/main" id="{8603E51C-7914-F542-8B51-1D5A8B5B3CA9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74C80C40-A85E-8445-88F5-628EF879D859}"/>
              </a:ext>
            </a:extLst>
          </p:cNvPr>
          <p:cNvGrpSpPr/>
          <p:nvPr/>
        </p:nvGrpSpPr>
        <p:grpSpPr>
          <a:xfrm>
            <a:off x="6254456" y="4655896"/>
            <a:ext cx="1234471" cy="1307072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694" name="Freeform 693">
              <a:extLst>
                <a:ext uri="{FF2B5EF4-FFF2-40B4-BE49-F238E27FC236}">
                  <a16:creationId xmlns:a16="http://schemas.microsoft.com/office/drawing/2014/main" id="{08C43CED-013E-B743-A6E8-4A90D72BBE0B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95" name="Freeform 694">
              <a:extLst>
                <a:ext uri="{FF2B5EF4-FFF2-40B4-BE49-F238E27FC236}">
                  <a16:creationId xmlns:a16="http://schemas.microsoft.com/office/drawing/2014/main" id="{F11391DA-AD73-494D-8171-29E825CBC42E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96" name="Freeform 695">
              <a:extLst>
                <a:ext uri="{FF2B5EF4-FFF2-40B4-BE49-F238E27FC236}">
                  <a16:creationId xmlns:a16="http://schemas.microsoft.com/office/drawing/2014/main" id="{BAAF91C5-1E07-704A-B5A5-B0408CDB3671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97" name="Freeform 696">
              <a:extLst>
                <a:ext uri="{FF2B5EF4-FFF2-40B4-BE49-F238E27FC236}">
                  <a16:creationId xmlns:a16="http://schemas.microsoft.com/office/drawing/2014/main" id="{DF23CC18-79F1-654C-855D-8AE266340753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98" name="Freeform 697">
              <a:extLst>
                <a:ext uri="{FF2B5EF4-FFF2-40B4-BE49-F238E27FC236}">
                  <a16:creationId xmlns:a16="http://schemas.microsoft.com/office/drawing/2014/main" id="{BAA820E5-905A-0D45-A815-F4B6ED1910C6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99" name="Freeform 698">
              <a:extLst>
                <a:ext uri="{FF2B5EF4-FFF2-40B4-BE49-F238E27FC236}">
                  <a16:creationId xmlns:a16="http://schemas.microsoft.com/office/drawing/2014/main" id="{B755032C-36DC-BC4B-85C8-0A99D60C56CB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0" name="Freeform 699">
              <a:extLst>
                <a:ext uri="{FF2B5EF4-FFF2-40B4-BE49-F238E27FC236}">
                  <a16:creationId xmlns:a16="http://schemas.microsoft.com/office/drawing/2014/main" id="{C3DF4C7A-A2DC-1C43-A25F-6EAA79133878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1" name="Freeform 700">
              <a:extLst>
                <a:ext uri="{FF2B5EF4-FFF2-40B4-BE49-F238E27FC236}">
                  <a16:creationId xmlns:a16="http://schemas.microsoft.com/office/drawing/2014/main" id="{01EB582C-AA87-7E43-BE20-3A4FE26F64EA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2" name="Freeform 701">
              <a:extLst>
                <a:ext uri="{FF2B5EF4-FFF2-40B4-BE49-F238E27FC236}">
                  <a16:creationId xmlns:a16="http://schemas.microsoft.com/office/drawing/2014/main" id="{C1DB1D53-0B53-274E-832F-F415E4754608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3" name="Freeform 702">
              <a:extLst>
                <a:ext uri="{FF2B5EF4-FFF2-40B4-BE49-F238E27FC236}">
                  <a16:creationId xmlns:a16="http://schemas.microsoft.com/office/drawing/2014/main" id="{4EC68EBF-BF29-2F47-9ED5-3D2B5F253A72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4" name="Freeform 703">
              <a:extLst>
                <a:ext uri="{FF2B5EF4-FFF2-40B4-BE49-F238E27FC236}">
                  <a16:creationId xmlns:a16="http://schemas.microsoft.com/office/drawing/2014/main" id="{AC3E5000-EDE7-7D4B-986A-094739DC7205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5" name="Freeform 704">
              <a:extLst>
                <a:ext uri="{FF2B5EF4-FFF2-40B4-BE49-F238E27FC236}">
                  <a16:creationId xmlns:a16="http://schemas.microsoft.com/office/drawing/2014/main" id="{C8DA67AD-62EF-1148-9ED7-A014303FFAE7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6" name="Freeform 705">
              <a:extLst>
                <a:ext uri="{FF2B5EF4-FFF2-40B4-BE49-F238E27FC236}">
                  <a16:creationId xmlns:a16="http://schemas.microsoft.com/office/drawing/2014/main" id="{4621AAC2-0BA4-F74C-B89D-24FDE8808DA6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7" name="Freeform 706">
              <a:extLst>
                <a:ext uri="{FF2B5EF4-FFF2-40B4-BE49-F238E27FC236}">
                  <a16:creationId xmlns:a16="http://schemas.microsoft.com/office/drawing/2014/main" id="{9C8E1B5F-C5B2-5747-9CF9-ABBE25067858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8" name="Freeform 707">
              <a:extLst>
                <a:ext uri="{FF2B5EF4-FFF2-40B4-BE49-F238E27FC236}">
                  <a16:creationId xmlns:a16="http://schemas.microsoft.com/office/drawing/2014/main" id="{627B8B29-1D1B-7146-B049-1C115B9C7EDA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9" name="Freeform 708">
              <a:extLst>
                <a:ext uri="{FF2B5EF4-FFF2-40B4-BE49-F238E27FC236}">
                  <a16:creationId xmlns:a16="http://schemas.microsoft.com/office/drawing/2014/main" id="{7A7C3814-FEF1-8248-9D97-03B6C8252B6E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10" name="Group 709">
            <a:extLst>
              <a:ext uri="{FF2B5EF4-FFF2-40B4-BE49-F238E27FC236}">
                <a16:creationId xmlns:a16="http://schemas.microsoft.com/office/drawing/2014/main" id="{2716D248-A363-9B4C-9EC6-A7804EA95166}"/>
              </a:ext>
            </a:extLst>
          </p:cNvPr>
          <p:cNvGrpSpPr/>
          <p:nvPr/>
        </p:nvGrpSpPr>
        <p:grpSpPr>
          <a:xfrm>
            <a:off x="5793857" y="4486364"/>
            <a:ext cx="1421717" cy="1448073"/>
            <a:chOff x="1250506" y="2811144"/>
            <a:chExt cx="3409311" cy="3457052"/>
          </a:xfrm>
          <a:solidFill>
            <a:srgbClr val="B5B06C"/>
          </a:solidFill>
        </p:grpSpPr>
        <p:sp>
          <p:nvSpPr>
            <p:cNvPr id="711" name="Freeform 710">
              <a:extLst>
                <a:ext uri="{FF2B5EF4-FFF2-40B4-BE49-F238E27FC236}">
                  <a16:creationId xmlns:a16="http://schemas.microsoft.com/office/drawing/2014/main" id="{3E03CB5C-4DB7-5B45-8A55-42CC105D5270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2" name="Freeform 711">
              <a:extLst>
                <a:ext uri="{FF2B5EF4-FFF2-40B4-BE49-F238E27FC236}">
                  <a16:creationId xmlns:a16="http://schemas.microsoft.com/office/drawing/2014/main" id="{05713A81-66E8-CD41-9A27-AD1C90F6F446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3" name="Freeform 712">
              <a:extLst>
                <a:ext uri="{FF2B5EF4-FFF2-40B4-BE49-F238E27FC236}">
                  <a16:creationId xmlns:a16="http://schemas.microsoft.com/office/drawing/2014/main" id="{333A10BD-67E5-894C-939F-212F5623A6AD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4" name="Freeform 713">
              <a:extLst>
                <a:ext uri="{FF2B5EF4-FFF2-40B4-BE49-F238E27FC236}">
                  <a16:creationId xmlns:a16="http://schemas.microsoft.com/office/drawing/2014/main" id="{CC406F63-6ACF-9E41-B304-0BD44680F17B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5" name="Freeform 714">
              <a:extLst>
                <a:ext uri="{FF2B5EF4-FFF2-40B4-BE49-F238E27FC236}">
                  <a16:creationId xmlns:a16="http://schemas.microsoft.com/office/drawing/2014/main" id="{4F99E8B7-1FF9-6041-8556-8D416AE046A3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6" name="Freeform 715">
              <a:extLst>
                <a:ext uri="{FF2B5EF4-FFF2-40B4-BE49-F238E27FC236}">
                  <a16:creationId xmlns:a16="http://schemas.microsoft.com/office/drawing/2014/main" id="{1C396A86-24EC-6346-8A51-5AB85D10E0C1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7" name="Freeform 716">
              <a:extLst>
                <a:ext uri="{FF2B5EF4-FFF2-40B4-BE49-F238E27FC236}">
                  <a16:creationId xmlns:a16="http://schemas.microsoft.com/office/drawing/2014/main" id="{CE2F5D05-01B1-A24E-80FA-56BCCFA41B34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8" name="Freeform 717">
              <a:extLst>
                <a:ext uri="{FF2B5EF4-FFF2-40B4-BE49-F238E27FC236}">
                  <a16:creationId xmlns:a16="http://schemas.microsoft.com/office/drawing/2014/main" id="{21C0514C-D797-6A4B-8B15-A2A89AE05DE3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9" name="Freeform 718">
              <a:extLst>
                <a:ext uri="{FF2B5EF4-FFF2-40B4-BE49-F238E27FC236}">
                  <a16:creationId xmlns:a16="http://schemas.microsoft.com/office/drawing/2014/main" id="{2F772A31-FAC6-8849-8D2F-0D36D1C7EE80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0" name="Freeform 719">
              <a:extLst>
                <a:ext uri="{FF2B5EF4-FFF2-40B4-BE49-F238E27FC236}">
                  <a16:creationId xmlns:a16="http://schemas.microsoft.com/office/drawing/2014/main" id="{B6640A91-E02B-D842-83A0-2B360FE5F3D2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1" name="Freeform 720">
              <a:extLst>
                <a:ext uri="{FF2B5EF4-FFF2-40B4-BE49-F238E27FC236}">
                  <a16:creationId xmlns:a16="http://schemas.microsoft.com/office/drawing/2014/main" id="{E18866F1-470E-3144-86D9-D5AB32310B6C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2" name="Freeform 721">
              <a:extLst>
                <a:ext uri="{FF2B5EF4-FFF2-40B4-BE49-F238E27FC236}">
                  <a16:creationId xmlns:a16="http://schemas.microsoft.com/office/drawing/2014/main" id="{0EB1EFF8-D533-9749-B9D5-8F0F660D484D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3" name="Freeform 722">
              <a:extLst>
                <a:ext uri="{FF2B5EF4-FFF2-40B4-BE49-F238E27FC236}">
                  <a16:creationId xmlns:a16="http://schemas.microsoft.com/office/drawing/2014/main" id="{0EBE7CFD-A388-054B-B3E3-899E319D63FA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4" name="Freeform 723">
              <a:extLst>
                <a:ext uri="{FF2B5EF4-FFF2-40B4-BE49-F238E27FC236}">
                  <a16:creationId xmlns:a16="http://schemas.microsoft.com/office/drawing/2014/main" id="{C3CAA22E-D32F-854D-99FD-0470E17FF957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5" name="Freeform 724">
              <a:extLst>
                <a:ext uri="{FF2B5EF4-FFF2-40B4-BE49-F238E27FC236}">
                  <a16:creationId xmlns:a16="http://schemas.microsoft.com/office/drawing/2014/main" id="{E7462D61-8C32-9540-BB05-C95F7D6DD932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6" name="Freeform 725">
              <a:extLst>
                <a:ext uri="{FF2B5EF4-FFF2-40B4-BE49-F238E27FC236}">
                  <a16:creationId xmlns:a16="http://schemas.microsoft.com/office/drawing/2014/main" id="{81735E2A-7729-BA4C-931A-7757669517E8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7" name="Group 726">
            <a:extLst>
              <a:ext uri="{FF2B5EF4-FFF2-40B4-BE49-F238E27FC236}">
                <a16:creationId xmlns:a16="http://schemas.microsoft.com/office/drawing/2014/main" id="{9FAE9127-ACF9-BD46-864C-3424F5E5ABA8}"/>
              </a:ext>
            </a:extLst>
          </p:cNvPr>
          <p:cNvGrpSpPr/>
          <p:nvPr/>
        </p:nvGrpSpPr>
        <p:grpSpPr>
          <a:xfrm>
            <a:off x="6783543" y="4826993"/>
            <a:ext cx="1215921" cy="1131159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728" name="Freeform 727">
              <a:extLst>
                <a:ext uri="{FF2B5EF4-FFF2-40B4-BE49-F238E27FC236}">
                  <a16:creationId xmlns:a16="http://schemas.microsoft.com/office/drawing/2014/main" id="{D8A6CF4E-54A6-9A48-A2D9-EACE4A44A087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9" name="Freeform 728">
              <a:extLst>
                <a:ext uri="{FF2B5EF4-FFF2-40B4-BE49-F238E27FC236}">
                  <a16:creationId xmlns:a16="http://schemas.microsoft.com/office/drawing/2014/main" id="{B58C2C58-4A36-4049-91E7-D447DB3D43C1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0" name="Freeform 729">
              <a:extLst>
                <a:ext uri="{FF2B5EF4-FFF2-40B4-BE49-F238E27FC236}">
                  <a16:creationId xmlns:a16="http://schemas.microsoft.com/office/drawing/2014/main" id="{F2F51A84-1051-7342-A834-23521019AF8A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1" name="Freeform 730">
              <a:extLst>
                <a:ext uri="{FF2B5EF4-FFF2-40B4-BE49-F238E27FC236}">
                  <a16:creationId xmlns:a16="http://schemas.microsoft.com/office/drawing/2014/main" id="{D1858B23-1659-304A-BEEA-FA92822D7C66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2" name="Freeform 731">
              <a:extLst>
                <a:ext uri="{FF2B5EF4-FFF2-40B4-BE49-F238E27FC236}">
                  <a16:creationId xmlns:a16="http://schemas.microsoft.com/office/drawing/2014/main" id="{2B97EA83-43E3-B948-9C25-14F846F4D67B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3" name="Freeform 732">
              <a:extLst>
                <a:ext uri="{FF2B5EF4-FFF2-40B4-BE49-F238E27FC236}">
                  <a16:creationId xmlns:a16="http://schemas.microsoft.com/office/drawing/2014/main" id="{0EB826D3-D59D-D94A-B706-2399E6DC84AD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4" name="Freeform 733">
              <a:extLst>
                <a:ext uri="{FF2B5EF4-FFF2-40B4-BE49-F238E27FC236}">
                  <a16:creationId xmlns:a16="http://schemas.microsoft.com/office/drawing/2014/main" id="{46359275-8221-7F41-9152-4C072CEA70A8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5" name="Freeform 734">
              <a:extLst>
                <a:ext uri="{FF2B5EF4-FFF2-40B4-BE49-F238E27FC236}">
                  <a16:creationId xmlns:a16="http://schemas.microsoft.com/office/drawing/2014/main" id="{B4FD04EA-3F2D-E547-9BAF-F3214AB7C510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6" name="Freeform 735">
              <a:extLst>
                <a:ext uri="{FF2B5EF4-FFF2-40B4-BE49-F238E27FC236}">
                  <a16:creationId xmlns:a16="http://schemas.microsoft.com/office/drawing/2014/main" id="{4D6D236B-17B1-4749-8DF8-C5869972D04F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7" name="Freeform 736">
              <a:extLst>
                <a:ext uri="{FF2B5EF4-FFF2-40B4-BE49-F238E27FC236}">
                  <a16:creationId xmlns:a16="http://schemas.microsoft.com/office/drawing/2014/main" id="{E8F219C8-B538-1344-A41C-CF8FD5458276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8" name="Freeform 737">
              <a:extLst>
                <a:ext uri="{FF2B5EF4-FFF2-40B4-BE49-F238E27FC236}">
                  <a16:creationId xmlns:a16="http://schemas.microsoft.com/office/drawing/2014/main" id="{C96575A3-9384-E04D-85FD-B98A43CECFB9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9" name="Freeform 738">
              <a:extLst>
                <a:ext uri="{FF2B5EF4-FFF2-40B4-BE49-F238E27FC236}">
                  <a16:creationId xmlns:a16="http://schemas.microsoft.com/office/drawing/2014/main" id="{8942AFB7-31C1-D046-A6AA-9427BFCE5CB3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0" name="Freeform 739">
              <a:extLst>
                <a:ext uri="{FF2B5EF4-FFF2-40B4-BE49-F238E27FC236}">
                  <a16:creationId xmlns:a16="http://schemas.microsoft.com/office/drawing/2014/main" id="{A901ECB3-1D33-1E44-AFF3-4FA9ED0F4D2A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1" name="Freeform 740">
              <a:extLst>
                <a:ext uri="{FF2B5EF4-FFF2-40B4-BE49-F238E27FC236}">
                  <a16:creationId xmlns:a16="http://schemas.microsoft.com/office/drawing/2014/main" id="{2DBD1FDF-D530-4149-92FC-53B8E7AD94F6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2" name="Freeform 741">
              <a:extLst>
                <a:ext uri="{FF2B5EF4-FFF2-40B4-BE49-F238E27FC236}">
                  <a16:creationId xmlns:a16="http://schemas.microsoft.com/office/drawing/2014/main" id="{354E79AB-661B-B44A-A6E7-E524C3B01F9B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3" name="Freeform 742">
              <a:extLst>
                <a:ext uri="{FF2B5EF4-FFF2-40B4-BE49-F238E27FC236}">
                  <a16:creationId xmlns:a16="http://schemas.microsoft.com/office/drawing/2014/main" id="{72FB1E8F-CF02-664E-87B0-C1B9F372A34D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44" name="Group 743">
            <a:extLst>
              <a:ext uri="{FF2B5EF4-FFF2-40B4-BE49-F238E27FC236}">
                <a16:creationId xmlns:a16="http://schemas.microsoft.com/office/drawing/2014/main" id="{FF65D7FE-46C1-7A45-8D56-C54F902D65AD}"/>
              </a:ext>
            </a:extLst>
          </p:cNvPr>
          <p:cNvGrpSpPr/>
          <p:nvPr/>
        </p:nvGrpSpPr>
        <p:grpSpPr>
          <a:xfrm>
            <a:off x="5233965" y="4087763"/>
            <a:ext cx="1330464" cy="1874423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745" name="Freeform 744">
              <a:extLst>
                <a:ext uri="{FF2B5EF4-FFF2-40B4-BE49-F238E27FC236}">
                  <a16:creationId xmlns:a16="http://schemas.microsoft.com/office/drawing/2014/main" id="{5DE5786F-2A37-DE45-ADAE-B5B2AAD203B1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6" name="Freeform 745">
              <a:extLst>
                <a:ext uri="{FF2B5EF4-FFF2-40B4-BE49-F238E27FC236}">
                  <a16:creationId xmlns:a16="http://schemas.microsoft.com/office/drawing/2014/main" id="{7090514F-F2AC-C042-A159-CE3D3478F11C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7" name="Freeform 746">
              <a:extLst>
                <a:ext uri="{FF2B5EF4-FFF2-40B4-BE49-F238E27FC236}">
                  <a16:creationId xmlns:a16="http://schemas.microsoft.com/office/drawing/2014/main" id="{BE4A18B2-DDD4-5F44-A931-C8D03B40F23C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8" name="Freeform 747">
              <a:extLst>
                <a:ext uri="{FF2B5EF4-FFF2-40B4-BE49-F238E27FC236}">
                  <a16:creationId xmlns:a16="http://schemas.microsoft.com/office/drawing/2014/main" id="{1F444C57-6F1A-294F-A17D-D755E76E08F1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9" name="Freeform 748">
              <a:extLst>
                <a:ext uri="{FF2B5EF4-FFF2-40B4-BE49-F238E27FC236}">
                  <a16:creationId xmlns:a16="http://schemas.microsoft.com/office/drawing/2014/main" id="{62001649-742B-B646-B41A-18CDC8E5BF5B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50" name="Freeform 749">
              <a:extLst>
                <a:ext uri="{FF2B5EF4-FFF2-40B4-BE49-F238E27FC236}">
                  <a16:creationId xmlns:a16="http://schemas.microsoft.com/office/drawing/2014/main" id="{DE39F48E-2067-8A47-89FE-DBBFEBC3B2FE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51" name="Freeform 750">
              <a:extLst>
                <a:ext uri="{FF2B5EF4-FFF2-40B4-BE49-F238E27FC236}">
                  <a16:creationId xmlns:a16="http://schemas.microsoft.com/office/drawing/2014/main" id="{68FF6F9A-EC3A-A948-A417-2D896079E4EE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52" name="Freeform 751">
              <a:extLst>
                <a:ext uri="{FF2B5EF4-FFF2-40B4-BE49-F238E27FC236}">
                  <a16:creationId xmlns:a16="http://schemas.microsoft.com/office/drawing/2014/main" id="{36FDD030-9072-F544-9014-CF6711BE9D70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53" name="Freeform 752">
              <a:extLst>
                <a:ext uri="{FF2B5EF4-FFF2-40B4-BE49-F238E27FC236}">
                  <a16:creationId xmlns:a16="http://schemas.microsoft.com/office/drawing/2014/main" id="{8BED5EA8-FD62-1D41-AE33-11B923F9AA8E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54" name="Freeform 753">
              <a:extLst>
                <a:ext uri="{FF2B5EF4-FFF2-40B4-BE49-F238E27FC236}">
                  <a16:creationId xmlns:a16="http://schemas.microsoft.com/office/drawing/2014/main" id="{68F2DF3E-D560-6A42-A0FD-BE721CC0418B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55" name="Freeform 754">
              <a:extLst>
                <a:ext uri="{FF2B5EF4-FFF2-40B4-BE49-F238E27FC236}">
                  <a16:creationId xmlns:a16="http://schemas.microsoft.com/office/drawing/2014/main" id="{355EC1B6-EA10-BC43-8A75-3DC8DE4F5946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56" name="Freeform 755">
              <a:extLst>
                <a:ext uri="{FF2B5EF4-FFF2-40B4-BE49-F238E27FC236}">
                  <a16:creationId xmlns:a16="http://schemas.microsoft.com/office/drawing/2014/main" id="{0FAE862D-FFBC-5749-B4E7-2C0BD9886E15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57" name="Freeform 756">
              <a:extLst>
                <a:ext uri="{FF2B5EF4-FFF2-40B4-BE49-F238E27FC236}">
                  <a16:creationId xmlns:a16="http://schemas.microsoft.com/office/drawing/2014/main" id="{935C6D0A-5A00-C549-82AD-019DC06FA348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58" name="Freeform 757">
              <a:extLst>
                <a:ext uri="{FF2B5EF4-FFF2-40B4-BE49-F238E27FC236}">
                  <a16:creationId xmlns:a16="http://schemas.microsoft.com/office/drawing/2014/main" id="{7393308C-5D6E-6641-B19E-5321D1AB8EC8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59" name="Freeform 758">
              <a:extLst>
                <a:ext uri="{FF2B5EF4-FFF2-40B4-BE49-F238E27FC236}">
                  <a16:creationId xmlns:a16="http://schemas.microsoft.com/office/drawing/2014/main" id="{7C8324FE-3A9F-464C-89E0-1B0C57E4EE4A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0" name="Freeform 759">
              <a:extLst>
                <a:ext uri="{FF2B5EF4-FFF2-40B4-BE49-F238E27FC236}">
                  <a16:creationId xmlns:a16="http://schemas.microsoft.com/office/drawing/2014/main" id="{F932396A-2D98-0D41-BB18-CBBBDF46487B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61" name="Group 760">
            <a:extLst>
              <a:ext uri="{FF2B5EF4-FFF2-40B4-BE49-F238E27FC236}">
                <a16:creationId xmlns:a16="http://schemas.microsoft.com/office/drawing/2014/main" id="{B53B4F5C-3BC0-9F47-91FD-86C3DC6A4BB4}"/>
              </a:ext>
            </a:extLst>
          </p:cNvPr>
          <p:cNvGrpSpPr/>
          <p:nvPr/>
        </p:nvGrpSpPr>
        <p:grpSpPr>
          <a:xfrm>
            <a:off x="3931399" y="3805691"/>
            <a:ext cx="1928362" cy="2136348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762" name="Freeform 761">
              <a:extLst>
                <a:ext uri="{FF2B5EF4-FFF2-40B4-BE49-F238E27FC236}">
                  <a16:creationId xmlns:a16="http://schemas.microsoft.com/office/drawing/2014/main" id="{3F0C803B-5368-7C4A-B0C1-EE9C3D6D038B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3" name="Freeform 762">
              <a:extLst>
                <a:ext uri="{FF2B5EF4-FFF2-40B4-BE49-F238E27FC236}">
                  <a16:creationId xmlns:a16="http://schemas.microsoft.com/office/drawing/2014/main" id="{E8436E29-2A02-044C-9E37-1792A689593D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4" name="Freeform 763">
              <a:extLst>
                <a:ext uri="{FF2B5EF4-FFF2-40B4-BE49-F238E27FC236}">
                  <a16:creationId xmlns:a16="http://schemas.microsoft.com/office/drawing/2014/main" id="{205C7B28-1702-EE46-BB21-7C6453DD9A44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5" name="Freeform 764">
              <a:extLst>
                <a:ext uri="{FF2B5EF4-FFF2-40B4-BE49-F238E27FC236}">
                  <a16:creationId xmlns:a16="http://schemas.microsoft.com/office/drawing/2014/main" id="{271AFB3C-CFC2-F24D-9D7E-BBCA800B64B4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6" name="Freeform 765">
              <a:extLst>
                <a:ext uri="{FF2B5EF4-FFF2-40B4-BE49-F238E27FC236}">
                  <a16:creationId xmlns:a16="http://schemas.microsoft.com/office/drawing/2014/main" id="{76CB3955-03EF-4945-BA7C-11A90B45922C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7" name="Freeform 766">
              <a:extLst>
                <a:ext uri="{FF2B5EF4-FFF2-40B4-BE49-F238E27FC236}">
                  <a16:creationId xmlns:a16="http://schemas.microsoft.com/office/drawing/2014/main" id="{7688BDF6-68E6-BE4C-8D9A-71F159B43E59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8" name="Freeform 767">
              <a:extLst>
                <a:ext uri="{FF2B5EF4-FFF2-40B4-BE49-F238E27FC236}">
                  <a16:creationId xmlns:a16="http://schemas.microsoft.com/office/drawing/2014/main" id="{B4F05DDA-AD14-5743-803A-E1A17AD0A249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9" name="Freeform 768">
              <a:extLst>
                <a:ext uri="{FF2B5EF4-FFF2-40B4-BE49-F238E27FC236}">
                  <a16:creationId xmlns:a16="http://schemas.microsoft.com/office/drawing/2014/main" id="{F1D9BABD-F489-8843-8F1B-C67449FB93BC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0" name="Freeform 769">
              <a:extLst>
                <a:ext uri="{FF2B5EF4-FFF2-40B4-BE49-F238E27FC236}">
                  <a16:creationId xmlns:a16="http://schemas.microsoft.com/office/drawing/2014/main" id="{8CFD5D81-5B4D-4442-A6C5-6C190D5A39E8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1" name="Freeform 770">
              <a:extLst>
                <a:ext uri="{FF2B5EF4-FFF2-40B4-BE49-F238E27FC236}">
                  <a16:creationId xmlns:a16="http://schemas.microsoft.com/office/drawing/2014/main" id="{81885EDB-E0B0-BD4D-A7D9-5D5CCCF41CF9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2" name="Freeform 771">
              <a:extLst>
                <a:ext uri="{FF2B5EF4-FFF2-40B4-BE49-F238E27FC236}">
                  <a16:creationId xmlns:a16="http://schemas.microsoft.com/office/drawing/2014/main" id="{AB52955F-411A-2F4C-81AA-5DCF79C5E5B5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3" name="Freeform 772">
              <a:extLst>
                <a:ext uri="{FF2B5EF4-FFF2-40B4-BE49-F238E27FC236}">
                  <a16:creationId xmlns:a16="http://schemas.microsoft.com/office/drawing/2014/main" id="{E9C29DAD-45E7-C64E-B469-21A16FE90D58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4" name="Freeform 773">
              <a:extLst>
                <a:ext uri="{FF2B5EF4-FFF2-40B4-BE49-F238E27FC236}">
                  <a16:creationId xmlns:a16="http://schemas.microsoft.com/office/drawing/2014/main" id="{2139F677-D254-BA4F-A18C-937E19BAADBA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5" name="Freeform 774">
              <a:extLst>
                <a:ext uri="{FF2B5EF4-FFF2-40B4-BE49-F238E27FC236}">
                  <a16:creationId xmlns:a16="http://schemas.microsoft.com/office/drawing/2014/main" id="{DCD85823-3D27-C94B-9C05-1DA71F371C61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6" name="Freeform 775">
              <a:extLst>
                <a:ext uri="{FF2B5EF4-FFF2-40B4-BE49-F238E27FC236}">
                  <a16:creationId xmlns:a16="http://schemas.microsoft.com/office/drawing/2014/main" id="{DC78DAC5-63CC-114A-8B95-73E822F1F81D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7" name="Freeform 776">
              <a:extLst>
                <a:ext uri="{FF2B5EF4-FFF2-40B4-BE49-F238E27FC236}">
                  <a16:creationId xmlns:a16="http://schemas.microsoft.com/office/drawing/2014/main" id="{E92F9FCF-1475-D148-AF5A-1634F3E1BE70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78" name="Group 777">
            <a:extLst>
              <a:ext uri="{FF2B5EF4-FFF2-40B4-BE49-F238E27FC236}">
                <a16:creationId xmlns:a16="http://schemas.microsoft.com/office/drawing/2014/main" id="{B55B5192-52CC-BA47-BE02-49BAD3D0E531}"/>
              </a:ext>
            </a:extLst>
          </p:cNvPr>
          <p:cNvGrpSpPr/>
          <p:nvPr/>
        </p:nvGrpSpPr>
        <p:grpSpPr>
          <a:xfrm>
            <a:off x="3161289" y="3825305"/>
            <a:ext cx="2022045" cy="2082905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779" name="Freeform 778">
              <a:extLst>
                <a:ext uri="{FF2B5EF4-FFF2-40B4-BE49-F238E27FC236}">
                  <a16:creationId xmlns:a16="http://schemas.microsoft.com/office/drawing/2014/main" id="{CEEC463F-953A-8640-9604-26A1EB8062D7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0" name="Freeform 779">
              <a:extLst>
                <a:ext uri="{FF2B5EF4-FFF2-40B4-BE49-F238E27FC236}">
                  <a16:creationId xmlns:a16="http://schemas.microsoft.com/office/drawing/2014/main" id="{9F499261-F26E-5F41-9C33-945861290F6B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1" name="Freeform 780">
              <a:extLst>
                <a:ext uri="{FF2B5EF4-FFF2-40B4-BE49-F238E27FC236}">
                  <a16:creationId xmlns:a16="http://schemas.microsoft.com/office/drawing/2014/main" id="{E7A90A14-B8F7-0649-A73C-0529FFDB946B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2" name="Freeform 781">
              <a:extLst>
                <a:ext uri="{FF2B5EF4-FFF2-40B4-BE49-F238E27FC236}">
                  <a16:creationId xmlns:a16="http://schemas.microsoft.com/office/drawing/2014/main" id="{1F7C5913-65EF-AC4C-B973-F4F4323C4503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3" name="Freeform 782">
              <a:extLst>
                <a:ext uri="{FF2B5EF4-FFF2-40B4-BE49-F238E27FC236}">
                  <a16:creationId xmlns:a16="http://schemas.microsoft.com/office/drawing/2014/main" id="{933A773F-95A6-544F-BBB2-4258550DB2B1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4" name="Freeform 783">
              <a:extLst>
                <a:ext uri="{FF2B5EF4-FFF2-40B4-BE49-F238E27FC236}">
                  <a16:creationId xmlns:a16="http://schemas.microsoft.com/office/drawing/2014/main" id="{D8EB5288-F3BE-9B4C-ABCA-277405C17E46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5" name="Freeform 784">
              <a:extLst>
                <a:ext uri="{FF2B5EF4-FFF2-40B4-BE49-F238E27FC236}">
                  <a16:creationId xmlns:a16="http://schemas.microsoft.com/office/drawing/2014/main" id="{092A9EA2-E5C9-994D-9FF2-2B57D2D5A60E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6" name="Freeform 785">
              <a:extLst>
                <a:ext uri="{FF2B5EF4-FFF2-40B4-BE49-F238E27FC236}">
                  <a16:creationId xmlns:a16="http://schemas.microsoft.com/office/drawing/2014/main" id="{144BB0EE-F015-0049-995F-6F60C2060C05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7" name="Freeform 786">
              <a:extLst>
                <a:ext uri="{FF2B5EF4-FFF2-40B4-BE49-F238E27FC236}">
                  <a16:creationId xmlns:a16="http://schemas.microsoft.com/office/drawing/2014/main" id="{213846E4-B3B1-0645-B8B7-0A8596AE7E11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8" name="Freeform 787">
              <a:extLst>
                <a:ext uri="{FF2B5EF4-FFF2-40B4-BE49-F238E27FC236}">
                  <a16:creationId xmlns:a16="http://schemas.microsoft.com/office/drawing/2014/main" id="{B058C19B-5BEB-D74F-AC0A-B4B5B5AFE7DC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9" name="Freeform 788">
              <a:extLst>
                <a:ext uri="{FF2B5EF4-FFF2-40B4-BE49-F238E27FC236}">
                  <a16:creationId xmlns:a16="http://schemas.microsoft.com/office/drawing/2014/main" id="{C7CF1015-893E-ED4C-A0D0-F1126A004F5D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0" name="Freeform 789">
              <a:extLst>
                <a:ext uri="{FF2B5EF4-FFF2-40B4-BE49-F238E27FC236}">
                  <a16:creationId xmlns:a16="http://schemas.microsoft.com/office/drawing/2014/main" id="{18746D91-8DE9-4B4D-B01B-F666692B7746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1" name="Freeform 790">
              <a:extLst>
                <a:ext uri="{FF2B5EF4-FFF2-40B4-BE49-F238E27FC236}">
                  <a16:creationId xmlns:a16="http://schemas.microsoft.com/office/drawing/2014/main" id="{80F974B2-AB36-6148-9CC7-8D975BC2D481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2" name="Freeform 791">
              <a:extLst>
                <a:ext uri="{FF2B5EF4-FFF2-40B4-BE49-F238E27FC236}">
                  <a16:creationId xmlns:a16="http://schemas.microsoft.com/office/drawing/2014/main" id="{7140FFFA-2667-4E43-AF2F-A0C8D48697B2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3" name="Freeform 792">
              <a:extLst>
                <a:ext uri="{FF2B5EF4-FFF2-40B4-BE49-F238E27FC236}">
                  <a16:creationId xmlns:a16="http://schemas.microsoft.com/office/drawing/2014/main" id="{2AC483EA-F8CB-0247-ACB3-DCCFD170F768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4" name="Freeform 793">
              <a:extLst>
                <a:ext uri="{FF2B5EF4-FFF2-40B4-BE49-F238E27FC236}">
                  <a16:creationId xmlns:a16="http://schemas.microsoft.com/office/drawing/2014/main" id="{17470711-3B44-8741-9AA4-86BB2571402D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1B9FE8AB-F4B9-7744-884E-29E2CAB577D3}"/>
              </a:ext>
            </a:extLst>
          </p:cNvPr>
          <p:cNvGrpSpPr/>
          <p:nvPr/>
        </p:nvGrpSpPr>
        <p:grpSpPr>
          <a:xfrm>
            <a:off x="5519544" y="4299924"/>
            <a:ext cx="1480750" cy="1663942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796" name="Freeform 795">
              <a:extLst>
                <a:ext uri="{FF2B5EF4-FFF2-40B4-BE49-F238E27FC236}">
                  <a16:creationId xmlns:a16="http://schemas.microsoft.com/office/drawing/2014/main" id="{4F4C6F00-5B13-BF4D-BDF0-A3325F39FF6A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7" name="Freeform 796">
              <a:extLst>
                <a:ext uri="{FF2B5EF4-FFF2-40B4-BE49-F238E27FC236}">
                  <a16:creationId xmlns:a16="http://schemas.microsoft.com/office/drawing/2014/main" id="{A388A37D-B832-C04A-896C-72634D94748A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8" name="Freeform 797">
              <a:extLst>
                <a:ext uri="{FF2B5EF4-FFF2-40B4-BE49-F238E27FC236}">
                  <a16:creationId xmlns:a16="http://schemas.microsoft.com/office/drawing/2014/main" id="{18866BC1-C096-9246-A5B8-8661B89CE798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9" name="Freeform 798">
              <a:extLst>
                <a:ext uri="{FF2B5EF4-FFF2-40B4-BE49-F238E27FC236}">
                  <a16:creationId xmlns:a16="http://schemas.microsoft.com/office/drawing/2014/main" id="{AAF6E170-5C5F-064A-87E6-E4CE78CA273A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0" name="Freeform 799">
              <a:extLst>
                <a:ext uri="{FF2B5EF4-FFF2-40B4-BE49-F238E27FC236}">
                  <a16:creationId xmlns:a16="http://schemas.microsoft.com/office/drawing/2014/main" id="{E04951BA-059A-B64C-93EF-A9EE8FA67D57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1" name="Freeform 800">
              <a:extLst>
                <a:ext uri="{FF2B5EF4-FFF2-40B4-BE49-F238E27FC236}">
                  <a16:creationId xmlns:a16="http://schemas.microsoft.com/office/drawing/2014/main" id="{83C1A06B-DC22-874B-8CAF-7E5A9B443EA8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2" name="Freeform 801">
              <a:extLst>
                <a:ext uri="{FF2B5EF4-FFF2-40B4-BE49-F238E27FC236}">
                  <a16:creationId xmlns:a16="http://schemas.microsoft.com/office/drawing/2014/main" id="{6DC3A82E-AA12-CD4B-B4EE-31B3C0700DDA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3" name="Freeform 802">
              <a:extLst>
                <a:ext uri="{FF2B5EF4-FFF2-40B4-BE49-F238E27FC236}">
                  <a16:creationId xmlns:a16="http://schemas.microsoft.com/office/drawing/2014/main" id="{FD4272D8-2C2C-434B-9AD9-56356E778719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4" name="Freeform 803">
              <a:extLst>
                <a:ext uri="{FF2B5EF4-FFF2-40B4-BE49-F238E27FC236}">
                  <a16:creationId xmlns:a16="http://schemas.microsoft.com/office/drawing/2014/main" id="{2F3ABF56-215E-1A40-BFCC-DAA52B33E969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5" name="Freeform 804">
              <a:extLst>
                <a:ext uri="{FF2B5EF4-FFF2-40B4-BE49-F238E27FC236}">
                  <a16:creationId xmlns:a16="http://schemas.microsoft.com/office/drawing/2014/main" id="{9EA35DEC-0A39-EA40-95E9-23C07ADA3D21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6" name="Freeform 805">
              <a:extLst>
                <a:ext uri="{FF2B5EF4-FFF2-40B4-BE49-F238E27FC236}">
                  <a16:creationId xmlns:a16="http://schemas.microsoft.com/office/drawing/2014/main" id="{CC38E51A-2D1A-9748-8F9A-BADB70E7AC9D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7" name="Freeform 806">
              <a:extLst>
                <a:ext uri="{FF2B5EF4-FFF2-40B4-BE49-F238E27FC236}">
                  <a16:creationId xmlns:a16="http://schemas.microsoft.com/office/drawing/2014/main" id="{4A741BF5-7C11-D040-95BB-831382D5CAAB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8" name="Freeform 807">
              <a:extLst>
                <a:ext uri="{FF2B5EF4-FFF2-40B4-BE49-F238E27FC236}">
                  <a16:creationId xmlns:a16="http://schemas.microsoft.com/office/drawing/2014/main" id="{CD385E2C-C17B-1647-9429-804C3242763A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9" name="Freeform 808">
              <a:extLst>
                <a:ext uri="{FF2B5EF4-FFF2-40B4-BE49-F238E27FC236}">
                  <a16:creationId xmlns:a16="http://schemas.microsoft.com/office/drawing/2014/main" id="{9A9D514A-856A-F743-B9E3-1412F58ADDCD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0" name="Freeform 809">
              <a:extLst>
                <a:ext uri="{FF2B5EF4-FFF2-40B4-BE49-F238E27FC236}">
                  <a16:creationId xmlns:a16="http://schemas.microsoft.com/office/drawing/2014/main" id="{F90FCB77-900F-8D48-B227-CF97591BA915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1" name="Freeform 810">
              <a:extLst>
                <a:ext uri="{FF2B5EF4-FFF2-40B4-BE49-F238E27FC236}">
                  <a16:creationId xmlns:a16="http://schemas.microsoft.com/office/drawing/2014/main" id="{447A64E7-AA53-884D-81C7-202485F5B191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12" name="Group 811">
            <a:extLst>
              <a:ext uri="{FF2B5EF4-FFF2-40B4-BE49-F238E27FC236}">
                <a16:creationId xmlns:a16="http://schemas.microsoft.com/office/drawing/2014/main" id="{A40D8A95-BB47-F443-BBF2-C2428FD7946D}"/>
              </a:ext>
            </a:extLst>
          </p:cNvPr>
          <p:cNvGrpSpPr/>
          <p:nvPr/>
        </p:nvGrpSpPr>
        <p:grpSpPr>
          <a:xfrm>
            <a:off x="7507737" y="5027278"/>
            <a:ext cx="836947" cy="671175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813" name="Freeform 812">
              <a:extLst>
                <a:ext uri="{FF2B5EF4-FFF2-40B4-BE49-F238E27FC236}">
                  <a16:creationId xmlns:a16="http://schemas.microsoft.com/office/drawing/2014/main" id="{DDDDB1EC-0395-7249-B81B-540504C0F8AA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4" name="Freeform 813">
              <a:extLst>
                <a:ext uri="{FF2B5EF4-FFF2-40B4-BE49-F238E27FC236}">
                  <a16:creationId xmlns:a16="http://schemas.microsoft.com/office/drawing/2014/main" id="{D59037E4-C048-0A4E-A583-872181CC3112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5" name="Freeform 814">
              <a:extLst>
                <a:ext uri="{FF2B5EF4-FFF2-40B4-BE49-F238E27FC236}">
                  <a16:creationId xmlns:a16="http://schemas.microsoft.com/office/drawing/2014/main" id="{CC466247-B811-3E4C-A825-A3BA484A7143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6" name="Freeform 815">
              <a:extLst>
                <a:ext uri="{FF2B5EF4-FFF2-40B4-BE49-F238E27FC236}">
                  <a16:creationId xmlns:a16="http://schemas.microsoft.com/office/drawing/2014/main" id="{556246FF-790A-3B49-80F8-16FFCBEE2CD9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7" name="Freeform 816">
              <a:extLst>
                <a:ext uri="{FF2B5EF4-FFF2-40B4-BE49-F238E27FC236}">
                  <a16:creationId xmlns:a16="http://schemas.microsoft.com/office/drawing/2014/main" id="{CF75E525-7DB6-D149-96B2-FEFF6EA7666C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8" name="Freeform 817">
              <a:extLst>
                <a:ext uri="{FF2B5EF4-FFF2-40B4-BE49-F238E27FC236}">
                  <a16:creationId xmlns:a16="http://schemas.microsoft.com/office/drawing/2014/main" id="{7ADDC211-A797-6F43-87A6-3622E074D220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271B1AC1-168C-AF4E-A466-C8FA9C79BC35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CAD2C64E-715F-1346-917D-73682A83EC2E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1" name="Freeform 820">
              <a:extLst>
                <a:ext uri="{FF2B5EF4-FFF2-40B4-BE49-F238E27FC236}">
                  <a16:creationId xmlns:a16="http://schemas.microsoft.com/office/drawing/2014/main" id="{F58EC71A-6602-8042-8013-4E08CF0019C5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2" name="Freeform 821">
              <a:extLst>
                <a:ext uri="{FF2B5EF4-FFF2-40B4-BE49-F238E27FC236}">
                  <a16:creationId xmlns:a16="http://schemas.microsoft.com/office/drawing/2014/main" id="{6AD8AF57-0E0A-274D-950F-AA18ABF2C27A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3" name="Freeform 822">
              <a:extLst>
                <a:ext uri="{FF2B5EF4-FFF2-40B4-BE49-F238E27FC236}">
                  <a16:creationId xmlns:a16="http://schemas.microsoft.com/office/drawing/2014/main" id="{E4614CDB-646A-7B48-8E95-B96FF786171B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4" name="Freeform 823">
              <a:extLst>
                <a:ext uri="{FF2B5EF4-FFF2-40B4-BE49-F238E27FC236}">
                  <a16:creationId xmlns:a16="http://schemas.microsoft.com/office/drawing/2014/main" id="{40BB68B0-B6FF-F54F-ABF3-D77F9BBB9B65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5" name="Freeform 824">
              <a:extLst>
                <a:ext uri="{FF2B5EF4-FFF2-40B4-BE49-F238E27FC236}">
                  <a16:creationId xmlns:a16="http://schemas.microsoft.com/office/drawing/2014/main" id="{C439FF37-0C71-E945-A5D3-2C6CC3EA6359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6" name="Freeform 825">
              <a:extLst>
                <a:ext uri="{FF2B5EF4-FFF2-40B4-BE49-F238E27FC236}">
                  <a16:creationId xmlns:a16="http://schemas.microsoft.com/office/drawing/2014/main" id="{8C6BCE89-A2EB-6F48-8C1C-A23EEB734047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7" name="Freeform 826">
              <a:extLst>
                <a:ext uri="{FF2B5EF4-FFF2-40B4-BE49-F238E27FC236}">
                  <a16:creationId xmlns:a16="http://schemas.microsoft.com/office/drawing/2014/main" id="{9B183C80-19C4-0345-B113-2324CB313D6B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8" name="Freeform 827">
              <a:extLst>
                <a:ext uri="{FF2B5EF4-FFF2-40B4-BE49-F238E27FC236}">
                  <a16:creationId xmlns:a16="http://schemas.microsoft.com/office/drawing/2014/main" id="{FDBF8660-661E-D74F-A419-0E8BBBAFE570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6272EF8F-A2F4-994B-9605-54B7D372EBF8}"/>
              </a:ext>
            </a:extLst>
          </p:cNvPr>
          <p:cNvGrpSpPr/>
          <p:nvPr/>
        </p:nvGrpSpPr>
        <p:grpSpPr>
          <a:xfrm>
            <a:off x="6602931" y="4951291"/>
            <a:ext cx="1187259" cy="1001551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830" name="Freeform 829">
              <a:extLst>
                <a:ext uri="{FF2B5EF4-FFF2-40B4-BE49-F238E27FC236}">
                  <a16:creationId xmlns:a16="http://schemas.microsoft.com/office/drawing/2014/main" id="{7B68B0AD-4E9E-3B45-8A3E-B7A56AC154F8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1" name="Freeform 830">
              <a:extLst>
                <a:ext uri="{FF2B5EF4-FFF2-40B4-BE49-F238E27FC236}">
                  <a16:creationId xmlns:a16="http://schemas.microsoft.com/office/drawing/2014/main" id="{5AC2EAAD-6C91-8443-8E11-0016AF605D2B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2" name="Freeform 831">
              <a:extLst>
                <a:ext uri="{FF2B5EF4-FFF2-40B4-BE49-F238E27FC236}">
                  <a16:creationId xmlns:a16="http://schemas.microsoft.com/office/drawing/2014/main" id="{16FB4704-B5C0-6443-A772-B89A500D92B6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3" name="Freeform 832">
              <a:extLst>
                <a:ext uri="{FF2B5EF4-FFF2-40B4-BE49-F238E27FC236}">
                  <a16:creationId xmlns:a16="http://schemas.microsoft.com/office/drawing/2014/main" id="{8C863204-9067-2E4D-B81F-B5EB3018F556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4" name="Freeform 833">
              <a:extLst>
                <a:ext uri="{FF2B5EF4-FFF2-40B4-BE49-F238E27FC236}">
                  <a16:creationId xmlns:a16="http://schemas.microsoft.com/office/drawing/2014/main" id="{E17EDD95-9C41-5F4E-8B69-E764D3C106B9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5" name="Freeform 834">
              <a:extLst>
                <a:ext uri="{FF2B5EF4-FFF2-40B4-BE49-F238E27FC236}">
                  <a16:creationId xmlns:a16="http://schemas.microsoft.com/office/drawing/2014/main" id="{24BEB4A8-C599-024C-A525-662AF6AA2DAD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6" name="Freeform 835">
              <a:extLst>
                <a:ext uri="{FF2B5EF4-FFF2-40B4-BE49-F238E27FC236}">
                  <a16:creationId xmlns:a16="http://schemas.microsoft.com/office/drawing/2014/main" id="{F64A5382-FBAA-D64F-A3BC-82E21CA307ED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7" name="Freeform 836">
              <a:extLst>
                <a:ext uri="{FF2B5EF4-FFF2-40B4-BE49-F238E27FC236}">
                  <a16:creationId xmlns:a16="http://schemas.microsoft.com/office/drawing/2014/main" id="{E4197AE1-9B71-DA42-8CB5-5C34705B303F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8" name="Freeform 837">
              <a:extLst>
                <a:ext uri="{FF2B5EF4-FFF2-40B4-BE49-F238E27FC236}">
                  <a16:creationId xmlns:a16="http://schemas.microsoft.com/office/drawing/2014/main" id="{214BF19A-BE75-7141-9CED-241D04FBCB0A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9" name="Freeform 838">
              <a:extLst>
                <a:ext uri="{FF2B5EF4-FFF2-40B4-BE49-F238E27FC236}">
                  <a16:creationId xmlns:a16="http://schemas.microsoft.com/office/drawing/2014/main" id="{20D61F3B-D783-8A49-8C7A-116EE6A816D1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0" name="Freeform 839">
              <a:extLst>
                <a:ext uri="{FF2B5EF4-FFF2-40B4-BE49-F238E27FC236}">
                  <a16:creationId xmlns:a16="http://schemas.microsoft.com/office/drawing/2014/main" id="{42B907A7-C8F5-114B-92DD-A07BDD3D40B8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1" name="Freeform 840">
              <a:extLst>
                <a:ext uri="{FF2B5EF4-FFF2-40B4-BE49-F238E27FC236}">
                  <a16:creationId xmlns:a16="http://schemas.microsoft.com/office/drawing/2014/main" id="{C254AEEE-86FD-DD4F-8E3C-66D4916FA020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2" name="Freeform 841">
              <a:extLst>
                <a:ext uri="{FF2B5EF4-FFF2-40B4-BE49-F238E27FC236}">
                  <a16:creationId xmlns:a16="http://schemas.microsoft.com/office/drawing/2014/main" id="{D7263A60-3915-414B-BE44-97B906BCCF18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3" name="Freeform 842">
              <a:extLst>
                <a:ext uri="{FF2B5EF4-FFF2-40B4-BE49-F238E27FC236}">
                  <a16:creationId xmlns:a16="http://schemas.microsoft.com/office/drawing/2014/main" id="{1F9D8B91-F06F-054F-92B9-7833D5C712A7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4" name="Freeform 843">
              <a:extLst>
                <a:ext uri="{FF2B5EF4-FFF2-40B4-BE49-F238E27FC236}">
                  <a16:creationId xmlns:a16="http://schemas.microsoft.com/office/drawing/2014/main" id="{969731BA-0FEC-F04A-AE7A-D7FC83BA4A35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5" name="Freeform 844">
              <a:extLst>
                <a:ext uri="{FF2B5EF4-FFF2-40B4-BE49-F238E27FC236}">
                  <a16:creationId xmlns:a16="http://schemas.microsoft.com/office/drawing/2014/main" id="{291C517E-74CD-C441-B6F9-56A62836280F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46" name="Group 845">
            <a:extLst>
              <a:ext uri="{FF2B5EF4-FFF2-40B4-BE49-F238E27FC236}">
                <a16:creationId xmlns:a16="http://schemas.microsoft.com/office/drawing/2014/main" id="{C82798A6-19A4-054B-9767-804619C21A7A}"/>
              </a:ext>
            </a:extLst>
          </p:cNvPr>
          <p:cNvGrpSpPr/>
          <p:nvPr/>
        </p:nvGrpSpPr>
        <p:grpSpPr>
          <a:xfrm>
            <a:off x="7782199" y="5244980"/>
            <a:ext cx="836947" cy="671175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847" name="Freeform 846">
              <a:extLst>
                <a:ext uri="{FF2B5EF4-FFF2-40B4-BE49-F238E27FC236}">
                  <a16:creationId xmlns:a16="http://schemas.microsoft.com/office/drawing/2014/main" id="{A518AF0E-041D-2849-A455-1EC9DD15C838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8" name="Freeform 847">
              <a:extLst>
                <a:ext uri="{FF2B5EF4-FFF2-40B4-BE49-F238E27FC236}">
                  <a16:creationId xmlns:a16="http://schemas.microsoft.com/office/drawing/2014/main" id="{E72C085B-59A5-7A4D-BBC7-1D53B71497A8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9" name="Freeform 848">
              <a:extLst>
                <a:ext uri="{FF2B5EF4-FFF2-40B4-BE49-F238E27FC236}">
                  <a16:creationId xmlns:a16="http://schemas.microsoft.com/office/drawing/2014/main" id="{B2CF9E43-AC0C-0F4B-9242-6BA334BBFB23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0" name="Freeform 849">
              <a:extLst>
                <a:ext uri="{FF2B5EF4-FFF2-40B4-BE49-F238E27FC236}">
                  <a16:creationId xmlns:a16="http://schemas.microsoft.com/office/drawing/2014/main" id="{1795972A-07C7-7E4D-A98A-FDE2CF2EC38D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1" name="Freeform 850">
              <a:extLst>
                <a:ext uri="{FF2B5EF4-FFF2-40B4-BE49-F238E27FC236}">
                  <a16:creationId xmlns:a16="http://schemas.microsoft.com/office/drawing/2014/main" id="{ED41B20F-3827-A94B-9CC5-3CF395A2F0D3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2" name="Freeform 851">
              <a:extLst>
                <a:ext uri="{FF2B5EF4-FFF2-40B4-BE49-F238E27FC236}">
                  <a16:creationId xmlns:a16="http://schemas.microsoft.com/office/drawing/2014/main" id="{C239FDF3-A45F-2244-91E1-B2600E786FC6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3" name="Freeform 852">
              <a:extLst>
                <a:ext uri="{FF2B5EF4-FFF2-40B4-BE49-F238E27FC236}">
                  <a16:creationId xmlns:a16="http://schemas.microsoft.com/office/drawing/2014/main" id="{F6E52C45-F71F-634F-A70F-B6ECD6483216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4" name="Freeform 853">
              <a:extLst>
                <a:ext uri="{FF2B5EF4-FFF2-40B4-BE49-F238E27FC236}">
                  <a16:creationId xmlns:a16="http://schemas.microsoft.com/office/drawing/2014/main" id="{E0F419ED-719F-C945-98D5-8F9118DC6D2F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5" name="Freeform 854">
              <a:extLst>
                <a:ext uri="{FF2B5EF4-FFF2-40B4-BE49-F238E27FC236}">
                  <a16:creationId xmlns:a16="http://schemas.microsoft.com/office/drawing/2014/main" id="{196FA9EE-8985-5144-844B-BAB08BAB7207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6" name="Freeform 855">
              <a:extLst>
                <a:ext uri="{FF2B5EF4-FFF2-40B4-BE49-F238E27FC236}">
                  <a16:creationId xmlns:a16="http://schemas.microsoft.com/office/drawing/2014/main" id="{FC3030DF-A1E3-D044-B9F9-DF287BA02FF7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7" name="Freeform 856">
              <a:extLst>
                <a:ext uri="{FF2B5EF4-FFF2-40B4-BE49-F238E27FC236}">
                  <a16:creationId xmlns:a16="http://schemas.microsoft.com/office/drawing/2014/main" id="{081964B9-4C94-5145-807B-BD4F7EC62371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8" name="Freeform 857">
              <a:extLst>
                <a:ext uri="{FF2B5EF4-FFF2-40B4-BE49-F238E27FC236}">
                  <a16:creationId xmlns:a16="http://schemas.microsoft.com/office/drawing/2014/main" id="{838C2EE0-2550-0D40-BF56-19E55A891E60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9" name="Freeform 858">
              <a:extLst>
                <a:ext uri="{FF2B5EF4-FFF2-40B4-BE49-F238E27FC236}">
                  <a16:creationId xmlns:a16="http://schemas.microsoft.com/office/drawing/2014/main" id="{9BA58F27-7030-844D-8C0D-1EFDF42A25C8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0" name="Freeform 859">
              <a:extLst>
                <a:ext uri="{FF2B5EF4-FFF2-40B4-BE49-F238E27FC236}">
                  <a16:creationId xmlns:a16="http://schemas.microsoft.com/office/drawing/2014/main" id="{0C63545E-E380-1A48-BC3A-AB52480A4B73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1" name="Freeform 860">
              <a:extLst>
                <a:ext uri="{FF2B5EF4-FFF2-40B4-BE49-F238E27FC236}">
                  <a16:creationId xmlns:a16="http://schemas.microsoft.com/office/drawing/2014/main" id="{8167FD58-6BCF-1341-B1E2-F4C8826C21F6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2" name="Freeform 861">
              <a:extLst>
                <a:ext uri="{FF2B5EF4-FFF2-40B4-BE49-F238E27FC236}">
                  <a16:creationId xmlns:a16="http://schemas.microsoft.com/office/drawing/2014/main" id="{084EE5B3-8225-F74B-9F1C-A48CDC174C46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60FB761E-1E42-A44C-8165-84463686F004}"/>
              </a:ext>
            </a:extLst>
          </p:cNvPr>
          <p:cNvGrpSpPr/>
          <p:nvPr/>
        </p:nvGrpSpPr>
        <p:grpSpPr>
          <a:xfrm>
            <a:off x="7620196" y="5196055"/>
            <a:ext cx="836947" cy="671175"/>
            <a:chOff x="1250506" y="2811144"/>
            <a:chExt cx="3409311" cy="3457052"/>
          </a:xfrm>
          <a:solidFill>
            <a:srgbClr val="AB7942"/>
          </a:solidFill>
        </p:grpSpPr>
        <p:sp>
          <p:nvSpPr>
            <p:cNvPr id="864" name="Freeform 863">
              <a:extLst>
                <a:ext uri="{FF2B5EF4-FFF2-40B4-BE49-F238E27FC236}">
                  <a16:creationId xmlns:a16="http://schemas.microsoft.com/office/drawing/2014/main" id="{550F3BC7-8553-384D-86DD-6BBC545BAF7B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5" name="Freeform 864">
              <a:extLst>
                <a:ext uri="{FF2B5EF4-FFF2-40B4-BE49-F238E27FC236}">
                  <a16:creationId xmlns:a16="http://schemas.microsoft.com/office/drawing/2014/main" id="{0644F63A-8D14-C74B-B26D-7C7009CE6EF2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6" name="Freeform 865">
              <a:extLst>
                <a:ext uri="{FF2B5EF4-FFF2-40B4-BE49-F238E27FC236}">
                  <a16:creationId xmlns:a16="http://schemas.microsoft.com/office/drawing/2014/main" id="{51B9F219-CE9E-9C42-BFAB-0458BB0FED53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7" name="Freeform 866">
              <a:extLst>
                <a:ext uri="{FF2B5EF4-FFF2-40B4-BE49-F238E27FC236}">
                  <a16:creationId xmlns:a16="http://schemas.microsoft.com/office/drawing/2014/main" id="{619282D5-AC09-1849-A930-AA1FD8FBCEAF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8" name="Freeform 867">
              <a:extLst>
                <a:ext uri="{FF2B5EF4-FFF2-40B4-BE49-F238E27FC236}">
                  <a16:creationId xmlns:a16="http://schemas.microsoft.com/office/drawing/2014/main" id="{4EB3EEEE-6488-1F46-BA6B-030BADFEB35A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9" name="Freeform 868">
              <a:extLst>
                <a:ext uri="{FF2B5EF4-FFF2-40B4-BE49-F238E27FC236}">
                  <a16:creationId xmlns:a16="http://schemas.microsoft.com/office/drawing/2014/main" id="{4AA0245B-6B16-894A-9F8D-A24F1A5DE38E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0" name="Freeform 869">
              <a:extLst>
                <a:ext uri="{FF2B5EF4-FFF2-40B4-BE49-F238E27FC236}">
                  <a16:creationId xmlns:a16="http://schemas.microsoft.com/office/drawing/2014/main" id="{1DD9D1BD-88D5-2F44-A4AE-83772B1D7ECE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1" name="Freeform 870">
              <a:extLst>
                <a:ext uri="{FF2B5EF4-FFF2-40B4-BE49-F238E27FC236}">
                  <a16:creationId xmlns:a16="http://schemas.microsoft.com/office/drawing/2014/main" id="{92D7498D-CD6F-F34A-9BE5-C755E5F62B4C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2" name="Freeform 871">
              <a:extLst>
                <a:ext uri="{FF2B5EF4-FFF2-40B4-BE49-F238E27FC236}">
                  <a16:creationId xmlns:a16="http://schemas.microsoft.com/office/drawing/2014/main" id="{2A3D0CFC-E52D-D74E-BDD1-FEB2C3A380CD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3" name="Freeform 872">
              <a:extLst>
                <a:ext uri="{FF2B5EF4-FFF2-40B4-BE49-F238E27FC236}">
                  <a16:creationId xmlns:a16="http://schemas.microsoft.com/office/drawing/2014/main" id="{668E262A-6302-4349-8350-8FFD798E5108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4" name="Freeform 873">
              <a:extLst>
                <a:ext uri="{FF2B5EF4-FFF2-40B4-BE49-F238E27FC236}">
                  <a16:creationId xmlns:a16="http://schemas.microsoft.com/office/drawing/2014/main" id="{518D703F-0C8D-B344-95FC-29F7BD80780D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5" name="Freeform 874">
              <a:extLst>
                <a:ext uri="{FF2B5EF4-FFF2-40B4-BE49-F238E27FC236}">
                  <a16:creationId xmlns:a16="http://schemas.microsoft.com/office/drawing/2014/main" id="{74E6C2A4-B2F4-2043-BE17-CF470F489AAA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6" name="Freeform 875">
              <a:extLst>
                <a:ext uri="{FF2B5EF4-FFF2-40B4-BE49-F238E27FC236}">
                  <a16:creationId xmlns:a16="http://schemas.microsoft.com/office/drawing/2014/main" id="{7BB64411-76A6-454F-99E0-8010869DB278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B3375489-9E5D-CD43-B989-074DEB0598BD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8" name="Freeform 877">
              <a:extLst>
                <a:ext uri="{FF2B5EF4-FFF2-40B4-BE49-F238E27FC236}">
                  <a16:creationId xmlns:a16="http://schemas.microsoft.com/office/drawing/2014/main" id="{C63B611B-22EB-704F-A754-4206C1DA3A3B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9" name="Freeform 878">
              <a:extLst>
                <a:ext uri="{FF2B5EF4-FFF2-40B4-BE49-F238E27FC236}">
                  <a16:creationId xmlns:a16="http://schemas.microsoft.com/office/drawing/2014/main" id="{453DFE54-431C-6840-B45B-8AAD0FA2FC81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80" name="Group 879">
            <a:extLst>
              <a:ext uri="{FF2B5EF4-FFF2-40B4-BE49-F238E27FC236}">
                <a16:creationId xmlns:a16="http://schemas.microsoft.com/office/drawing/2014/main" id="{9F2261B1-3201-AC4B-90A2-765D890E22F6}"/>
              </a:ext>
            </a:extLst>
          </p:cNvPr>
          <p:cNvGrpSpPr/>
          <p:nvPr/>
        </p:nvGrpSpPr>
        <p:grpSpPr>
          <a:xfrm>
            <a:off x="7149807" y="4938801"/>
            <a:ext cx="1181893" cy="1016676"/>
            <a:chOff x="1250506" y="2811144"/>
            <a:chExt cx="3409311" cy="3457052"/>
          </a:xfrm>
          <a:solidFill>
            <a:srgbClr val="B5B06C"/>
          </a:solidFill>
        </p:grpSpPr>
        <p:sp>
          <p:nvSpPr>
            <p:cNvPr id="881" name="Freeform 880">
              <a:extLst>
                <a:ext uri="{FF2B5EF4-FFF2-40B4-BE49-F238E27FC236}">
                  <a16:creationId xmlns:a16="http://schemas.microsoft.com/office/drawing/2014/main" id="{77A98C51-25A9-7B49-9EBA-D337BEADD8F3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2" name="Freeform 881">
              <a:extLst>
                <a:ext uri="{FF2B5EF4-FFF2-40B4-BE49-F238E27FC236}">
                  <a16:creationId xmlns:a16="http://schemas.microsoft.com/office/drawing/2014/main" id="{66D52E2E-7846-5A48-9E5F-7CCEC31681FD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3" name="Freeform 882">
              <a:extLst>
                <a:ext uri="{FF2B5EF4-FFF2-40B4-BE49-F238E27FC236}">
                  <a16:creationId xmlns:a16="http://schemas.microsoft.com/office/drawing/2014/main" id="{54E3EDCD-C69A-E545-A225-11994A4F514D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330C6C08-C75C-9941-8F38-7C6B23967F69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5" name="Freeform 884">
              <a:extLst>
                <a:ext uri="{FF2B5EF4-FFF2-40B4-BE49-F238E27FC236}">
                  <a16:creationId xmlns:a16="http://schemas.microsoft.com/office/drawing/2014/main" id="{FF35FC40-F44B-8B4E-8E39-B46B89599385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6" name="Freeform 885">
              <a:extLst>
                <a:ext uri="{FF2B5EF4-FFF2-40B4-BE49-F238E27FC236}">
                  <a16:creationId xmlns:a16="http://schemas.microsoft.com/office/drawing/2014/main" id="{F7A654AC-F69F-204E-A605-7E892BC8A2C8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7" name="Freeform 886">
              <a:extLst>
                <a:ext uri="{FF2B5EF4-FFF2-40B4-BE49-F238E27FC236}">
                  <a16:creationId xmlns:a16="http://schemas.microsoft.com/office/drawing/2014/main" id="{C4BD3C6F-9733-604F-82D4-C290DF0D316E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8" name="Freeform 887">
              <a:extLst>
                <a:ext uri="{FF2B5EF4-FFF2-40B4-BE49-F238E27FC236}">
                  <a16:creationId xmlns:a16="http://schemas.microsoft.com/office/drawing/2014/main" id="{2CF1C354-DE4A-9844-853B-FB5147A7E7ED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9" name="Freeform 888">
              <a:extLst>
                <a:ext uri="{FF2B5EF4-FFF2-40B4-BE49-F238E27FC236}">
                  <a16:creationId xmlns:a16="http://schemas.microsoft.com/office/drawing/2014/main" id="{7C04888B-98C0-F349-A7A6-7D3BE3C588C8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0" name="Freeform 889">
              <a:extLst>
                <a:ext uri="{FF2B5EF4-FFF2-40B4-BE49-F238E27FC236}">
                  <a16:creationId xmlns:a16="http://schemas.microsoft.com/office/drawing/2014/main" id="{60DE7371-48FF-3745-B7CB-20B6FF103CD9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48D95F84-2CFA-E643-86F0-17873A40B2AD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2" name="Freeform 891">
              <a:extLst>
                <a:ext uri="{FF2B5EF4-FFF2-40B4-BE49-F238E27FC236}">
                  <a16:creationId xmlns:a16="http://schemas.microsoft.com/office/drawing/2014/main" id="{1FA458D1-9AE4-664F-A94C-158065E3701A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3" name="Freeform 892">
              <a:extLst>
                <a:ext uri="{FF2B5EF4-FFF2-40B4-BE49-F238E27FC236}">
                  <a16:creationId xmlns:a16="http://schemas.microsoft.com/office/drawing/2014/main" id="{429C8DD6-1792-6048-9A1B-CF83E376CEEC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4" name="Freeform 893">
              <a:extLst>
                <a:ext uri="{FF2B5EF4-FFF2-40B4-BE49-F238E27FC236}">
                  <a16:creationId xmlns:a16="http://schemas.microsoft.com/office/drawing/2014/main" id="{9499B66F-8DB9-E544-A92B-275917C989A3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5" name="Freeform 894">
              <a:extLst>
                <a:ext uri="{FF2B5EF4-FFF2-40B4-BE49-F238E27FC236}">
                  <a16:creationId xmlns:a16="http://schemas.microsoft.com/office/drawing/2014/main" id="{64F4E051-AEFA-6B45-B893-224A7604C3A7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6" name="Freeform 895">
              <a:extLst>
                <a:ext uri="{FF2B5EF4-FFF2-40B4-BE49-F238E27FC236}">
                  <a16:creationId xmlns:a16="http://schemas.microsoft.com/office/drawing/2014/main" id="{73AA48D6-199E-0E4E-9707-DA97A71D1EEE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97" name="Group 896">
            <a:extLst>
              <a:ext uri="{FF2B5EF4-FFF2-40B4-BE49-F238E27FC236}">
                <a16:creationId xmlns:a16="http://schemas.microsoft.com/office/drawing/2014/main" id="{73ED806F-1209-6245-B56D-2D63EA1A9D56}"/>
              </a:ext>
            </a:extLst>
          </p:cNvPr>
          <p:cNvGrpSpPr/>
          <p:nvPr/>
        </p:nvGrpSpPr>
        <p:grpSpPr>
          <a:xfrm>
            <a:off x="8283678" y="5241995"/>
            <a:ext cx="836947" cy="671175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3C843C1F-E44D-7148-BD71-EB839798E27F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9" name="Freeform 898">
              <a:extLst>
                <a:ext uri="{FF2B5EF4-FFF2-40B4-BE49-F238E27FC236}">
                  <a16:creationId xmlns:a16="http://schemas.microsoft.com/office/drawing/2014/main" id="{8F4D1F06-DCCB-234E-AC56-87D95496B79E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0" name="Freeform 899">
              <a:extLst>
                <a:ext uri="{FF2B5EF4-FFF2-40B4-BE49-F238E27FC236}">
                  <a16:creationId xmlns:a16="http://schemas.microsoft.com/office/drawing/2014/main" id="{57C2D915-D24D-F947-9DC7-85057D6DAE69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1" name="Freeform 900">
              <a:extLst>
                <a:ext uri="{FF2B5EF4-FFF2-40B4-BE49-F238E27FC236}">
                  <a16:creationId xmlns:a16="http://schemas.microsoft.com/office/drawing/2014/main" id="{FF7D2D11-D305-5A4B-B52C-53707B6BEB22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2" name="Freeform 901">
              <a:extLst>
                <a:ext uri="{FF2B5EF4-FFF2-40B4-BE49-F238E27FC236}">
                  <a16:creationId xmlns:a16="http://schemas.microsoft.com/office/drawing/2014/main" id="{54C49E37-AE1A-8B4D-88D5-84DCA37B4422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3" name="Freeform 902">
              <a:extLst>
                <a:ext uri="{FF2B5EF4-FFF2-40B4-BE49-F238E27FC236}">
                  <a16:creationId xmlns:a16="http://schemas.microsoft.com/office/drawing/2014/main" id="{D240803E-481C-4F45-8992-1AF8C4EAFA29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4" name="Freeform 903">
              <a:extLst>
                <a:ext uri="{FF2B5EF4-FFF2-40B4-BE49-F238E27FC236}">
                  <a16:creationId xmlns:a16="http://schemas.microsoft.com/office/drawing/2014/main" id="{81170A4A-01E6-F546-8E82-0D4A20A4107E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D1ED41B5-987C-604B-896A-CB7AAAF0DE3C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6" name="Freeform 905">
              <a:extLst>
                <a:ext uri="{FF2B5EF4-FFF2-40B4-BE49-F238E27FC236}">
                  <a16:creationId xmlns:a16="http://schemas.microsoft.com/office/drawing/2014/main" id="{CB4AF52B-DA2D-B64B-AA59-D1CF6C12E73C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7" name="Freeform 906">
              <a:extLst>
                <a:ext uri="{FF2B5EF4-FFF2-40B4-BE49-F238E27FC236}">
                  <a16:creationId xmlns:a16="http://schemas.microsoft.com/office/drawing/2014/main" id="{723FC26F-E091-4045-ABBE-544E2C8CB2E2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8" name="Freeform 907">
              <a:extLst>
                <a:ext uri="{FF2B5EF4-FFF2-40B4-BE49-F238E27FC236}">
                  <a16:creationId xmlns:a16="http://schemas.microsoft.com/office/drawing/2014/main" id="{CB8BC53D-2E81-074D-B709-435AF571E713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9" name="Freeform 908">
              <a:extLst>
                <a:ext uri="{FF2B5EF4-FFF2-40B4-BE49-F238E27FC236}">
                  <a16:creationId xmlns:a16="http://schemas.microsoft.com/office/drawing/2014/main" id="{07E1A229-25BE-F041-8421-82D7A1B309BD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0" name="Freeform 909">
              <a:extLst>
                <a:ext uri="{FF2B5EF4-FFF2-40B4-BE49-F238E27FC236}">
                  <a16:creationId xmlns:a16="http://schemas.microsoft.com/office/drawing/2014/main" id="{8EABA923-DBCA-7B46-A464-82A0299FAFC2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1" name="Freeform 910">
              <a:extLst>
                <a:ext uri="{FF2B5EF4-FFF2-40B4-BE49-F238E27FC236}">
                  <a16:creationId xmlns:a16="http://schemas.microsoft.com/office/drawing/2014/main" id="{80905582-E3E6-0F45-8FB6-999764EA4159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2BA461E7-BAC6-144D-B5C7-53B2AC64D36D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3" name="Freeform 912">
              <a:extLst>
                <a:ext uri="{FF2B5EF4-FFF2-40B4-BE49-F238E27FC236}">
                  <a16:creationId xmlns:a16="http://schemas.microsoft.com/office/drawing/2014/main" id="{CA520995-9DF6-5146-AD9D-C05145738805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14" name="Group 913">
            <a:extLst>
              <a:ext uri="{FF2B5EF4-FFF2-40B4-BE49-F238E27FC236}">
                <a16:creationId xmlns:a16="http://schemas.microsoft.com/office/drawing/2014/main" id="{6206D56F-68C0-7E48-AF98-C8D1D4DF25DC}"/>
              </a:ext>
            </a:extLst>
          </p:cNvPr>
          <p:cNvGrpSpPr/>
          <p:nvPr/>
        </p:nvGrpSpPr>
        <p:grpSpPr>
          <a:xfrm>
            <a:off x="8061676" y="5252792"/>
            <a:ext cx="836947" cy="671175"/>
            <a:chOff x="1250506" y="2811144"/>
            <a:chExt cx="3409311" cy="3457052"/>
          </a:xfrm>
          <a:solidFill>
            <a:srgbClr val="D0CA7A"/>
          </a:solidFill>
        </p:grpSpPr>
        <p:sp>
          <p:nvSpPr>
            <p:cNvPr id="915" name="Freeform 914">
              <a:extLst>
                <a:ext uri="{FF2B5EF4-FFF2-40B4-BE49-F238E27FC236}">
                  <a16:creationId xmlns:a16="http://schemas.microsoft.com/office/drawing/2014/main" id="{C467ECCD-EC80-FD42-8AF4-98D6A6A79D4A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6" name="Freeform 915">
              <a:extLst>
                <a:ext uri="{FF2B5EF4-FFF2-40B4-BE49-F238E27FC236}">
                  <a16:creationId xmlns:a16="http://schemas.microsoft.com/office/drawing/2014/main" id="{93D8394E-D9B5-2441-AEB5-2C6765CCFF8E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7" name="Freeform 916">
              <a:extLst>
                <a:ext uri="{FF2B5EF4-FFF2-40B4-BE49-F238E27FC236}">
                  <a16:creationId xmlns:a16="http://schemas.microsoft.com/office/drawing/2014/main" id="{9D0BDFE2-8260-4047-B7F9-4E1087E166F1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8" name="Freeform 917">
              <a:extLst>
                <a:ext uri="{FF2B5EF4-FFF2-40B4-BE49-F238E27FC236}">
                  <a16:creationId xmlns:a16="http://schemas.microsoft.com/office/drawing/2014/main" id="{BCF83632-12D9-BB4B-91CF-BAD0B58F1E70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9D38CE1B-9B9C-1446-B868-7606DC4C9F01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0" name="Freeform 919">
              <a:extLst>
                <a:ext uri="{FF2B5EF4-FFF2-40B4-BE49-F238E27FC236}">
                  <a16:creationId xmlns:a16="http://schemas.microsoft.com/office/drawing/2014/main" id="{C2A3A368-1022-7A44-9031-FAB0083B0418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1" name="Freeform 920">
              <a:extLst>
                <a:ext uri="{FF2B5EF4-FFF2-40B4-BE49-F238E27FC236}">
                  <a16:creationId xmlns:a16="http://schemas.microsoft.com/office/drawing/2014/main" id="{FCC99D33-8AC2-AE4B-9401-C6C7256D933B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2" name="Freeform 921">
              <a:extLst>
                <a:ext uri="{FF2B5EF4-FFF2-40B4-BE49-F238E27FC236}">
                  <a16:creationId xmlns:a16="http://schemas.microsoft.com/office/drawing/2014/main" id="{9CB36EBC-5ECA-BF4D-A99A-0718DA5933E5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3" name="Freeform 922">
              <a:extLst>
                <a:ext uri="{FF2B5EF4-FFF2-40B4-BE49-F238E27FC236}">
                  <a16:creationId xmlns:a16="http://schemas.microsoft.com/office/drawing/2014/main" id="{C7122BDC-3C7E-D845-8A65-24DB606A82D6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4" name="Freeform 923">
              <a:extLst>
                <a:ext uri="{FF2B5EF4-FFF2-40B4-BE49-F238E27FC236}">
                  <a16:creationId xmlns:a16="http://schemas.microsoft.com/office/drawing/2014/main" id="{33F39E48-A991-6245-8CE9-45344E6B0C4C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5" name="Freeform 924">
              <a:extLst>
                <a:ext uri="{FF2B5EF4-FFF2-40B4-BE49-F238E27FC236}">
                  <a16:creationId xmlns:a16="http://schemas.microsoft.com/office/drawing/2014/main" id="{ED075384-C9DF-764D-BD51-93222D2A6302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ED7ACFCA-6A89-E546-A864-BCF027835A8E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9DB96CF6-BE67-EB42-AB1C-32752AB5A31C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67895B5D-AFEB-6247-8397-1C2EFD8446A1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7711BF14-06C5-484A-8AC6-E66B55581AC4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6B4ACD66-F189-B745-9091-E95C00BEEC30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31" name="Group 930">
            <a:extLst>
              <a:ext uri="{FF2B5EF4-FFF2-40B4-BE49-F238E27FC236}">
                <a16:creationId xmlns:a16="http://schemas.microsoft.com/office/drawing/2014/main" id="{F872BBAC-6172-6246-986B-1C981EC87E89}"/>
              </a:ext>
            </a:extLst>
          </p:cNvPr>
          <p:cNvGrpSpPr/>
          <p:nvPr/>
        </p:nvGrpSpPr>
        <p:grpSpPr>
          <a:xfrm>
            <a:off x="7197763" y="5266264"/>
            <a:ext cx="836947" cy="671175"/>
            <a:chOff x="1250506" y="2811144"/>
            <a:chExt cx="3409311" cy="3457052"/>
          </a:xfrm>
          <a:solidFill>
            <a:srgbClr val="B5B06C"/>
          </a:solidFill>
        </p:grpSpPr>
        <p:sp>
          <p:nvSpPr>
            <p:cNvPr id="932" name="Freeform 931">
              <a:extLst>
                <a:ext uri="{FF2B5EF4-FFF2-40B4-BE49-F238E27FC236}">
                  <a16:creationId xmlns:a16="http://schemas.microsoft.com/office/drawing/2014/main" id="{8538E9CB-C06C-6742-A719-6A64ABEFD54C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78C3ABE1-53E5-AF40-8828-DAD01405D53E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4" name="Freeform 933">
              <a:extLst>
                <a:ext uri="{FF2B5EF4-FFF2-40B4-BE49-F238E27FC236}">
                  <a16:creationId xmlns:a16="http://schemas.microsoft.com/office/drawing/2014/main" id="{CFB13C5A-2D7B-D04D-9C91-F70846152EBB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5" name="Freeform 934">
              <a:extLst>
                <a:ext uri="{FF2B5EF4-FFF2-40B4-BE49-F238E27FC236}">
                  <a16:creationId xmlns:a16="http://schemas.microsoft.com/office/drawing/2014/main" id="{73848E16-B874-9649-922D-23DAB2885F19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6" name="Freeform 935">
              <a:extLst>
                <a:ext uri="{FF2B5EF4-FFF2-40B4-BE49-F238E27FC236}">
                  <a16:creationId xmlns:a16="http://schemas.microsoft.com/office/drawing/2014/main" id="{C648E2DC-7AC7-4C4F-B759-ECEC969D9221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7" name="Freeform 936">
              <a:extLst>
                <a:ext uri="{FF2B5EF4-FFF2-40B4-BE49-F238E27FC236}">
                  <a16:creationId xmlns:a16="http://schemas.microsoft.com/office/drawing/2014/main" id="{D2BF8576-3314-EC4B-959F-5CE3AC18CEB5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8" name="Freeform 937">
              <a:extLst>
                <a:ext uri="{FF2B5EF4-FFF2-40B4-BE49-F238E27FC236}">
                  <a16:creationId xmlns:a16="http://schemas.microsoft.com/office/drawing/2014/main" id="{AC6BC9BA-E1E5-D447-95E8-F0B3A2C430E5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9" name="Freeform 938">
              <a:extLst>
                <a:ext uri="{FF2B5EF4-FFF2-40B4-BE49-F238E27FC236}">
                  <a16:creationId xmlns:a16="http://schemas.microsoft.com/office/drawing/2014/main" id="{84D2AE62-7CB0-D44F-A3CA-F952FB58C8B6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3D4ABC10-EFC8-2A45-A159-4CA56D9697B0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1" name="Freeform 940">
              <a:extLst>
                <a:ext uri="{FF2B5EF4-FFF2-40B4-BE49-F238E27FC236}">
                  <a16:creationId xmlns:a16="http://schemas.microsoft.com/office/drawing/2014/main" id="{92FD1845-7AEB-AA44-8494-942989FD8F81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2" name="Freeform 941">
              <a:extLst>
                <a:ext uri="{FF2B5EF4-FFF2-40B4-BE49-F238E27FC236}">
                  <a16:creationId xmlns:a16="http://schemas.microsoft.com/office/drawing/2014/main" id="{928B7194-E532-5348-A7F9-510AA119BE34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3" name="Freeform 942">
              <a:extLst>
                <a:ext uri="{FF2B5EF4-FFF2-40B4-BE49-F238E27FC236}">
                  <a16:creationId xmlns:a16="http://schemas.microsoft.com/office/drawing/2014/main" id="{36B5FB7B-93AB-8F4D-BB28-41250F4FE5DA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4" name="Freeform 943">
              <a:extLst>
                <a:ext uri="{FF2B5EF4-FFF2-40B4-BE49-F238E27FC236}">
                  <a16:creationId xmlns:a16="http://schemas.microsoft.com/office/drawing/2014/main" id="{45701958-77FD-9242-A9D8-180C4D37ADF4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5" name="Freeform 944">
              <a:extLst>
                <a:ext uri="{FF2B5EF4-FFF2-40B4-BE49-F238E27FC236}">
                  <a16:creationId xmlns:a16="http://schemas.microsoft.com/office/drawing/2014/main" id="{FD271469-3018-BB4F-BAC2-D9EE2E3D0415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6" name="Freeform 945">
              <a:extLst>
                <a:ext uri="{FF2B5EF4-FFF2-40B4-BE49-F238E27FC236}">
                  <a16:creationId xmlns:a16="http://schemas.microsoft.com/office/drawing/2014/main" id="{26B74F9A-A3AC-A148-B3AD-9A9D6FA40946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F189E162-A767-2248-BD6F-D8666B256B1D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48" name="Group 947">
            <a:extLst>
              <a:ext uri="{FF2B5EF4-FFF2-40B4-BE49-F238E27FC236}">
                <a16:creationId xmlns:a16="http://schemas.microsoft.com/office/drawing/2014/main" id="{E011C193-9C5A-3C49-96EE-2F0F5452494B}"/>
              </a:ext>
            </a:extLst>
          </p:cNvPr>
          <p:cNvGrpSpPr/>
          <p:nvPr/>
        </p:nvGrpSpPr>
        <p:grpSpPr>
          <a:xfrm>
            <a:off x="1223705" y="4527115"/>
            <a:ext cx="1162333" cy="1499644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949" name="Freeform 948">
              <a:extLst>
                <a:ext uri="{FF2B5EF4-FFF2-40B4-BE49-F238E27FC236}">
                  <a16:creationId xmlns:a16="http://schemas.microsoft.com/office/drawing/2014/main" id="{01117E0A-CAD8-8346-924E-6CEB64B21A31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0" name="Freeform 949">
              <a:extLst>
                <a:ext uri="{FF2B5EF4-FFF2-40B4-BE49-F238E27FC236}">
                  <a16:creationId xmlns:a16="http://schemas.microsoft.com/office/drawing/2014/main" id="{FBE8BA58-F97E-D149-9CB0-1DC0171949C4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1" name="Freeform 950">
              <a:extLst>
                <a:ext uri="{FF2B5EF4-FFF2-40B4-BE49-F238E27FC236}">
                  <a16:creationId xmlns:a16="http://schemas.microsoft.com/office/drawing/2014/main" id="{5B0D28B3-C6BE-0344-B21F-26A4A46FCE98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2" name="Freeform 951">
              <a:extLst>
                <a:ext uri="{FF2B5EF4-FFF2-40B4-BE49-F238E27FC236}">
                  <a16:creationId xmlns:a16="http://schemas.microsoft.com/office/drawing/2014/main" id="{94577ADC-0CB5-8346-B2DF-3B433751E55C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3" name="Freeform 952">
              <a:extLst>
                <a:ext uri="{FF2B5EF4-FFF2-40B4-BE49-F238E27FC236}">
                  <a16:creationId xmlns:a16="http://schemas.microsoft.com/office/drawing/2014/main" id="{09B322AA-709C-AE4A-AF7B-543E3EE1D778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62DA09F1-3CA7-1B44-9B87-745FA4EE12FE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5" name="Freeform 954">
              <a:extLst>
                <a:ext uri="{FF2B5EF4-FFF2-40B4-BE49-F238E27FC236}">
                  <a16:creationId xmlns:a16="http://schemas.microsoft.com/office/drawing/2014/main" id="{134FBFA2-93B4-6042-BB01-A34A29C0013D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6" name="Freeform 955">
              <a:extLst>
                <a:ext uri="{FF2B5EF4-FFF2-40B4-BE49-F238E27FC236}">
                  <a16:creationId xmlns:a16="http://schemas.microsoft.com/office/drawing/2014/main" id="{616EBABD-84DF-3148-8E05-D6E0FD3593DD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7" name="Freeform 956">
              <a:extLst>
                <a:ext uri="{FF2B5EF4-FFF2-40B4-BE49-F238E27FC236}">
                  <a16:creationId xmlns:a16="http://schemas.microsoft.com/office/drawing/2014/main" id="{F96C7B2B-7975-E54C-8F8C-D779CBEEF91F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8" name="Freeform 957">
              <a:extLst>
                <a:ext uri="{FF2B5EF4-FFF2-40B4-BE49-F238E27FC236}">
                  <a16:creationId xmlns:a16="http://schemas.microsoft.com/office/drawing/2014/main" id="{ABCE0200-8096-E84A-8464-49258C57DEE7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9" name="Freeform 958">
              <a:extLst>
                <a:ext uri="{FF2B5EF4-FFF2-40B4-BE49-F238E27FC236}">
                  <a16:creationId xmlns:a16="http://schemas.microsoft.com/office/drawing/2014/main" id="{9B930E23-EF97-A443-BB44-BF74ACFC6BEF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0" name="Freeform 959">
              <a:extLst>
                <a:ext uri="{FF2B5EF4-FFF2-40B4-BE49-F238E27FC236}">
                  <a16:creationId xmlns:a16="http://schemas.microsoft.com/office/drawing/2014/main" id="{340A6C35-E1AF-5442-B8DB-C7E4635215AE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CC074B5C-560C-3A46-8889-4B43175A5A01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2" name="Freeform 961">
              <a:extLst>
                <a:ext uri="{FF2B5EF4-FFF2-40B4-BE49-F238E27FC236}">
                  <a16:creationId xmlns:a16="http://schemas.microsoft.com/office/drawing/2014/main" id="{ACEB8247-90BD-1048-A9D8-06A324A9EBAC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3" name="Freeform 962">
              <a:extLst>
                <a:ext uri="{FF2B5EF4-FFF2-40B4-BE49-F238E27FC236}">
                  <a16:creationId xmlns:a16="http://schemas.microsoft.com/office/drawing/2014/main" id="{472E7854-E191-5548-AA6C-51258706A139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4" name="Freeform 963">
              <a:extLst>
                <a:ext uri="{FF2B5EF4-FFF2-40B4-BE49-F238E27FC236}">
                  <a16:creationId xmlns:a16="http://schemas.microsoft.com/office/drawing/2014/main" id="{D30DE715-A08A-024A-8CAE-2058169F0E21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65" name="Group 964">
            <a:extLst>
              <a:ext uri="{FF2B5EF4-FFF2-40B4-BE49-F238E27FC236}">
                <a16:creationId xmlns:a16="http://schemas.microsoft.com/office/drawing/2014/main" id="{AE97DF38-DA3D-FD4E-96EF-2A8621301810}"/>
              </a:ext>
            </a:extLst>
          </p:cNvPr>
          <p:cNvGrpSpPr/>
          <p:nvPr/>
        </p:nvGrpSpPr>
        <p:grpSpPr>
          <a:xfrm>
            <a:off x="1434164" y="4310739"/>
            <a:ext cx="1614274" cy="1722623"/>
            <a:chOff x="1250506" y="2811144"/>
            <a:chExt cx="3409311" cy="3457052"/>
          </a:xfrm>
          <a:solidFill>
            <a:srgbClr val="70AD47">
              <a:lumMod val="75000"/>
            </a:srgbClr>
          </a:solidFill>
        </p:grpSpPr>
        <p:sp>
          <p:nvSpPr>
            <p:cNvPr id="966" name="Freeform 965">
              <a:extLst>
                <a:ext uri="{FF2B5EF4-FFF2-40B4-BE49-F238E27FC236}">
                  <a16:creationId xmlns:a16="http://schemas.microsoft.com/office/drawing/2014/main" id="{39C8C8A4-9C59-9345-A6FE-5AC517274BF8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7" name="Freeform 966">
              <a:extLst>
                <a:ext uri="{FF2B5EF4-FFF2-40B4-BE49-F238E27FC236}">
                  <a16:creationId xmlns:a16="http://schemas.microsoft.com/office/drawing/2014/main" id="{871B9FAA-D8FE-594A-B28D-161CB28651D0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0B09E528-EE4E-EE47-8D0B-591F437F9CA5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9" name="Freeform 968">
              <a:extLst>
                <a:ext uri="{FF2B5EF4-FFF2-40B4-BE49-F238E27FC236}">
                  <a16:creationId xmlns:a16="http://schemas.microsoft.com/office/drawing/2014/main" id="{D4908A6D-DB05-9F44-A1F6-C3883DF47739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0" name="Freeform 969">
              <a:extLst>
                <a:ext uri="{FF2B5EF4-FFF2-40B4-BE49-F238E27FC236}">
                  <a16:creationId xmlns:a16="http://schemas.microsoft.com/office/drawing/2014/main" id="{B3626EEC-91D5-CA49-A789-63DAD370F9B9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1" name="Freeform 970">
              <a:extLst>
                <a:ext uri="{FF2B5EF4-FFF2-40B4-BE49-F238E27FC236}">
                  <a16:creationId xmlns:a16="http://schemas.microsoft.com/office/drawing/2014/main" id="{4B225C96-A04E-BD49-962A-70E3BBCA0209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2" name="Freeform 971">
              <a:extLst>
                <a:ext uri="{FF2B5EF4-FFF2-40B4-BE49-F238E27FC236}">
                  <a16:creationId xmlns:a16="http://schemas.microsoft.com/office/drawing/2014/main" id="{2F128C12-B9C5-024B-96A1-968BF97B307C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3" name="Freeform 972">
              <a:extLst>
                <a:ext uri="{FF2B5EF4-FFF2-40B4-BE49-F238E27FC236}">
                  <a16:creationId xmlns:a16="http://schemas.microsoft.com/office/drawing/2014/main" id="{81A22DF2-7E4A-E841-A6EF-1CB4DB173D8A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4" name="Freeform 973">
              <a:extLst>
                <a:ext uri="{FF2B5EF4-FFF2-40B4-BE49-F238E27FC236}">
                  <a16:creationId xmlns:a16="http://schemas.microsoft.com/office/drawing/2014/main" id="{BDC93B6A-263D-2E44-951B-1F172F9EA361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C794779C-26DC-5949-888D-E65CFC813239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6" name="Freeform 975">
              <a:extLst>
                <a:ext uri="{FF2B5EF4-FFF2-40B4-BE49-F238E27FC236}">
                  <a16:creationId xmlns:a16="http://schemas.microsoft.com/office/drawing/2014/main" id="{F523B4F3-F916-8546-8487-529DDC5F64C7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7" name="Freeform 976">
              <a:extLst>
                <a:ext uri="{FF2B5EF4-FFF2-40B4-BE49-F238E27FC236}">
                  <a16:creationId xmlns:a16="http://schemas.microsoft.com/office/drawing/2014/main" id="{0B576386-E601-0C4F-BDF7-ADC837B1A735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8" name="Freeform 977">
              <a:extLst>
                <a:ext uri="{FF2B5EF4-FFF2-40B4-BE49-F238E27FC236}">
                  <a16:creationId xmlns:a16="http://schemas.microsoft.com/office/drawing/2014/main" id="{2D8957F1-1AD3-9942-9BE3-ED26ACD92302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9" name="Freeform 978">
              <a:extLst>
                <a:ext uri="{FF2B5EF4-FFF2-40B4-BE49-F238E27FC236}">
                  <a16:creationId xmlns:a16="http://schemas.microsoft.com/office/drawing/2014/main" id="{BF9D5C65-D4BE-5148-BCF5-9BDFBCB355E2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0" name="Freeform 979">
              <a:extLst>
                <a:ext uri="{FF2B5EF4-FFF2-40B4-BE49-F238E27FC236}">
                  <a16:creationId xmlns:a16="http://schemas.microsoft.com/office/drawing/2014/main" id="{E98DFA48-D020-974E-B4CD-20A1BFACA5F1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1" name="Freeform 980">
              <a:extLst>
                <a:ext uri="{FF2B5EF4-FFF2-40B4-BE49-F238E27FC236}">
                  <a16:creationId xmlns:a16="http://schemas.microsoft.com/office/drawing/2014/main" id="{8ACC2A8D-0DB1-3045-894F-D65A6D71C533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82" name="Group 981">
            <a:extLst>
              <a:ext uri="{FF2B5EF4-FFF2-40B4-BE49-F238E27FC236}">
                <a16:creationId xmlns:a16="http://schemas.microsoft.com/office/drawing/2014/main" id="{5BD3DCB9-8A41-9848-B626-A126550875CA}"/>
              </a:ext>
            </a:extLst>
          </p:cNvPr>
          <p:cNvGrpSpPr/>
          <p:nvPr/>
        </p:nvGrpSpPr>
        <p:grpSpPr>
          <a:xfrm>
            <a:off x="1733551" y="3941289"/>
            <a:ext cx="1928362" cy="2136348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983" name="Freeform 982">
              <a:extLst>
                <a:ext uri="{FF2B5EF4-FFF2-40B4-BE49-F238E27FC236}">
                  <a16:creationId xmlns:a16="http://schemas.microsoft.com/office/drawing/2014/main" id="{5C8E5473-F8AA-5241-A503-4B51FF5F3383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4" name="Freeform 983">
              <a:extLst>
                <a:ext uri="{FF2B5EF4-FFF2-40B4-BE49-F238E27FC236}">
                  <a16:creationId xmlns:a16="http://schemas.microsoft.com/office/drawing/2014/main" id="{CDC35BA2-E061-BC4A-831F-68347A4E3022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5" name="Freeform 984">
              <a:extLst>
                <a:ext uri="{FF2B5EF4-FFF2-40B4-BE49-F238E27FC236}">
                  <a16:creationId xmlns:a16="http://schemas.microsoft.com/office/drawing/2014/main" id="{4A3087F9-7D75-324B-ADE3-DE583E8F8B98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6" name="Freeform 985">
              <a:extLst>
                <a:ext uri="{FF2B5EF4-FFF2-40B4-BE49-F238E27FC236}">
                  <a16:creationId xmlns:a16="http://schemas.microsoft.com/office/drawing/2014/main" id="{4DA6E27F-8D50-E64E-A020-0925C94B7F89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7" name="Freeform 986">
              <a:extLst>
                <a:ext uri="{FF2B5EF4-FFF2-40B4-BE49-F238E27FC236}">
                  <a16:creationId xmlns:a16="http://schemas.microsoft.com/office/drawing/2014/main" id="{E47E53EF-DFA7-F34D-8A86-CEC7257D7317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8" name="Freeform 987">
              <a:extLst>
                <a:ext uri="{FF2B5EF4-FFF2-40B4-BE49-F238E27FC236}">
                  <a16:creationId xmlns:a16="http://schemas.microsoft.com/office/drawing/2014/main" id="{9FE6B858-DB52-BC45-BB5E-65A13974F817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65BCA6C9-745B-EF46-9A2C-4A2D02DC60B4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0" name="Freeform 989">
              <a:extLst>
                <a:ext uri="{FF2B5EF4-FFF2-40B4-BE49-F238E27FC236}">
                  <a16:creationId xmlns:a16="http://schemas.microsoft.com/office/drawing/2014/main" id="{220A3BF3-E8E4-9B46-9F94-FEBB9D19893D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1" name="Freeform 990">
              <a:extLst>
                <a:ext uri="{FF2B5EF4-FFF2-40B4-BE49-F238E27FC236}">
                  <a16:creationId xmlns:a16="http://schemas.microsoft.com/office/drawing/2014/main" id="{EAE24303-2B38-CA4E-81E4-D9BDC4B8BD27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2" name="Freeform 991">
              <a:extLst>
                <a:ext uri="{FF2B5EF4-FFF2-40B4-BE49-F238E27FC236}">
                  <a16:creationId xmlns:a16="http://schemas.microsoft.com/office/drawing/2014/main" id="{3DFECF1F-B8A7-6A44-8C84-8221B38FEA46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3" name="Freeform 992">
              <a:extLst>
                <a:ext uri="{FF2B5EF4-FFF2-40B4-BE49-F238E27FC236}">
                  <a16:creationId xmlns:a16="http://schemas.microsoft.com/office/drawing/2014/main" id="{70195989-F254-7448-86DF-6F4992B8B992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4" name="Freeform 993">
              <a:extLst>
                <a:ext uri="{FF2B5EF4-FFF2-40B4-BE49-F238E27FC236}">
                  <a16:creationId xmlns:a16="http://schemas.microsoft.com/office/drawing/2014/main" id="{212D435D-CD50-0A44-A641-7470FAC43B80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5" name="Freeform 994">
              <a:extLst>
                <a:ext uri="{FF2B5EF4-FFF2-40B4-BE49-F238E27FC236}">
                  <a16:creationId xmlns:a16="http://schemas.microsoft.com/office/drawing/2014/main" id="{54A9D3AF-01A0-1B4A-AA3E-F7D62A45D717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AB688C1B-88EA-FA4E-9AA6-E4A733F6215F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7" name="Freeform 996">
              <a:extLst>
                <a:ext uri="{FF2B5EF4-FFF2-40B4-BE49-F238E27FC236}">
                  <a16:creationId xmlns:a16="http://schemas.microsoft.com/office/drawing/2014/main" id="{920F09B8-2AAA-B042-A3BC-14B59F3933C5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8" name="Freeform 997">
              <a:extLst>
                <a:ext uri="{FF2B5EF4-FFF2-40B4-BE49-F238E27FC236}">
                  <a16:creationId xmlns:a16="http://schemas.microsoft.com/office/drawing/2014/main" id="{25A0618D-0DC3-F64D-8543-003368910710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9" name="Group 998">
            <a:extLst>
              <a:ext uri="{FF2B5EF4-FFF2-40B4-BE49-F238E27FC236}">
                <a16:creationId xmlns:a16="http://schemas.microsoft.com/office/drawing/2014/main" id="{64D24A0C-0D6A-694C-A86E-5DF6078052FE}"/>
              </a:ext>
            </a:extLst>
          </p:cNvPr>
          <p:cNvGrpSpPr/>
          <p:nvPr/>
        </p:nvGrpSpPr>
        <p:grpSpPr>
          <a:xfrm>
            <a:off x="2583675" y="3777087"/>
            <a:ext cx="1928362" cy="2136348"/>
            <a:chOff x="1250506" y="2811144"/>
            <a:chExt cx="3409311" cy="3457052"/>
          </a:xfrm>
          <a:solidFill>
            <a:srgbClr val="70AD47">
              <a:lumMod val="75000"/>
            </a:srgbClr>
          </a:solidFill>
        </p:grpSpPr>
        <p:sp>
          <p:nvSpPr>
            <p:cNvPr id="1000" name="Freeform 999">
              <a:extLst>
                <a:ext uri="{FF2B5EF4-FFF2-40B4-BE49-F238E27FC236}">
                  <a16:creationId xmlns:a16="http://schemas.microsoft.com/office/drawing/2014/main" id="{C70D73AB-EA9F-5D43-90A1-2CC54C1F672B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1" name="Freeform 1000">
              <a:extLst>
                <a:ext uri="{FF2B5EF4-FFF2-40B4-BE49-F238E27FC236}">
                  <a16:creationId xmlns:a16="http://schemas.microsoft.com/office/drawing/2014/main" id="{F9FF069C-171F-B642-BF2D-49E2558CA64A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2" name="Freeform 1001">
              <a:extLst>
                <a:ext uri="{FF2B5EF4-FFF2-40B4-BE49-F238E27FC236}">
                  <a16:creationId xmlns:a16="http://schemas.microsoft.com/office/drawing/2014/main" id="{93F59176-3E8D-0946-AC55-F264E09003C9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36F40C6A-FAFC-F348-BF8D-D2755A204E73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4" name="Freeform 1003">
              <a:extLst>
                <a:ext uri="{FF2B5EF4-FFF2-40B4-BE49-F238E27FC236}">
                  <a16:creationId xmlns:a16="http://schemas.microsoft.com/office/drawing/2014/main" id="{5FB893A9-51C0-354B-BD1C-640362777AAA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5" name="Freeform 1004">
              <a:extLst>
                <a:ext uri="{FF2B5EF4-FFF2-40B4-BE49-F238E27FC236}">
                  <a16:creationId xmlns:a16="http://schemas.microsoft.com/office/drawing/2014/main" id="{E3D58CFE-D042-4E4E-86DC-9E5CBEDB2EA2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6" name="Freeform 1005">
              <a:extLst>
                <a:ext uri="{FF2B5EF4-FFF2-40B4-BE49-F238E27FC236}">
                  <a16:creationId xmlns:a16="http://schemas.microsoft.com/office/drawing/2014/main" id="{5BB6B65A-DB64-854C-B235-7B9FB8669A97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7" name="Freeform 1006">
              <a:extLst>
                <a:ext uri="{FF2B5EF4-FFF2-40B4-BE49-F238E27FC236}">
                  <a16:creationId xmlns:a16="http://schemas.microsoft.com/office/drawing/2014/main" id="{B6478933-832C-AE4E-BB9F-AAB734A1B0E1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8" name="Freeform 1007">
              <a:extLst>
                <a:ext uri="{FF2B5EF4-FFF2-40B4-BE49-F238E27FC236}">
                  <a16:creationId xmlns:a16="http://schemas.microsoft.com/office/drawing/2014/main" id="{1EE28DFC-B1BF-CF4F-84E6-790B76BB027A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9" name="Freeform 1008">
              <a:extLst>
                <a:ext uri="{FF2B5EF4-FFF2-40B4-BE49-F238E27FC236}">
                  <a16:creationId xmlns:a16="http://schemas.microsoft.com/office/drawing/2014/main" id="{7335C240-A817-BB4D-8583-041C3473113B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F964221A-885F-B146-ADFD-3B2A4E4D2A50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1" name="Freeform 1010">
              <a:extLst>
                <a:ext uri="{FF2B5EF4-FFF2-40B4-BE49-F238E27FC236}">
                  <a16:creationId xmlns:a16="http://schemas.microsoft.com/office/drawing/2014/main" id="{420CDB88-51D8-EA43-8663-E26C57B785A5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2" name="Freeform 1011">
              <a:extLst>
                <a:ext uri="{FF2B5EF4-FFF2-40B4-BE49-F238E27FC236}">
                  <a16:creationId xmlns:a16="http://schemas.microsoft.com/office/drawing/2014/main" id="{3FAB718D-7A67-D541-A8B3-ABF389F06B89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3" name="Freeform 1012">
              <a:extLst>
                <a:ext uri="{FF2B5EF4-FFF2-40B4-BE49-F238E27FC236}">
                  <a16:creationId xmlns:a16="http://schemas.microsoft.com/office/drawing/2014/main" id="{0B836E59-7786-FB41-A259-ADA672B34E84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4" name="Freeform 1013">
              <a:extLst>
                <a:ext uri="{FF2B5EF4-FFF2-40B4-BE49-F238E27FC236}">
                  <a16:creationId xmlns:a16="http://schemas.microsoft.com/office/drawing/2014/main" id="{EA253F44-1690-934D-AAD9-960E69D3A357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5" name="Freeform 1014">
              <a:extLst>
                <a:ext uri="{FF2B5EF4-FFF2-40B4-BE49-F238E27FC236}">
                  <a16:creationId xmlns:a16="http://schemas.microsoft.com/office/drawing/2014/main" id="{C0FAF288-5EC5-3D48-857E-796F87D7F48B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16" name="Group 1015">
            <a:extLst>
              <a:ext uri="{FF2B5EF4-FFF2-40B4-BE49-F238E27FC236}">
                <a16:creationId xmlns:a16="http://schemas.microsoft.com/office/drawing/2014/main" id="{121496DD-D9D3-5D4F-914A-5080773198AA}"/>
              </a:ext>
            </a:extLst>
          </p:cNvPr>
          <p:cNvGrpSpPr/>
          <p:nvPr/>
        </p:nvGrpSpPr>
        <p:grpSpPr>
          <a:xfrm>
            <a:off x="2141164" y="3886731"/>
            <a:ext cx="1928362" cy="2136348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7A0AF237-BD1D-F840-BE80-8AD2A33217F4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8" name="Freeform 1017">
              <a:extLst>
                <a:ext uri="{FF2B5EF4-FFF2-40B4-BE49-F238E27FC236}">
                  <a16:creationId xmlns:a16="http://schemas.microsoft.com/office/drawing/2014/main" id="{6C475557-F863-C940-86DE-BC265009302C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9" name="Freeform 1018">
              <a:extLst>
                <a:ext uri="{FF2B5EF4-FFF2-40B4-BE49-F238E27FC236}">
                  <a16:creationId xmlns:a16="http://schemas.microsoft.com/office/drawing/2014/main" id="{99C9EF96-0C37-ED4D-9E66-21573C2E8806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0" name="Freeform 1019">
              <a:extLst>
                <a:ext uri="{FF2B5EF4-FFF2-40B4-BE49-F238E27FC236}">
                  <a16:creationId xmlns:a16="http://schemas.microsoft.com/office/drawing/2014/main" id="{381CF3FF-C93F-3A4E-AE5E-8438333EAD26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1" name="Freeform 1020">
              <a:extLst>
                <a:ext uri="{FF2B5EF4-FFF2-40B4-BE49-F238E27FC236}">
                  <a16:creationId xmlns:a16="http://schemas.microsoft.com/office/drawing/2014/main" id="{8E24F08B-CA68-F747-BABB-1D7DFCAA31A3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2" name="Freeform 1021">
              <a:extLst>
                <a:ext uri="{FF2B5EF4-FFF2-40B4-BE49-F238E27FC236}">
                  <a16:creationId xmlns:a16="http://schemas.microsoft.com/office/drawing/2014/main" id="{BDFFFFFD-04B2-8C45-9242-E6EF7F0C4AB9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3" name="Freeform 1022">
              <a:extLst>
                <a:ext uri="{FF2B5EF4-FFF2-40B4-BE49-F238E27FC236}">
                  <a16:creationId xmlns:a16="http://schemas.microsoft.com/office/drawing/2014/main" id="{2B218600-DCF8-584C-B89F-2B7047E46B07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63C941A7-D6A5-504D-ACB0-7EFB85F5B3CE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5" name="Freeform 1024">
              <a:extLst>
                <a:ext uri="{FF2B5EF4-FFF2-40B4-BE49-F238E27FC236}">
                  <a16:creationId xmlns:a16="http://schemas.microsoft.com/office/drawing/2014/main" id="{9562DE9E-73BE-F64C-BDE9-0ADC0CCA9CD9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6" name="Freeform 1025">
              <a:extLst>
                <a:ext uri="{FF2B5EF4-FFF2-40B4-BE49-F238E27FC236}">
                  <a16:creationId xmlns:a16="http://schemas.microsoft.com/office/drawing/2014/main" id="{E18670C1-8BCF-754E-AF34-15A9961D9DAE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7" name="Freeform 1026">
              <a:extLst>
                <a:ext uri="{FF2B5EF4-FFF2-40B4-BE49-F238E27FC236}">
                  <a16:creationId xmlns:a16="http://schemas.microsoft.com/office/drawing/2014/main" id="{ED5FC155-CABC-2140-9666-4CCDB73285DE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8" name="Freeform 1027">
              <a:extLst>
                <a:ext uri="{FF2B5EF4-FFF2-40B4-BE49-F238E27FC236}">
                  <a16:creationId xmlns:a16="http://schemas.microsoft.com/office/drawing/2014/main" id="{22C1C7EB-C5CE-084D-924E-DF491BCE2A61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9" name="Freeform 1028">
              <a:extLst>
                <a:ext uri="{FF2B5EF4-FFF2-40B4-BE49-F238E27FC236}">
                  <a16:creationId xmlns:a16="http://schemas.microsoft.com/office/drawing/2014/main" id="{C9BBDE81-4687-A64B-AE68-4ABF608FC59D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0" name="Freeform 1029">
              <a:extLst>
                <a:ext uri="{FF2B5EF4-FFF2-40B4-BE49-F238E27FC236}">
                  <a16:creationId xmlns:a16="http://schemas.microsoft.com/office/drawing/2014/main" id="{A503FC67-664A-F548-ACFC-CB1B8B6FEABC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D24A3492-1234-2A41-9486-6B3A50FAD20A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2" name="Freeform 1031">
              <a:extLst>
                <a:ext uri="{FF2B5EF4-FFF2-40B4-BE49-F238E27FC236}">
                  <a16:creationId xmlns:a16="http://schemas.microsoft.com/office/drawing/2014/main" id="{6D0420F5-45FF-1A40-89F6-88024FED9328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33" name="Group 1032">
            <a:extLst>
              <a:ext uri="{FF2B5EF4-FFF2-40B4-BE49-F238E27FC236}">
                <a16:creationId xmlns:a16="http://schemas.microsoft.com/office/drawing/2014/main" id="{BB7F868A-E0AC-954C-A1E4-9BDD7BF6F524}"/>
              </a:ext>
            </a:extLst>
          </p:cNvPr>
          <p:cNvGrpSpPr/>
          <p:nvPr/>
        </p:nvGrpSpPr>
        <p:grpSpPr>
          <a:xfrm>
            <a:off x="663427" y="4892889"/>
            <a:ext cx="727277" cy="1085036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1034" name="Freeform 1033">
              <a:extLst>
                <a:ext uri="{FF2B5EF4-FFF2-40B4-BE49-F238E27FC236}">
                  <a16:creationId xmlns:a16="http://schemas.microsoft.com/office/drawing/2014/main" id="{8D624B89-DD5F-6141-89D8-F6789CFFFC95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5" name="Freeform 1034">
              <a:extLst>
                <a:ext uri="{FF2B5EF4-FFF2-40B4-BE49-F238E27FC236}">
                  <a16:creationId xmlns:a16="http://schemas.microsoft.com/office/drawing/2014/main" id="{41C61D1A-9AFF-8F46-B73D-05A0C708BB8F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6" name="Freeform 1035">
              <a:extLst>
                <a:ext uri="{FF2B5EF4-FFF2-40B4-BE49-F238E27FC236}">
                  <a16:creationId xmlns:a16="http://schemas.microsoft.com/office/drawing/2014/main" id="{62F526DB-A4EA-B243-9FC9-6CA6271DDF83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7" name="Freeform 1036">
              <a:extLst>
                <a:ext uri="{FF2B5EF4-FFF2-40B4-BE49-F238E27FC236}">
                  <a16:creationId xmlns:a16="http://schemas.microsoft.com/office/drawing/2014/main" id="{E97C2A09-0A5A-CB4D-8984-FB569A300EB0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C522C99C-A024-A84E-B6D7-379C07B85FED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7E9FD0F-92BE-8341-B0C8-F3E1231AC362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40" name="Freeform 1039">
              <a:extLst>
                <a:ext uri="{FF2B5EF4-FFF2-40B4-BE49-F238E27FC236}">
                  <a16:creationId xmlns:a16="http://schemas.microsoft.com/office/drawing/2014/main" id="{260FAE24-07CC-3A4D-AAC5-10EEC02EEEB8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41" name="Freeform 1040">
              <a:extLst>
                <a:ext uri="{FF2B5EF4-FFF2-40B4-BE49-F238E27FC236}">
                  <a16:creationId xmlns:a16="http://schemas.microsoft.com/office/drawing/2014/main" id="{01FC9D83-CF0D-A643-98BB-C1550CD4BA42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42" name="Freeform 1041">
              <a:extLst>
                <a:ext uri="{FF2B5EF4-FFF2-40B4-BE49-F238E27FC236}">
                  <a16:creationId xmlns:a16="http://schemas.microsoft.com/office/drawing/2014/main" id="{D5763BC6-DAB4-594A-A1FB-E3273D0970A5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43" name="Freeform 1042">
              <a:extLst>
                <a:ext uri="{FF2B5EF4-FFF2-40B4-BE49-F238E27FC236}">
                  <a16:creationId xmlns:a16="http://schemas.microsoft.com/office/drawing/2014/main" id="{114C3C31-6A13-3F49-ADE2-2B293A4A8AAB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44" name="Freeform 1043">
              <a:extLst>
                <a:ext uri="{FF2B5EF4-FFF2-40B4-BE49-F238E27FC236}">
                  <a16:creationId xmlns:a16="http://schemas.microsoft.com/office/drawing/2014/main" id="{3C48FBD6-6A23-1F45-8900-735804007283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45" name="Freeform 1044">
              <a:extLst>
                <a:ext uri="{FF2B5EF4-FFF2-40B4-BE49-F238E27FC236}">
                  <a16:creationId xmlns:a16="http://schemas.microsoft.com/office/drawing/2014/main" id="{3736BC74-2882-7249-B382-7266C86C17CA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46" name="Freeform 1045">
              <a:extLst>
                <a:ext uri="{FF2B5EF4-FFF2-40B4-BE49-F238E27FC236}">
                  <a16:creationId xmlns:a16="http://schemas.microsoft.com/office/drawing/2014/main" id="{98E30E6B-A78F-7C4F-97F0-37B150CA7C85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47" name="Freeform 1046">
              <a:extLst>
                <a:ext uri="{FF2B5EF4-FFF2-40B4-BE49-F238E27FC236}">
                  <a16:creationId xmlns:a16="http://schemas.microsoft.com/office/drawing/2014/main" id="{37C04B20-B8AF-A148-952E-DB8BD6C7EA32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48" name="Freeform 1047">
              <a:extLst>
                <a:ext uri="{FF2B5EF4-FFF2-40B4-BE49-F238E27FC236}">
                  <a16:creationId xmlns:a16="http://schemas.microsoft.com/office/drawing/2014/main" id="{D693AEAC-AA3A-CB49-BCE4-77E2DB866762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49" name="Freeform 1048">
              <a:extLst>
                <a:ext uri="{FF2B5EF4-FFF2-40B4-BE49-F238E27FC236}">
                  <a16:creationId xmlns:a16="http://schemas.microsoft.com/office/drawing/2014/main" id="{8A2B075F-7BE1-0C40-873C-6456724B190B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50" name="Group 1049">
            <a:extLst>
              <a:ext uri="{FF2B5EF4-FFF2-40B4-BE49-F238E27FC236}">
                <a16:creationId xmlns:a16="http://schemas.microsoft.com/office/drawing/2014/main" id="{45F0A82F-FE62-2446-9D74-7B29459D6B68}"/>
              </a:ext>
            </a:extLst>
          </p:cNvPr>
          <p:cNvGrpSpPr/>
          <p:nvPr/>
        </p:nvGrpSpPr>
        <p:grpSpPr>
          <a:xfrm>
            <a:off x="4044814" y="3916074"/>
            <a:ext cx="1928362" cy="2136348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1051" name="Freeform 1050">
              <a:extLst>
                <a:ext uri="{FF2B5EF4-FFF2-40B4-BE49-F238E27FC236}">
                  <a16:creationId xmlns:a16="http://schemas.microsoft.com/office/drawing/2014/main" id="{EEA8B47D-E0C2-5C4B-ADB0-4E773A990C96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" name="Freeform 1051">
              <a:extLst>
                <a:ext uri="{FF2B5EF4-FFF2-40B4-BE49-F238E27FC236}">
                  <a16:creationId xmlns:a16="http://schemas.microsoft.com/office/drawing/2014/main" id="{0B976180-588D-464E-A063-095878F89B54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3" name="Freeform 1052">
              <a:extLst>
                <a:ext uri="{FF2B5EF4-FFF2-40B4-BE49-F238E27FC236}">
                  <a16:creationId xmlns:a16="http://schemas.microsoft.com/office/drawing/2014/main" id="{AE2843CF-49E7-F04D-9A0F-F45627C69BE0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" name="Freeform 1053">
              <a:extLst>
                <a:ext uri="{FF2B5EF4-FFF2-40B4-BE49-F238E27FC236}">
                  <a16:creationId xmlns:a16="http://schemas.microsoft.com/office/drawing/2014/main" id="{F0E2F772-E0E2-2640-A51A-B87FC0195EA2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" name="Freeform 1054">
              <a:extLst>
                <a:ext uri="{FF2B5EF4-FFF2-40B4-BE49-F238E27FC236}">
                  <a16:creationId xmlns:a16="http://schemas.microsoft.com/office/drawing/2014/main" id="{2D7C1C23-0952-F24D-AA83-11F6DA93770D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6" name="Freeform 1055">
              <a:extLst>
                <a:ext uri="{FF2B5EF4-FFF2-40B4-BE49-F238E27FC236}">
                  <a16:creationId xmlns:a16="http://schemas.microsoft.com/office/drawing/2014/main" id="{9D7157E3-051A-2846-B79F-0343715D91EE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7" name="Freeform 1056">
              <a:extLst>
                <a:ext uri="{FF2B5EF4-FFF2-40B4-BE49-F238E27FC236}">
                  <a16:creationId xmlns:a16="http://schemas.microsoft.com/office/drawing/2014/main" id="{17C4BBA6-1B15-204A-A345-46D5EC013604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8" name="Freeform 1057">
              <a:extLst>
                <a:ext uri="{FF2B5EF4-FFF2-40B4-BE49-F238E27FC236}">
                  <a16:creationId xmlns:a16="http://schemas.microsoft.com/office/drawing/2014/main" id="{7DF6B001-C52D-7E4D-9D38-3196E9C5180E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9" name="Freeform 1058">
              <a:extLst>
                <a:ext uri="{FF2B5EF4-FFF2-40B4-BE49-F238E27FC236}">
                  <a16:creationId xmlns:a16="http://schemas.microsoft.com/office/drawing/2014/main" id="{B5CF4B86-72AD-E146-9409-539297E61244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0" name="Freeform 1059">
              <a:extLst>
                <a:ext uri="{FF2B5EF4-FFF2-40B4-BE49-F238E27FC236}">
                  <a16:creationId xmlns:a16="http://schemas.microsoft.com/office/drawing/2014/main" id="{B81E3909-7A26-3B49-ADB1-7104FAFECC96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1" name="Freeform 1060">
              <a:extLst>
                <a:ext uri="{FF2B5EF4-FFF2-40B4-BE49-F238E27FC236}">
                  <a16:creationId xmlns:a16="http://schemas.microsoft.com/office/drawing/2014/main" id="{7C5D1F57-9AB1-934B-A372-CC8593A5DFB7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solidFill>
              <a:srgbClr val="7F5A3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2" name="Freeform 1061">
              <a:extLst>
                <a:ext uri="{FF2B5EF4-FFF2-40B4-BE49-F238E27FC236}">
                  <a16:creationId xmlns:a16="http://schemas.microsoft.com/office/drawing/2014/main" id="{298F1F35-9D83-724D-ACC8-8188D088DEDB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3" name="Freeform 1062">
              <a:extLst>
                <a:ext uri="{FF2B5EF4-FFF2-40B4-BE49-F238E27FC236}">
                  <a16:creationId xmlns:a16="http://schemas.microsoft.com/office/drawing/2014/main" id="{CFE71743-528E-2241-A36B-162AAB00F54A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4" name="Freeform 1063">
              <a:extLst>
                <a:ext uri="{FF2B5EF4-FFF2-40B4-BE49-F238E27FC236}">
                  <a16:creationId xmlns:a16="http://schemas.microsoft.com/office/drawing/2014/main" id="{E4D277A3-6A53-FC4F-ACEC-877EBA5FDBA7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5" name="Freeform 1064">
              <a:extLst>
                <a:ext uri="{FF2B5EF4-FFF2-40B4-BE49-F238E27FC236}">
                  <a16:creationId xmlns:a16="http://schemas.microsoft.com/office/drawing/2014/main" id="{2BCF1381-51BD-E540-9FE2-D243AF0948A8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6" name="Freeform 1065">
              <a:extLst>
                <a:ext uri="{FF2B5EF4-FFF2-40B4-BE49-F238E27FC236}">
                  <a16:creationId xmlns:a16="http://schemas.microsoft.com/office/drawing/2014/main" id="{C1B94C64-B1BE-F943-8A5A-A1C8918C8F22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67" name="Group 1066">
            <a:extLst>
              <a:ext uri="{FF2B5EF4-FFF2-40B4-BE49-F238E27FC236}">
                <a16:creationId xmlns:a16="http://schemas.microsoft.com/office/drawing/2014/main" id="{2B14E8F1-2F19-6E4B-A9C4-365059A80EF7}"/>
              </a:ext>
            </a:extLst>
          </p:cNvPr>
          <p:cNvGrpSpPr/>
          <p:nvPr/>
        </p:nvGrpSpPr>
        <p:grpSpPr>
          <a:xfrm>
            <a:off x="917511" y="4585453"/>
            <a:ext cx="990352" cy="1434747"/>
            <a:chOff x="1250506" y="2811144"/>
            <a:chExt cx="3409311" cy="3457052"/>
          </a:xfrm>
          <a:solidFill>
            <a:srgbClr val="70AD47">
              <a:lumMod val="75000"/>
            </a:srgbClr>
          </a:solidFill>
        </p:grpSpPr>
        <p:sp>
          <p:nvSpPr>
            <p:cNvPr id="1068" name="Freeform 1067">
              <a:extLst>
                <a:ext uri="{FF2B5EF4-FFF2-40B4-BE49-F238E27FC236}">
                  <a16:creationId xmlns:a16="http://schemas.microsoft.com/office/drawing/2014/main" id="{00D3E222-E5C8-C84E-8BD9-8CDA891745A7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9" name="Freeform 1068">
              <a:extLst>
                <a:ext uri="{FF2B5EF4-FFF2-40B4-BE49-F238E27FC236}">
                  <a16:creationId xmlns:a16="http://schemas.microsoft.com/office/drawing/2014/main" id="{C29B19D8-9C7D-8249-9C16-471AA2E15D2D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0" name="Freeform 1069">
              <a:extLst>
                <a:ext uri="{FF2B5EF4-FFF2-40B4-BE49-F238E27FC236}">
                  <a16:creationId xmlns:a16="http://schemas.microsoft.com/office/drawing/2014/main" id="{A36D641F-453F-B945-B004-90ACCF2CE67F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1" name="Freeform 1070">
              <a:extLst>
                <a:ext uri="{FF2B5EF4-FFF2-40B4-BE49-F238E27FC236}">
                  <a16:creationId xmlns:a16="http://schemas.microsoft.com/office/drawing/2014/main" id="{DF1111DE-091B-4148-8DB1-1B026514EB4F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2" name="Freeform 1071">
              <a:extLst>
                <a:ext uri="{FF2B5EF4-FFF2-40B4-BE49-F238E27FC236}">
                  <a16:creationId xmlns:a16="http://schemas.microsoft.com/office/drawing/2014/main" id="{218C66AD-50A6-8141-8C9A-89362065E568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73C4D091-961A-E241-ABAC-A289C763AD1F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DC7415E7-7D45-2546-A7A7-302EDA8B8A25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4D3F66E8-CED2-B34B-9817-08AA28DEFD9F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1CCA6261-AD9C-C347-AF34-4CF87AB39557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7" name="Freeform 1076">
              <a:extLst>
                <a:ext uri="{FF2B5EF4-FFF2-40B4-BE49-F238E27FC236}">
                  <a16:creationId xmlns:a16="http://schemas.microsoft.com/office/drawing/2014/main" id="{9B732C7A-2E27-9F42-91C5-7CB31A295330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8" name="Freeform 1077">
              <a:extLst>
                <a:ext uri="{FF2B5EF4-FFF2-40B4-BE49-F238E27FC236}">
                  <a16:creationId xmlns:a16="http://schemas.microsoft.com/office/drawing/2014/main" id="{33A724ED-C061-F54B-956C-2BF2D1716704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9" name="Freeform 1078">
              <a:extLst>
                <a:ext uri="{FF2B5EF4-FFF2-40B4-BE49-F238E27FC236}">
                  <a16:creationId xmlns:a16="http://schemas.microsoft.com/office/drawing/2014/main" id="{249A51EA-EA84-7542-AFED-EA97542477D7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0" name="Freeform 1079">
              <a:extLst>
                <a:ext uri="{FF2B5EF4-FFF2-40B4-BE49-F238E27FC236}">
                  <a16:creationId xmlns:a16="http://schemas.microsoft.com/office/drawing/2014/main" id="{14FE9C7A-A795-2449-8AD3-87292F8DA6FA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1" name="Freeform 1080">
              <a:extLst>
                <a:ext uri="{FF2B5EF4-FFF2-40B4-BE49-F238E27FC236}">
                  <a16:creationId xmlns:a16="http://schemas.microsoft.com/office/drawing/2014/main" id="{F5330858-FCCB-1244-9D5C-274E905330A8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2" name="Freeform 1081">
              <a:extLst>
                <a:ext uri="{FF2B5EF4-FFF2-40B4-BE49-F238E27FC236}">
                  <a16:creationId xmlns:a16="http://schemas.microsoft.com/office/drawing/2014/main" id="{78307A8E-B2FE-8645-A9B3-078A1F38BEF7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AEC43B6B-EA07-8348-A281-78BBFF61B0EE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84" name="Group 1083">
            <a:extLst>
              <a:ext uri="{FF2B5EF4-FFF2-40B4-BE49-F238E27FC236}">
                <a16:creationId xmlns:a16="http://schemas.microsoft.com/office/drawing/2014/main" id="{1D96D06B-0F7E-4A46-A1A1-F88325602B90}"/>
              </a:ext>
            </a:extLst>
          </p:cNvPr>
          <p:cNvGrpSpPr/>
          <p:nvPr/>
        </p:nvGrpSpPr>
        <p:grpSpPr>
          <a:xfrm>
            <a:off x="254768" y="5638408"/>
            <a:ext cx="288758" cy="261558"/>
            <a:chOff x="1250506" y="2811144"/>
            <a:chExt cx="3409311" cy="3457052"/>
          </a:xfrm>
          <a:solidFill>
            <a:srgbClr val="70AD47">
              <a:lumMod val="75000"/>
            </a:srgbClr>
          </a:solidFill>
        </p:grpSpPr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BAB0D714-6932-BA4A-9598-4FC0FE829A24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B6488B83-753B-5E4E-ADD4-7D88BE37B826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7" name="Freeform 1086">
              <a:extLst>
                <a:ext uri="{FF2B5EF4-FFF2-40B4-BE49-F238E27FC236}">
                  <a16:creationId xmlns:a16="http://schemas.microsoft.com/office/drawing/2014/main" id="{0E862804-4BDE-854B-9BD2-A761BD9F7D9C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8" name="Freeform 1087">
              <a:extLst>
                <a:ext uri="{FF2B5EF4-FFF2-40B4-BE49-F238E27FC236}">
                  <a16:creationId xmlns:a16="http://schemas.microsoft.com/office/drawing/2014/main" id="{9C467EF0-D120-C24E-9C3A-9327872ED111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9" name="Freeform 1088">
              <a:extLst>
                <a:ext uri="{FF2B5EF4-FFF2-40B4-BE49-F238E27FC236}">
                  <a16:creationId xmlns:a16="http://schemas.microsoft.com/office/drawing/2014/main" id="{2DC119FC-4ECD-9C4C-8021-B894B44E5B4B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0" name="Freeform 1089">
              <a:extLst>
                <a:ext uri="{FF2B5EF4-FFF2-40B4-BE49-F238E27FC236}">
                  <a16:creationId xmlns:a16="http://schemas.microsoft.com/office/drawing/2014/main" id="{C180AACD-BA59-3F42-B0DC-07139A4102CB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1" name="Freeform 1090">
              <a:extLst>
                <a:ext uri="{FF2B5EF4-FFF2-40B4-BE49-F238E27FC236}">
                  <a16:creationId xmlns:a16="http://schemas.microsoft.com/office/drawing/2014/main" id="{8083D604-C555-9D4C-AB8C-C23D3974C790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2" name="Freeform 1091">
              <a:extLst>
                <a:ext uri="{FF2B5EF4-FFF2-40B4-BE49-F238E27FC236}">
                  <a16:creationId xmlns:a16="http://schemas.microsoft.com/office/drawing/2014/main" id="{B38B8E16-6D88-D24F-BCC8-59BB123717DE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BF7F9410-5483-6B4D-A489-11AB510B89F3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46AA0E51-7E01-054B-B9E0-0C17C7C97D4E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247B548C-937D-CF4E-A62C-0DEB5B747C21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0CA1C7D0-84F9-EE40-9A42-3094597CB63B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7" name="Freeform 1096">
              <a:extLst>
                <a:ext uri="{FF2B5EF4-FFF2-40B4-BE49-F238E27FC236}">
                  <a16:creationId xmlns:a16="http://schemas.microsoft.com/office/drawing/2014/main" id="{AAE69F8E-8A24-BB4A-A5A3-51898DDF1F7F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8" name="Freeform 1097">
              <a:extLst>
                <a:ext uri="{FF2B5EF4-FFF2-40B4-BE49-F238E27FC236}">
                  <a16:creationId xmlns:a16="http://schemas.microsoft.com/office/drawing/2014/main" id="{D55388EB-3AB7-A144-A962-99792D2D73A9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9" name="Freeform 1098">
              <a:extLst>
                <a:ext uri="{FF2B5EF4-FFF2-40B4-BE49-F238E27FC236}">
                  <a16:creationId xmlns:a16="http://schemas.microsoft.com/office/drawing/2014/main" id="{C16EB3A9-203B-7549-AB09-9D51172B0B3C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0" name="Freeform 1099">
              <a:extLst>
                <a:ext uri="{FF2B5EF4-FFF2-40B4-BE49-F238E27FC236}">
                  <a16:creationId xmlns:a16="http://schemas.microsoft.com/office/drawing/2014/main" id="{7D6DD520-3B09-F442-AE77-CECAD33A51BD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101" name="Group 1100">
            <a:extLst>
              <a:ext uri="{FF2B5EF4-FFF2-40B4-BE49-F238E27FC236}">
                <a16:creationId xmlns:a16="http://schemas.microsoft.com/office/drawing/2014/main" id="{9FB1D776-D66D-794E-8833-11315C0A0E6C}"/>
              </a:ext>
            </a:extLst>
          </p:cNvPr>
          <p:cNvGrpSpPr/>
          <p:nvPr/>
        </p:nvGrpSpPr>
        <p:grpSpPr>
          <a:xfrm>
            <a:off x="518596" y="5339823"/>
            <a:ext cx="470885" cy="624768"/>
            <a:chOff x="1250506" y="2811144"/>
            <a:chExt cx="3409311" cy="3457052"/>
          </a:xfrm>
          <a:solidFill>
            <a:srgbClr val="70AD47">
              <a:lumMod val="75000"/>
            </a:srgbClr>
          </a:solidFill>
        </p:grpSpPr>
        <p:sp>
          <p:nvSpPr>
            <p:cNvPr id="1102" name="Freeform 1101">
              <a:extLst>
                <a:ext uri="{FF2B5EF4-FFF2-40B4-BE49-F238E27FC236}">
                  <a16:creationId xmlns:a16="http://schemas.microsoft.com/office/drawing/2014/main" id="{003862E3-C24A-EA44-ADB4-8A7D7F8586D2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8B70267E-D2A3-CA4E-9CF8-746D4A6B2559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8DA618A0-CF5D-9F4A-8E44-9F325629A34E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9389EB54-374F-9F4D-B307-281A297E990F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DF8BCD46-9AB6-C545-BAC4-A97EC2DA3AA8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7" name="Freeform 1106">
              <a:extLst>
                <a:ext uri="{FF2B5EF4-FFF2-40B4-BE49-F238E27FC236}">
                  <a16:creationId xmlns:a16="http://schemas.microsoft.com/office/drawing/2014/main" id="{B63CCE4F-F2BC-BE46-82B1-C8E3C29000E6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8" name="Freeform 1107">
              <a:extLst>
                <a:ext uri="{FF2B5EF4-FFF2-40B4-BE49-F238E27FC236}">
                  <a16:creationId xmlns:a16="http://schemas.microsoft.com/office/drawing/2014/main" id="{5D67C99A-2FDE-A143-817E-12467E4A7CDB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9" name="Freeform 1108">
              <a:extLst>
                <a:ext uri="{FF2B5EF4-FFF2-40B4-BE49-F238E27FC236}">
                  <a16:creationId xmlns:a16="http://schemas.microsoft.com/office/drawing/2014/main" id="{845772D7-0378-5F49-8D12-24A8DD674A8E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10" name="Freeform 1109">
              <a:extLst>
                <a:ext uri="{FF2B5EF4-FFF2-40B4-BE49-F238E27FC236}">
                  <a16:creationId xmlns:a16="http://schemas.microsoft.com/office/drawing/2014/main" id="{7C0BFE1E-79BF-4241-8208-8D46997A62E9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11" name="Freeform 1110">
              <a:extLst>
                <a:ext uri="{FF2B5EF4-FFF2-40B4-BE49-F238E27FC236}">
                  <a16:creationId xmlns:a16="http://schemas.microsoft.com/office/drawing/2014/main" id="{D22D0521-6126-BC45-B250-01BEE18D05D1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12" name="Freeform 1111">
              <a:extLst>
                <a:ext uri="{FF2B5EF4-FFF2-40B4-BE49-F238E27FC236}">
                  <a16:creationId xmlns:a16="http://schemas.microsoft.com/office/drawing/2014/main" id="{35678256-3F17-384D-A2C3-37CABB2D657B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13" name="Freeform 1112">
              <a:extLst>
                <a:ext uri="{FF2B5EF4-FFF2-40B4-BE49-F238E27FC236}">
                  <a16:creationId xmlns:a16="http://schemas.microsoft.com/office/drawing/2014/main" id="{DEDCFDF0-7642-3E4A-BB72-4727E9AB8EE0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14" name="Freeform 1113">
              <a:extLst>
                <a:ext uri="{FF2B5EF4-FFF2-40B4-BE49-F238E27FC236}">
                  <a16:creationId xmlns:a16="http://schemas.microsoft.com/office/drawing/2014/main" id="{3AC29D74-4682-8F45-AD82-7DE0C8B97F2F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15" name="Freeform 1114">
              <a:extLst>
                <a:ext uri="{FF2B5EF4-FFF2-40B4-BE49-F238E27FC236}">
                  <a16:creationId xmlns:a16="http://schemas.microsoft.com/office/drawing/2014/main" id="{F68A90A7-2788-964B-9574-E2944CAD3A19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16" name="Freeform 1115">
              <a:extLst>
                <a:ext uri="{FF2B5EF4-FFF2-40B4-BE49-F238E27FC236}">
                  <a16:creationId xmlns:a16="http://schemas.microsoft.com/office/drawing/2014/main" id="{0FFFD176-0D8A-0D40-A2DA-BDF3B6D199FB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17" name="Freeform 1116">
              <a:extLst>
                <a:ext uri="{FF2B5EF4-FFF2-40B4-BE49-F238E27FC236}">
                  <a16:creationId xmlns:a16="http://schemas.microsoft.com/office/drawing/2014/main" id="{A0E80CE9-3368-4047-8981-8C22A01EF813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118" name="Group 1117">
            <a:extLst>
              <a:ext uri="{FF2B5EF4-FFF2-40B4-BE49-F238E27FC236}">
                <a16:creationId xmlns:a16="http://schemas.microsoft.com/office/drawing/2014/main" id="{1530350C-4F5B-2E42-9AE3-A78AD4900D4E}"/>
              </a:ext>
            </a:extLst>
          </p:cNvPr>
          <p:cNvGrpSpPr/>
          <p:nvPr/>
        </p:nvGrpSpPr>
        <p:grpSpPr>
          <a:xfrm>
            <a:off x="381995" y="5422073"/>
            <a:ext cx="323062" cy="542518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1119" name="Freeform 1118">
              <a:extLst>
                <a:ext uri="{FF2B5EF4-FFF2-40B4-BE49-F238E27FC236}">
                  <a16:creationId xmlns:a16="http://schemas.microsoft.com/office/drawing/2014/main" id="{0B37BCAD-BD3C-8049-8CCB-B433762CB628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0" name="Freeform 1119">
              <a:extLst>
                <a:ext uri="{FF2B5EF4-FFF2-40B4-BE49-F238E27FC236}">
                  <a16:creationId xmlns:a16="http://schemas.microsoft.com/office/drawing/2014/main" id="{73D0BF06-140C-2340-8820-A952DA6A67FF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1" name="Freeform 1120">
              <a:extLst>
                <a:ext uri="{FF2B5EF4-FFF2-40B4-BE49-F238E27FC236}">
                  <a16:creationId xmlns:a16="http://schemas.microsoft.com/office/drawing/2014/main" id="{B72CDC27-9CD9-DA42-B0BA-423901E7175A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2" name="Freeform 1121">
              <a:extLst>
                <a:ext uri="{FF2B5EF4-FFF2-40B4-BE49-F238E27FC236}">
                  <a16:creationId xmlns:a16="http://schemas.microsoft.com/office/drawing/2014/main" id="{E2670029-3E72-4A45-A3E9-72C53FB5817A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3" name="Freeform 1122">
              <a:extLst>
                <a:ext uri="{FF2B5EF4-FFF2-40B4-BE49-F238E27FC236}">
                  <a16:creationId xmlns:a16="http://schemas.microsoft.com/office/drawing/2014/main" id="{9B9413BC-EDCE-1447-86F7-D12C52037D8D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4" name="Freeform 1123">
              <a:extLst>
                <a:ext uri="{FF2B5EF4-FFF2-40B4-BE49-F238E27FC236}">
                  <a16:creationId xmlns:a16="http://schemas.microsoft.com/office/drawing/2014/main" id="{819BB250-B910-344F-BB14-FF3D838A67C0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5" name="Freeform 1124">
              <a:extLst>
                <a:ext uri="{FF2B5EF4-FFF2-40B4-BE49-F238E27FC236}">
                  <a16:creationId xmlns:a16="http://schemas.microsoft.com/office/drawing/2014/main" id="{9908874B-EBB6-674A-A88C-2CAF720761DE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6" name="Freeform 1125">
              <a:extLst>
                <a:ext uri="{FF2B5EF4-FFF2-40B4-BE49-F238E27FC236}">
                  <a16:creationId xmlns:a16="http://schemas.microsoft.com/office/drawing/2014/main" id="{3C269025-4CBE-2443-9DB5-9B76AFEDA866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7" name="Freeform 1126">
              <a:extLst>
                <a:ext uri="{FF2B5EF4-FFF2-40B4-BE49-F238E27FC236}">
                  <a16:creationId xmlns:a16="http://schemas.microsoft.com/office/drawing/2014/main" id="{C319805D-4069-1543-8ACF-8B3B411E343B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8" name="Freeform 1127">
              <a:extLst>
                <a:ext uri="{FF2B5EF4-FFF2-40B4-BE49-F238E27FC236}">
                  <a16:creationId xmlns:a16="http://schemas.microsoft.com/office/drawing/2014/main" id="{05071BBD-7695-3B49-AA99-106F807E408F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9" name="Freeform 1128">
              <a:extLst>
                <a:ext uri="{FF2B5EF4-FFF2-40B4-BE49-F238E27FC236}">
                  <a16:creationId xmlns:a16="http://schemas.microsoft.com/office/drawing/2014/main" id="{70FA5C2F-86B2-0E44-AEEB-82204B45F52F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0" name="Freeform 1129">
              <a:extLst>
                <a:ext uri="{FF2B5EF4-FFF2-40B4-BE49-F238E27FC236}">
                  <a16:creationId xmlns:a16="http://schemas.microsoft.com/office/drawing/2014/main" id="{6808FF1F-F0A5-2F4D-99AB-16A98C435D16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1" name="Freeform 1130">
              <a:extLst>
                <a:ext uri="{FF2B5EF4-FFF2-40B4-BE49-F238E27FC236}">
                  <a16:creationId xmlns:a16="http://schemas.microsoft.com/office/drawing/2014/main" id="{1BDEF1C9-F3BB-6848-83A9-885842435C14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2" name="Freeform 1131">
              <a:extLst>
                <a:ext uri="{FF2B5EF4-FFF2-40B4-BE49-F238E27FC236}">
                  <a16:creationId xmlns:a16="http://schemas.microsoft.com/office/drawing/2014/main" id="{2849FE30-7FCA-7440-A668-FE933236EB5F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3" name="Freeform 1132">
              <a:extLst>
                <a:ext uri="{FF2B5EF4-FFF2-40B4-BE49-F238E27FC236}">
                  <a16:creationId xmlns:a16="http://schemas.microsoft.com/office/drawing/2014/main" id="{3CF9581A-D358-034E-8C7D-357DEF02AB59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4" name="Freeform 1133">
              <a:extLst>
                <a:ext uri="{FF2B5EF4-FFF2-40B4-BE49-F238E27FC236}">
                  <a16:creationId xmlns:a16="http://schemas.microsoft.com/office/drawing/2014/main" id="{5C289D7D-FCBB-3E41-BCCF-4F3D5D3C1BD9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135" name="Rectangle 1134">
            <a:extLst>
              <a:ext uri="{FF2B5EF4-FFF2-40B4-BE49-F238E27FC236}">
                <a16:creationId xmlns:a16="http://schemas.microsoft.com/office/drawing/2014/main" id="{50962543-6123-4E4E-9F5C-9FB88786A53B}"/>
              </a:ext>
            </a:extLst>
          </p:cNvPr>
          <p:cNvSpPr/>
          <p:nvPr/>
        </p:nvSpPr>
        <p:spPr>
          <a:xfrm>
            <a:off x="0" y="5875842"/>
            <a:ext cx="9144000" cy="974677"/>
          </a:xfrm>
          <a:prstGeom prst="rect">
            <a:avLst/>
          </a:prstGeom>
          <a:solidFill>
            <a:srgbClr val="E1DBB4"/>
          </a:solidFill>
          <a:ln w="25400" cap="flat" cmpd="sng" algn="ctr">
            <a:solidFill>
              <a:srgbClr val="9E160D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1" i="0" u="none" strike="noStrike" kern="0" cap="none" spc="0" normalizeH="0" baseline="0" noProof="0">
              <a:ln>
                <a:noFill/>
              </a:ln>
              <a:solidFill>
                <a:srgbClr val="A5A5A5">
                  <a:lumMod val="50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36" name="TextBox 1135">
            <a:extLst>
              <a:ext uri="{FF2B5EF4-FFF2-40B4-BE49-F238E27FC236}">
                <a16:creationId xmlns:a16="http://schemas.microsoft.com/office/drawing/2014/main" id="{86D7110D-FAFA-B740-8EFC-652C03C83223}"/>
              </a:ext>
            </a:extLst>
          </p:cNvPr>
          <p:cNvSpPr txBox="1"/>
          <p:nvPr/>
        </p:nvSpPr>
        <p:spPr>
          <a:xfrm>
            <a:off x="505217" y="5964507"/>
            <a:ext cx="12871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4A311A"/>
                </a:solidFill>
                <a:effectLst/>
                <a:uLnTx/>
                <a:uFillTx/>
              </a:rPr>
              <a:t>Leaf-Out</a:t>
            </a:r>
          </a:p>
        </p:txBody>
      </p:sp>
      <p:sp>
        <p:nvSpPr>
          <p:cNvPr id="1137" name="TextBox 1136">
            <a:extLst>
              <a:ext uri="{FF2B5EF4-FFF2-40B4-BE49-F238E27FC236}">
                <a16:creationId xmlns:a16="http://schemas.microsoft.com/office/drawing/2014/main" id="{D5103C33-FAB4-1046-B6A4-1B21C158D083}"/>
              </a:ext>
            </a:extLst>
          </p:cNvPr>
          <p:cNvSpPr txBox="1"/>
          <p:nvPr/>
        </p:nvSpPr>
        <p:spPr>
          <a:xfrm>
            <a:off x="2356627" y="5965209"/>
            <a:ext cx="11526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4A311A"/>
                </a:solidFill>
                <a:effectLst/>
                <a:uLnTx/>
                <a:uFillTx/>
              </a:rPr>
              <a:t>Growth</a:t>
            </a:r>
          </a:p>
        </p:txBody>
      </p:sp>
      <p:sp>
        <p:nvSpPr>
          <p:cNvPr id="1138" name="TextBox 1137">
            <a:extLst>
              <a:ext uri="{FF2B5EF4-FFF2-40B4-BE49-F238E27FC236}">
                <a16:creationId xmlns:a16="http://schemas.microsoft.com/office/drawing/2014/main" id="{02DE6FFA-BAD2-F543-92EB-D332F6407F88}"/>
              </a:ext>
            </a:extLst>
          </p:cNvPr>
          <p:cNvSpPr txBox="1"/>
          <p:nvPr/>
        </p:nvSpPr>
        <p:spPr>
          <a:xfrm>
            <a:off x="4252084" y="5945851"/>
            <a:ext cx="131350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4A311A"/>
                </a:solidFill>
                <a:effectLst/>
                <a:uLnTx/>
                <a:uFillTx/>
              </a:rPr>
              <a:t>Maturity</a:t>
            </a:r>
          </a:p>
        </p:txBody>
      </p:sp>
      <p:sp>
        <p:nvSpPr>
          <p:cNvPr id="1139" name="TextBox 1138">
            <a:extLst>
              <a:ext uri="{FF2B5EF4-FFF2-40B4-BE49-F238E27FC236}">
                <a16:creationId xmlns:a16="http://schemas.microsoft.com/office/drawing/2014/main" id="{6FDF2D90-0F32-1B44-B8B1-12D5F4A11F73}"/>
              </a:ext>
            </a:extLst>
          </p:cNvPr>
          <p:cNvSpPr txBox="1"/>
          <p:nvPr/>
        </p:nvSpPr>
        <p:spPr>
          <a:xfrm>
            <a:off x="6226269" y="5951403"/>
            <a:ext cx="255685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4A311A"/>
                </a:solidFill>
                <a:effectLst/>
                <a:uLnTx/>
                <a:uFillTx/>
              </a:rPr>
              <a:t>Stress/Senescence</a:t>
            </a:r>
          </a:p>
        </p:txBody>
      </p:sp>
      <p:cxnSp>
        <p:nvCxnSpPr>
          <p:cNvPr id="1140" name="Straight Connector 1139">
            <a:extLst>
              <a:ext uri="{FF2B5EF4-FFF2-40B4-BE49-F238E27FC236}">
                <a16:creationId xmlns:a16="http://schemas.microsoft.com/office/drawing/2014/main" id="{A603C1FB-FD44-C942-9638-657647B80DCB}"/>
              </a:ext>
            </a:extLst>
          </p:cNvPr>
          <p:cNvCxnSpPr>
            <a:cxnSpLocks/>
            <a:stCxn id="1136" idx="3"/>
          </p:cNvCxnSpPr>
          <p:nvPr/>
        </p:nvCxnSpPr>
        <p:spPr>
          <a:xfrm flipV="1">
            <a:off x="1792363" y="6192969"/>
            <a:ext cx="502920" cy="2371"/>
          </a:xfrm>
          <a:prstGeom prst="line">
            <a:avLst/>
          </a:prstGeom>
          <a:noFill/>
          <a:ln w="25400" cap="flat" cmpd="sng" algn="ctr">
            <a:solidFill>
              <a:srgbClr val="9E160D"/>
            </a:solidFill>
            <a:prstDash val="solid"/>
            <a:miter lim="800000"/>
            <a:tailEnd type="arrow" w="lg" len="med"/>
          </a:ln>
          <a:effectLst/>
        </p:spPr>
      </p:cxnSp>
      <p:sp>
        <p:nvSpPr>
          <p:cNvPr id="1141" name="TextBox 1140">
            <a:extLst>
              <a:ext uri="{FF2B5EF4-FFF2-40B4-BE49-F238E27FC236}">
                <a16:creationId xmlns:a16="http://schemas.microsoft.com/office/drawing/2014/main" id="{3E69DE17-301A-AD45-A9C0-40C0981F76BA}"/>
              </a:ext>
            </a:extLst>
          </p:cNvPr>
          <p:cNvSpPr txBox="1"/>
          <p:nvPr/>
        </p:nvSpPr>
        <p:spPr>
          <a:xfrm>
            <a:off x="3976590" y="6312091"/>
            <a:ext cx="132472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4A311A"/>
                </a:solidFill>
                <a:effectLst/>
                <a:uLnTx/>
                <a:uFillTx/>
              </a:rPr>
              <a:t>Dormant</a:t>
            </a:r>
          </a:p>
        </p:txBody>
      </p:sp>
      <p:cxnSp>
        <p:nvCxnSpPr>
          <p:cNvPr id="1142" name="Curved Connector 1141">
            <a:extLst>
              <a:ext uri="{FF2B5EF4-FFF2-40B4-BE49-F238E27FC236}">
                <a16:creationId xmlns:a16="http://schemas.microsoft.com/office/drawing/2014/main" id="{B1299758-3441-C54C-BA9C-1FF29588EFE5}"/>
              </a:ext>
            </a:extLst>
          </p:cNvPr>
          <p:cNvCxnSpPr>
            <a:cxnSpLocks/>
            <a:stCxn id="1139" idx="3"/>
          </p:cNvCxnSpPr>
          <p:nvPr/>
        </p:nvCxnSpPr>
        <p:spPr>
          <a:xfrm flipH="1">
            <a:off x="5260287" y="6182236"/>
            <a:ext cx="3522836" cy="354104"/>
          </a:xfrm>
          <a:prstGeom prst="curvedConnector3">
            <a:avLst>
              <a:gd name="adj1" fmla="val -1298"/>
            </a:avLst>
          </a:prstGeom>
          <a:noFill/>
          <a:ln w="25400" cap="flat" cmpd="sng" algn="ctr">
            <a:solidFill>
              <a:srgbClr val="9E160D"/>
            </a:solidFill>
            <a:prstDash val="solid"/>
            <a:miter lim="800000"/>
            <a:headEnd type="none" w="lg" len="sm"/>
            <a:tailEnd type="arrow" w="lg" len="sm"/>
          </a:ln>
          <a:effectLst/>
        </p:spPr>
      </p:cxnSp>
      <p:cxnSp>
        <p:nvCxnSpPr>
          <p:cNvPr id="1143" name="Curved Connector 1142">
            <a:extLst>
              <a:ext uri="{FF2B5EF4-FFF2-40B4-BE49-F238E27FC236}">
                <a16:creationId xmlns:a16="http://schemas.microsoft.com/office/drawing/2014/main" id="{C44B46B8-EB6F-8942-9128-4553DD410BB3}"/>
              </a:ext>
            </a:extLst>
          </p:cNvPr>
          <p:cNvCxnSpPr>
            <a:endCxn id="1136" idx="1"/>
          </p:cNvCxnSpPr>
          <p:nvPr/>
        </p:nvCxnSpPr>
        <p:spPr>
          <a:xfrm rot="10800000">
            <a:off x="505218" y="6195340"/>
            <a:ext cx="3466329" cy="391802"/>
          </a:xfrm>
          <a:prstGeom prst="curvedConnector3">
            <a:avLst>
              <a:gd name="adj1" fmla="val 106595"/>
            </a:avLst>
          </a:prstGeom>
          <a:noFill/>
          <a:ln w="25400" cap="flat" cmpd="sng" algn="ctr">
            <a:solidFill>
              <a:srgbClr val="9E160D"/>
            </a:solidFill>
            <a:prstDash val="solid"/>
            <a:miter lim="800000"/>
            <a:headEnd type="none"/>
            <a:tailEnd type="arrow" w="lg" len="sm"/>
          </a:ln>
          <a:effectLst/>
        </p:spPr>
      </p:cxnSp>
      <p:cxnSp>
        <p:nvCxnSpPr>
          <p:cNvPr id="1144" name="Straight Connector 1143">
            <a:extLst>
              <a:ext uri="{FF2B5EF4-FFF2-40B4-BE49-F238E27FC236}">
                <a16:creationId xmlns:a16="http://schemas.microsoft.com/office/drawing/2014/main" id="{63F0538B-BFE9-9042-A003-761493A86F2A}"/>
              </a:ext>
            </a:extLst>
          </p:cNvPr>
          <p:cNvCxnSpPr/>
          <p:nvPr/>
        </p:nvCxnSpPr>
        <p:spPr>
          <a:xfrm>
            <a:off x="3615951" y="6163387"/>
            <a:ext cx="502920" cy="702"/>
          </a:xfrm>
          <a:prstGeom prst="line">
            <a:avLst/>
          </a:prstGeom>
          <a:noFill/>
          <a:ln w="25400" cap="flat" cmpd="sng" algn="ctr">
            <a:solidFill>
              <a:srgbClr val="9E160D"/>
            </a:solidFill>
            <a:prstDash val="solid"/>
            <a:miter lim="800000"/>
            <a:tailEnd type="arrow" w="lg" len="med"/>
          </a:ln>
          <a:effectLst/>
        </p:spPr>
      </p:cxnSp>
      <p:cxnSp>
        <p:nvCxnSpPr>
          <p:cNvPr id="1145" name="Straight Connector 1144">
            <a:extLst>
              <a:ext uri="{FF2B5EF4-FFF2-40B4-BE49-F238E27FC236}">
                <a16:creationId xmlns:a16="http://schemas.microsoft.com/office/drawing/2014/main" id="{970E80EC-4AB0-9044-B473-5E13870EAD0C}"/>
              </a:ext>
            </a:extLst>
          </p:cNvPr>
          <p:cNvCxnSpPr/>
          <p:nvPr/>
        </p:nvCxnSpPr>
        <p:spPr>
          <a:xfrm>
            <a:off x="5641499" y="6163675"/>
            <a:ext cx="502920" cy="702"/>
          </a:xfrm>
          <a:prstGeom prst="line">
            <a:avLst/>
          </a:prstGeom>
          <a:noFill/>
          <a:ln w="25400" cap="flat" cmpd="sng" algn="ctr">
            <a:solidFill>
              <a:srgbClr val="9E160D"/>
            </a:solidFill>
            <a:prstDash val="solid"/>
            <a:miter lim="800000"/>
            <a:tailEnd type="arrow" w="lg" len="med"/>
          </a:ln>
          <a:effectLst/>
        </p:spPr>
      </p:cxnSp>
      <p:pic>
        <p:nvPicPr>
          <p:cNvPr id="1146" name="Picture 1145">
            <a:extLst>
              <a:ext uri="{FF2B5EF4-FFF2-40B4-BE49-F238E27FC236}">
                <a16:creationId xmlns:a16="http://schemas.microsoft.com/office/drawing/2014/main" id="{66E77218-A606-3E45-8F7C-27008BE85E9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flipH="1">
            <a:off x="-66158" y="524493"/>
            <a:ext cx="2160009" cy="1210914"/>
          </a:xfrm>
          <a:prstGeom prst="rect">
            <a:avLst/>
          </a:prstGeom>
        </p:spPr>
      </p:pic>
      <p:cxnSp>
        <p:nvCxnSpPr>
          <p:cNvPr id="1147" name="Straight Arrow Connector 1146">
            <a:extLst>
              <a:ext uri="{FF2B5EF4-FFF2-40B4-BE49-F238E27FC236}">
                <a16:creationId xmlns:a16="http://schemas.microsoft.com/office/drawing/2014/main" id="{AE6FCAE5-686A-8C4A-B3B6-94E1DB628E23}"/>
              </a:ext>
            </a:extLst>
          </p:cNvPr>
          <p:cNvCxnSpPr>
            <a:cxnSpLocks/>
          </p:cNvCxnSpPr>
          <p:nvPr/>
        </p:nvCxnSpPr>
        <p:spPr>
          <a:xfrm flipV="1">
            <a:off x="2156501" y="1890586"/>
            <a:ext cx="457200" cy="274805"/>
          </a:xfrm>
          <a:prstGeom prst="straightConnector1">
            <a:avLst/>
          </a:prstGeom>
          <a:noFill/>
          <a:ln w="101600" cap="sq" cmpd="sng" algn="ctr">
            <a:solidFill>
              <a:srgbClr val="4A311A"/>
            </a:solidFill>
            <a:prstDash val="solid"/>
            <a:miter lim="800000"/>
            <a:headEnd type="none"/>
            <a:tailEnd type="triangle" w="med" len="sm"/>
          </a:ln>
          <a:effectLst/>
        </p:spPr>
      </p:cxnSp>
      <p:pic>
        <p:nvPicPr>
          <p:cNvPr id="1148" name="Picture 1147">
            <a:extLst>
              <a:ext uri="{FF2B5EF4-FFF2-40B4-BE49-F238E27FC236}">
                <a16:creationId xmlns:a16="http://schemas.microsoft.com/office/drawing/2014/main" id="{A6E2E3DE-8CAD-BE49-BD57-C828A90260E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>
                    <a14:imgEffect>
                      <a14:colorTemperature colorTemp="8800"/>
                    </a14:imgEffect>
                    <a14:imgEffect>
                      <a14:saturation sat="364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 flipH="1">
            <a:off x="0" y="-7377"/>
            <a:ext cx="2540581" cy="1413104"/>
          </a:xfrm>
          <a:prstGeom prst="rect">
            <a:avLst/>
          </a:prstGeom>
        </p:spPr>
      </p:pic>
      <p:pic>
        <p:nvPicPr>
          <p:cNvPr id="1149" name="Picture 1148">
            <a:extLst>
              <a:ext uri="{FF2B5EF4-FFF2-40B4-BE49-F238E27FC236}">
                <a16:creationId xmlns:a16="http://schemas.microsoft.com/office/drawing/2014/main" id="{17BA8966-A5CD-C448-9570-F8838D5A5C1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328533" y="449759"/>
            <a:ext cx="1988683" cy="1106131"/>
          </a:xfrm>
          <a:prstGeom prst="rect">
            <a:avLst/>
          </a:prstGeom>
        </p:spPr>
      </p:pic>
      <p:grpSp>
        <p:nvGrpSpPr>
          <p:cNvPr id="1150" name="Group 1149">
            <a:extLst>
              <a:ext uri="{FF2B5EF4-FFF2-40B4-BE49-F238E27FC236}">
                <a16:creationId xmlns:a16="http://schemas.microsoft.com/office/drawing/2014/main" id="{42FEF3D4-3714-6442-83C8-5327FDA4BF59}"/>
              </a:ext>
            </a:extLst>
          </p:cNvPr>
          <p:cNvGrpSpPr>
            <a:grpSpLocks noChangeAspect="1"/>
          </p:cNvGrpSpPr>
          <p:nvPr/>
        </p:nvGrpSpPr>
        <p:grpSpPr>
          <a:xfrm>
            <a:off x="5591550" y="4334672"/>
            <a:ext cx="1468012" cy="2823152"/>
            <a:chOff x="1660772" y="2092089"/>
            <a:chExt cx="2478228" cy="4765911"/>
          </a:xfrm>
        </p:grpSpPr>
        <p:sp>
          <p:nvSpPr>
            <p:cNvPr id="1151" name="Arc 1150">
              <a:extLst>
                <a:ext uri="{FF2B5EF4-FFF2-40B4-BE49-F238E27FC236}">
                  <a16:creationId xmlns:a16="http://schemas.microsoft.com/office/drawing/2014/main" id="{9B9CBD49-1A6D-2F4D-B6F9-63C62147AD91}"/>
                </a:ext>
              </a:extLst>
            </p:cNvPr>
            <p:cNvSpPr/>
            <p:nvPr/>
          </p:nvSpPr>
          <p:spPr>
            <a:xfrm rot="672623">
              <a:off x="1660772" y="2458698"/>
              <a:ext cx="1147088" cy="4273387"/>
            </a:xfrm>
            <a:prstGeom prst="arc">
              <a:avLst>
                <a:gd name="adj1" fmla="val 16416990"/>
                <a:gd name="adj2" fmla="val 0"/>
              </a:avLst>
            </a:prstGeom>
            <a:noFill/>
            <a:ln w="38100" cap="flat" cmpd="sng" algn="ctr">
              <a:solidFill>
                <a:srgbClr val="FFC000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2" name="Arc 1151">
              <a:extLst>
                <a:ext uri="{FF2B5EF4-FFF2-40B4-BE49-F238E27FC236}">
                  <a16:creationId xmlns:a16="http://schemas.microsoft.com/office/drawing/2014/main" id="{9E36AFA7-65BF-3241-A468-C4AD746AC52A}"/>
                </a:ext>
              </a:extLst>
            </p:cNvPr>
            <p:cNvSpPr/>
            <p:nvPr/>
          </p:nvSpPr>
          <p:spPr>
            <a:xfrm rot="20963906" flipH="1">
              <a:off x="2985669" y="2482397"/>
              <a:ext cx="1153331" cy="4296645"/>
            </a:xfrm>
            <a:prstGeom prst="arc">
              <a:avLst>
                <a:gd name="adj1" fmla="val 16437671"/>
                <a:gd name="adj2" fmla="val 0"/>
              </a:avLst>
            </a:prstGeom>
            <a:noFill/>
            <a:ln w="25400" cap="flat" cmpd="sng" algn="ctr">
              <a:solidFill>
                <a:srgbClr val="9452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3" name="Arc 1152">
              <a:extLst>
                <a:ext uri="{FF2B5EF4-FFF2-40B4-BE49-F238E27FC236}">
                  <a16:creationId xmlns:a16="http://schemas.microsoft.com/office/drawing/2014/main" id="{9CF270E3-A2EC-C442-84F8-C4031C445ADE}"/>
                </a:ext>
              </a:extLst>
            </p:cNvPr>
            <p:cNvSpPr/>
            <p:nvPr/>
          </p:nvSpPr>
          <p:spPr>
            <a:xfrm flipH="1">
              <a:off x="2913031" y="2561355"/>
              <a:ext cx="1153331" cy="4296645"/>
            </a:xfrm>
            <a:prstGeom prst="arc">
              <a:avLst>
                <a:gd name="adj1" fmla="val 16437671"/>
                <a:gd name="adj2" fmla="val 0"/>
              </a:avLst>
            </a:prstGeom>
            <a:noFill/>
            <a:ln w="22225" cap="flat" cmpd="sng" algn="ctr">
              <a:solidFill>
                <a:srgbClr val="FFC000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4" name="Oval 1153">
              <a:extLst>
                <a:ext uri="{FF2B5EF4-FFF2-40B4-BE49-F238E27FC236}">
                  <a16:creationId xmlns:a16="http://schemas.microsoft.com/office/drawing/2014/main" id="{E0DDB206-61A8-7047-B804-8EA488A64B7C}"/>
                </a:ext>
              </a:extLst>
            </p:cNvPr>
            <p:cNvSpPr/>
            <p:nvPr/>
          </p:nvSpPr>
          <p:spPr>
            <a:xfrm rot="18853953">
              <a:off x="2508541" y="2103210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5" name="Oval 1154">
              <a:extLst>
                <a:ext uri="{FF2B5EF4-FFF2-40B4-BE49-F238E27FC236}">
                  <a16:creationId xmlns:a16="http://schemas.microsoft.com/office/drawing/2014/main" id="{6DEFF21E-16BD-9C4A-B92D-B4822C457B97}"/>
                </a:ext>
              </a:extLst>
            </p:cNvPr>
            <p:cNvSpPr/>
            <p:nvPr/>
          </p:nvSpPr>
          <p:spPr>
            <a:xfrm rot="2164561">
              <a:off x="3133841" y="2092089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6" name="Oval 1155">
              <a:extLst>
                <a:ext uri="{FF2B5EF4-FFF2-40B4-BE49-F238E27FC236}">
                  <a16:creationId xmlns:a16="http://schemas.microsoft.com/office/drawing/2014/main" id="{14CA9111-4961-F448-BF34-446957264558}"/>
                </a:ext>
              </a:extLst>
            </p:cNvPr>
            <p:cNvSpPr/>
            <p:nvPr/>
          </p:nvSpPr>
          <p:spPr>
            <a:xfrm rot="2831778">
              <a:off x="3488058" y="2144695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157" name="TextBox 1156">
            <a:extLst>
              <a:ext uri="{FF2B5EF4-FFF2-40B4-BE49-F238E27FC236}">
                <a16:creationId xmlns:a16="http://schemas.microsoft.com/office/drawing/2014/main" id="{DDD365EF-0E97-5E47-8E77-22698EBC3E33}"/>
              </a:ext>
            </a:extLst>
          </p:cNvPr>
          <p:cNvSpPr txBox="1"/>
          <p:nvPr/>
        </p:nvSpPr>
        <p:spPr>
          <a:xfrm>
            <a:off x="3140614" y="5461960"/>
            <a:ext cx="2862771" cy="461665"/>
          </a:xfrm>
          <a:prstGeom prst="rect">
            <a:avLst/>
          </a:prstGeom>
          <a:solidFill>
            <a:srgbClr val="E1DBB4"/>
          </a:solidFill>
          <a:ln w="31750">
            <a:solidFill>
              <a:srgbClr val="9E160D"/>
            </a:solidFill>
          </a:ln>
        </p:spPr>
        <p:txBody>
          <a:bodyPr wrap="none" rtlCol="0">
            <a:spAutoFit/>
          </a:bodyPr>
          <a:lstStyle/>
          <a:p>
            <a:pPr algn="ctr" defTabSz="914400"/>
            <a:r>
              <a:rPr lang="en-US" sz="2400" b="1" dirty="0">
                <a:solidFill>
                  <a:srgbClr val="4A311A"/>
                </a:solidFill>
                <a:latin typeface="Arial Rounded MT Bold"/>
                <a:cs typeface="Arial Rounded MT Bold"/>
              </a:rPr>
              <a:t>Phenology Stages</a:t>
            </a:r>
          </a:p>
        </p:txBody>
      </p:sp>
      <p:grpSp>
        <p:nvGrpSpPr>
          <p:cNvPr id="1158" name="Group 1157">
            <a:extLst>
              <a:ext uri="{FF2B5EF4-FFF2-40B4-BE49-F238E27FC236}">
                <a16:creationId xmlns:a16="http://schemas.microsoft.com/office/drawing/2014/main" id="{F234B13E-FCE8-0346-833C-E16C7CEFFF34}"/>
              </a:ext>
            </a:extLst>
          </p:cNvPr>
          <p:cNvGrpSpPr>
            <a:grpSpLocks noChangeAspect="1"/>
          </p:cNvGrpSpPr>
          <p:nvPr/>
        </p:nvGrpSpPr>
        <p:grpSpPr>
          <a:xfrm>
            <a:off x="6670470" y="4693935"/>
            <a:ext cx="1121403" cy="2156584"/>
            <a:chOff x="1660772" y="2092089"/>
            <a:chExt cx="2478228" cy="4765911"/>
          </a:xfrm>
        </p:grpSpPr>
        <p:sp>
          <p:nvSpPr>
            <p:cNvPr id="1159" name="Arc 1158">
              <a:extLst>
                <a:ext uri="{FF2B5EF4-FFF2-40B4-BE49-F238E27FC236}">
                  <a16:creationId xmlns:a16="http://schemas.microsoft.com/office/drawing/2014/main" id="{942C60C1-FF85-8840-9E24-64C9938F0571}"/>
                </a:ext>
              </a:extLst>
            </p:cNvPr>
            <p:cNvSpPr/>
            <p:nvPr/>
          </p:nvSpPr>
          <p:spPr>
            <a:xfrm rot="672623">
              <a:off x="1660772" y="2458698"/>
              <a:ext cx="1147088" cy="4273387"/>
            </a:xfrm>
            <a:prstGeom prst="arc">
              <a:avLst>
                <a:gd name="adj1" fmla="val 16416990"/>
                <a:gd name="adj2" fmla="val 0"/>
              </a:avLst>
            </a:prstGeom>
            <a:noFill/>
            <a:ln w="38100" cap="flat" cmpd="sng" algn="ctr">
              <a:solidFill>
                <a:srgbClr val="FFC000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0" name="Arc 1159">
              <a:extLst>
                <a:ext uri="{FF2B5EF4-FFF2-40B4-BE49-F238E27FC236}">
                  <a16:creationId xmlns:a16="http://schemas.microsoft.com/office/drawing/2014/main" id="{FA65E041-C80E-AF4E-BA1F-4EE9C704ACD1}"/>
                </a:ext>
              </a:extLst>
            </p:cNvPr>
            <p:cNvSpPr/>
            <p:nvPr/>
          </p:nvSpPr>
          <p:spPr>
            <a:xfrm rot="20963906" flipH="1">
              <a:off x="2985669" y="2482397"/>
              <a:ext cx="1153331" cy="4296645"/>
            </a:xfrm>
            <a:prstGeom prst="arc">
              <a:avLst>
                <a:gd name="adj1" fmla="val 16437671"/>
                <a:gd name="adj2" fmla="val 0"/>
              </a:avLst>
            </a:prstGeom>
            <a:noFill/>
            <a:ln w="25400" cap="flat" cmpd="sng" algn="ctr">
              <a:solidFill>
                <a:srgbClr val="9452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1" name="Arc 1160">
              <a:extLst>
                <a:ext uri="{FF2B5EF4-FFF2-40B4-BE49-F238E27FC236}">
                  <a16:creationId xmlns:a16="http://schemas.microsoft.com/office/drawing/2014/main" id="{EFB848AC-8317-FB42-B64C-2E0A10F5952A}"/>
                </a:ext>
              </a:extLst>
            </p:cNvPr>
            <p:cNvSpPr/>
            <p:nvPr/>
          </p:nvSpPr>
          <p:spPr>
            <a:xfrm flipH="1">
              <a:off x="2913031" y="2561355"/>
              <a:ext cx="1153331" cy="4296645"/>
            </a:xfrm>
            <a:prstGeom prst="arc">
              <a:avLst>
                <a:gd name="adj1" fmla="val 16437671"/>
                <a:gd name="adj2" fmla="val 0"/>
              </a:avLst>
            </a:prstGeom>
            <a:noFill/>
            <a:ln w="22225" cap="flat" cmpd="sng" algn="ctr">
              <a:solidFill>
                <a:srgbClr val="FFC000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2" name="Oval 1161">
              <a:extLst>
                <a:ext uri="{FF2B5EF4-FFF2-40B4-BE49-F238E27FC236}">
                  <a16:creationId xmlns:a16="http://schemas.microsoft.com/office/drawing/2014/main" id="{549443A3-4B85-6F42-B9B2-648ECB4D4544}"/>
                </a:ext>
              </a:extLst>
            </p:cNvPr>
            <p:cNvSpPr/>
            <p:nvPr/>
          </p:nvSpPr>
          <p:spPr>
            <a:xfrm rot="18853953">
              <a:off x="2508541" y="2103210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3" name="Oval 1162">
              <a:extLst>
                <a:ext uri="{FF2B5EF4-FFF2-40B4-BE49-F238E27FC236}">
                  <a16:creationId xmlns:a16="http://schemas.microsoft.com/office/drawing/2014/main" id="{0F3E8FD7-2922-5443-95FA-51D47A83C9C6}"/>
                </a:ext>
              </a:extLst>
            </p:cNvPr>
            <p:cNvSpPr/>
            <p:nvPr/>
          </p:nvSpPr>
          <p:spPr>
            <a:xfrm rot="2164561">
              <a:off x="3133841" y="2092089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4" name="Oval 1163">
              <a:extLst>
                <a:ext uri="{FF2B5EF4-FFF2-40B4-BE49-F238E27FC236}">
                  <a16:creationId xmlns:a16="http://schemas.microsoft.com/office/drawing/2014/main" id="{17BB26A6-EC8B-0449-BA12-43DB7B1C8B2E}"/>
                </a:ext>
              </a:extLst>
            </p:cNvPr>
            <p:cNvSpPr/>
            <p:nvPr/>
          </p:nvSpPr>
          <p:spPr>
            <a:xfrm rot="2831778">
              <a:off x="3488058" y="2144695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165" name="Group 1164">
            <a:extLst>
              <a:ext uri="{FF2B5EF4-FFF2-40B4-BE49-F238E27FC236}">
                <a16:creationId xmlns:a16="http://schemas.microsoft.com/office/drawing/2014/main" id="{625F51B4-9710-0446-B12E-CB51CE5AF5AE}"/>
              </a:ext>
            </a:extLst>
          </p:cNvPr>
          <p:cNvGrpSpPr>
            <a:grpSpLocks noChangeAspect="1"/>
          </p:cNvGrpSpPr>
          <p:nvPr/>
        </p:nvGrpSpPr>
        <p:grpSpPr>
          <a:xfrm>
            <a:off x="6156008" y="4562553"/>
            <a:ext cx="1266541" cy="2435701"/>
            <a:chOff x="1660772" y="2092089"/>
            <a:chExt cx="2478228" cy="4765911"/>
          </a:xfrm>
        </p:grpSpPr>
        <p:sp>
          <p:nvSpPr>
            <p:cNvPr id="1166" name="Arc 1165">
              <a:extLst>
                <a:ext uri="{FF2B5EF4-FFF2-40B4-BE49-F238E27FC236}">
                  <a16:creationId xmlns:a16="http://schemas.microsoft.com/office/drawing/2014/main" id="{D553D709-846A-224D-986C-50D8220F4763}"/>
                </a:ext>
              </a:extLst>
            </p:cNvPr>
            <p:cNvSpPr/>
            <p:nvPr/>
          </p:nvSpPr>
          <p:spPr>
            <a:xfrm rot="672623">
              <a:off x="1660772" y="2458698"/>
              <a:ext cx="1147088" cy="4273387"/>
            </a:xfrm>
            <a:prstGeom prst="arc">
              <a:avLst>
                <a:gd name="adj1" fmla="val 16416990"/>
                <a:gd name="adj2" fmla="val 0"/>
              </a:avLst>
            </a:prstGeom>
            <a:noFill/>
            <a:ln w="38100" cap="flat" cmpd="sng" algn="ctr">
              <a:solidFill>
                <a:srgbClr val="FFC000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7" name="Arc 1166">
              <a:extLst>
                <a:ext uri="{FF2B5EF4-FFF2-40B4-BE49-F238E27FC236}">
                  <a16:creationId xmlns:a16="http://schemas.microsoft.com/office/drawing/2014/main" id="{F5CC88E0-6178-2B4B-970A-8FAD759A7CB1}"/>
                </a:ext>
              </a:extLst>
            </p:cNvPr>
            <p:cNvSpPr/>
            <p:nvPr/>
          </p:nvSpPr>
          <p:spPr>
            <a:xfrm rot="20963906" flipH="1">
              <a:off x="2985669" y="2482397"/>
              <a:ext cx="1153331" cy="4296645"/>
            </a:xfrm>
            <a:prstGeom prst="arc">
              <a:avLst>
                <a:gd name="adj1" fmla="val 16437671"/>
                <a:gd name="adj2" fmla="val 0"/>
              </a:avLst>
            </a:prstGeom>
            <a:noFill/>
            <a:ln w="25400" cap="flat" cmpd="sng" algn="ctr">
              <a:solidFill>
                <a:srgbClr val="9452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8" name="Arc 1167">
              <a:extLst>
                <a:ext uri="{FF2B5EF4-FFF2-40B4-BE49-F238E27FC236}">
                  <a16:creationId xmlns:a16="http://schemas.microsoft.com/office/drawing/2014/main" id="{605D9D85-DF2B-5347-8C93-B878A4F1478C}"/>
                </a:ext>
              </a:extLst>
            </p:cNvPr>
            <p:cNvSpPr/>
            <p:nvPr/>
          </p:nvSpPr>
          <p:spPr>
            <a:xfrm flipH="1">
              <a:off x="2913031" y="2561355"/>
              <a:ext cx="1153331" cy="4296645"/>
            </a:xfrm>
            <a:prstGeom prst="arc">
              <a:avLst>
                <a:gd name="adj1" fmla="val 16437671"/>
                <a:gd name="adj2" fmla="val 0"/>
              </a:avLst>
            </a:prstGeom>
            <a:noFill/>
            <a:ln w="22225" cap="flat" cmpd="sng" algn="ctr">
              <a:solidFill>
                <a:srgbClr val="FFC000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9" name="Oval 1168">
              <a:extLst>
                <a:ext uri="{FF2B5EF4-FFF2-40B4-BE49-F238E27FC236}">
                  <a16:creationId xmlns:a16="http://schemas.microsoft.com/office/drawing/2014/main" id="{8D37FB05-A050-CD4F-A24C-17A83A0C98EA}"/>
                </a:ext>
              </a:extLst>
            </p:cNvPr>
            <p:cNvSpPr/>
            <p:nvPr/>
          </p:nvSpPr>
          <p:spPr>
            <a:xfrm rot="18853953">
              <a:off x="2508541" y="2103210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0" name="Oval 1169">
              <a:extLst>
                <a:ext uri="{FF2B5EF4-FFF2-40B4-BE49-F238E27FC236}">
                  <a16:creationId xmlns:a16="http://schemas.microsoft.com/office/drawing/2014/main" id="{6D9ACED5-9530-4842-92F7-841154809308}"/>
                </a:ext>
              </a:extLst>
            </p:cNvPr>
            <p:cNvSpPr/>
            <p:nvPr/>
          </p:nvSpPr>
          <p:spPr>
            <a:xfrm rot="2164561">
              <a:off x="3133841" y="2092089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1" name="Oval 1170">
              <a:extLst>
                <a:ext uri="{FF2B5EF4-FFF2-40B4-BE49-F238E27FC236}">
                  <a16:creationId xmlns:a16="http://schemas.microsoft.com/office/drawing/2014/main" id="{FEB83AE6-C7C0-744F-8B8A-BBF3F3E0153B}"/>
                </a:ext>
              </a:extLst>
            </p:cNvPr>
            <p:cNvSpPr/>
            <p:nvPr/>
          </p:nvSpPr>
          <p:spPr>
            <a:xfrm rot="2831778">
              <a:off x="3488058" y="2144695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172" name="Group 1171">
            <a:extLst>
              <a:ext uri="{FF2B5EF4-FFF2-40B4-BE49-F238E27FC236}">
                <a16:creationId xmlns:a16="http://schemas.microsoft.com/office/drawing/2014/main" id="{233BF855-273D-634E-8A06-0E49351EBEFD}"/>
              </a:ext>
            </a:extLst>
          </p:cNvPr>
          <p:cNvGrpSpPr>
            <a:grpSpLocks noChangeAspect="1"/>
          </p:cNvGrpSpPr>
          <p:nvPr/>
        </p:nvGrpSpPr>
        <p:grpSpPr>
          <a:xfrm>
            <a:off x="8621016" y="5346617"/>
            <a:ext cx="502755" cy="966855"/>
            <a:chOff x="1660772" y="2092089"/>
            <a:chExt cx="2478228" cy="4765911"/>
          </a:xfrm>
        </p:grpSpPr>
        <p:sp>
          <p:nvSpPr>
            <p:cNvPr id="1173" name="Arc 1172">
              <a:extLst>
                <a:ext uri="{FF2B5EF4-FFF2-40B4-BE49-F238E27FC236}">
                  <a16:creationId xmlns:a16="http://schemas.microsoft.com/office/drawing/2014/main" id="{E86F7717-81D0-AD46-A95F-269C18644ECD}"/>
                </a:ext>
              </a:extLst>
            </p:cNvPr>
            <p:cNvSpPr/>
            <p:nvPr/>
          </p:nvSpPr>
          <p:spPr>
            <a:xfrm rot="672623">
              <a:off x="1660772" y="2458698"/>
              <a:ext cx="1147088" cy="4273387"/>
            </a:xfrm>
            <a:prstGeom prst="arc">
              <a:avLst>
                <a:gd name="adj1" fmla="val 16416990"/>
                <a:gd name="adj2" fmla="val 0"/>
              </a:avLst>
            </a:prstGeom>
            <a:noFill/>
            <a:ln w="38100" cap="flat" cmpd="sng" algn="ctr">
              <a:solidFill>
                <a:srgbClr val="FFC000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4" name="Arc 1173">
              <a:extLst>
                <a:ext uri="{FF2B5EF4-FFF2-40B4-BE49-F238E27FC236}">
                  <a16:creationId xmlns:a16="http://schemas.microsoft.com/office/drawing/2014/main" id="{C38497DD-79A1-6A40-B865-784AF43CACC3}"/>
                </a:ext>
              </a:extLst>
            </p:cNvPr>
            <p:cNvSpPr/>
            <p:nvPr/>
          </p:nvSpPr>
          <p:spPr>
            <a:xfrm rot="20963906" flipH="1">
              <a:off x="2985669" y="2482397"/>
              <a:ext cx="1153331" cy="4296645"/>
            </a:xfrm>
            <a:prstGeom prst="arc">
              <a:avLst>
                <a:gd name="adj1" fmla="val 16437671"/>
                <a:gd name="adj2" fmla="val 0"/>
              </a:avLst>
            </a:prstGeom>
            <a:noFill/>
            <a:ln w="25400" cap="flat" cmpd="sng" algn="ctr">
              <a:solidFill>
                <a:srgbClr val="9452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5" name="Arc 1174">
              <a:extLst>
                <a:ext uri="{FF2B5EF4-FFF2-40B4-BE49-F238E27FC236}">
                  <a16:creationId xmlns:a16="http://schemas.microsoft.com/office/drawing/2014/main" id="{9C100465-8975-7C4E-9F74-109C140B2C37}"/>
                </a:ext>
              </a:extLst>
            </p:cNvPr>
            <p:cNvSpPr/>
            <p:nvPr/>
          </p:nvSpPr>
          <p:spPr>
            <a:xfrm flipH="1">
              <a:off x="2913031" y="2561355"/>
              <a:ext cx="1153331" cy="4296645"/>
            </a:xfrm>
            <a:prstGeom prst="arc">
              <a:avLst>
                <a:gd name="adj1" fmla="val 16437671"/>
                <a:gd name="adj2" fmla="val 0"/>
              </a:avLst>
            </a:prstGeom>
            <a:noFill/>
            <a:ln w="22225" cap="flat" cmpd="sng" algn="ctr">
              <a:solidFill>
                <a:srgbClr val="FFC000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6" name="Oval 1175">
              <a:extLst>
                <a:ext uri="{FF2B5EF4-FFF2-40B4-BE49-F238E27FC236}">
                  <a16:creationId xmlns:a16="http://schemas.microsoft.com/office/drawing/2014/main" id="{A8D1448C-70DF-D444-A7FD-95953CA4690B}"/>
                </a:ext>
              </a:extLst>
            </p:cNvPr>
            <p:cNvSpPr/>
            <p:nvPr/>
          </p:nvSpPr>
          <p:spPr>
            <a:xfrm rot="18853953">
              <a:off x="2508541" y="2103210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7" name="Oval 1176">
              <a:extLst>
                <a:ext uri="{FF2B5EF4-FFF2-40B4-BE49-F238E27FC236}">
                  <a16:creationId xmlns:a16="http://schemas.microsoft.com/office/drawing/2014/main" id="{A8F7C8EC-7C11-D944-B280-9205F07C10EE}"/>
                </a:ext>
              </a:extLst>
            </p:cNvPr>
            <p:cNvSpPr/>
            <p:nvPr/>
          </p:nvSpPr>
          <p:spPr>
            <a:xfrm rot="2164561">
              <a:off x="3133841" y="2092089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8" name="Oval 1177">
              <a:extLst>
                <a:ext uri="{FF2B5EF4-FFF2-40B4-BE49-F238E27FC236}">
                  <a16:creationId xmlns:a16="http://schemas.microsoft.com/office/drawing/2014/main" id="{84FE6568-DE94-544A-AA1E-E1E7D85C6A22}"/>
                </a:ext>
              </a:extLst>
            </p:cNvPr>
            <p:cNvSpPr/>
            <p:nvPr/>
          </p:nvSpPr>
          <p:spPr>
            <a:xfrm rot="2831778">
              <a:off x="3488058" y="2144695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179" name="Group 1178">
            <a:extLst>
              <a:ext uri="{FF2B5EF4-FFF2-40B4-BE49-F238E27FC236}">
                <a16:creationId xmlns:a16="http://schemas.microsoft.com/office/drawing/2014/main" id="{B19055FD-BB10-C749-AD4A-3423F53B2F18}"/>
              </a:ext>
            </a:extLst>
          </p:cNvPr>
          <p:cNvGrpSpPr>
            <a:grpSpLocks noChangeAspect="1"/>
          </p:cNvGrpSpPr>
          <p:nvPr/>
        </p:nvGrpSpPr>
        <p:grpSpPr>
          <a:xfrm>
            <a:off x="7215574" y="4961288"/>
            <a:ext cx="872683" cy="1678267"/>
            <a:chOff x="1660772" y="2092089"/>
            <a:chExt cx="2478228" cy="4765911"/>
          </a:xfrm>
        </p:grpSpPr>
        <p:sp>
          <p:nvSpPr>
            <p:cNvPr id="1180" name="Arc 1179">
              <a:extLst>
                <a:ext uri="{FF2B5EF4-FFF2-40B4-BE49-F238E27FC236}">
                  <a16:creationId xmlns:a16="http://schemas.microsoft.com/office/drawing/2014/main" id="{57D883FE-DB17-9B4B-BE22-A0D55A509D42}"/>
                </a:ext>
              </a:extLst>
            </p:cNvPr>
            <p:cNvSpPr/>
            <p:nvPr/>
          </p:nvSpPr>
          <p:spPr>
            <a:xfrm rot="672623">
              <a:off x="1660772" y="2458698"/>
              <a:ext cx="1147088" cy="4273387"/>
            </a:xfrm>
            <a:prstGeom prst="arc">
              <a:avLst>
                <a:gd name="adj1" fmla="val 16416990"/>
                <a:gd name="adj2" fmla="val 0"/>
              </a:avLst>
            </a:prstGeom>
            <a:noFill/>
            <a:ln w="38100" cap="flat" cmpd="sng" algn="ctr">
              <a:solidFill>
                <a:srgbClr val="FFC000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1" name="Arc 1180">
              <a:extLst>
                <a:ext uri="{FF2B5EF4-FFF2-40B4-BE49-F238E27FC236}">
                  <a16:creationId xmlns:a16="http://schemas.microsoft.com/office/drawing/2014/main" id="{54C7D51D-2625-1A45-8ED3-6041A3D61068}"/>
                </a:ext>
              </a:extLst>
            </p:cNvPr>
            <p:cNvSpPr/>
            <p:nvPr/>
          </p:nvSpPr>
          <p:spPr>
            <a:xfrm rot="20963906" flipH="1">
              <a:off x="2985669" y="2482397"/>
              <a:ext cx="1153331" cy="4296645"/>
            </a:xfrm>
            <a:prstGeom prst="arc">
              <a:avLst>
                <a:gd name="adj1" fmla="val 16437671"/>
                <a:gd name="adj2" fmla="val 0"/>
              </a:avLst>
            </a:prstGeom>
            <a:noFill/>
            <a:ln w="25400" cap="flat" cmpd="sng" algn="ctr">
              <a:solidFill>
                <a:srgbClr val="9452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2" name="Arc 1181">
              <a:extLst>
                <a:ext uri="{FF2B5EF4-FFF2-40B4-BE49-F238E27FC236}">
                  <a16:creationId xmlns:a16="http://schemas.microsoft.com/office/drawing/2014/main" id="{94DBF2CC-D1C8-CC42-9354-1CB942215146}"/>
                </a:ext>
              </a:extLst>
            </p:cNvPr>
            <p:cNvSpPr/>
            <p:nvPr/>
          </p:nvSpPr>
          <p:spPr>
            <a:xfrm flipH="1">
              <a:off x="2913031" y="2561355"/>
              <a:ext cx="1153331" cy="4296645"/>
            </a:xfrm>
            <a:prstGeom prst="arc">
              <a:avLst>
                <a:gd name="adj1" fmla="val 16437671"/>
                <a:gd name="adj2" fmla="val 0"/>
              </a:avLst>
            </a:prstGeom>
            <a:noFill/>
            <a:ln w="22225" cap="flat" cmpd="sng" algn="ctr">
              <a:solidFill>
                <a:srgbClr val="FFC000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3" name="Oval 1182">
              <a:extLst>
                <a:ext uri="{FF2B5EF4-FFF2-40B4-BE49-F238E27FC236}">
                  <a16:creationId xmlns:a16="http://schemas.microsoft.com/office/drawing/2014/main" id="{29AF8953-E399-5C45-8ECD-14986B2E445E}"/>
                </a:ext>
              </a:extLst>
            </p:cNvPr>
            <p:cNvSpPr/>
            <p:nvPr/>
          </p:nvSpPr>
          <p:spPr>
            <a:xfrm rot="18853953">
              <a:off x="2508541" y="2103210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4" name="Oval 1183">
              <a:extLst>
                <a:ext uri="{FF2B5EF4-FFF2-40B4-BE49-F238E27FC236}">
                  <a16:creationId xmlns:a16="http://schemas.microsoft.com/office/drawing/2014/main" id="{FD12EE99-B90B-0F47-BBA9-7428BD26B680}"/>
                </a:ext>
              </a:extLst>
            </p:cNvPr>
            <p:cNvSpPr/>
            <p:nvPr/>
          </p:nvSpPr>
          <p:spPr>
            <a:xfrm rot="2164561">
              <a:off x="3133841" y="2092089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5" name="Oval 1184">
              <a:extLst>
                <a:ext uri="{FF2B5EF4-FFF2-40B4-BE49-F238E27FC236}">
                  <a16:creationId xmlns:a16="http://schemas.microsoft.com/office/drawing/2014/main" id="{3D23471E-6352-6E45-86BB-65D14482B4B6}"/>
                </a:ext>
              </a:extLst>
            </p:cNvPr>
            <p:cNvSpPr/>
            <p:nvPr/>
          </p:nvSpPr>
          <p:spPr>
            <a:xfrm rot="2831778">
              <a:off x="3488058" y="2144695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186" name="Group 1185">
            <a:extLst>
              <a:ext uri="{FF2B5EF4-FFF2-40B4-BE49-F238E27FC236}">
                <a16:creationId xmlns:a16="http://schemas.microsoft.com/office/drawing/2014/main" id="{63473229-E9F9-4248-950C-02824C888E25}"/>
              </a:ext>
            </a:extLst>
          </p:cNvPr>
          <p:cNvGrpSpPr>
            <a:grpSpLocks noChangeAspect="1"/>
          </p:cNvGrpSpPr>
          <p:nvPr/>
        </p:nvGrpSpPr>
        <p:grpSpPr>
          <a:xfrm>
            <a:off x="7948137" y="5083440"/>
            <a:ext cx="774792" cy="1490012"/>
            <a:chOff x="1660772" y="2092089"/>
            <a:chExt cx="2478228" cy="4765911"/>
          </a:xfrm>
        </p:grpSpPr>
        <p:sp>
          <p:nvSpPr>
            <p:cNvPr id="1187" name="Arc 1186">
              <a:extLst>
                <a:ext uri="{FF2B5EF4-FFF2-40B4-BE49-F238E27FC236}">
                  <a16:creationId xmlns:a16="http://schemas.microsoft.com/office/drawing/2014/main" id="{A8F76485-AE68-B74A-A9A6-8DE5B4116F5A}"/>
                </a:ext>
              </a:extLst>
            </p:cNvPr>
            <p:cNvSpPr/>
            <p:nvPr/>
          </p:nvSpPr>
          <p:spPr>
            <a:xfrm rot="672623">
              <a:off x="1660772" y="2458698"/>
              <a:ext cx="1147088" cy="4273387"/>
            </a:xfrm>
            <a:prstGeom prst="arc">
              <a:avLst>
                <a:gd name="adj1" fmla="val 16416990"/>
                <a:gd name="adj2" fmla="val 0"/>
              </a:avLst>
            </a:prstGeom>
            <a:noFill/>
            <a:ln w="38100" cap="flat" cmpd="sng" algn="ctr">
              <a:solidFill>
                <a:srgbClr val="FFC000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8" name="Arc 1187">
              <a:extLst>
                <a:ext uri="{FF2B5EF4-FFF2-40B4-BE49-F238E27FC236}">
                  <a16:creationId xmlns:a16="http://schemas.microsoft.com/office/drawing/2014/main" id="{0765FCA7-A6B0-714C-A35A-F85DE34F567F}"/>
                </a:ext>
              </a:extLst>
            </p:cNvPr>
            <p:cNvSpPr/>
            <p:nvPr/>
          </p:nvSpPr>
          <p:spPr>
            <a:xfrm rot="20963906" flipH="1">
              <a:off x="2985669" y="2482397"/>
              <a:ext cx="1153331" cy="4296645"/>
            </a:xfrm>
            <a:prstGeom prst="arc">
              <a:avLst>
                <a:gd name="adj1" fmla="val 16437671"/>
                <a:gd name="adj2" fmla="val 0"/>
              </a:avLst>
            </a:prstGeom>
            <a:noFill/>
            <a:ln w="25400" cap="flat" cmpd="sng" algn="ctr">
              <a:solidFill>
                <a:srgbClr val="9452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9" name="Arc 1188">
              <a:extLst>
                <a:ext uri="{FF2B5EF4-FFF2-40B4-BE49-F238E27FC236}">
                  <a16:creationId xmlns:a16="http://schemas.microsoft.com/office/drawing/2014/main" id="{2CC7EB0F-0569-A547-9F5D-6FED6BACABDA}"/>
                </a:ext>
              </a:extLst>
            </p:cNvPr>
            <p:cNvSpPr/>
            <p:nvPr/>
          </p:nvSpPr>
          <p:spPr>
            <a:xfrm flipH="1">
              <a:off x="2913031" y="2561355"/>
              <a:ext cx="1153331" cy="4296645"/>
            </a:xfrm>
            <a:prstGeom prst="arc">
              <a:avLst>
                <a:gd name="adj1" fmla="val 16437671"/>
                <a:gd name="adj2" fmla="val 0"/>
              </a:avLst>
            </a:prstGeom>
            <a:noFill/>
            <a:ln w="22225" cap="flat" cmpd="sng" algn="ctr">
              <a:solidFill>
                <a:srgbClr val="FFC000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0" name="Oval 1189">
              <a:extLst>
                <a:ext uri="{FF2B5EF4-FFF2-40B4-BE49-F238E27FC236}">
                  <a16:creationId xmlns:a16="http://schemas.microsoft.com/office/drawing/2014/main" id="{C6C0762C-6A65-AF47-968F-2B3314F4053C}"/>
                </a:ext>
              </a:extLst>
            </p:cNvPr>
            <p:cNvSpPr/>
            <p:nvPr/>
          </p:nvSpPr>
          <p:spPr>
            <a:xfrm rot="18853953">
              <a:off x="2508541" y="2103210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1" name="Oval 1190">
              <a:extLst>
                <a:ext uri="{FF2B5EF4-FFF2-40B4-BE49-F238E27FC236}">
                  <a16:creationId xmlns:a16="http://schemas.microsoft.com/office/drawing/2014/main" id="{95963ABB-0356-894A-9EA0-C07BAA38C0E2}"/>
                </a:ext>
              </a:extLst>
            </p:cNvPr>
            <p:cNvSpPr/>
            <p:nvPr/>
          </p:nvSpPr>
          <p:spPr>
            <a:xfrm rot="2164561">
              <a:off x="3133841" y="2092089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2" name="Oval 1191">
              <a:extLst>
                <a:ext uri="{FF2B5EF4-FFF2-40B4-BE49-F238E27FC236}">
                  <a16:creationId xmlns:a16="http://schemas.microsoft.com/office/drawing/2014/main" id="{D6D08B8A-53B5-6C48-A310-6DB8D7F513A9}"/>
                </a:ext>
              </a:extLst>
            </p:cNvPr>
            <p:cNvSpPr/>
            <p:nvPr/>
          </p:nvSpPr>
          <p:spPr>
            <a:xfrm rot="2831778">
              <a:off x="3488058" y="2144695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193" name="TextBox 1192">
            <a:extLst>
              <a:ext uri="{FF2B5EF4-FFF2-40B4-BE49-F238E27FC236}">
                <a16:creationId xmlns:a16="http://schemas.microsoft.com/office/drawing/2014/main" id="{EBDB47E9-C6CF-8447-8908-5847F48C5364}"/>
              </a:ext>
            </a:extLst>
          </p:cNvPr>
          <p:cNvSpPr txBox="1"/>
          <p:nvPr/>
        </p:nvSpPr>
        <p:spPr>
          <a:xfrm>
            <a:off x="642125" y="2178729"/>
            <a:ext cx="1273105" cy="430887"/>
          </a:xfrm>
          <a:prstGeom prst="rect">
            <a:avLst/>
          </a:prstGeom>
          <a:solidFill>
            <a:srgbClr val="FFFBA7"/>
          </a:solidFill>
          <a:ln w="25400">
            <a:solidFill>
              <a:sysClr val="windowText" lastClr="000000"/>
            </a:solidFill>
          </a:ln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Transfers</a:t>
            </a:r>
          </a:p>
        </p:txBody>
      </p:sp>
      <p:sp>
        <p:nvSpPr>
          <p:cNvPr id="1194" name="TextBox 1193">
            <a:extLst>
              <a:ext uri="{FF2B5EF4-FFF2-40B4-BE49-F238E27FC236}">
                <a16:creationId xmlns:a16="http://schemas.microsoft.com/office/drawing/2014/main" id="{93BD9130-5340-DB45-80D0-AAFE81194BE2}"/>
              </a:ext>
            </a:extLst>
          </p:cNvPr>
          <p:cNvSpPr txBox="1"/>
          <p:nvPr/>
        </p:nvSpPr>
        <p:spPr>
          <a:xfrm>
            <a:off x="6938005" y="2510349"/>
            <a:ext cx="2129109" cy="430887"/>
          </a:xfrm>
          <a:prstGeom prst="rect">
            <a:avLst/>
          </a:prstGeom>
          <a:solidFill>
            <a:srgbClr val="BACEE4"/>
          </a:solidFill>
          <a:ln w="25400">
            <a:solidFill>
              <a:srgbClr val="4A2E12"/>
            </a:solidFill>
          </a:ln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Phenology Stage</a:t>
            </a:r>
          </a:p>
        </p:txBody>
      </p:sp>
      <p:sp>
        <p:nvSpPr>
          <p:cNvPr id="1195" name="Rectangle 1194">
            <a:extLst>
              <a:ext uri="{FF2B5EF4-FFF2-40B4-BE49-F238E27FC236}">
                <a16:creationId xmlns:a16="http://schemas.microsoft.com/office/drawing/2014/main" id="{C1718DC4-81ED-EC4B-A5CE-B9ACC0BBAECC}"/>
              </a:ext>
            </a:extLst>
          </p:cNvPr>
          <p:cNvSpPr/>
          <p:nvPr/>
        </p:nvSpPr>
        <p:spPr>
          <a:xfrm>
            <a:off x="7771062" y="3596976"/>
            <a:ext cx="546945" cy="307777"/>
          </a:xfrm>
          <a:prstGeom prst="rect">
            <a:avLst/>
          </a:prstGeom>
          <a:solidFill>
            <a:srgbClr val="B1C7E0"/>
          </a:solidFill>
          <a:ln w="12700">
            <a:solidFill>
              <a:srgbClr val="4A2E12"/>
            </a:solidFill>
          </a:ln>
        </p:spPr>
        <p:txBody>
          <a:bodyPr wrap="none">
            <a:spAutoFit/>
          </a:bodyPr>
          <a:lstStyle/>
          <a:p>
            <a:pPr lvl="0" algn="ctr" defTabSz="914400">
              <a:defRPr/>
            </a:pPr>
            <a:r>
              <a:rPr lang="en-US" sz="1400" kern="0" dirty="0">
                <a:solidFill>
                  <a:prstClr val="black"/>
                </a:solidFill>
              </a:rPr>
              <a:t>Daily</a:t>
            </a:r>
          </a:p>
        </p:txBody>
      </p:sp>
      <p:sp>
        <p:nvSpPr>
          <p:cNvPr id="1196" name="TextBox 1195">
            <a:extLst>
              <a:ext uri="{FF2B5EF4-FFF2-40B4-BE49-F238E27FC236}">
                <a16:creationId xmlns:a16="http://schemas.microsoft.com/office/drawing/2014/main" id="{6262730A-C236-064E-8735-74D62CF20D13}"/>
              </a:ext>
            </a:extLst>
          </p:cNvPr>
          <p:cNvSpPr txBox="1"/>
          <p:nvPr/>
        </p:nvSpPr>
        <p:spPr>
          <a:xfrm>
            <a:off x="786366" y="3696052"/>
            <a:ext cx="1013419" cy="307777"/>
          </a:xfrm>
          <a:prstGeom prst="rect">
            <a:avLst/>
          </a:prstGeom>
          <a:solidFill>
            <a:srgbClr val="FFFBA7"/>
          </a:solidFill>
          <a:ln w="12700">
            <a:solidFill>
              <a:sysClr val="windowText" lastClr="000000"/>
            </a:solidFill>
          </a:ln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10 Minutes</a:t>
            </a:r>
          </a:p>
        </p:txBody>
      </p:sp>
    </p:spTree>
    <p:extLst>
      <p:ext uri="{BB962C8B-B14F-4D97-AF65-F5344CB8AC3E}">
        <p14:creationId xmlns:p14="http://schemas.microsoft.com/office/powerpoint/2010/main" val="229683800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857132" y="258266"/>
            <a:ext cx="7516801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Prognostic Phenology: Dynamic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404568"/>
              </p:ext>
            </p:extLst>
          </p:nvPr>
        </p:nvGraphicFramePr>
        <p:xfrm>
          <a:off x="5167086" y="2263439"/>
          <a:ext cx="3708400" cy="22199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543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540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endParaRPr lang="en-US" b="1" dirty="0">
                        <a:solidFill>
                          <a:srgbClr val="4B3118"/>
                        </a:solidFill>
                        <a:latin typeface="Helvetica"/>
                        <a:cs typeface="Helvetica"/>
                      </a:endParaRPr>
                    </a:p>
                  </a:txBody>
                  <a:tcPr>
                    <a:solidFill>
                      <a:srgbClr val="FFFD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>
                          <a:solidFill>
                            <a:srgbClr val="4B3118"/>
                          </a:solidFill>
                          <a:latin typeface="Helvetica"/>
                          <a:cs typeface="Helvetica"/>
                        </a:rPr>
                        <a:t>Phenology Stage</a:t>
                      </a:r>
                    </a:p>
                  </a:txBody>
                  <a:tcPr>
                    <a:solidFill>
                      <a:srgbClr val="FFFD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b="1" dirty="0">
                          <a:solidFill>
                            <a:srgbClr val="4B3118"/>
                          </a:solidFill>
                          <a:latin typeface="Helvetica"/>
                          <a:cs typeface="Helvetica"/>
                        </a:rPr>
                        <a:t>1</a:t>
                      </a:r>
                    </a:p>
                  </a:txBody>
                  <a:tcPr>
                    <a:solidFill>
                      <a:srgbClr val="FFFD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solidFill>
                            <a:srgbClr val="4B3118"/>
                          </a:solidFill>
                          <a:effectLst/>
                          <a:latin typeface="Helvetica"/>
                          <a:ea typeface="ＭＳ 明朝"/>
                          <a:cs typeface="Helvetica"/>
                        </a:rPr>
                        <a:t>Leaf-Out</a:t>
                      </a:r>
                    </a:p>
                  </a:txBody>
                  <a:tcPr marL="68580" marR="68580" marT="0" marB="0" anchor="ctr">
                    <a:solidFill>
                      <a:srgbClr val="FFFD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b="1" dirty="0">
                          <a:solidFill>
                            <a:srgbClr val="4B3118"/>
                          </a:solidFill>
                          <a:latin typeface="Helvetica"/>
                          <a:cs typeface="Helvetica"/>
                        </a:rPr>
                        <a:t>2</a:t>
                      </a:r>
                    </a:p>
                  </a:txBody>
                  <a:tcPr>
                    <a:solidFill>
                      <a:srgbClr val="FFFD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solidFill>
                            <a:srgbClr val="4B3118"/>
                          </a:solidFill>
                          <a:effectLst/>
                          <a:latin typeface="Helvetica"/>
                          <a:ea typeface="ＭＳ 明朝"/>
                          <a:cs typeface="Helvetica"/>
                        </a:rPr>
                        <a:t>Growth</a:t>
                      </a:r>
                    </a:p>
                  </a:txBody>
                  <a:tcPr marL="68580" marR="68580" marT="0" marB="0" anchor="ctr">
                    <a:solidFill>
                      <a:srgbClr val="FFFD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b="1" dirty="0">
                          <a:solidFill>
                            <a:srgbClr val="4B3118"/>
                          </a:solidFill>
                          <a:latin typeface="Helvetica"/>
                          <a:cs typeface="Helvetica"/>
                        </a:rPr>
                        <a:t>3</a:t>
                      </a:r>
                    </a:p>
                  </a:txBody>
                  <a:tcPr>
                    <a:solidFill>
                      <a:srgbClr val="FFFD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solidFill>
                            <a:srgbClr val="4B3118"/>
                          </a:solidFill>
                          <a:effectLst/>
                          <a:latin typeface="Helvetica"/>
                          <a:ea typeface="ＭＳ 明朝"/>
                          <a:cs typeface="Helvetica"/>
                        </a:rPr>
                        <a:t>Maturity</a:t>
                      </a:r>
                    </a:p>
                  </a:txBody>
                  <a:tcPr marL="68580" marR="68580" marT="0" marB="0" anchor="ctr">
                    <a:solidFill>
                      <a:srgbClr val="FFFD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b="1" dirty="0">
                          <a:solidFill>
                            <a:srgbClr val="4B3118"/>
                          </a:solidFill>
                          <a:latin typeface="Helvetica"/>
                          <a:cs typeface="Helvetica"/>
                        </a:rPr>
                        <a:t>4</a:t>
                      </a:r>
                    </a:p>
                  </a:txBody>
                  <a:tcPr>
                    <a:solidFill>
                      <a:srgbClr val="FFFD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solidFill>
                            <a:srgbClr val="4B3118"/>
                          </a:solidFill>
                          <a:effectLst/>
                          <a:latin typeface="Helvetica"/>
                          <a:ea typeface="ＭＳ 明朝"/>
                          <a:cs typeface="Helvetica"/>
                        </a:rPr>
                        <a:t>Stress/Senescence</a:t>
                      </a:r>
                    </a:p>
                  </a:txBody>
                  <a:tcPr marL="68580" marR="68580" marT="0" marB="0" anchor="ctr">
                    <a:solidFill>
                      <a:srgbClr val="FFFD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b="1" dirty="0">
                          <a:solidFill>
                            <a:srgbClr val="4B3118"/>
                          </a:solidFill>
                          <a:latin typeface="Helvetica"/>
                          <a:cs typeface="Helvetica"/>
                        </a:rPr>
                        <a:t>5</a:t>
                      </a:r>
                    </a:p>
                  </a:txBody>
                  <a:tcPr>
                    <a:solidFill>
                      <a:srgbClr val="FFFD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solidFill>
                            <a:srgbClr val="4B3118"/>
                          </a:solidFill>
                          <a:effectLst/>
                          <a:latin typeface="Helvetica"/>
                          <a:ea typeface="ＭＳ 明朝"/>
                          <a:cs typeface="Helvetica"/>
                        </a:rPr>
                        <a:t>Dormant</a:t>
                      </a:r>
                    </a:p>
                  </a:txBody>
                  <a:tcPr marL="68580" marR="68580" marT="0" marB="0" anchor="ctr">
                    <a:solidFill>
                      <a:srgbClr val="FFFD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596900" y="1045725"/>
            <a:ext cx="7975600" cy="883127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indent="-283464">
              <a:lnSpc>
                <a:spcPct val="150000"/>
              </a:lnSpc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Utilizes phenology stages for seasonal growth</a:t>
            </a:r>
          </a:p>
          <a:p>
            <a:pPr indent="-283464">
              <a:lnSpc>
                <a:spcPct val="150000"/>
              </a:lnSpc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Uses assimilation rate, climate, leaf pool size, and weather-based stress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687085" y="5078196"/>
            <a:ext cx="5473700" cy="1298625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150000"/>
              </a:lnSpc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Sets carbon allocation to live carbon pools</a:t>
            </a:r>
          </a:p>
          <a:p>
            <a:pPr marL="285750" indent="-285750">
              <a:lnSpc>
                <a:spcPct val="150000"/>
              </a:lnSpc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Determines </a:t>
            </a:r>
            <a:r>
              <a:rPr lang="en-US" dirty="0" err="1">
                <a:solidFill>
                  <a:srgbClr val="4B3118"/>
                </a:solidFill>
                <a:latin typeface="Helvetica"/>
                <a:cs typeface="Helvetica"/>
              </a:rPr>
              <a:t>V</a:t>
            </a:r>
            <a:r>
              <a:rPr lang="en-US" baseline="-25000" dirty="0" err="1">
                <a:solidFill>
                  <a:srgbClr val="4B3118"/>
                </a:solidFill>
                <a:latin typeface="Helvetica"/>
                <a:cs typeface="Helvetica"/>
              </a:rPr>
              <a:t>Max</a:t>
            </a:r>
            <a:r>
              <a:rPr lang="en-US" baseline="-25000" dirty="0">
                <a:solidFill>
                  <a:srgbClr val="4B3118"/>
                </a:solidFill>
                <a:latin typeface="Helvetica"/>
                <a:cs typeface="Helvetica"/>
              </a:rPr>
              <a:t> </a:t>
            </a:r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for photosynthesis</a:t>
            </a:r>
          </a:p>
          <a:p>
            <a:pPr marL="285750" indent="-285750">
              <a:lnSpc>
                <a:spcPct val="150000"/>
              </a:lnSpc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Contributes to litterfall rates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2404E3B-52AF-8F4C-878E-EBE770AA7EBD}"/>
              </a:ext>
            </a:extLst>
          </p:cNvPr>
          <p:cNvSpPr txBox="1"/>
          <p:nvPr/>
        </p:nvSpPr>
        <p:spPr>
          <a:xfrm>
            <a:off x="324434" y="2426089"/>
            <a:ext cx="4328108" cy="523220"/>
          </a:xfrm>
          <a:prstGeom prst="rect">
            <a:avLst/>
          </a:prstGeom>
          <a:solidFill>
            <a:srgbClr val="FFFDF0"/>
          </a:solidFill>
          <a:ln w="12700">
            <a:solidFill>
              <a:srgbClr val="9E160D"/>
            </a:solidFill>
          </a:ln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4B3118"/>
                </a:solidFill>
              </a:rPr>
              <a:t>PI = Min[</a:t>
            </a:r>
            <a:r>
              <a:rPr lang="en-US" sz="2800" dirty="0" err="1">
                <a:solidFill>
                  <a:srgbClr val="4B3118"/>
                </a:solidFill>
              </a:rPr>
              <a:t>PS</a:t>
            </a:r>
            <a:r>
              <a:rPr lang="en-US" sz="2800" baseline="-25000" dirty="0" err="1">
                <a:solidFill>
                  <a:srgbClr val="4B3118"/>
                </a:solidFill>
              </a:rPr>
              <a:t>DayL</a:t>
            </a:r>
            <a:r>
              <a:rPr lang="en-US" sz="2800" dirty="0">
                <a:solidFill>
                  <a:srgbClr val="4B3118"/>
                </a:solidFill>
              </a:rPr>
              <a:t>, </a:t>
            </a:r>
            <a:r>
              <a:rPr lang="en-US" sz="2800" dirty="0" err="1">
                <a:solidFill>
                  <a:srgbClr val="4B3118"/>
                </a:solidFill>
              </a:rPr>
              <a:t>PS</a:t>
            </a:r>
            <a:r>
              <a:rPr lang="en-US" sz="2800" baseline="-25000" dirty="0" err="1">
                <a:solidFill>
                  <a:srgbClr val="4B3118"/>
                </a:solidFill>
              </a:rPr>
              <a:t>Grw</a:t>
            </a:r>
            <a:r>
              <a:rPr lang="en-US" sz="2800" baseline="-25000" dirty="0">
                <a:solidFill>
                  <a:srgbClr val="4B3118"/>
                </a:solidFill>
              </a:rPr>
              <a:t> </a:t>
            </a:r>
            <a:r>
              <a:rPr lang="en-US" sz="2800" dirty="0">
                <a:solidFill>
                  <a:srgbClr val="4B3118"/>
                </a:solidFill>
              </a:rPr>
              <a:t>, </a:t>
            </a:r>
            <a:r>
              <a:rPr lang="en-US" sz="2800" dirty="0" err="1">
                <a:solidFill>
                  <a:srgbClr val="4B3118"/>
                </a:solidFill>
              </a:rPr>
              <a:t>PS</a:t>
            </a:r>
            <a:r>
              <a:rPr lang="en-US" sz="2800" baseline="-25000" dirty="0" err="1">
                <a:solidFill>
                  <a:srgbClr val="4B3118"/>
                </a:solidFill>
              </a:rPr>
              <a:t>Wx</a:t>
            </a:r>
            <a:r>
              <a:rPr lang="en-US" sz="2800" dirty="0">
                <a:solidFill>
                  <a:srgbClr val="4B3118"/>
                </a:solidFill>
              </a:rPr>
              <a:t>]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55BB56F-C883-6541-A488-ECD4DF4B8417}"/>
              </a:ext>
            </a:extLst>
          </p:cNvPr>
          <p:cNvSpPr txBox="1"/>
          <p:nvPr/>
        </p:nvSpPr>
        <p:spPr>
          <a:xfrm>
            <a:off x="569687" y="3373419"/>
            <a:ext cx="3407228" cy="923330"/>
          </a:xfrm>
          <a:prstGeom prst="rect">
            <a:avLst/>
          </a:prstGeom>
          <a:solidFill>
            <a:srgbClr val="FFFDF0"/>
          </a:solidFill>
          <a:ln w="12700">
            <a:solidFill>
              <a:srgbClr val="9E160D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4B3118"/>
                </a:solidFill>
              </a:rPr>
              <a:t>Thresholds on the </a:t>
            </a:r>
          </a:p>
          <a:p>
            <a:pPr algn="ctr"/>
            <a:r>
              <a:rPr lang="en-US" dirty="0">
                <a:solidFill>
                  <a:srgbClr val="9E160D"/>
                </a:solidFill>
              </a:rPr>
              <a:t>Phenology index (</a:t>
            </a:r>
            <a:r>
              <a:rPr lang="en-US" dirty="0">
                <a:solidFill>
                  <a:srgbClr val="4B3118"/>
                </a:solidFill>
              </a:rPr>
              <a:t>PI) </a:t>
            </a:r>
          </a:p>
          <a:p>
            <a:pPr algn="ctr"/>
            <a:r>
              <a:rPr lang="en-US" dirty="0">
                <a:solidFill>
                  <a:srgbClr val="4B3118"/>
                </a:solidFill>
              </a:rPr>
              <a:t>determine the phenology stage.</a:t>
            </a:r>
          </a:p>
        </p:txBody>
      </p:sp>
    </p:spTree>
    <p:extLst>
      <p:ext uri="{BB962C8B-B14F-4D97-AF65-F5344CB8AC3E}">
        <p14:creationId xmlns:p14="http://schemas.microsoft.com/office/powerpoint/2010/main" val="43892405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272141" y="78040"/>
            <a:ext cx="8599714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Dynamic Phenology: Day Length Potential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668296" y="1449082"/>
            <a:ext cx="5638082" cy="707886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9E160D"/>
                </a:solidFill>
                <a:latin typeface="Helvetica"/>
                <a:cs typeface="Helvetica"/>
              </a:rPr>
              <a:t>-</a:t>
            </a:r>
            <a:r>
              <a:rPr lang="en-US" sz="2000" dirty="0">
                <a:solidFill>
                  <a:srgbClr val="654321"/>
                </a:solidFill>
                <a:latin typeface="Helvetica"/>
                <a:cs typeface="Helvetica"/>
              </a:rPr>
              <a:t> Progress phenology as day lengths get shorter</a:t>
            </a:r>
          </a:p>
          <a:p>
            <a:r>
              <a:rPr lang="en-US" sz="2000" dirty="0">
                <a:solidFill>
                  <a:srgbClr val="9E160D"/>
                </a:solidFill>
                <a:latin typeface="Helvetica"/>
                <a:cs typeface="Helvetica"/>
              </a:rPr>
              <a:t>-</a:t>
            </a:r>
            <a:r>
              <a:rPr lang="en-US" sz="2000" dirty="0">
                <a:solidFill>
                  <a:srgbClr val="654321"/>
                </a:solidFill>
                <a:latin typeface="Helvetica"/>
                <a:cs typeface="Helvetica"/>
              </a:rPr>
              <a:t> Prohibit leaf-out during mild winter weather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D412A74B-21EE-0847-AB04-C67D651F51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37839" y="2315819"/>
            <a:ext cx="6255452" cy="4471406"/>
          </a:xfrm>
          <a:prstGeom prst="rect">
            <a:avLst/>
          </a:prstGeom>
          <a:solidFill>
            <a:schemeClr val="bg1"/>
          </a:solidFill>
        </p:spPr>
      </p:pic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1B683EB1-1076-C749-A435-F821A917A7EC}"/>
              </a:ext>
            </a:extLst>
          </p:cNvPr>
          <p:cNvCxnSpPr/>
          <p:nvPr/>
        </p:nvCxnSpPr>
        <p:spPr>
          <a:xfrm flipV="1">
            <a:off x="1298226" y="1267177"/>
            <a:ext cx="6378222" cy="28222"/>
          </a:xfrm>
          <a:prstGeom prst="line">
            <a:avLst/>
          </a:prstGeom>
          <a:ln>
            <a:solidFill>
              <a:srgbClr val="A013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498BBBD0-53CE-C44A-BE49-A3F9FEEBCDE2}"/>
              </a:ext>
            </a:extLst>
          </p:cNvPr>
          <p:cNvCxnSpPr>
            <a:cxnSpLocks/>
          </p:cNvCxnSpPr>
          <p:nvPr/>
        </p:nvCxnSpPr>
        <p:spPr>
          <a:xfrm>
            <a:off x="4332511" y="1150606"/>
            <a:ext cx="0" cy="412653"/>
          </a:xfrm>
          <a:prstGeom prst="straightConnector1">
            <a:avLst/>
          </a:prstGeom>
          <a:ln>
            <a:solidFill>
              <a:srgbClr val="A01300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43B400C8-6E59-E74D-AA41-8083DC7A34ED}"/>
              </a:ext>
            </a:extLst>
          </p:cNvPr>
          <p:cNvSpPr txBox="1"/>
          <p:nvPr/>
        </p:nvSpPr>
        <p:spPr>
          <a:xfrm>
            <a:off x="3027808" y="761382"/>
            <a:ext cx="3081806" cy="400110"/>
          </a:xfrm>
          <a:prstGeom prst="rect">
            <a:avLst/>
          </a:prstGeom>
          <a:solidFill>
            <a:srgbClr val="FFFDF0"/>
          </a:solidFill>
          <a:ln w="12700">
            <a:solidFill>
              <a:srgbClr val="9E160D"/>
            </a:solidFill>
          </a:ln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4B3118"/>
                </a:solidFill>
              </a:rPr>
              <a:t>PI = Min[</a:t>
            </a:r>
            <a:r>
              <a:rPr lang="en-US" sz="2000" dirty="0" err="1">
                <a:solidFill>
                  <a:srgbClr val="4B3118"/>
                </a:solidFill>
              </a:rPr>
              <a:t>PS</a:t>
            </a:r>
            <a:r>
              <a:rPr lang="en-US" sz="2000" baseline="-25000" dirty="0" err="1">
                <a:solidFill>
                  <a:srgbClr val="4B3118"/>
                </a:solidFill>
              </a:rPr>
              <a:t>DayL</a:t>
            </a:r>
            <a:r>
              <a:rPr lang="en-US" sz="2000" dirty="0">
                <a:solidFill>
                  <a:srgbClr val="4B3118"/>
                </a:solidFill>
              </a:rPr>
              <a:t>, </a:t>
            </a:r>
            <a:r>
              <a:rPr lang="en-US" sz="2000" dirty="0" err="1">
                <a:solidFill>
                  <a:srgbClr val="4B3118"/>
                </a:solidFill>
              </a:rPr>
              <a:t>PS</a:t>
            </a:r>
            <a:r>
              <a:rPr lang="en-US" sz="2000" baseline="-25000" dirty="0" err="1">
                <a:solidFill>
                  <a:srgbClr val="4B3118"/>
                </a:solidFill>
              </a:rPr>
              <a:t>Grw</a:t>
            </a:r>
            <a:r>
              <a:rPr lang="en-US" sz="2000" baseline="-25000" dirty="0">
                <a:solidFill>
                  <a:srgbClr val="4B3118"/>
                </a:solidFill>
              </a:rPr>
              <a:t> </a:t>
            </a:r>
            <a:r>
              <a:rPr lang="en-US" sz="2000" dirty="0">
                <a:solidFill>
                  <a:srgbClr val="4B3118"/>
                </a:solidFill>
              </a:rPr>
              <a:t>, </a:t>
            </a:r>
            <a:r>
              <a:rPr lang="en-US" sz="2000" dirty="0" err="1">
                <a:solidFill>
                  <a:srgbClr val="4B3118"/>
                </a:solidFill>
              </a:rPr>
              <a:t>PS</a:t>
            </a:r>
            <a:r>
              <a:rPr lang="en-US" sz="2000" baseline="-25000" dirty="0" err="1">
                <a:solidFill>
                  <a:srgbClr val="4B3118"/>
                </a:solidFill>
              </a:rPr>
              <a:t>Wx</a:t>
            </a:r>
            <a:r>
              <a:rPr lang="en-US" sz="2000" dirty="0">
                <a:solidFill>
                  <a:srgbClr val="4B3118"/>
                </a:solidFill>
              </a:rPr>
              <a:t>]</a:t>
            </a:r>
          </a:p>
        </p:txBody>
      </p:sp>
    </p:spTree>
    <p:extLst>
      <p:ext uri="{BB962C8B-B14F-4D97-AF65-F5344CB8AC3E}">
        <p14:creationId xmlns:p14="http://schemas.microsoft.com/office/powerpoint/2010/main" val="333418542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465665" y="173391"/>
            <a:ext cx="8156222" cy="584776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Dynamic Phenology: Growth Potential</a:t>
            </a:r>
          </a:p>
        </p:txBody>
      </p:sp>
      <p:cxnSp>
        <p:nvCxnSpPr>
          <p:cNvPr id="5" name="Straight Connector 4"/>
          <p:cNvCxnSpPr/>
          <p:nvPr/>
        </p:nvCxnSpPr>
        <p:spPr>
          <a:xfrm flipV="1">
            <a:off x="1298226" y="1397809"/>
            <a:ext cx="6378222" cy="28222"/>
          </a:xfrm>
          <a:prstGeom prst="line">
            <a:avLst/>
          </a:prstGeom>
          <a:ln>
            <a:solidFill>
              <a:srgbClr val="A013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Straight Arrow Connector 7"/>
          <p:cNvCxnSpPr>
            <a:cxnSpLocks/>
          </p:cNvCxnSpPr>
          <p:nvPr/>
        </p:nvCxnSpPr>
        <p:spPr>
          <a:xfrm>
            <a:off x="5263820" y="1270909"/>
            <a:ext cx="0" cy="412653"/>
          </a:xfrm>
          <a:prstGeom prst="straightConnector1">
            <a:avLst/>
          </a:prstGeom>
          <a:ln>
            <a:solidFill>
              <a:srgbClr val="A01300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TextBox 11"/>
          <p:cNvSpPr txBox="1"/>
          <p:nvPr/>
        </p:nvSpPr>
        <p:spPr>
          <a:xfrm>
            <a:off x="352778" y="1817312"/>
            <a:ext cx="7620616" cy="646331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Vegetation has evolved to grow to established sizes based on climate</a:t>
            </a:r>
          </a:p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Seasonal growth depends on benefit of growing new leaves </a:t>
            </a:r>
          </a:p>
        </p:txBody>
      </p:sp>
      <p:pic>
        <p:nvPicPr>
          <p:cNvPr id="17" name="Picture 16" descr="sib_laifpar.eps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71793" y="3473913"/>
            <a:ext cx="3860427" cy="3048184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</p:pic>
      <p:cxnSp>
        <p:nvCxnSpPr>
          <p:cNvPr id="18" name="Straight Connector 17"/>
          <p:cNvCxnSpPr/>
          <p:nvPr/>
        </p:nvCxnSpPr>
        <p:spPr>
          <a:xfrm>
            <a:off x="5875241" y="3557351"/>
            <a:ext cx="0" cy="2418003"/>
          </a:xfrm>
          <a:prstGeom prst="line">
            <a:avLst/>
          </a:prstGeom>
          <a:solidFill>
            <a:srgbClr val="FFFDF0"/>
          </a:solidFill>
          <a:ln w="25400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5269053" y="5593252"/>
            <a:ext cx="606188" cy="338554"/>
          </a:xfrm>
          <a:prstGeom prst="rect">
            <a:avLst/>
          </a:prstGeom>
          <a:noFill/>
          <a:ln w="25400">
            <a:noFill/>
          </a:ln>
        </p:spPr>
        <p:txBody>
          <a:bodyPr wrap="none" rtlCol="0">
            <a:spAutoFit/>
          </a:bodyPr>
          <a:lstStyle/>
          <a:p>
            <a:r>
              <a:rPr lang="en-US" sz="1600" dirty="0" err="1"/>
              <a:t>LAI</a:t>
            </a:r>
            <a:r>
              <a:rPr lang="en-US" sz="1600" baseline="-25000" dirty="0" err="1"/>
              <a:t>sat</a:t>
            </a:r>
            <a:endParaRPr lang="en-US" sz="1600" baseline="-25000" dirty="0"/>
          </a:p>
        </p:txBody>
      </p:sp>
      <p:cxnSp>
        <p:nvCxnSpPr>
          <p:cNvPr id="20" name="Straight Connector 19"/>
          <p:cNvCxnSpPr/>
          <p:nvPr/>
        </p:nvCxnSpPr>
        <p:spPr>
          <a:xfrm>
            <a:off x="3156776" y="3873130"/>
            <a:ext cx="3463789" cy="0"/>
          </a:xfrm>
          <a:prstGeom prst="line">
            <a:avLst/>
          </a:prstGeom>
          <a:solidFill>
            <a:srgbClr val="FFFDF0"/>
          </a:solidFill>
          <a:ln w="25400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3514736" y="3911392"/>
            <a:ext cx="779914" cy="338554"/>
          </a:xfrm>
          <a:prstGeom prst="rect">
            <a:avLst/>
          </a:prstGeom>
          <a:noFill/>
          <a:ln w="25400">
            <a:noFill/>
          </a:ln>
        </p:spPr>
        <p:txBody>
          <a:bodyPr wrap="none" rtlCol="0">
            <a:spAutoFit/>
          </a:bodyPr>
          <a:lstStyle/>
          <a:p>
            <a:r>
              <a:rPr lang="en-US" sz="1600" dirty="0" err="1"/>
              <a:t>FPAR</a:t>
            </a:r>
            <a:r>
              <a:rPr lang="en-US" sz="1600" baseline="-25000" dirty="0" err="1"/>
              <a:t>sat</a:t>
            </a:r>
            <a:endParaRPr lang="en-US" sz="1600" baseline="-25000" dirty="0"/>
          </a:p>
        </p:txBody>
      </p:sp>
      <p:sp>
        <p:nvSpPr>
          <p:cNvPr id="14" name="TextBox 13"/>
          <p:cNvSpPr txBox="1"/>
          <p:nvPr/>
        </p:nvSpPr>
        <p:spPr>
          <a:xfrm>
            <a:off x="6760370" y="3570112"/>
            <a:ext cx="2256630" cy="646331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654321"/>
                </a:solidFill>
              </a:rPr>
              <a:t>No benefit to leaf growth beyond </a:t>
            </a:r>
            <a:r>
              <a:rPr lang="en-US" i="1" dirty="0" err="1">
                <a:solidFill>
                  <a:srgbClr val="654321"/>
                </a:solidFill>
              </a:rPr>
              <a:t>LAI</a:t>
            </a:r>
            <a:r>
              <a:rPr lang="en-US" i="1" baseline="-25000" dirty="0" err="1">
                <a:solidFill>
                  <a:srgbClr val="654321"/>
                </a:solidFill>
              </a:rPr>
              <a:t>Sat</a:t>
            </a:r>
            <a:endParaRPr lang="en-US" i="1" baseline="-25000" dirty="0">
              <a:solidFill>
                <a:srgbClr val="654321"/>
              </a:solidFill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416647" y="4331832"/>
            <a:ext cx="2081018" cy="1200329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654321"/>
                </a:solidFill>
              </a:rPr>
              <a:t>Benefit to leaf growth decreases exponentially with increasing LAI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6082506" y="5652188"/>
            <a:ext cx="1890888" cy="646331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654321"/>
                </a:solidFill>
              </a:rPr>
              <a:t>Effective </a:t>
            </a:r>
            <a:r>
              <a:rPr lang="en-US" i="1" dirty="0" err="1">
                <a:solidFill>
                  <a:srgbClr val="654321"/>
                </a:solidFill>
              </a:rPr>
              <a:t>LAI</a:t>
            </a:r>
            <a:r>
              <a:rPr lang="en-US" i="1" baseline="-25000" dirty="0" err="1">
                <a:solidFill>
                  <a:srgbClr val="654321"/>
                </a:solidFill>
              </a:rPr>
              <a:t>Sat</a:t>
            </a:r>
            <a:r>
              <a:rPr lang="en-US" i="1" dirty="0">
                <a:solidFill>
                  <a:srgbClr val="654321"/>
                </a:solidFill>
              </a:rPr>
              <a:t> </a:t>
            </a:r>
            <a:r>
              <a:rPr lang="en-US" dirty="0">
                <a:solidFill>
                  <a:srgbClr val="654321"/>
                </a:solidFill>
              </a:rPr>
              <a:t>shifts with climate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4CE6C56-D379-2F40-A79F-9BAFDD16B299}"/>
              </a:ext>
            </a:extLst>
          </p:cNvPr>
          <p:cNvSpPr txBox="1"/>
          <p:nvPr/>
        </p:nvSpPr>
        <p:spPr>
          <a:xfrm>
            <a:off x="3234636" y="848470"/>
            <a:ext cx="3081806" cy="400110"/>
          </a:xfrm>
          <a:prstGeom prst="rect">
            <a:avLst/>
          </a:prstGeom>
          <a:solidFill>
            <a:srgbClr val="FFFDF0"/>
          </a:solidFill>
          <a:ln w="12700">
            <a:solidFill>
              <a:srgbClr val="9E160D"/>
            </a:solidFill>
          </a:ln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4B3118"/>
                </a:solidFill>
              </a:rPr>
              <a:t>PI = Min[</a:t>
            </a:r>
            <a:r>
              <a:rPr lang="en-US" sz="2000" dirty="0" err="1">
                <a:solidFill>
                  <a:srgbClr val="4B3118"/>
                </a:solidFill>
              </a:rPr>
              <a:t>PS</a:t>
            </a:r>
            <a:r>
              <a:rPr lang="en-US" sz="2000" baseline="-25000" dirty="0" err="1">
                <a:solidFill>
                  <a:srgbClr val="4B3118"/>
                </a:solidFill>
              </a:rPr>
              <a:t>DayL</a:t>
            </a:r>
            <a:r>
              <a:rPr lang="en-US" sz="2000" dirty="0">
                <a:solidFill>
                  <a:srgbClr val="4B3118"/>
                </a:solidFill>
              </a:rPr>
              <a:t>, </a:t>
            </a:r>
            <a:r>
              <a:rPr lang="en-US" sz="2000" dirty="0" err="1">
                <a:solidFill>
                  <a:srgbClr val="4B3118"/>
                </a:solidFill>
              </a:rPr>
              <a:t>PS</a:t>
            </a:r>
            <a:r>
              <a:rPr lang="en-US" sz="2000" baseline="-25000" dirty="0" err="1">
                <a:solidFill>
                  <a:srgbClr val="4B3118"/>
                </a:solidFill>
              </a:rPr>
              <a:t>Grw</a:t>
            </a:r>
            <a:r>
              <a:rPr lang="en-US" sz="2000" baseline="-25000" dirty="0">
                <a:solidFill>
                  <a:srgbClr val="4B3118"/>
                </a:solidFill>
              </a:rPr>
              <a:t> </a:t>
            </a:r>
            <a:r>
              <a:rPr lang="en-US" sz="2000" dirty="0">
                <a:solidFill>
                  <a:srgbClr val="4B3118"/>
                </a:solidFill>
              </a:rPr>
              <a:t>, </a:t>
            </a:r>
            <a:r>
              <a:rPr lang="en-US" sz="2000" dirty="0" err="1">
                <a:solidFill>
                  <a:srgbClr val="4B3118"/>
                </a:solidFill>
              </a:rPr>
              <a:t>PS</a:t>
            </a:r>
            <a:r>
              <a:rPr lang="en-US" sz="2000" baseline="-25000" dirty="0" err="1">
                <a:solidFill>
                  <a:srgbClr val="4B3118"/>
                </a:solidFill>
              </a:rPr>
              <a:t>Wx</a:t>
            </a:r>
            <a:r>
              <a:rPr lang="en-US" sz="2000" dirty="0">
                <a:solidFill>
                  <a:srgbClr val="4B3118"/>
                </a:solidFill>
              </a:rPr>
              <a:t>]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3D4297D-BCD2-834C-8EC0-E12D1A1F8AC8}"/>
              </a:ext>
            </a:extLst>
          </p:cNvPr>
          <p:cNvSpPr txBox="1"/>
          <p:nvPr/>
        </p:nvSpPr>
        <p:spPr>
          <a:xfrm>
            <a:off x="718459" y="2832555"/>
            <a:ext cx="2312204" cy="923330"/>
          </a:xfrm>
          <a:prstGeom prst="rect">
            <a:avLst/>
          </a:prstGeom>
          <a:solidFill>
            <a:srgbClr val="FFFDF0"/>
          </a:solidFill>
          <a:ln w="1905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654321"/>
                </a:solidFill>
                <a:latin typeface="+mj-lt"/>
                <a:cs typeface="Helvetica"/>
              </a:rPr>
              <a:t>Based on asymptotic relationship between </a:t>
            </a:r>
          </a:p>
          <a:p>
            <a:pPr algn="ctr"/>
            <a:r>
              <a:rPr lang="en-US" dirty="0">
                <a:solidFill>
                  <a:srgbClr val="654321"/>
                </a:solidFill>
                <a:latin typeface="+mj-lt"/>
                <a:cs typeface="Helvetica"/>
              </a:rPr>
              <a:t>LAI and FPAR</a:t>
            </a:r>
          </a:p>
        </p:txBody>
      </p:sp>
    </p:spTree>
    <p:extLst>
      <p:ext uri="{BB962C8B-B14F-4D97-AF65-F5344CB8AC3E}">
        <p14:creationId xmlns:p14="http://schemas.microsoft.com/office/powerpoint/2010/main" val="341234386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/>
          <p:cNvSpPr/>
          <p:nvPr/>
        </p:nvSpPr>
        <p:spPr>
          <a:xfrm>
            <a:off x="7171000" y="2198560"/>
            <a:ext cx="1876777" cy="3088313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26" name="Object 25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111442459"/>
              </p:ext>
            </p:extLst>
          </p:nvPr>
        </p:nvGraphicFramePr>
        <p:xfrm>
          <a:off x="11201128" y="5880794"/>
          <a:ext cx="3348787" cy="37606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6657" name="Equation" r:id="rId3" imgW="2374900" imgH="266700" progId="Equation.3">
                  <p:embed/>
                </p:oleObj>
              </mc:Choice>
              <mc:Fallback>
                <p:oleObj name="Equation" r:id="rId3" imgW="2374900" imgH="266700" progId="Equation.3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201128" y="5880794"/>
                        <a:ext cx="3348787" cy="37606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extBox 3"/>
          <p:cNvSpPr txBox="1"/>
          <p:nvPr/>
        </p:nvSpPr>
        <p:spPr>
          <a:xfrm>
            <a:off x="465665" y="173391"/>
            <a:ext cx="8156222" cy="584776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Dynamic Phenology: Growth Potential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7143910" y="2230373"/>
            <a:ext cx="1876777" cy="33239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u="sng" dirty="0">
                <a:solidFill>
                  <a:srgbClr val="654321"/>
                </a:solidFill>
              </a:rPr>
              <a:t>Parameters</a:t>
            </a:r>
          </a:p>
          <a:p>
            <a:pPr algn="ctr"/>
            <a:r>
              <a:rPr lang="en-US" i="1" dirty="0">
                <a:solidFill>
                  <a:srgbClr val="654321"/>
                </a:solidFill>
              </a:rPr>
              <a:t>CLC , CLL, CLG</a:t>
            </a:r>
          </a:p>
          <a:p>
            <a:pPr algn="ctr"/>
            <a:r>
              <a:rPr lang="en-US" i="1" dirty="0" err="1">
                <a:solidFill>
                  <a:srgbClr val="654321"/>
                </a:solidFill>
              </a:rPr>
              <a:t>PSG</a:t>
            </a:r>
            <a:r>
              <a:rPr lang="en-US" i="1" baseline="-25000" dirty="0" err="1">
                <a:solidFill>
                  <a:srgbClr val="654321"/>
                </a:solidFill>
              </a:rPr>
              <a:t>Max</a:t>
            </a:r>
            <a:r>
              <a:rPr lang="en-US" i="1" baseline="-25000" dirty="0">
                <a:solidFill>
                  <a:srgbClr val="654321"/>
                </a:solidFill>
              </a:rPr>
              <a:t> </a:t>
            </a:r>
            <a:r>
              <a:rPr lang="en-US" i="1" dirty="0">
                <a:solidFill>
                  <a:srgbClr val="654321"/>
                </a:solidFill>
              </a:rPr>
              <a:t>,</a:t>
            </a:r>
            <a:r>
              <a:rPr lang="en-US" i="1" baseline="-25000" dirty="0">
                <a:solidFill>
                  <a:srgbClr val="654321"/>
                </a:solidFill>
              </a:rPr>
              <a:t> </a:t>
            </a:r>
            <a:r>
              <a:rPr lang="en-US" i="1" dirty="0" err="1">
                <a:solidFill>
                  <a:srgbClr val="654321"/>
                </a:solidFill>
              </a:rPr>
              <a:t>PSG</a:t>
            </a:r>
            <a:r>
              <a:rPr lang="en-US" i="1" baseline="-25000" dirty="0" err="1">
                <a:solidFill>
                  <a:srgbClr val="654321"/>
                </a:solidFill>
              </a:rPr>
              <a:t>Min</a:t>
            </a:r>
            <a:endParaRPr lang="en-US" i="1" baseline="-25000" dirty="0">
              <a:solidFill>
                <a:srgbClr val="654321"/>
              </a:solidFill>
            </a:endParaRPr>
          </a:p>
          <a:p>
            <a:pPr algn="ctr"/>
            <a:endParaRPr lang="en-US" i="1" baseline="-25000" dirty="0">
              <a:solidFill>
                <a:srgbClr val="654321"/>
              </a:solidFill>
            </a:endParaRPr>
          </a:p>
          <a:p>
            <a:pPr algn="ctr"/>
            <a:r>
              <a:rPr lang="en-US" u="sng" dirty="0">
                <a:solidFill>
                  <a:srgbClr val="654321"/>
                </a:solidFill>
              </a:rPr>
              <a:t>Climate Variables</a:t>
            </a:r>
          </a:p>
          <a:p>
            <a:pPr algn="ctr"/>
            <a:r>
              <a:rPr lang="en-US" i="1" dirty="0" err="1">
                <a:solidFill>
                  <a:srgbClr val="654321"/>
                </a:solidFill>
              </a:rPr>
              <a:t>ClimP</a:t>
            </a:r>
            <a:r>
              <a:rPr lang="en-US" i="1" dirty="0">
                <a:solidFill>
                  <a:srgbClr val="654321"/>
                </a:solidFill>
              </a:rPr>
              <a:t> =</a:t>
            </a:r>
          </a:p>
          <a:p>
            <a:pPr algn="ctr"/>
            <a:r>
              <a:rPr lang="en-US" dirty="0">
                <a:solidFill>
                  <a:srgbClr val="654321"/>
                </a:solidFill>
              </a:rPr>
              <a:t>A water suitability index that increases with increasing long-term precipitation</a:t>
            </a:r>
          </a:p>
          <a:p>
            <a:pPr algn="ctr"/>
            <a:endParaRPr lang="en-US" i="1" dirty="0">
              <a:solidFill>
                <a:srgbClr val="654321"/>
              </a:solidFill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597AE007-89AD-FB41-AF30-4537D97B77B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20028" y="1702800"/>
            <a:ext cx="6946900" cy="5029200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1A9C0B10-18C1-5144-8E51-957FD39D7B91}"/>
              </a:ext>
            </a:extLst>
          </p:cNvPr>
          <p:cNvSpPr txBox="1"/>
          <p:nvPr/>
        </p:nvSpPr>
        <p:spPr>
          <a:xfrm>
            <a:off x="228593" y="1447802"/>
            <a:ext cx="2653227" cy="369332"/>
          </a:xfrm>
          <a:prstGeom prst="rect">
            <a:avLst/>
          </a:prstGeom>
          <a:solidFill>
            <a:srgbClr val="FFFDF0"/>
          </a:solidFill>
          <a:ln w="127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dirty="0" err="1"/>
              <a:t>ClimLAI</a:t>
            </a:r>
            <a:r>
              <a:rPr lang="en-US" baseline="-25000" dirty="0" err="1"/>
              <a:t>Min</a:t>
            </a:r>
            <a:r>
              <a:rPr lang="en-US" dirty="0"/>
              <a:t> = </a:t>
            </a:r>
            <a:r>
              <a:rPr lang="en-US" dirty="0" err="1"/>
              <a:t>ClimP</a:t>
            </a:r>
            <a:r>
              <a:rPr lang="en-US" baseline="30000" dirty="0" err="1"/>
              <a:t>CLC</a:t>
            </a:r>
            <a:r>
              <a:rPr lang="en-US" dirty="0"/>
              <a:t> + CLL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F4C9A87-4E2D-744B-9ED5-B179A51D393D}"/>
              </a:ext>
            </a:extLst>
          </p:cNvPr>
          <p:cNvSpPr txBox="1"/>
          <p:nvPr/>
        </p:nvSpPr>
        <p:spPr>
          <a:xfrm>
            <a:off x="3494887" y="915716"/>
            <a:ext cx="4788811" cy="646331"/>
          </a:xfrm>
          <a:prstGeom prst="rect">
            <a:avLst/>
          </a:prstGeom>
          <a:solidFill>
            <a:srgbClr val="FFFDF0"/>
          </a:solidFill>
          <a:ln w="15875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rgbClr val="654321"/>
                </a:solidFill>
              </a:rPr>
              <a:t>Climate-driven LAI thresholds lower </a:t>
            </a:r>
            <a:r>
              <a:rPr lang="en-US" dirty="0" err="1">
                <a:solidFill>
                  <a:srgbClr val="654321"/>
                </a:solidFill>
              </a:rPr>
              <a:t>PS</a:t>
            </a:r>
            <a:r>
              <a:rPr lang="en-US" baseline="-25000" dirty="0" err="1">
                <a:solidFill>
                  <a:srgbClr val="654321"/>
                </a:solidFill>
              </a:rPr>
              <a:t>Grw</a:t>
            </a:r>
            <a:r>
              <a:rPr lang="en-US" dirty="0">
                <a:solidFill>
                  <a:srgbClr val="654321"/>
                </a:solidFill>
              </a:rPr>
              <a:t> values, </a:t>
            </a:r>
          </a:p>
          <a:p>
            <a:pPr algn="ctr"/>
            <a:r>
              <a:rPr lang="en-US" dirty="0">
                <a:solidFill>
                  <a:srgbClr val="654321"/>
                </a:solidFill>
              </a:rPr>
              <a:t>mimicking the </a:t>
            </a:r>
            <a:r>
              <a:rPr lang="en-US" dirty="0" err="1">
                <a:solidFill>
                  <a:srgbClr val="654321"/>
                </a:solidFill>
              </a:rPr>
              <a:t>LAI</a:t>
            </a:r>
            <a:r>
              <a:rPr lang="en-US" baseline="-25000" dirty="0" err="1">
                <a:solidFill>
                  <a:srgbClr val="654321"/>
                </a:solidFill>
              </a:rPr>
              <a:t>Sat</a:t>
            </a:r>
            <a:r>
              <a:rPr lang="en-US" dirty="0">
                <a:solidFill>
                  <a:srgbClr val="654321"/>
                </a:solidFill>
              </a:rPr>
              <a:t>/FPAR relationship</a:t>
            </a:r>
            <a:endParaRPr 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77FC54C-A397-E14C-B671-7C901BDD7A48}"/>
              </a:ext>
            </a:extLst>
          </p:cNvPr>
          <p:cNvSpPr txBox="1"/>
          <p:nvPr/>
        </p:nvSpPr>
        <p:spPr>
          <a:xfrm>
            <a:off x="6180328" y="6358240"/>
            <a:ext cx="2720232" cy="369332"/>
          </a:xfrm>
          <a:prstGeom prst="rect">
            <a:avLst/>
          </a:prstGeom>
          <a:solidFill>
            <a:srgbClr val="FFFDF0"/>
          </a:solidFill>
          <a:ln w="127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dirty="0" err="1"/>
              <a:t>ClimLAI</a:t>
            </a:r>
            <a:r>
              <a:rPr lang="en-US" baseline="-25000" dirty="0" err="1"/>
              <a:t>Max</a:t>
            </a:r>
            <a:r>
              <a:rPr lang="en-US" dirty="0"/>
              <a:t> = </a:t>
            </a:r>
            <a:r>
              <a:rPr lang="en-US" dirty="0" err="1"/>
              <a:t>ClimP</a:t>
            </a:r>
            <a:r>
              <a:rPr lang="en-US" baseline="30000" dirty="0" err="1"/>
              <a:t>CLC</a:t>
            </a:r>
            <a:r>
              <a:rPr lang="en-US" dirty="0"/>
              <a:t> + CLG</a:t>
            </a:r>
          </a:p>
        </p:txBody>
      </p:sp>
    </p:spTree>
    <p:extLst>
      <p:ext uri="{BB962C8B-B14F-4D97-AF65-F5344CB8AC3E}">
        <p14:creationId xmlns:p14="http://schemas.microsoft.com/office/powerpoint/2010/main" val="263134123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778389" y="122801"/>
            <a:ext cx="7629013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Dynamic Phenology: Growth Potential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BC54A738-61E3-FE41-BBF3-55C7ABE87B4D}"/>
                  </a:ext>
                </a:extLst>
              </p:cNvPr>
              <p:cNvSpPr txBox="1"/>
              <p:nvPr/>
            </p:nvSpPr>
            <p:spPr>
              <a:xfrm>
                <a:off x="1898950" y="915977"/>
                <a:ext cx="4928657" cy="655244"/>
              </a:xfrm>
              <a:prstGeom prst="rect">
                <a:avLst/>
              </a:prstGeom>
              <a:solidFill>
                <a:srgbClr val="FFFDF0"/>
              </a:solidFill>
              <a:ln w="12700">
                <a:solidFill>
                  <a:srgbClr val="A01300"/>
                </a:solidFill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𝐶𝑙𝑖𝑚𝑃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𝐶𝑃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𝐴</m:t>
                          </m:r>
                        </m:sub>
                      </m:sSub>
                      <m:sSup>
                        <m:sSup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(</m:t>
                          </m:r>
                          <m:sSub>
                            <m:sSub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𝐶𝑃</m:t>
                              </m:r>
                            </m:e>
                            <m:sub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sub>
                          </m:s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)</m:t>
                          </m:r>
                        </m:e>
                        <m:sup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𝐶𝑙𝑖𝑚𝑊</m:t>
                          </m:r>
                        </m:sup>
                      </m:sSup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+ </m:t>
                      </m:r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𝐶𝑃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𝐶</m:t>
                          </m:r>
                        </m:sub>
                      </m:sSub>
                      <m:d>
                        <m:d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𝐶𝑙𝑖𝑚𝑊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 − </m:t>
                          </m:r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𝐶𝑃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𝐷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b="0" i="1" dirty="0">
                  <a:latin typeface="Cambria Math" panose="02040503050406030204" pitchFamily="18" charset="0"/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𝐶𝑃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𝑀𝑖𝑛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≤</m:t>
                      </m:r>
                      <m:r>
                        <a:rPr lang="en-US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𝐶𝑙𝑖𝑚𝑃</m:t>
                      </m:r>
                      <m:r>
                        <a:rPr lang="en-US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≤</m:t>
                      </m:r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𝐶𝑃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𝑀𝑎𝑥</m:t>
                          </m:r>
                        </m:sub>
                      </m:sSub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BC54A738-61E3-FE41-BBF3-55C7ABE87B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98950" y="915977"/>
                <a:ext cx="4928657" cy="655244"/>
              </a:xfrm>
              <a:prstGeom prst="rect">
                <a:avLst/>
              </a:prstGeom>
              <a:blipFill>
                <a:blip r:embed="rId2"/>
                <a:stretch>
                  <a:fillRect b="-5660"/>
                </a:stretch>
              </a:blipFill>
              <a:ln w="12700">
                <a:solidFill>
                  <a:srgbClr val="A01300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744DD3D5-3A4A-D44E-AC99-B115C293A503}"/>
                  </a:ext>
                </a:extLst>
              </p:cNvPr>
              <p:cNvSpPr txBox="1"/>
              <p:nvPr/>
            </p:nvSpPr>
            <p:spPr>
              <a:xfrm>
                <a:off x="2401318" y="1686338"/>
                <a:ext cx="4244008" cy="584775"/>
              </a:xfrm>
              <a:prstGeom prst="rect">
                <a:avLst/>
              </a:prstGeom>
              <a:solidFill>
                <a:srgbClr val="FFFDF0"/>
              </a:solidFill>
              <a:ln w="12700">
                <a:solidFill>
                  <a:srgbClr val="A01300"/>
                </a:solidFill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1600" i="1" dirty="0"/>
                  <a:t>ClimW</a:t>
                </a:r>
                <a:r>
                  <a:rPr lang="en-US" sz="1600" dirty="0"/>
                  <a:t> = Climatological water availability index</a:t>
                </a:r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60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b="0" i="1" smtClean="0">
                            <a:latin typeface="Cambria Math" panose="02040503050406030204" pitchFamily="18" charset="0"/>
                          </a:rPr>
                          <m:t>𝐶𝑃</m:t>
                        </m:r>
                      </m:e>
                      <m:sub>
                        <m:r>
                          <a:rPr lang="en-US" sz="1600" b="0" i="1" smtClean="0">
                            <a:latin typeface="Cambria Math" panose="02040503050406030204" pitchFamily="18" charset="0"/>
                          </a:rPr>
                          <m:t>𝐴</m:t>
                        </m:r>
                      </m:sub>
                    </m:sSub>
                  </m:oMath>
                </a14:m>
                <a:r>
                  <a:rPr lang="en-US" sz="1600" dirty="0"/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6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i="1">
                            <a:latin typeface="Cambria Math" panose="02040503050406030204" pitchFamily="18" charset="0"/>
                          </a:rPr>
                          <m:t>𝐶𝑃</m:t>
                        </m:r>
                      </m:e>
                      <m:sub>
                        <m:r>
                          <a:rPr lang="en-US" sz="1600" b="0" i="1" smtClean="0">
                            <a:latin typeface="Cambria Math" panose="02040503050406030204" pitchFamily="18" charset="0"/>
                          </a:rPr>
                          <m:t>𝐵</m:t>
                        </m:r>
                      </m:sub>
                    </m:sSub>
                  </m:oMath>
                </a14:m>
                <a:r>
                  <a:rPr lang="en-US" sz="1600" dirty="0"/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6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i="1">
                            <a:latin typeface="Cambria Math" panose="02040503050406030204" pitchFamily="18" charset="0"/>
                          </a:rPr>
                          <m:t>𝐶𝑃</m:t>
                        </m:r>
                      </m:e>
                      <m:sub>
                        <m:r>
                          <a:rPr lang="en-US" sz="1600" b="0" i="1" smtClean="0">
                            <a:latin typeface="Cambria Math" panose="02040503050406030204" pitchFamily="18" charset="0"/>
                          </a:rPr>
                          <m:t>𝐶</m:t>
                        </m:r>
                      </m:sub>
                    </m:sSub>
                  </m:oMath>
                </a14:m>
                <a:r>
                  <a:rPr lang="en-US" sz="1600" dirty="0"/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6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i="1">
                            <a:latin typeface="Cambria Math" panose="02040503050406030204" pitchFamily="18" charset="0"/>
                          </a:rPr>
                          <m:t>𝐶𝑃</m:t>
                        </m:r>
                      </m:e>
                      <m:sub>
                        <m:r>
                          <a:rPr lang="en-US" sz="1600" b="0" i="1" smtClean="0">
                            <a:latin typeface="Cambria Math" panose="02040503050406030204" pitchFamily="18" charset="0"/>
                          </a:rPr>
                          <m:t>𝐷</m:t>
                        </m:r>
                      </m:sub>
                    </m:sSub>
                  </m:oMath>
                </a14:m>
                <a:r>
                  <a:rPr lang="en-US" sz="1600" dirty="0"/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6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i="1">
                            <a:latin typeface="Cambria Math" panose="02040503050406030204" pitchFamily="18" charset="0"/>
                          </a:rPr>
                          <m:t>𝐶𝑃</m:t>
                        </m:r>
                      </m:e>
                      <m:sub>
                        <m:r>
                          <a:rPr lang="en-US" sz="1600" b="0" i="1" smtClean="0">
                            <a:latin typeface="Cambria Math" panose="02040503050406030204" pitchFamily="18" charset="0"/>
                          </a:rPr>
                          <m:t>𝑀𝑖𝑛</m:t>
                        </m:r>
                      </m:sub>
                    </m:sSub>
                  </m:oMath>
                </a14:m>
                <a:r>
                  <a:rPr lang="en-US" sz="1600" dirty="0"/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6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i="1">
                            <a:latin typeface="Cambria Math" panose="02040503050406030204" pitchFamily="18" charset="0"/>
                          </a:rPr>
                          <m:t>𝐶𝑃</m:t>
                        </m:r>
                      </m:e>
                      <m:sub>
                        <m:r>
                          <a:rPr lang="en-US" sz="1600" b="0" i="1" smtClean="0">
                            <a:latin typeface="Cambria Math" panose="02040503050406030204" pitchFamily="18" charset="0"/>
                          </a:rPr>
                          <m:t>𝑀𝑎𝑥</m:t>
                        </m:r>
                      </m:sub>
                    </m:sSub>
                  </m:oMath>
                </a14:m>
                <a:r>
                  <a:rPr lang="en-US" sz="1600" dirty="0"/>
                  <a:t> = Parameters</a:t>
                </a: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744DD3D5-3A4A-D44E-AC99-B115C293A5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1318" y="1686338"/>
                <a:ext cx="4244008" cy="584775"/>
              </a:xfrm>
              <a:prstGeom prst="rect">
                <a:avLst/>
              </a:prstGeom>
              <a:blipFill>
                <a:blip r:embed="rId3"/>
                <a:stretch>
                  <a:fillRect l="-595" t="-2083" b="-8333"/>
                </a:stretch>
              </a:blipFill>
              <a:ln w="12700">
                <a:solidFill>
                  <a:srgbClr val="A01300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5" name="Group 14">
            <a:extLst>
              <a:ext uri="{FF2B5EF4-FFF2-40B4-BE49-F238E27FC236}">
                <a16:creationId xmlns:a16="http://schemas.microsoft.com/office/drawing/2014/main" id="{9C069B8E-4B77-E34D-9ED4-62413C560D9F}"/>
              </a:ext>
            </a:extLst>
          </p:cNvPr>
          <p:cNvGrpSpPr/>
          <p:nvPr/>
        </p:nvGrpSpPr>
        <p:grpSpPr>
          <a:xfrm>
            <a:off x="952554" y="2609818"/>
            <a:ext cx="6899102" cy="4088801"/>
            <a:chOff x="1181152" y="2609818"/>
            <a:chExt cx="6899102" cy="4088801"/>
          </a:xfrm>
        </p:grpSpPr>
        <p:pic>
          <p:nvPicPr>
            <p:cNvPr id="16" name="Picture 15" descr="cstress.eps">
              <a:extLst>
                <a:ext uri="{FF2B5EF4-FFF2-40B4-BE49-F238E27FC236}">
                  <a16:creationId xmlns:a16="http://schemas.microsoft.com/office/drawing/2014/main" id="{3001483E-C3CE-4346-A40D-2DFC8D4AC28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892"/>
            <a:stretch/>
          </p:blipFill>
          <p:spPr>
            <a:xfrm>
              <a:off x="1237539" y="2609818"/>
              <a:ext cx="6800571" cy="4088801"/>
            </a:xfrm>
            <a:prstGeom prst="rect">
              <a:avLst/>
            </a:prstGeom>
            <a:solidFill>
              <a:srgbClr val="FFFDF0"/>
            </a:solidFill>
            <a:ln w="25400">
              <a:solidFill>
                <a:srgbClr val="A01300"/>
              </a:solidFill>
            </a:ln>
          </p:spPr>
        </p:pic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3FE81C43-564F-1141-B6A4-B8D7658ADCEB}"/>
                </a:ext>
              </a:extLst>
            </p:cNvPr>
            <p:cNvSpPr txBox="1"/>
            <p:nvPr/>
          </p:nvSpPr>
          <p:spPr>
            <a:xfrm>
              <a:off x="1904999" y="6317732"/>
              <a:ext cx="47531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>
                  <a:solidFill>
                    <a:srgbClr val="FF0000"/>
                  </a:solidFill>
                </a:rPr>
                <a:t>Dry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369E05B8-2C0E-004B-85B3-E3FE59F65BEF}"/>
                </a:ext>
              </a:extLst>
            </p:cNvPr>
            <p:cNvSpPr txBox="1"/>
            <p:nvPr/>
          </p:nvSpPr>
          <p:spPr>
            <a:xfrm>
              <a:off x="7542226" y="6336981"/>
              <a:ext cx="5380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>
                  <a:solidFill>
                    <a:srgbClr val="0000FF"/>
                  </a:solidFill>
                </a:rPr>
                <a:t>Wet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BE0B982-0496-2548-ADBE-F7E82DAF16F3}"/>
                </a:ext>
              </a:extLst>
            </p:cNvPr>
            <p:cNvSpPr txBox="1"/>
            <p:nvPr/>
          </p:nvSpPr>
          <p:spPr>
            <a:xfrm>
              <a:off x="1188547" y="6040760"/>
              <a:ext cx="89169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>
                  <a:solidFill>
                    <a:srgbClr val="FF0000"/>
                  </a:solidFill>
                </a:rPr>
                <a:t>Stressed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00B2386B-9507-4443-84E1-152BE38D9C85}"/>
                </a:ext>
              </a:extLst>
            </p:cNvPr>
            <p:cNvSpPr txBox="1"/>
            <p:nvPr/>
          </p:nvSpPr>
          <p:spPr>
            <a:xfrm>
              <a:off x="1181152" y="2664443"/>
              <a:ext cx="108184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>
                  <a:solidFill>
                    <a:srgbClr val="0000FF"/>
                  </a:solidFill>
                </a:rPr>
                <a:t>Productive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97C5B997-A3DB-3445-8D1C-7E00826422F9}"/>
                </a:ext>
              </a:extLst>
            </p:cNvPr>
            <p:cNvSpPr txBox="1"/>
            <p:nvPr/>
          </p:nvSpPr>
          <p:spPr>
            <a:xfrm>
              <a:off x="6827607" y="4163263"/>
              <a:ext cx="596923" cy="276999"/>
            </a:xfrm>
            <a:prstGeom prst="rect">
              <a:avLst/>
            </a:prstGeom>
            <a:solidFill>
              <a:srgbClr val="FFFDF0"/>
            </a:solidFill>
            <a:ln w="127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1200" i="1" dirty="0" err="1"/>
                <a:t>CP</a:t>
              </a:r>
              <a:r>
                <a:rPr lang="en-US" sz="1200" i="1" baseline="-25000" dirty="0" err="1"/>
                <a:t>Max</a:t>
              </a:r>
              <a:endParaRPr lang="en-US" sz="1200" i="1" baseline="-25000" dirty="0"/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B953B244-0258-BE4C-B65E-24E30CD20973}"/>
              </a:ext>
            </a:extLst>
          </p:cNvPr>
          <p:cNvSpPr txBox="1"/>
          <p:nvPr/>
        </p:nvSpPr>
        <p:spPr>
          <a:xfrm>
            <a:off x="4338972" y="6379314"/>
            <a:ext cx="867545" cy="307777"/>
          </a:xfrm>
          <a:prstGeom prst="rect">
            <a:avLst/>
          </a:prstGeom>
          <a:solidFill>
            <a:srgbClr val="FFFEF1"/>
          </a:solidFill>
        </p:spPr>
        <p:txBody>
          <a:bodyPr wrap="none" rtlCol="0">
            <a:spAutoFit/>
          </a:bodyPr>
          <a:lstStyle/>
          <a:p>
            <a:r>
              <a:rPr lang="en-US" sz="1400" dirty="0"/>
              <a:t>   </a:t>
            </a:r>
            <a:r>
              <a:rPr lang="en-US" sz="1400" dirty="0" err="1"/>
              <a:t>ClimW</a:t>
            </a:r>
            <a:r>
              <a:rPr lang="en-US" sz="1400" dirty="0"/>
              <a:t>  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C0DF695-4C63-4644-A83C-98A97862DBBE}"/>
              </a:ext>
            </a:extLst>
          </p:cNvPr>
          <p:cNvSpPr txBox="1"/>
          <p:nvPr/>
        </p:nvSpPr>
        <p:spPr>
          <a:xfrm rot="16200000">
            <a:off x="417683" y="4255596"/>
            <a:ext cx="1774845" cy="369332"/>
          </a:xfrm>
          <a:prstGeom prst="rect">
            <a:avLst/>
          </a:prstGeom>
          <a:solidFill>
            <a:srgbClr val="FFFEF1"/>
          </a:solidFill>
        </p:spPr>
        <p:txBody>
          <a:bodyPr wrap="none" rtlCol="0">
            <a:spAutoFit/>
          </a:bodyPr>
          <a:lstStyle/>
          <a:p>
            <a:r>
              <a:rPr lang="en-US" dirty="0"/>
              <a:t>         </a:t>
            </a:r>
            <a:r>
              <a:rPr lang="en-US" dirty="0" err="1"/>
              <a:t>ClimP</a:t>
            </a:r>
            <a:r>
              <a:rPr lang="en-US" dirty="0"/>
              <a:t>           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8EFB850-8667-2544-9FC7-6F0D71A6D4CA}"/>
              </a:ext>
            </a:extLst>
          </p:cNvPr>
          <p:cNvSpPr txBox="1"/>
          <p:nvPr/>
        </p:nvSpPr>
        <p:spPr>
          <a:xfrm>
            <a:off x="2034401" y="5763748"/>
            <a:ext cx="510076" cy="276999"/>
          </a:xfrm>
          <a:prstGeom prst="rect">
            <a:avLst/>
          </a:prstGeom>
          <a:solidFill>
            <a:srgbClr val="FFFDF0"/>
          </a:solidFill>
          <a:ln w="12700">
            <a:noFill/>
          </a:ln>
        </p:spPr>
        <p:txBody>
          <a:bodyPr wrap="none" rtlCol="0">
            <a:spAutoFit/>
          </a:bodyPr>
          <a:lstStyle/>
          <a:p>
            <a:r>
              <a:rPr lang="en-US" sz="1200" i="1" dirty="0" err="1"/>
              <a:t>CP</a:t>
            </a:r>
            <a:r>
              <a:rPr lang="en-US" sz="1200" i="1" baseline="-25000" dirty="0" err="1"/>
              <a:t>Min</a:t>
            </a:r>
            <a:endParaRPr lang="en-US" sz="1200" i="1" baseline="-25000" dirty="0"/>
          </a:p>
        </p:txBody>
      </p:sp>
    </p:spTree>
    <p:extLst>
      <p:ext uri="{BB962C8B-B14F-4D97-AF65-F5344CB8AC3E}">
        <p14:creationId xmlns:p14="http://schemas.microsoft.com/office/powerpoint/2010/main" val="63270936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593472" y="404670"/>
            <a:ext cx="7721857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Dynamic Phenology: Water Availability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406577" y="1700294"/>
            <a:ext cx="8302653" cy="4306307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>
              <a:lnSpc>
                <a:spcPts val="2900"/>
              </a:lnSpc>
              <a:buClr>
                <a:srgbClr val="A01300"/>
              </a:buClr>
            </a:pPr>
            <a:r>
              <a:rPr lang="en-US" sz="2000" dirty="0" err="1">
                <a:solidFill>
                  <a:srgbClr val="654321"/>
                </a:solidFill>
                <a:latin typeface="Helvetica"/>
                <a:cs typeface="Helvetica"/>
              </a:rPr>
              <a:t>ClimW</a:t>
            </a:r>
            <a:r>
              <a:rPr lang="en-US" sz="2000" dirty="0">
                <a:solidFill>
                  <a:srgbClr val="654321"/>
                </a:solidFill>
                <a:latin typeface="Helvetica"/>
                <a:cs typeface="Helvetica"/>
              </a:rPr>
              <a:t> is a 10-year PFT-specific water availability running-mean</a:t>
            </a:r>
          </a:p>
          <a:p>
            <a:pPr>
              <a:lnSpc>
                <a:spcPts val="2900"/>
              </a:lnSpc>
              <a:buClr>
                <a:srgbClr val="A01300"/>
              </a:buClr>
            </a:pPr>
            <a:r>
              <a:rPr lang="en-US" sz="2000" dirty="0">
                <a:solidFill>
                  <a:srgbClr val="654321"/>
                </a:solidFill>
                <a:latin typeface="Helvetica"/>
                <a:cs typeface="Helvetica"/>
              </a:rPr>
              <a:t>Chosen from:</a:t>
            </a:r>
          </a:p>
          <a:p>
            <a:pPr>
              <a:lnSpc>
                <a:spcPts val="2900"/>
              </a:lnSpc>
              <a:buClr>
                <a:srgbClr val="A01300"/>
              </a:buClr>
            </a:pPr>
            <a:r>
              <a:rPr lang="en-US" sz="2000" dirty="0">
                <a:solidFill>
                  <a:srgbClr val="654321"/>
                </a:solidFill>
                <a:latin typeface="Helvetica"/>
                <a:cs typeface="Helvetica"/>
              </a:rPr>
              <a:t>1) Convective Precipitation</a:t>
            </a:r>
          </a:p>
          <a:p>
            <a:pPr>
              <a:lnSpc>
                <a:spcPts val="2900"/>
              </a:lnSpc>
              <a:buClr>
                <a:srgbClr val="A01300"/>
              </a:buClr>
            </a:pPr>
            <a:r>
              <a:rPr lang="en-US" sz="2000" dirty="0">
                <a:solidFill>
                  <a:srgbClr val="654321"/>
                </a:solidFill>
                <a:latin typeface="Helvetica"/>
                <a:cs typeface="Helvetica"/>
              </a:rPr>
              <a:t>2) Total Precipitation</a:t>
            </a:r>
          </a:p>
          <a:p>
            <a:pPr>
              <a:lnSpc>
                <a:spcPts val="2900"/>
              </a:lnSpc>
              <a:buClr>
                <a:srgbClr val="A01300"/>
              </a:buClr>
            </a:pPr>
            <a:r>
              <a:rPr lang="en-US" sz="2000" dirty="0">
                <a:solidFill>
                  <a:srgbClr val="654321"/>
                </a:solidFill>
                <a:latin typeface="Helvetica"/>
                <a:cs typeface="Helvetica"/>
              </a:rPr>
              <a:t>3) Root-Weighted Plant Available Water Fraction</a:t>
            </a:r>
          </a:p>
          <a:p>
            <a:pPr marL="742950" lvl="1" indent="-285750">
              <a:lnSpc>
                <a:spcPct val="150000"/>
              </a:lnSpc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Provides an estimate of climate and long-term growing conditions</a:t>
            </a:r>
          </a:p>
          <a:p>
            <a:pPr marL="1200150" lvl="2" indent="-285750"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1=Water always available, high environmental plant suitability</a:t>
            </a:r>
          </a:p>
          <a:p>
            <a:pPr marL="1200150" lvl="2" indent="-285750"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0=Water never available, low environmental plant suitability</a:t>
            </a:r>
          </a:p>
          <a:p>
            <a:pPr>
              <a:buClr>
                <a:srgbClr val="A01300"/>
              </a:buClr>
            </a:pPr>
            <a:endParaRPr lang="en-US" dirty="0">
              <a:solidFill>
                <a:srgbClr val="654321"/>
              </a:solidFill>
              <a:latin typeface="Helvetica"/>
              <a:cs typeface="Helvetica"/>
            </a:endParaRPr>
          </a:p>
          <a:p>
            <a:pPr>
              <a:buClr>
                <a:srgbClr val="A01300"/>
              </a:buClr>
            </a:pPr>
            <a:endParaRPr lang="en-US" dirty="0">
              <a:solidFill>
                <a:srgbClr val="654321"/>
              </a:solidFill>
              <a:latin typeface="Helvetica"/>
              <a:cs typeface="Helvetica"/>
            </a:endParaRPr>
          </a:p>
          <a:p>
            <a:pPr>
              <a:buClr>
                <a:srgbClr val="A01300"/>
              </a:buClr>
            </a:pPr>
            <a:endParaRPr lang="en-US" dirty="0">
              <a:solidFill>
                <a:srgbClr val="654321"/>
              </a:solidFill>
              <a:latin typeface="Helvetica"/>
              <a:cs typeface="Helvetica"/>
            </a:endParaRPr>
          </a:p>
          <a:p>
            <a:pPr>
              <a:buClr>
                <a:srgbClr val="A01300"/>
              </a:buClr>
            </a:pPr>
            <a:endParaRPr lang="en-US" dirty="0">
              <a:solidFill>
                <a:srgbClr val="654321"/>
              </a:solidFill>
              <a:latin typeface="Helvetica"/>
              <a:cs typeface="Helvetica"/>
            </a:endParaRPr>
          </a:p>
          <a:p>
            <a:pPr>
              <a:buClr>
                <a:srgbClr val="A01300"/>
              </a:buClr>
            </a:pPr>
            <a:endParaRPr lang="en-US" dirty="0">
              <a:solidFill>
                <a:srgbClr val="654321"/>
              </a:solidFill>
              <a:latin typeface="Helvetica"/>
              <a:cs typeface="Helvetica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762106" y="4730028"/>
            <a:ext cx="3635547" cy="10555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ts val="1860"/>
              </a:lnSpc>
              <a:buClr>
                <a:srgbClr val="A01300"/>
              </a:buClr>
            </a:pPr>
            <a:r>
              <a:rPr lang="en-US" sz="1400" i="1" dirty="0" err="1">
                <a:solidFill>
                  <a:srgbClr val="654321"/>
                </a:solidFill>
                <a:latin typeface="Helvetica"/>
                <a:cs typeface="Helvetica"/>
              </a:rPr>
              <a:t>Rootf</a:t>
            </a:r>
            <a:r>
              <a:rPr lang="en-US" sz="1400" dirty="0">
                <a:solidFill>
                  <a:srgbClr val="654321"/>
                </a:solidFill>
                <a:latin typeface="Helvetica"/>
                <a:cs typeface="Helvetica"/>
              </a:rPr>
              <a:t> = Rooting Fraction (per soil layer)</a:t>
            </a:r>
          </a:p>
          <a:p>
            <a:pPr>
              <a:lnSpc>
                <a:spcPts val="1860"/>
              </a:lnSpc>
              <a:buClr>
                <a:srgbClr val="A01300"/>
              </a:buClr>
            </a:pPr>
            <a:r>
              <a:rPr lang="en-US" sz="1400" i="1" dirty="0">
                <a:solidFill>
                  <a:srgbClr val="654321"/>
                </a:solidFill>
                <a:latin typeface="Helvetica"/>
                <a:cs typeface="Helvetica"/>
              </a:rPr>
              <a:t>VL</a:t>
            </a:r>
            <a:r>
              <a:rPr lang="en-US" sz="1400" dirty="0">
                <a:solidFill>
                  <a:srgbClr val="654321"/>
                </a:solidFill>
                <a:latin typeface="Helvetica"/>
                <a:cs typeface="Helvetica"/>
              </a:rPr>
              <a:t> = Volume of Liquid Water (per soil layer)</a:t>
            </a:r>
          </a:p>
          <a:p>
            <a:pPr>
              <a:lnSpc>
                <a:spcPts val="1860"/>
              </a:lnSpc>
            </a:pPr>
            <a:r>
              <a:rPr lang="en-US" sz="1400" i="1" dirty="0">
                <a:solidFill>
                  <a:srgbClr val="654321"/>
                </a:solidFill>
                <a:latin typeface="Helvetica"/>
                <a:cs typeface="Helvetica"/>
              </a:rPr>
              <a:t>WP</a:t>
            </a:r>
            <a:r>
              <a:rPr lang="en-US" sz="1400" dirty="0">
                <a:solidFill>
                  <a:srgbClr val="654321"/>
                </a:solidFill>
                <a:latin typeface="Helvetica"/>
                <a:cs typeface="Helvetica"/>
              </a:rPr>
              <a:t> = Wilting Point</a:t>
            </a:r>
          </a:p>
          <a:p>
            <a:pPr>
              <a:lnSpc>
                <a:spcPts val="1860"/>
              </a:lnSpc>
            </a:pPr>
            <a:r>
              <a:rPr lang="en-US" sz="1400" i="1" dirty="0">
                <a:solidFill>
                  <a:srgbClr val="654321"/>
                </a:solidFill>
                <a:latin typeface="Helvetica"/>
                <a:cs typeface="Helvetica"/>
              </a:rPr>
              <a:t>FC</a:t>
            </a:r>
            <a:r>
              <a:rPr lang="en-US" sz="1400" dirty="0">
                <a:solidFill>
                  <a:srgbClr val="654321"/>
                </a:solidFill>
                <a:latin typeface="Helvetica"/>
                <a:cs typeface="Helvetica"/>
              </a:rPr>
              <a:t> = Field Capacity</a:t>
            </a:r>
          </a:p>
        </p:txBody>
      </p:sp>
      <p:graphicFrame>
        <p:nvGraphicFramePr>
          <p:cNvPr id="11" name="Object 10">
            <a:extLst>
              <a:ext uri="{FF2B5EF4-FFF2-40B4-BE49-F238E27FC236}">
                <a16:creationId xmlns:a16="http://schemas.microsoft.com/office/drawing/2014/main" id="{62C9BE09-F5C2-1E42-A9BB-46CCC688C7D6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093506670"/>
              </p:ext>
            </p:extLst>
          </p:nvPr>
        </p:nvGraphicFramePr>
        <p:xfrm>
          <a:off x="1019051" y="4730028"/>
          <a:ext cx="3435350" cy="10017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8089" name="Equation" r:id="rId3" imgW="2133600" imgH="622300" progId="Equation.3">
                  <p:embed/>
                </p:oleObj>
              </mc:Choice>
              <mc:Fallback>
                <p:oleObj name="Equation" r:id="rId3" imgW="2133600" imgH="622300" progId="Equation.3">
                  <p:embed/>
                  <p:pic>
                    <p:nvPicPr>
                      <p:cNvPr id="2" name="Object 1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019051" y="4730028"/>
                        <a:ext cx="3435350" cy="1001712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78973531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465665" y="173391"/>
            <a:ext cx="8156222" cy="584776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Dynamic Phenology: Weather Potential</a:t>
            </a:r>
          </a:p>
        </p:txBody>
      </p:sp>
      <p:cxnSp>
        <p:nvCxnSpPr>
          <p:cNvPr id="5" name="Straight Connector 4"/>
          <p:cNvCxnSpPr/>
          <p:nvPr/>
        </p:nvCxnSpPr>
        <p:spPr>
          <a:xfrm flipV="1">
            <a:off x="1298226" y="1397809"/>
            <a:ext cx="6378222" cy="28222"/>
          </a:xfrm>
          <a:prstGeom prst="line">
            <a:avLst/>
          </a:prstGeom>
          <a:ln>
            <a:solidFill>
              <a:srgbClr val="A013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Straight Arrow Connector 7"/>
          <p:cNvCxnSpPr>
            <a:cxnSpLocks/>
          </p:cNvCxnSpPr>
          <p:nvPr/>
        </p:nvCxnSpPr>
        <p:spPr>
          <a:xfrm>
            <a:off x="5938738" y="1270909"/>
            <a:ext cx="0" cy="412653"/>
          </a:xfrm>
          <a:prstGeom prst="straightConnector1">
            <a:avLst/>
          </a:prstGeom>
          <a:ln>
            <a:solidFill>
              <a:srgbClr val="A01300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TextBox 11"/>
          <p:cNvSpPr txBox="1"/>
          <p:nvPr/>
        </p:nvSpPr>
        <p:spPr>
          <a:xfrm>
            <a:off x="846961" y="1729778"/>
            <a:ext cx="7829902" cy="4431983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sz="2000" dirty="0">
                <a:solidFill>
                  <a:srgbClr val="654321"/>
                </a:solidFill>
                <a:latin typeface="Helvetica"/>
                <a:cs typeface="Helvetica"/>
              </a:rPr>
              <a:t>Capture how vegetation responds to weather and environment</a:t>
            </a:r>
          </a:p>
          <a:p>
            <a:pPr>
              <a:buClr>
                <a:srgbClr val="A01300"/>
              </a:buClr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                     • humidity     • temperature      • soil moisture</a:t>
            </a:r>
          </a:p>
          <a:p>
            <a:pPr>
              <a:buClr>
                <a:srgbClr val="A01300"/>
              </a:buClr>
            </a:pPr>
            <a:endParaRPr lang="en-US" sz="2400" dirty="0">
              <a:solidFill>
                <a:srgbClr val="654321"/>
              </a:solidFill>
              <a:latin typeface="Helvetica"/>
              <a:cs typeface="Helvetica"/>
            </a:endParaRPr>
          </a:p>
          <a:p>
            <a:pPr>
              <a:buClr>
                <a:srgbClr val="A01300"/>
              </a:buClr>
            </a:pPr>
            <a:endParaRPr lang="en-US" sz="2400" dirty="0">
              <a:solidFill>
                <a:srgbClr val="654321"/>
              </a:solidFill>
              <a:latin typeface="Helvetica"/>
              <a:cs typeface="Helvetica"/>
            </a:endParaRPr>
          </a:p>
          <a:p>
            <a:pPr>
              <a:buClr>
                <a:srgbClr val="A01300"/>
              </a:buClr>
            </a:pPr>
            <a:endParaRPr lang="en-US" sz="2400" dirty="0">
              <a:solidFill>
                <a:srgbClr val="654321"/>
              </a:solidFill>
              <a:latin typeface="Helvetica"/>
              <a:cs typeface="Helvetica"/>
            </a:endParaRPr>
          </a:p>
          <a:p>
            <a:pPr>
              <a:buClr>
                <a:srgbClr val="A01300"/>
              </a:buClr>
            </a:pPr>
            <a:endParaRPr lang="en-US" sz="2400" dirty="0">
              <a:solidFill>
                <a:srgbClr val="654321"/>
              </a:solidFill>
              <a:latin typeface="Helvetica"/>
              <a:cs typeface="Helvetica"/>
            </a:endParaRPr>
          </a:p>
          <a:p>
            <a:pPr>
              <a:buClr>
                <a:srgbClr val="A01300"/>
              </a:buClr>
            </a:pPr>
            <a:endParaRPr lang="en-US" sz="2400" dirty="0">
              <a:solidFill>
                <a:srgbClr val="654321"/>
              </a:solidFill>
              <a:latin typeface="Helvetica"/>
              <a:cs typeface="Helvetica"/>
            </a:endParaRPr>
          </a:p>
          <a:p>
            <a:pPr>
              <a:buClr>
                <a:srgbClr val="A01300"/>
              </a:buClr>
            </a:pPr>
            <a:endParaRPr lang="en-US" sz="2400" dirty="0">
              <a:solidFill>
                <a:srgbClr val="654321"/>
              </a:solidFill>
              <a:latin typeface="Helvetica"/>
              <a:cs typeface="Helvetica"/>
            </a:endParaRPr>
          </a:p>
          <a:p>
            <a:pPr>
              <a:buClr>
                <a:srgbClr val="A01300"/>
              </a:buClr>
            </a:pPr>
            <a:endParaRPr lang="en-US" sz="2400" dirty="0">
              <a:solidFill>
                <a:srgbClr val="654321"/>
              </a:solidFill>
              <a:latin typeface="Helvetica"/>
              <a:cs typeface="Helvetica"/>
            </a:endParaRPr>
          </a:p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sz="2000" dirty="0">
                <a:solidFill>
                  <a:srgbClr val="654321"/>
                </a:solidFill>
                <a:latin typeface="Helvetica"/>
                <a:cs typeface="Helvetica"/>
              </a:rPr>
              <a:t>Vegetation responds to transient conditions</a:t>
            </a:r>
          </a:p>
          <a:p>
            <a:pPr>
              <a:buClr>
                <a:srgbClr val="A01300"/>
              </a:buClr>
            </a:pPr>
            <a:r>
              <a:rPr lang="en-US" sz="2000" dirty="0">
                <a:solidFill>
                  <a:srgbClr val="9E160D"/>
                </a:solidFill>
                <a:latin typeface="Helvetica"/>
                <a:cs typeface="Helvetica"/>
              </a:rPr>
              <a:t>	 </a:t>
            </a:r>
            <a:r>
              <a:rPr lang="en-US" sz="2000" dirty="0">
                <a:solidFill>
                  <a:srgbClr val="9E160D"/>
                </a:solidFill>
                <a:latin typeface="Helvetica"/>
                <a:cs typeface="Helvetica"/>
                <a:sym typeface="Wingdings" pitchFamily="2" charset="2"/>
              </a:rPr>
              <a:t></a:t>
            </a:r>
            <a:r>
              <a:rPr lang="en-US" sz="2000" dirty="0">
                <a:solidFill>
                  <a:srgbClr val="9E160D"/>
                </a:solidFill>
                <a:latin typeface="Helvetica"/>
                <a:cs typeface="Helvetica"/>
              </a:rPr>
              <a:t> </a:t>
            </a:r>
            <a:r>
              <a:rPr lang="en-US" sz="2000" dirty="0">
                <a:solidFill>
                  <a:srgbClr val="654321"/>
                </a:solidFill>
                <a:latin typeface="Helvetica"/>
                <a:cs typeface="Helvetica"/>
              </a:rPr>
              <a:t>Allowing for seasonal and interannual variability</a:t>
            </a:r>
          </a:p>
          <a:p>
            <a:pPr>
              <a:buClr>
                <a:srgbClr val="A01300"/>
              </a:buClr>
            </a:pPr>
            <a:endParaRPr lang="en-US" sz="800" dirty="0">
              <a:solidFill>
                <a:srgbClr val="654321"/>
              </a:solidFill>
              <a:latin typeface="Helvetica"/>
              <a:cs typeface="Helvetica"/>
            </a:endParaRPr>
          </a:p>
          <a:p>
            <a:pPr>
              <a:buClr>
                <a:srgbClr val="A01300"/>
              </a:buClr>
            </a:pPr>
            <a:endParaRPr lang="en-US" sz="800" dirty="0">
              <a:solidFill>
                <a:srgbClr val="654321"/>
              </a:solidFill>
              <a:latin typeface="Helvetica"/>
              <a:cs typeface="Helvetica"/>
            </a:endParaRPr>
          </a:p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sz="2000" dirty="0">
                <a:solidFill>
                  <a:srgbClr val="654321"/>
                </a:solidFill>
                <a:latin typeface="Helvetica"/>
                <a:cs typeface="Helvetica"/>
              </a:rPr>
              <a:t>Values of 0 under high stress, 1 under optimal conditions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4CE6C56-D379-2F40-A79F-9BAFDD16B299}"/>
              </a:ext>
            </a:extLst>
          </p:cNvPr>
          <p:cNvSpPr txBox="1"/>
          <p:nvPr/>
        </p:nvSpPr>
        <p:spPr>
          <a:xfrm>
            <a:off x="3234636" y="848470"/>
            <a:ext cx="3081806" cy="400110"/>
          </a:xfrm>
          <a:prstGeom prst="rect">
            <a:avLst/>
          </a:prstGeom>
          <a:solidFill>
            <a:srgbClr val="FFFDF0"/>
          </a:solidFill>
          <a:ln w="12700">
            <a:solidFill>
              <a:srgbClr val="9E160D"/>
            </a:solidFill>
          </a:ln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4B3118"/>
                </a:solidFill>
              </a:rPr>
              <a:t>PI = Min[</a:t>
            </a:r>
            <a:r>
              <a:rPr lang="en-US" sz="2000" dirty="0" err="1">
                <a:solidFill>
                  <a:srgbClr val="4B3118"/>
                </a:solidFill>
              </a:rPr>
              <a:t>PS</a:t>
            </a:r>
            <a:r>
              <a:rPr lang="en-US" sz="2000" baseline="-25000" dirty="0" err="1">
                <a:solidFill>
                  <a:srgbClr val="4B3118"/>
                </a:solidFill>
              </a:rPr>
              <a:t>DayL</a:t>
            </a:r>
            <a:r>
              <a:rPr lang="en-US" sz="2000" dirty="0">
                <a:solidFill>
                  <a:srgbClr val="4B3118"/>
                </a:solidFill>
              </a:rPr>
              <a:t>, </a:t>
            </a:r>
            <a:r>
              <a:rPr lang="en-US" sz="2000" dirty="0" err="1">
                <a:solidFill>
                  <a:srgbClr val="4B3118"/>
                </a:solidFill>
              </a:rPr>
              <a:t>PS</a:t>
            </a:r>
            <a:r>
              <a:rPr lang="en-US" sz="2000" baseline="-25000" dirty="0" err="1">
                <a:solidFill>
                  <a:srgbClr val="4B3118"/>
                </a:solidFill>
              </a:rPr>
              <a:t>Grw</a:t>
            </a:r>
            <a:r>
              <a:rPr lang="en-US" sz="2000" baseline="-25000" dirty="0">
                <a:solidFill>
                  <a:srgbClr val="4B3118"/>
                </a:solidFill>
              </a:rPr>
              <a:t> </a:t>
            </a:r>
            <a:r>
              <a:rPr lang="en-US" sz="2000" dirty="0">
                <a:solidFill>
                  <a:srgbClr val="4B3118"/>
                </a:solidFill>
              </a:rPr>
              <a:t>, </a:t>
            </a:r>
            <a:r>
              <a:rPr lang="en-US" sz="2000" dirty="0" err="1">
                <a:solidFill>
                  <a:srgbClr val="4B3118"/>
                </a:solidFill>
              </a:rPr>
              <a:t>PS</a:t>
            </a:r>
            <a:r>
              <a:rPr lang="en-US" sz="2000" baseline="-25000" dirty="0" err="1">
                <a:solidFill>
                  <a:srgbClr val="4B3118"/>
                </a:solidFill>
              </a:rPr>
              <a:t>Wx</a:t>
            </a:r>
            <a:r>
              <a:rPr lang="en-US" sz="2000" dirty="0">
                <a:solidFill>
                  <a:srgbClr val="4B3118"/>
                </a:solidFill>
              </a:rPr>
              <a:t>]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34D71CAE-2A93-B147-8845-BDF6F518C061}"/>
                  </a:ext>
                </a:extLst>
              </p:cNvPr>
              <p:cNvSpPr txBox="1"/>
              <p:nvPr/>
            </p:nvSpPr>
            <p:spPr>
              <a:xfrm>
                <a:off x="1349621" y="2700629"/>
                <a:ext cx="2710999" cy="9559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𝑃𝑆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𝑊𝑥</m:t>
                          </m:r>
                        </m:sub>
                      </m:sSub>
                      <m:r>
                        <a:rPr lang="en-US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𝑃𝐹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𝑊𝑥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𝑃𝐹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𝑊𝑥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𝑆𝑀</m:t>
                              </m:r>
                            </m:sub>
                          </m:sSub>
                        </m:den>
                      </m:f>
                    </m:oMath>
                  </m:oMathPara>
                </a14:m>
                <a:endParaRPr lang="en-US" dirty="0"/>
              </a:p>
              <a:p>
                <a:r>
                  <a:rPr lang="en-US" dirty="0"/>
                  <a:t> </a:t>
                </a: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34D71CAE-2A93-B147-8845-BDF6F518C0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9621" y="2700629"/>
                <a:ext cx="2710999" cy="955903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A5E3469F-B09A-3A4C-AE93-E81A5BF1E8D0}"/>
                  </a:ext>
                </a:extLst>
              </p:cNvPr>
              <p:cNvSpPr txBox="1"/>
              <p:nvPr/>
            </p:nvSpPr>
            <p:spPr>
              <a:xfrm>
                <a:off x="4060620" y="2492856"/>
                <a:ext cx="4013195" cy="225619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sSub>
                      <m:sSubPr>
                        <m:ctrlPr>
                          <a:rPr lang="en-US" sz="1400" i="1" smtClean="0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400" i="1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  <m:t>𝑃𝑆</m:t>
                        </m:r>
                      </m:e>
                      <m:sub>
                        <m:r>
                          <a:rPr lang="en-US" sz="1400" i="1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  <m:t>𝑊𝑥</m:t>
                        </m:r>
                      </m:sub>
                    </m:sSub>
                  </m:oMath>
                </a14:m>
                <a:r>
                  <a:rPr lang="en-US" sz="1400" dirty="0">
                    <a:solidFill>
                      <a:srgbClr val="4B3118"/>
                    </a:solidFill>
                  </a:rPr>
                  <a:t> = Combined potential</a:t>
                </a:r>
                <a:endParaRPr lang="en-US" sz="1400" i="1" dirty="0">
                  <a:solidFill>
                    <a:srgbClr val="4B3118"/>
                  </a:solidFill>
                  <a:latin typeface="Cambria Math" panose="02040503050406030204" pitchFamily="18" charset="0"/>
                </a:endParaRPr>
              </a:p>
              <a:p>
                <a:pPr algn="ctr"/>
                <a14:m>
                  <m:oMath xmlns:m="http://schemas.openxmlformats.org/officeDocument/2006/math">
                    <m:sSub>
                      <m:sSubPr>
                        <m:ctrlPr>
                          <a:rPr lang="en-US" sz="1400" i="1" smtClean="0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400" b="0" i="1" smtClean="0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  <m:t>𝑃𝐹</m:t>
                        </m:r>
                      </m:e>
                      <m:sub>
                        <m:r>
                          <a:rPr lang="en-US" sz="1400" b="0" i="1" smtClean="0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  <m:t>𝑊𝑥</m:t>
                        </m:r>
                        <m:r>
                          <a:rPr lang="en-US" sz="1400" b="0" i="1" smtClean="0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  <m:t>, </m:t>
                        </m:r>
                        <m:r>
                          <a:rPr lang="en-US" sz="1400" b="0" i="1" smtClean="0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  <m:t>𝑆𝑀</m:t>
                        </m:r>
                      </m:sub>
                    </m:sSub>
                  </m:oMath>
                </a14:m>
                <a:r>
                  <a:rPr lang="en-US" sz="1400" dirty="0">
                    <a:solidFill>
                      <a:srgbClr val="4B3118"/>
                    </a:solidFill>
                  </a:rPr>
                  <a:t> = Seasonal max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400" i="1" smtClean="0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400" b="0" i="1" smtClean="0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  <m:t>𝑃𝐹</m:t>
                        </m:r>
                      </m:e>
                      <m:sub>
                        <m:r>
                          <a:rPr lang="en-US" sz="1400" b="0" i="1" smtClean="0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  <m:t>𝑊𝑥</m:t>
                        </m:r>
                      </m:sub>
                    </m:sSub>
                  </m:oMath>
                </a14:m>
                <a:endParaRPr lang="en-US" sz="1400" dirty="0">
                  <a:solidFill>
                    <a:srgbClr val="4B3118"/>
                  </a:solidFill>
                </a:endParaRPr>
              </a:p>
              <a:p>
                <a:pPr algn="ctr"/>
                <a14:m>
                  <m:oMath xmlns:m="http://schemas.openxmlformats.org/officeDocument/2006/math">
                    <m:sSub>
                      <m:sSubPr>
                        <m:ctrlPr>
                          <a:rPr lang="en-US" sz="1400" i="1" smtClean="0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400" b="0" i="1" smtClean="0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  <m:t>𝑃𝐹</m:t>
                        </m:r>
                      </m:e>
                      <m:sub>
                        <m:r>
                          <a:rPr lang="en-US" sz="1400" b="0" i="1" smtClean="0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sub>
                    </m:sSub>
                  </m:oMath>
                </a14:m>
                <a:r>
                  <a:rPr lang="en-US" sz="1400" dirty="0">
                    <a:solidFill>
                      <a:srgbClr val="4B3118"/>
                    </a:solidFill>
                  </a:rPr>
                  <a:t> = 10-day running-mean </a:t>
                </a:r>
              </a:p>
              <a:p>
                <a:pPr algn="ctr"/>
                <a:r>
                  <a:rPr lang="en-US" sz="1400" dirty="0">
                    <a:solidFill>
                      <a:srgbClr val="4B3118"/>
                    </a:solidFill>
                  </a:rPr>
                  <a:t>                  environmental potential</a:t>
                </a:r>
              </a:p>
              <a:p>
                <a:pPr algn="ctr"/>
                <a14:m>
                  <m:oMath xmlns:m="http://schemas.openxmlformats.org/officeDocument/2006/math">
                    <m:sSub>
                      <m:sSubPr>
                        <m:ctrlPr>
                          <a:rPr lang="en-US" sz="1400" i="1" smtClean="0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400" b="0" i="1" smtClean="0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  <m:t>𝑃𝐹</m:t>
                        </m:r>
                      </m:e>
                      <m:sub>
                        <m:r>
                          <a:rPr lang="en-US" sz="1400" b="0" i="1" smtClean="0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  <m:t>𝑊𝐴</m:t>
                        </m:r>
                      </m:sub>
                    </m:sSub>
                  </m:oMath>
                </a14:m>
                <a:r>
                  <a:rPr lang="en-US" sz="1400" dirty="0">
                    <a:solidFill>
                      <a:srgbClr val="4B3118"/>
                    </a:solidFill>
                  </a:rPr>
                  <a:t>= 10-day running-mean </a:t>
                </a:r>
              </a:p>
              <a:p>
                <a:pPr algn="ctr"/>
                <a:r>
                  <a:rPr lang="en-US" sz="1400" dirty="0">
                    <a:solidFill>
                      <a:srgbClr val="4B3118"/>
                    </a:solidFill>
                  </a:rPr>
                  <a:t>                        water availability potential</a:t>
                </a:r>
              </a:p>
              <a:p>
                <a:pPr algn="ctr"/>
                <a:r>
                  <a:rPr lang="en-US" sz="1400" dirty="0">
                    <a:solidFill>
                      <a:srgbClr val="4B3118"/>
                    </a:solidFill>
                  </a:rPr>
                  <a:t>                                    -- PFT-specific, such as </a:t>
                </a:r>
                <a:r>
                  <a:rPr lang="en-US" sz="1400" dirty="0" err="1">
                    <a:solidFill>
                      <a:srgbClr val="4B3118"/>
                    </a:solidFill>
                  </a:rPr>
                  <a:t>PAW</a:t>
                </a:r>
                <a:r>
                  <a:rPr lang="en-US" sz="1400" baseline="-25000" dirty="0" err="1">
                    <a:solidFill>
                      <a:srgbClr val="4B3118"/>
                    </a:solidFill>
                  </a:rPr>
                  <a:t>RW,Frac</a:t>
                </a:r>
                <a:endParaRPr lang="en-US" sz="1400" dirty="0">
                  <a:solidFill>
                    <a:srgbClr val="4B3118"/>
                  </a:solidFill>
                </a:endParaRPr>
              </a:p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𝐿𝐻</m:t>
                          </m:r>
                        </m:sub>
                      </m:sSub>
                      <m:r>
                        <a:rPr lang="en-US" sz="14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1400" b="0" i="0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Leaf</m:t>
                      </m:r>
                      <m:r>
                        <m:rPr>
                          <m:nor/>
                        </m:rPr>
                        <a:rPr lang="en-US" sz="1400" b="0" i="0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1400" b="0" i="0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humidity</m:t>
                      </m:r>
                      <m:r>
                        <m:rPr>
                          <m:nor/>
                        </m:rPr>
                        <a:rPr lang="en-US" sz="1400" b="0" i="0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1400" b="0" i="0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potential</m:t>
                      </m:r>
                    </m:oMath>
                  </m:oMathPara>
                </a14:m>
                <a:endParaRPr lang="en-US" sz="1400" dirty="0">
                  <a:solidFill>
                    <a:srgbClr val="4B3118"/>
                  </a:solidFill>
                </a:endParaRPr>
              </a:p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𝑅𝑍</m:t>
                          </m:r>
                        </m:sub>
                      </m:sSub>
                      <m:r>
                        <a:rPr lang="en-US" sz="14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r>
                        <m:rPr>
                          <m:nor/>
                        </m:rPr>
                        <a:rPr lang="en-US" sz="1400" b="0" i="0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Root</m:t>
                      </m:r>
                      <m:r>
                        <m:rPr>
                          <m:nor/>
                        </m:rPr>
                        <a:rPr lang="en-US" sz="1400" b="0" i="0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1400" b="0" i="0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zone</m:t>
                      </m:r>
                      <m:r>
                        <m:rPr>
                          <m:nor/>
                        </m:rPr>
                        <a:rPr lang="en-US" sz="1400" b="0" i="0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1400" b="0" i="0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potential</m:t>
                      </m:r>
                    </m:oMath>
                  </m:oMathPara>
                </a14:m>
                <a:endParaRPr lang="en-US" sz="1400" b="0" dirty="0">
                  <a:solidFill>
                    <a:srgbClr val="4B3118"/>
                  </a:solidFill>
                </a:endParaRPr>
              </a:p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sub>
                      </m:sSub>
                      <m:r>
                        <a:rPr lang="en-US" sz="14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1400" b="0" i="0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Temperature</m:t>
                      </m:r>
                      <m:r>
                        <m:rPr>
                          <m:nor/>
                        </m:rPr>
                        <a:rPr lang="en-US" sz="1400" b="0" i="0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1400" b="0" i="0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potential</m:t>
                      </m:r>
                    </m:oMath>
                  </m:oMathPara>
                </a14:m>
                <a:endParaRPr lang="en-US" sz="1400" dirty="0">
                  <a:solidFill>
                    <a:srgbClr val="4B3118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A5E3469F-B09A-3A4C-AE93-E81A5BF1E8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60620" y="2492856"/>
                <a:ext cx="4013195" cy="2256195"/>
              </a:xfrm>
              <a:prstGeom prst="rect">
                <a:avLst/>
              </a:prstGeom>
              <a:blipFill>
                <a:blip r:embed="rId3"/>
                <a:stretch>
                  <a:fillRect b="-55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A94D1395-926C-A34D-BA74-03A0C35E28A9}"/>
                  </a:ext>
                </a:extLst>
              </p:cNvPr>
              <p:cNvSpPr txBox="1"/>
              <p:nvPr/>
            </p:nvSpPr>
            <p:spPr>
              <a:xfrm>
                <a:off x="1485414" y="3436656"/>
                <a:ext cx="2846485" cy="76944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𝑃𝐹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𝑊𝑥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=0.5</m:t>
                      </m:r>
                      <m:d>
                        <m:dPr>
                          <m:ctrlP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𝑃𝐹</m:t>
                              </m:r>
                            </m:e>
                            <m:sub>
                              <m: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𝐸</m:t>
                              </m:r>
                            </m:sub>
                          </m:sSub>
                          <m: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𝑃𝐹</m:t>
                              </m:r>
                            </m:e>
                            <m:sub>
                              <m: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𝑊𝐴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dirty="0"/>
              </a:p>
              <a:p>
                <a:endParaRPr lang="en-US" sz="800" dirty="0"/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𝐸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𝐿𝐻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 </m:t>
                      </m:r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𝑅𝑍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 </m:t>
                      </m:r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𝑇</m:t>
                          </m:r>
                        </m:sub>
                      </m:sSub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A94D1395-926C-A34D-BA74-03A0C35E28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85414" y="3436656"/>
                <a:ext cx="2846485" cy="769441"/>
              </a:xfrm>
              <a:prstGeom prst="rect">
                <a:avLst/>
              </a:prstGeom>
              <a:blipFill>
                <a:blip r:embed="rId4"/>
                <a:stretch>
                  <a:fillRect b="-655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48806642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/>
          <p:cNvSpPr/>
          <p:nvPr/>
        </p:nvSpPr>
        <p:spPr>
          <a:xfrm>
            <a:off x="7171000" y="2198560"/>
            <a:ext cx="1876777" cy="3088313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26" name="Object 25"/>
          <p:cNvGraphicFramePr>
            <a:graphicFrameLocks noChangeAspect="1"/>
          </p:cNvGraphicFramePr>
          <p:nvPr/>
        </p:nvGraphicFramePr>
        <p:xfrm>
          <a:off x="11201128" y="5880794"/>
          <a:ext cx="3348787" cy="37606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9699" name="Equation" r:id="rId3" imgW="2374900" imgH="266700" progId="Equation.3">
                  <p:embed/>
                </p:oleObj>
              </mc:Choice>
              <mc:Fallback>
                <p:oleObj name="Equation" r:id="rId3" imgW="2374900" imgH="266700" progId="Equation.3">
                  <p:embed/>
                  <p:pic>
                    <p:nvPicPr>
                      <p:cNvPr id="26" name="Object 25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201128" y="5880794"/>
                        <a:ext cx="3348787" cy="37606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extBox 3"/>
          <p:cNvSpPr txBox="1"/>
          <p:nvPr/>
        </p:nvSpPr>
        <p:spPr>
          <a:xfrm>
            <a:off x="465665" y="173391"/>
            <a:ext cx="8156222" cy="584776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Dynamic Phenology: Weather Potential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7143910" y="2230373"/>
            <a:ext cx="1876777" cy="33239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u="sng" dirty="0">
                <a:solidFill>
                  <a:srgbClr val="654321"/>
                </a:solidFill>
              </a:rPr>
              <a:t>Parameters</a:t>
            </a:r>
          </a:p>
          <a:p>
            <a:pPr algn="ctr"/>
            <a:r>
              <a:rPr lang="en-US" i="1" dirty="0">
                <a:solidFill>
                  <a:srgbClr val="654321"/>
                </a:solidFill>
              </a:rPr>
              <a:t>CLC , CLL, CLG</a:t>
            </a:r>
          </a:p>
          <a:p>
            <a:pPr algn="ctr"/>
            <a:r>
              <a:rPr lang="en-US" i="1" dirty="0" err="1">
                <a:solidFill>
                  <a:srgbClr val="654321"/>
                </a:solidFill>
              </a:rPr>
              <a:t>PSG</a:t>
            </a:r>
            <a:r>
              <a:rPr lang="en-US" i="1" baseline="-25000" dirty="0" err="1">
                <a:solidFill>
                  <a:srgbClr val="654321"/>
                </a:solidFill>
              </a:rPr>
              <a:t>Max</a:t>
            </a:r>
            <a:r>
              <a:rPr lang="en-US" i="1" baseline="-25000" dirty="0">
                <a:solidFill>
                  <a:srgbClr val="654321"/>
                </a:solidFill>
              </a:rPr>
              <a:t> </a:t>
            </a:r>
            <a:r>
              <a:rPr lang="en-US" i="1" dirty="0">
                <a:solidFill>
                  <a:srgbClr val="654321"/>
                </a:solidFill>
              </a:rPr>
              <a:t>,</a:t>
            </a:r>
            <a:r>
              <a:rPr lang="en-US" i="1" baseline="-25000" dirty="0">
                <a:solidFill>
                  <a:srgbClr val="654321"/>
                </a:solidFill>
              </a:rPr>
              <a:t> </a:t>
            </a:r>
            <a:r>
              <a:rPr lang="en-US" i="1" dirty="0" err="1">
                <a:solidFill>
                  <a:srgbClr val="654321"/>
                </a:solidFill>
              </a:rPr>
              <a:t>PSG</a:t>
            </a:r>
            <a:r>
              <a:rPr lang="en-US" i="1" baseline="-25000" dirty="0" err="1">
                <a:solidFill>
                  <a:srgbClr val="654321"/>
                </a:solidFill>
              </a:rPr>
              <a:t>Min</a:t>
            </a:r>
            <a:endParaRPr lang="en-US" i="1" baseline="-25000" dirty="0">
              <a:solidFill>
                <a:srgbClr val="654321"/>
              </a:solidFill>
            </a:endParaRPr>
          </a:p>
          <a:p>
            <a:pPr algn="ctr"/>
            <a:endParaRPr lang="en-US" i="1" baseline="-25000" dirty="0">
              <a:solidFill>
                <a:srgbClr val="654321"/>
              </a:solidFill>
            </a:endParaRPr>
          </a:p>
          <a:p>
            <a:pPr algn="ctr"/>
            <a:r>
              <a:rPr lang="en-US" u="sng" dirty="0">
                <a:solidFill>
                  <a:srgbClr val="654321"/>
                </a:solidFill>
              </a:rPr>
              <a:t>Climate Variables</a:t>
            </a:r>
          </a:p>
          <a:p>
            <a:pPr algn="ctr"/>
            <a:r>
              <a:rPr lang="en-US" i="1" dirty="0" err="1">
                <a:solidFill>
                  <a:srgbClr val="654321"/>
                </a:solidFill>
              </a:rPr>
              <a:t>ClimP</a:t>
            </a:r>
            <a:r>
              <a:rPr lang="en-US" i="1" dirty="0">
                <a:solidFill>
                  <a:srgbClr val="654321"/>
                </a:solidFill>
              </a:rPr>
              <a:t> =</a:t>
            </a:r>
          </a:p>
          <a:p>
            <a:pPr algn="ctr"/>
            <a:r>
              <a:rPr lang="en-US" dirty="0">
                <a:solidFill>
                  <a:srgbClr val="654321"/>
                </a:solidFill>
              </a:rPr>
              <a:t>A water suitability index that increases with increasing long-term precipitation</a:t>
            </a:r>
          </a:p>
          <a:p>
            <a:pPr algn="ctr"/>
            <a:endParaRPr lang="en-US" i="1" dirty="0">
              <a:solidFill>
                <a:srgbClr val="654321"/>
              </a:solidFill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597AE007-89AD-FB41-AF30-4537D97B77B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20028" y="1702800"/>
            <a:ext cx="6946900" cy="5029200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1A9C0B10-18C1-5144-8E51-957FD39D7B91}"/>
              </a:ext>
            </a:extLst>
          </p:cNvPr>
          <p:cNvSpPr txBox="1"/>
          <p:nvPr/>
        </p:nvSpPr>
        <p:spPr>
          <a:xfrm>
            <a:off x="228593" y="1447802"/>
            <a:ext cx="2653227" cy="369332"/>
          </a:xfrm>
          <a:prstGeom prst="rect">
            <a:avLst/>
          </a:prstGeom>
          <a:solidFill>
            <a:srgbClr val="FFFDF0"/>
          </a:solidFill>
          <a:ln w="127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dirty="0" err="1"/>
              <a:t>ClimLAI</a:t>
            </a:r>
            <a:r>
              <a:rPr lang="en-US" baseline="-25000" dirty="0" err="1"/>
              <a:t>Min</a:t>
            </a:r>
            <a:r>
              <a:rPr lang="en-US" dirty="0"/>
              <a:t> = </a:t>
            </a:r>
            <a:r>
              <a:rPr lang="en-US" dirty="0" err="1"/>
              <a:t>ClimP</a:t>
            </a:r>
            <a:r>
              <a:rPr lang="en-US" baseline="30000" dirty="0" err="1"/>
              <a:t>CLC</a:t>
            </a:r>
            <a:r>
              <a:rPr lang="en-US" dirty="0"/>
              <a:t> + CLL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F4C9A87-4E2D-744B-9ED5-B179A51D393D}"/>
              </a:ext>
            </a:extLst>
          </p:cNvPr>
          <p:cNvSpPr txBox="1"/>
          <p:nvPr/>
        </p:nvSpPr>
        <p:spPr>
          <a:xfrm>
            <a:off x="3494887" y="915716"/>
            <a:ext cx="4788811" cy="646331"/>
          </a:xfrm>
          <a:prstGeom prst="rect">
            <a:avLst/>
          </a:prstGeom>
          <a:solidFill>
            <a:srgbClr val="FFFDF0"/>
          </a:solidFill>
          <a:ln w="15875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rgbClr val="654321"/>
                </a:solidFill>
              </a:rPr>
              <a:t>Climate-driven LAI thresholds lower </a:t>
            </a:r>
            <a:r>
              <a:rPr lang="en-US" dirty="0" err="1">
                <a:solidFill>
                  <a:srgbClr val="654321"/>
                </a:solidFill>
              </a:rPr>
              <a:t>PS</a:t>
            </a:r>
            <a:r>
              <a:rPr lang="en-US" baseline="-25000" dirty="0" err="1">
                <a:solidFill>
                  <a:srgbClr val="654321"/>
                </a:solidFill>
              </a:rPr>
              <a:t>Grw</a:t>
            </a:r>
            <a:r>
              <a:rPr lang="en-US" dirty="0">
                <a:solidFill>
                  <a:srgbClr val="654321"/>
                </a:solidFill>
              </a:rPr>
              <a:t> values, </a:t>
            </a:r>
          </a:p>
          <a:p>
            <a:pPr algn="ctr"/>
            <a:r>
              <a:rPr lang="en-US" dirty="0">
                <a:solidFill>
                  <a:srgbClr val="654321"/>
                </a:solidFill>
              </a:rPr>
              <a:t>mimicking the </a:t>
            </a:r>
            <a:r>
              <a:rPr lang="en-US" dirty="0" err="1">
                <a:solidFill>
                  <a:srgbClr val="654321"/>
                </a:solidFill>
              </a:rPr>
              <a:t>LAI</a:t>
            </a:r>
            <a:r>
              <a:rPr lang="en-US" baseline="-25000" dirty="0" err="1">
                <a:solidFill>
                  <a:srgbClr val="654321"/>
                </a:solidFill>
              </a:rPr>
              <a:t>Sat</a:t>
            </a:r>
            <a:r>
              <a:rPr lang="en-US" dirty="0">
                <a:solidFill>
                  <a:srgbClr val="654321"/>
                </a:solidFill>
              </a:rPr>
              <a:t>/FPAR relationship</a:t>
            </a:r>
            <a:endParaRPr 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77FC54C-A397-E14C-B671-7C901BDD7A48}"/>
              </a:ext>
            </a:extLst>
          </p:cNvPr>
          <p:cNvSpPr txBox="1"/>
          <p:nvPr/>
        </p:nvSpPr>
        <p:spPr>
          <a:xfrm>
            <a:off x="6180328" y="6358240"/>
            <a:ext cx="2720232" cy="369332"/>
          </a:xfrm>
          <a:prstGeom prst="rect">
            <a:avLst/>
          </a:prstGeom>
          <a:solidFill>
            <a:srgbClr val="FFFDF0"/>
          </a:solidFill>
          <a:ln w="127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dirty="0" err="1"/>
              <a:t>ClimLAI</a:t>
            </a:r>
            <a:r>
              <a:rPr lang="en-US" baseline="-25000" dirty="0" err="1"/>
              <a:t>Max</a:t>
            </a:r>
            <a:r>
              <a:rPr lang="en-US" dirty="0"/>
              <a:t> = </a:t>
            </a:r>
            <a:r>
              <a:rPr lang="en-US" dirty="0" err="1"/>
              <a:t>ClimP</a:t>
            </a:r>
            <a:r>
              <a:rPr lang="en-US" baseline="30000" dirty="0" err="1"/>
              <a:t>CLC</a:t>
            </a:r>
            <a:r>
              <a:rPr lang="en-US" dirty="0"/>
              <a:t> + CLG</a:t>
            </a:r>
          </a:p>
        </p:txBody>
      </p:sp>
    </p:spTree>
    <p:extLst>
      <p:ext uri="{BB962C8B-B14F-4D97-AF65-F5344CB8AC3E}">
        <p14:creationId xmlns:p14="http://schemas.microsoft.com/office/powerpoint/2010/main" val="337133834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465665" y="173391"/>
            <a:ext cx="8156222" cy="584776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Dynamic Phenology: Stage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F4C9A87-4E2D-744B-9ED5-B179A51D393D}"/>
              </a:ext>
            </a:extLst>
          </p:cNvPr>
          <p:cNvSpPr txBox="1"/>
          <p:nvPr/>
        </p:nvSpPr>
        <p:spPr>
          <a:xfrm>
            <a:off x="1375425" y="6159746"/>
            <a:ext cx="5762603" cy="646331"/>
          </a:xfrm>
          <a:prstGeom prst="rect">
            <a:avLst/>
          </a:prstGeom>
          <a:solidFill>
            <a:srgbClr val="FFFDF0"/>
          </a:solidFill>
          <a:ln w="15875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rgbClr val="654321"/>
                </a:solidFill>
              </a:rPr>
              <a:t>To determine the phenology stage,</a:t>
            </a:r>
          </a:p>
          <a:p>
            <a:pPr algn="ctr"/>
            <a:r>
              <a:rPr lang="en-US" dirty="0">
                <a:solidFill>
                  <a:srgbClr val="654321"/>
                </a:solidFill>
              </a:rPr>
              <a:t>thresholds (</a:t>
            </a:r>
            <a:r>
              <a:rPr lang="en-US" i="1" dirty="0" err="1">
                <a:solidFill>
                  <a:srgbClr val="654321"/>
                </a:solidFill>
              </a:rPr>
              <a:t>PS</a:t>
            </a:r>
            <a:r>
              <a:rPr lang="en-US" i="1" baseline="-25000" dirty="0" err="1">
                <a:solidFill>
                  <a:srgbClr val="654321"/>
                </a:solidFill>
              </a:rPr>
              <a:t>Thresh</a:t>
            </a:r>
            <a:r>
              <a:rPr lang="en-US" dirty="0">
                <a:solidFill>
                  <a:srgbClr val="654321"/>
                </a:solidFill>
              </a:rPr>
              <a:t>) are applied to the phenology index (</a:t>
            </a:r>
            <a:r>
              <a:rPr lang="en-US" i="1" dirty="0">
                <a:solidFill>
                  <a:srgbClr val="654321"/>
                </a:solidFill>
              </a:rPr>
              <a:t>PI</a:t>
            </a:r>
            <a:r>
              <a:rPr lang="en-US" dirty="0">
                <a:solidFill>
                  <a:srgbClr val="654321"/>
                </a:solidFill>
              </a:rPr>
              <a:t>).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AD164A3E-A503-C14D-A96B-321256D3928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30"/>
          <a:stretch/>
        </p:blipFill>
        <p:spPr>
          <a:xfrm>
            <a:off x="1080417" y="1868557"/>
            <a:ext cx="6352621" cy="4158055"/>
          </a:xfrm>
          <a:prstGeom prst="rect">
            <a:avLst/>
          </a:prstGeom>
          <a:solidFill>
            <a:srgbClr val="FFFEF1"/>
          </a:solidFill>
        </p:spPr>
      </p:pic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F31EB9B6-C80A-4543-8C6C-5FE37E8DFF85}"/>
              </a:ext>
            </a:extLst>
          </p:cNvPr>
          <p:cNvCxnSpPr/>
          <p:nvPr/>
        </p:nvCxnSpPr>
        <p:spPr>
          <a:xfrm>
            <a:off x="2964660" y="2729077"/>
            <a:ext cx="3152472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C71B3ED2-EC6A-274A-A0DC-11A74D3D174C}"/>
              </a:ext>
            </a:extLst>
          </p:cNvPr>
          <p:cNvSpPr txBox="1"/>
          <p:nvPr/>
        </p:nvSpPr>
        <p:spPr>
          <a:xfrm>
            <a:off x="5394868" y="2549964"/>
            <a:ext cx="744499" cy="307777"/>
          </a:xfrm>
          <a:prstGeom prst="rect">
            <a:avLst/>
          </a:prstGeom>
          <a:solidFill>
            <a:srgbClr val="FFFEF1"/>
          </a:solidFill>
        </p:spPr>
        <p:txBody>
          <a:bodyPr wrap="none" rtlCol="0">
            <a:spAutoFit/>
          </a:bodyPr>
          <a:lstStyle/>
          <a:p>
            <a:r>
              <a:rPr lang="en-US" sz="1400" i="1" dirty="0"/>
              <a:t>PS</a:t>
            </a:r>
            <a:r>
              <a:rPr lang="en-US" sz="1400" i="1" baseline="-25000" dirty="0"/>
              <a:t>Thresh1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1CB82094-5A4A-F543-ADE8-2D8CD0A790EF}"/>
              </a:ext>
            </a:extLst>
          </p:cNvPr>
          <p:cNvCxnSpPr/>
          <p:nvPr/>
        </p:nvCxnSpPr>
        <p:spPr>
          <a:xfrm>
            <a:off x="3297056" y="3094910"/>
            <a:ext cx="283295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AE789703-3A3F-3843-98D5-4DE8455AE1F4}"/>
              </a:ext>
            </a:extLst>
          </p:cNvPr>
          <p:cNvCxnSpPr>
            <a:cxnSpLocks/>
          </p:cNvCxnSpPr>
          <p:nvPr/>
        </p:nvCxnSpPr>
        <p:spPr>
          <a:xfrm>
            <a:off x="3760034" y="3469310"/>
            <a:ext cx="3177477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58464454-2056-2D42-A1CE-4F672DCDE02A}"/>
              </a:ext>
            </a:extLst>
          </p:cNvPr>
          <p:cNvCxnSpPr>
            <a:cxnSpLocks/>
          </p:cNvCxnSpPr>
          <p:nvPr/>
        </p:nvCxnSpPr>
        <p:spPr>
          <a:xfrm>
            <a:off x="4122846" y="3958782"/>
            <a:ext cx="3310192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31BFC807-BF19-2D4D-9771-80DFD700B526}"/>
              </a:ext>
            </a:extLst>
          </p:cNvPr>
          <p:cNvSpPr txBox="1"/>
          <p:nvPr/>
        </p:nvSpPr>
        <p:spPr>
          <a:xfrm>
            <a:off x="3850553" y="2341062"/>
            <a:ext cx="115202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rgbClr val="996633"/>
                </a:solidFill>
              </a:rPr>
              <a:t>Leaf-Out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076B543-031A-4C48-8AF6-F235500A7D70}"/>
              </a:ext>
            </a:extLst>
          </p:cNvPr>
          <p:cNvSpPr txBox="1"/>
          <p:nvPr/>
        </p:nvSpPr>
        <p:spPr>
          <a:xfrm>
            <a:off x="4333459" y="2727328"/>
            <a:ext cx="90986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solidFill>
                  <a:srgbClr val="996633"/>
                </a:solidFill>
              </a:rPr>
              <a:t>Growth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01CC23A-9A3E-B145-907C-D0A0F1195E56}"/>
              </a:ext>
            </a:extLst>
          </p:cNvPr>
          <p:cNvSpPr txBox="1"/>
          <p:nvPr/>
        </p:nvSpPr>
        <p:spPr>
          <a:xfrm>
            <a:off x="5394868" y="3108974"/>
            <a:ext cx="89652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solidFill>
                  <a:srgbClr val="996633"/>
                </a:solidFill>
              </a:rPr>
              <a:t>Mature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67EE0E9-CAD9-E24F-9469-125AAAB6E99F}"/>
              </a:ext>
            </a:extLst>
          </p:cNvPr>
          <p:cNvSpPr txBox="1"/>
          <p:nvPr/>
        </p:nvSpPr>
        <p:spPr>
          <a:xfrm>
            <a:off x="5579232" y="3515443"/>
            <a:ext cx="75116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solidFill>
                  <a:srgbClr val="996633"/>
                </a:solidFill>
              </a:rPr>
              <a:t>Stress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BD4DC63-5653-2F4A-8798-38ACDE06A2E8}"/>
              </a:ext>
            </a:extLst>
          </p:cNvPr>
          <p:cNvSpPr txBox="1"/>
          <p:nvPr/>
        </p:nvSpPr>
        <p:spPr>
          <a:xfrm>
            <a:off x="5252841" y="4560761"/>
            <a:ext cx="103855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solidFill>
                  <a:srgbClr val="996633"/>
                </a:solidFill>
              </a:rPr>
              <a:t>Dormant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33B789C0-B5AC-AB4D-A166-1E3F2BFD357D}"/>
              </a:ext>
            </a:extLst>
          </p:cNvPr>
          <p:cNvSpPr txBox="1"/>
          <p:nvPr/>
        </p:nvSpPr>
        <p:spPr>
          <a:xfrm>
            <a:off x="2590059" y="4295033"/>
            <a:ext cx="651781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PI</a:t>
            </a:r>
          </a:p>
          <a:p>
            <a:r>
              <a:rPr lang="en-US" sz="1600" dirty="0" err="1">
                <a:solidFill>
                  <a:srgbClr val="0000FF"/>
                </a:solidFill>
              </a:rPr>
              <a:t>PS</a:t>
            </a:r>
            <a:r>
              <a:rPr lang="en-US" sz="1600" baseline="-25000" dirty="0" err="1">
                <a:solidFill>
                  <a:srgbClr val="0000FF"/>
                </a:solidFill>
              </a:rPr>
              <a:t>DayL</a:t>
            </a:r>
            <a:endParaRPr lang="en-US" sz="1600" baseline="-25000" dirty="0"/>
          </a:p>
          <a:p>
            <a:r>
              <a:rPr lang="en-US" sz="1600" dirty="0" err="1">
                <a:solidFill>
                  <a:srgbClr val="008000"/>
                </a:solidFill>
              </a:rPr>
              <a:t>PS</a:t>
            </a:r>
            <a:r>
              <a:rPr lang="en-US" sz="1600" baseline="-25000" dirty="0" err="1">
                <a:solidFill>
                  <a:srgbClr val="008000"/>
                </a:solidFill>
              </a:rPr>
              <a:t>Grw</a:t>
            </a:r>
            <a:endParaRPr lang="en-US" sz="1600" baseline="-25000" dirty="0">
              <a:solidFill>
                <a:srgbClr val="008000"/>
              </a:solidFill>
            </a:endParaRPr>
          </a:p>
          <a:p>
            <a:r>
              <a:rPr lang="en-US" sz="1600" dirty="0" err="1">
                <a:solidFill>
                  <a:srgbClr val="FF0000"/>
                </a:solidFill>
              </a:rPr>
              <a:t>PS</a:t>
            </a:r>
            <a:r>
              <a:rPr lang="en-US" sz="1600" baseline="-25000" dirty="0" err="1">
                <a:solidFill>
                  <a:srgbClr val="FF0000"/>
                </a:solidFill>
              </a:rPr>
              <a:t>Wx</a:t>
            </a:r>
            <a:endParaRPr lang="en-US" sz="1600" baseline="-25000" dirty="0">
              <a:solidFill>
                <a:srgbClr val="FF0000"/>
              </a:solidFill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9EBC48D-B703-B845-8AAE-20A51692FE3C}"/>
              </a:ext>
            </a:extLst>
          </p:cNvPr>
          <p:cNvSpPr txBox="1"/>
          <p:nvPr/>
        </p:nvSpPr>
        <p:spPr>
          <a:xfrm>
            <a:off x="5723998" y="2930735"/>
            <a:ext cx="744499" cy="307777"/>
          </a:xfrm>
          <a:prstGeom prst="rect">
            <a:avLst/>
          </a:prstGeom>
          <a:solidFill>
            <a:srgbClr val="FFFEF1"/>
          </a:solidFill>
        </p:spPr>
        <p:txBody>
          <a:bodyPr wrap="none" rtlCol="0">
            <a:spAutoFit/>
          </a:bodyPr>
          <a:lstStyle/>
          <a:p>
            <a:r>
              <a:rPr lang="en-US" sz="1400" i="1" dirty="0"/>
              <a:t>PS</a:t>
            </a:r>
            <a:r>
              <a:rPr lang="en-US" sz="1400" i="1" baseline="-25000" dirty="0"/>
              <a:t>Thresh2</a:t>
            </a:r>
          </a:p>
        </p:txBody>
      </p:sp>
      <p:cxnSp>
        <p:nvCxnSpPr>
          <p:cNvPr id="31" name="Straight Arrow Connector 30">
            <a:extLst>
              <a:ext uri="{FF2B5EF4-FFF2-40B4-BE49-F238E27FC236}">
                <a16:creationId xmlns:a16="http://schemas.microsoft.com/office/drawing/2014/main" id="{B365507A-1C39-7744-9573-8200F912057B}"/>
              </a:ext>
            </a:extLst>
          </p:cNvPr>
          <p:cNvCxnSpPr>
            <a:cxnSpLocks/>
          </p:cNvCxnSpPr>
          <p:nvPr/>
        </p:nvCxnSpPr>
        <p:spPr>
          <a:xfrm>
            <a:off x="1375425" y="1719154"/>
            <a:ext cx="622215" cy="455767"/>
          </a:xfrm>
          <a:prstGeom prst="straightConnector1">
            <a:avLst/>
          </a:prstGeom>
          <a:ln>
            <a:solidFill>
              <a:srgbClr val="A01300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6333BDDC-B895-A840-9799-757B636357CA}"/>
              </a:ext>
            </a:extLst>
          </p:cNvPr>
          <p:cNvSpPr txBox="1"/>
          <p:nvPr/>
        </p:nvSpPr>
        <p:spPr>
          <a:xfrm>
            <a:off x="59932" y="1312859"/>
            <a:ext cx="1501052" cy="584775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1600" dirty="0">
                <a:solidFill>
                  <a:srgbClr val="654321"/>
                </a:solidFill>
              </a:rPr>
              <a:t>Minimal LAI, </a:t>
            </a:r>
          </a:p>
          <a:p>
            <a:pPr algn="ctr"/>
            <a:r>
              <a:rPr lang="en-US" sz="1600" dirty="0">
                <a:solidFill>
                  <a:srgbClr val="654321"/>
                </a:solidFill>
              </a:rPr>
              <a:t>Maximum </a:t>
            </a:r>
            <a:r>
              <a:rPr lang="en-US" sz="1600" i="1" dirty="0" err="1">
                <a:solidFill>
                  <a:srgbClr val="654321"/>
                </a:solidFill>
              </a:rPr>
              <a:t>PS</a:t>
            </a:r>
            <a:r>
              <a:rPr lang="en-US" sz="1600" i="1" baseline="-25000" dirty="0" err="1">
                <a:solidFill>
                  <a:srgbClr val="654321"/>
                </a:solidFill>
              </a:rPr>
              <a:t>Grw</a:t>
            </a:r>
            <a:endParaRPr lang="en-US" sz="1600" i="1" baseline="-25000" dirty="0">
              <a:solidFill>
                <a:srgbClr val="654321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490E7677-3039-1E49-9729-D17A6C4B562C}"/>
              </a:ext>
            </a:extLst>
          </p:cNvPr>
          <p:cNvSpPr txBox="1"/>
          <p:nvPr/>
        </p:nvSpPr>
        <p:spPr>
          <a:xfrm>
            <a:off x="2801139" y="1041145"/>
            <a:ext cx="2592761" cy="830997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1600" dirty="0">
                <a:solidFill>
                  <a:srgbClr val="654321"/>
                </a:solidFill>
              </a:rPr>
              <a:t>During growth,</a:t>
            </a:r>
          </a:p>
          <a:p>
            <a:pPr algn="ctr"/>
            <a:r>
              <a:rPr lang="en-US" sz="1600" i="1" dirty="0">
                <a:solidFill>
                  <a:srgbClr val="654321"/>
                </a:solidFill>
              </a:rPr>
              <a:t>PI</a:t>
            </a:r>
            <a:r>
              <a:rPr lang="en-US" sz="1600" dirty="0">
                <a:solidFill>
                  <a:srgbClr val="654321"/>
                </a:solidFill>
              </a:rPr>
              <a:t> follows </a:t>
            </a:r>
            <a:r>
              <a:rPr lang="en-US" sz="1600" i="1" dirty="0" err="1">
                <a:solidFill>
                  <a:srgbClr val="654321"/>
                </a:solidFill>
              </a:rPr>
              <a:t>PS</a:t>
            </a:r>
            <a:r>
              <a:rPr lang="en-US" sz="1600" i="1" baseline="-25000" dirty="0" err="1">
                <a:solidFill>
                  <a:srgbClr val="654321"/>
                </a:solidFill>
              </a:rPr>
              <a:t>Grw</a:t>
            </a:r>
            <a:r>
              <a:rPr lang="en-US" sz="1600" i="1" baseline="-25000" dirty="0">
                <a:solidFill>
                  <a:srgbClr val="654321"/>
                </a:solidFill>
              </a:rPr>
              <a:t> </a:t>
            </a:r>
            <a:r>
              <a:rPr lang="en-US" sz="1600" i="1" dirty="0">
                <a:solidFill>
                  <a:srgbClr val="654321"/>
                </a:solidFill>
              </a:rPr>
              <a:t>, </a:t>
            </a:r>
          </a:p>
          <a:p>
            <a:pPr algn="ctr"/>
            <a:r>
              <a:rPr lang="en-US" sz="1600" dirty="0">
                <a:solidFill>
                  <a:srgbClr val="654321"/>
                </a:solidFill>
              </a:rPr>
              <a:t>dropping with increasing LAI</a:t>
            </a:r>
            <a:r>
              <a:rPr lang="en-US" sz="1600" i="1" dirty="0">
                <a:solidFill>
                  <a:srgbClr val="654321"/>
                </a:solidFill>
              </a:rPr>
              <a:t>.</a:t>
            </a:r>
            <a:endParaRPr lang="en-US" sz="1600" dirty="0">
              <a:solidFill>
                <a:srgbClr val="654321"/>
              </a:solidFill>
            </a:endParaRPr>
          </a:p>
        </p:txBody>
      </p:sp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709C936C-73E5-604F-8C13-F3CB0173E465}"/>
              </a:ext>
            </a:extLst>
          </p:cNvPr>
          <p:cNvCxnSpPr>
            <a:cxnSpLocks/>
          </p:cNvCxnSpPr>
          <p:nvPr/>
        </p:nvCxnSpPr>
        <p:spPr>
          <a:xfrm flipH="1">
            <a:off x="3726922" y="1866808"/>
            <a:ext cx="329211" cy="689723"/>
          </a:xfrm>
          <a:prstGeom prst="straightConnector1">
            <a:avLst/>
          </a:prstGeom>
          <a:ln>
            <a:solidFill>
              <a:srgbClr val="A01300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65890824-137E-2A41-8C9D-5C9462973FAB}"/>
              </a:ext>
            </a:extLst>
          </p:cNvPr>
          <p:cNvCxnSpPr>
            <a:cxnSpLocks/>
            <a:endCxn id="21" idx="0"/>
          </p:cNvCxnSpPr>
          <p:nvPr/>
        </p:nvCxnSpPr>
        <p:spPr>
          <a:xfrm flipH="1">
            <a:off x="4426566" y="1566877"/>
            <a:ext cx="1868338" cy="774185"/>
          </a:xfrm>
          <a:prstGeom prst="straightConnector1">
            <a:avLst/>
          </a:prstGeom>
          <a:ln>
            <a:solidFill>
              <a:srgbClr val="A01300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58B15D4C-FC52-7E4A-AB88-540B1C6ADFFC}"/>
              </a:ext>
            </a:extLst>
          </p:cNvPr>
          <p:cNvSpPr txBox="1"/>
          <p:nvPr/>
        </p:nvSpPr>
        <p:spPr>
          <a:xfrm>
            <a:off x="6203748" y="988965"/>
            <a:ext cx="2469445" cy="1077218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solidFill>
                  <a:srgbClr val="654321"/>
                </a:solidFill>
              </a:rPr>
              <a:t>Stress increases respiration and transfer,</a:t>
            </a:r>
          </a:p>
          <a:p>
            <a:pPr algn="ctr"/>
            <a:r>
              <a:rPr lang="en-US" sz="1600" dirty="0">
                <a:solidFill>
                  <a:srgbClr val="654321"/>
                </a:solidFill>
              </a:rPr>
              <a:t>decreasing LAI and increasing </a:t>
            </a:r>
            <a:r>
              <a:rPr lang="en-US" sz="1600" i="1" dirty="0" err="1">
                <a:solidFill>
                  <a:srgbClr val="654321"/>
                </a:solidFill>
              </a:rPr>
              <a:t>PS</a:t>
            </a:r>
            <a:r>
              <a:rPr lang="en-US" sz="1600" i="1" baseline="-25000" dirty="0" err="1">
                <a:solidFill>
                  <a:srgbClr val="654321"/>
                </a:solidFill>
              </a:rPr>
              <a:t>Grw</a:t>
            </a:r>
            <a:endParaRPr lang="en-US" sz="1600" i="1" baseline="-25000" dirty="0">
              <a:solidFill>
                <a:srgbClr val="654321"/>
              </a:solidFill>
            </a:endParaRPr>
          </a:p>
        </p:txBody>
      </p:sp>
      <p:cxnSp>
        <p:nvCxnSpPr>
          <p:cNvPr id="37" name="Straight Arrow Connector 36">
            <a:extLst>
              <a:ext uri="{FF2B5EF4-FFF2-40B4-BE49-F238E27FC236}">
                <a16:creationId xmlns:a16="http://schemas.microsoft.com/office/drawing/2014/main" id="{13116349-33D2-B048-9348-E5B2477BD14F}"/>
              </a:ext>
            </a:extLst>
          </p:cNvPr>
          <p:cNvCxnSpPr>
            <a:cxnSpLocks/>
            <a:endCxn id="14" idx="3"/>
          </p:cNvCxnSpPr>
          <p:nvPr/>
        </p:nvCxnSpPr>
        <p:spPr>
          <a:xfrm flipH="1" flipV="1">
            <a:off x="6139367" y="2703853"/>
            <a:ext cx="1445216" cy="144559"/>
          </a:xfrm>
          <a:prstGeom prst="straightConnector1">
            <a:avLst/>
          </a:prstGeom>
          <a:ln>
            <a:solidFill>
              <a:srgbClr val="A01300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7F18E036-FE9F-6C4D-A426-AB6352851E82}"/>
              </a:ext>
            </a:extLst>
          </p:cNvPr>
          <p:cNvCxnSpPr>
            <a:cxnSpLocks/>
          </p:cNvCxnSpPr>
          <p:nvPr/>
        </p:nvCxnSpPr>
        <p:spPr>
          <a:xfrm flipH="1" flipV="1">
            <a:off x="6468497" y="4560761"/>
            <a:ext cx="469014" cy="508392"/>
          </a:xfrm>
          <a:prstGeom prst="straightConnector1">
            <a:avLst/>
          </a:prstGeom>
          <a:ln>
            <a:solidFill>
              <a:srgbClr val="A01300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5D4E7E2B-9C6B-8641-B583-824E3B25509A}"/>
              </a:ext>
            </a:extLst>
          </p:cNvPr>
          <p:cNvSpPr txBox="1"/>
          <p:nvPr/>
        </p:nvSpPr>
        <p:spPr>
          <a:xfrm>
            <a:off x="7556669" y="2630390"/>
            <a:ext cx="1439338" cy="1477328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654321"/>
                </a:solidFill>
              </a:rPr>
              <a:t>Thresholds for </a:t>
            </a:r>
            <a:r>
              <a:rPr lang="en-US" i="1" dirty="0">
                <a:solidFill>
                  <a:srgbClr val="654321"/>
                </a:solidFill>
              </a:rPr>
              <a:t>PI</a:t>
            </a:r>
            <a:endParaRPr lang="en-US" i="1" baseline="-25000" dirty="0">
              <a:solidFill>
                <a:srgbClr val="654321"/>
              </a:solidFill>
            </a:endParaRPr>
          </a:p>
          <a:p>
            <a:pPr algn="ctr"/>
            <a:r>
              <a:rPr lang="en-US" dirty="0">
                <a:solidFill>
                  <a:srgbClr val="654321"/>
                </a:solidFill>
              </a:rPr>
              <a:t>specify phenology stage</a:t>
            </a:r>
            <a:endParaRPr lang="en-US" i="1" baseline="-25000" dirty="0">
              <a:solidFill>
                <a:srgbClr val="654321"/>
              </a:solidFill>
            </a:endParaRPr>
          </a:p>
        </p:txBody>
      </p:sp>
      <p:cxnSp>
        <p:nvCxnSpPr>
          <p:cNvPr id="47" name="Straight Arrow Connector 46">
            <a:extLst>
              <a:ext uri="{FF2B5EF4-FFF2-40B4-BE49-F238E27FC236}">
                <a16:creationId xmlns:a16="http://schemas.microsoft.com/office/drawing/2014/main" id="{8F1AB54D-0151-9648-9F81-B1B54AA0EAE7}"/>
              </a:ext>
            </a:extLst>
          </p:cNvPr>
          <p:cNvCxnSpPr>
            <a:cxnSpLocks/>
            <a:stCxn id="48" idx="3"/>
          </p:cNvCxnSpPr>
          <p:nvPr/>
        </p:nvCxnSpPr>
        <p:spPr>
          <a:xfrm flipV="1">
            <a:off x="2263668" y="4692670"/>
            <a:ext cx="1993058" cy="1241026"/>
          </a:xfrm>
          <a:prstGeom prst="straightConnector1">
            <a:avLst/>
          </a:prstGeom>
          <a:ln>
            <a:solidFill>
              <a:srgbClr val="A01300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E3698DCC-545F-AB44-B456-C25A336C58B8}"/>
              </a:ext>
            </a:extLst>
          </p:cNvPr>
          <p:cNvSpPr txBox="1"/>
          <p:nvPr/>
        </p:nvSpPr>
        <p:spPr>
          <a:xfrm>
            <a:off x="239919" y="5610530"/>
            <a:ext cx="2023749" cy="646331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rgbClr val="654321"/>
                </a:solidFill>
              </a:rPr>
              <a:t>As stress increases,</a:t>
            </a:r>
          </a:p>
          <a:p>
            <a:pPr algn="ctr"/>
            <a:r>
              <a:rPr lang="en-US" i="1" dirty="0" err="1">
                <a:solidFill>
                  <a:srgbClr val="654321"/>
                </a:solidFill>
              </a:rPr>
              <a:t>PS</a:t>
            </a:r>
            <a:r>
              <a:rPr lang="en-US" i="1" baseline="-25000" dirty="0" err="1">
                <a:solidFill>
                  <a:srgbClr val="654321"/>
                </a:solidFill>
              </a:rPr>
              <a:t>Wx</a:t>
            </a:r>
            <a:r>
              <a:rPr lang="en-US" dirty="0">
                <a:solidFill>
                  <a:srgbClr val="654321"/>
                </a:solidFill>
              </a:rPr>
              <a:t> dominates</a:t>
            </a:r>
            <a:endParaRPr lang="en-US" i="1" baseline="-25000" dirty="0">
              <a:solidFill>
                <a:srgbClr val="654321"/>
              </a:solidFill>
            </a:endParaRPr>
          </a:p>
        </p:txBody>
      </p:sp>
      <p:cxnSp>
        <p:nvCxnSpPr>
          <p:cNvPr id="53" name="Straight Arrow Connector 52">
            <a:extLst>
              <a:ext uri="{FF2B5EF4-FFF2-40B4-BE49-F238E27FC236}">
                <a16:creationId xmlns:a16="http://schemas.microsoft.com/office/drawing/2014/main" id="{8F74BE3C-E9C5-F348-9CF2-BD07649D635A}"/>
              </a:ext>
            </a:extLst>
          </p:cNvPr>
          <p:cNvCxnSpPr/>
          <p:nvPr/>
        </p:nvCxnSpPr>
        <p:spPr>
          <a:xfrm flipV="1">
            <a:off x="1354453" y="3495391"/>
            <a:ext cx="938315" cy="389384"/>
          </a:xfrm>
          <a:prstGeom prst="straightConnector1">
            <a:avLst/>
          </a:prstGeom>
          <a:ln>
            <a:solidFill>
              <a:srgbClr val="A01300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TextBox 50">
            <a:extLst>
              <a:ext uri="{FF2B5EF4-FFF2-40B4-BE49-F238E27FC236}">
                <a16:creationId xmlns:a16="http://schemas.microsoft.com/office/drawing/2014/main" id="{0A6EE1D0-60D3-1048-AFA6-9812575D3890}"/>
              </a:ext>
            </a:extLst>
          </p:cNvPr>
          <p:cNvSpPr txBox="1"/>
          <p:nvPr/>
        </p:nvSpPr>
        <p:spPr>
          <a:xfrm>
            <a:off x="46701" y="3675372"/>
            <a:ext cx="1943801" cy="738664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1400" dirty="0">
                <a:solidFill>
                  <a:srgbClr val="654321"/>
                </a:solidFill>
              </a:rPr>
              <a:t>Start of growing season,</a:t>
            </a:r>
          </a:p>
          <a:p>
            <a:pPr algn="ctr"/>
            <a:r>
              <a:rPr lang="en-US" sz="1400" i="1" dirty="0" err="1">
                <a:solidFill>
                  <a:srgbClr val="654321"/>
                </a:solidFill>
              </a:rPr>
              <a:t>PF</a:t>
            </a:r>
            <a:r>
              <a:rPr lang="en-US" sz="1400" i="1" baseline="-25000" dirty="0" err="1">
                <a:solidFill>
                  <a:srgbClr val="654321"/>
                </a:solidFill>
              </a:rPr>
              <a:t>Wx,SM</a:t>
            </a:r>
            <a:r>
              <a:rPr lang="en-US" sz="1400" i="1" dirty="0">
                <a:solidFill>
                  <a:srgbClr val="654321"/>
                </a:solidFill>
              </a:rPr>
              <a:t> </a:t>
            </a:r>
            <a:r>
              <a:rPr lang="en-US" sz="1400" dirty="0">
                <a:solidFill>
                  <a:srgbClr val="654321"/>
                </a:solidFill>
              </a:rPr>
              <a:t>= </a:t>
            </a:r>
            <a:r>
              <a:rPr lang="en-US" sz="1400" i="1" dirty="0" err="1">
                <a:solidFill>
                  <a:srgbClr val="654321"/>
                </a:solidFill>
              </a:rPr>
              <a:t>PF</a:t>
            </a:r>
            <a:r>
              <a:rPr lang="en-US" sz="1400" i="1" baseline="-25000" dirty="0" err="1">
                <a:solidFill>
                  <a:srgbClr val="654321"/>
                </a:solidFill>
              </a:rPr>
              <a:t>Wx</a:t>
            </a:r>
            <a:r>
              <a:rPr lang="en-US" sz="1400" i="1" baseline="-25000" dirty="0">
                <a:solidFill>
                  <a:srgbClr val="654321"/>
                </a:solidFill>
              </a:rPr>
              <a:t> </a:t>
            </a:r>
            <a:r>
              <a:rPr lang="en-US" sz="1400" dirty="0">
                <a:solidFill>
                  <a:srgbClr val="654321"/>
                </a:solidFill>
              </a:rPr>
              <a:t>,</a:t>
            </a:r>
          </a:p>
          <a:p>
            <a:pPr algn="ctr"/>
            <a:r>
              <a:rPr lang="en-US" sz="1400" dirty="0">
                <a:solidFill>
                  <a:srgbClr val="A01300"/>
                </a:solidFill>
                <a:latin typeface="Wingdings"/>
                <a:ea typeface="Wingdings"/>
                <a:cs typeface="Wingdings"/>
                <a:sym typeface="Wingdings"/>
              </a:rPr>
              <a:t></a:t>
            </a:r>
            <a:r>
              <a:rPr lang="en-US" sz="1400" dirty="0">
                <a:solidFill>
                  <a:srgbClr val="654321"/>
                </a:solidFill>
              </a:rPr>
              <a:t> </a:t>
            </a:r>
            <a:r>
              <a:rPr lang="en-US" sz="1400" i="1" dirty="0" err="1">
                <a:solidFill>
                  <a:srgbClr val="654321"/>
                </a:solidFill>
              </a:rPr>
              <a:t>PS</a:t>
            </a:r>
            <a:r>
              <a:rPr lang="en-US" sz="1400" i="1" baseline="-25000" dirty="0" err="1">
                <a:solidFill>
                  <a:srgbClr val="654321"/>
                </a:solidFill>
              </a:rPr>
              <a:t>Wx</a:t>
            </a:r>
            <a:r>
              <a:rPr lang="en-US" sz="1400" dirty="0">
                <a:solidFill>
                  <a:srgbClr val="654321"/>
                </a:solidFill>
              </a:rPr>
              <a:t> jumps to 1.</a:t>
            </a:r>
            <a:endParaRPr lang="en-US" sz="1400" i="1" baseline="-25000" dirty="0">
              <a:solidFill>
                <a:srgbClr val="654321"/>
              </a:solidFill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C39ED23B-BAC5-1048-94F2-BEF2C007E67F}"/>
              </a:ext>
            </a:extLst>
          </p:cNvPr>
          <p:cNvSpPr txBox="1"/>
          <p:nvPr/>
        </p:nvSpPr>
        <p:spPr>
          <a:xfrm>
            <a:off x="5998036" y="4995165"/>
            <a:ext cx="3022627" cy="923330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654321"/>
                </a:solidFill>
              </a:rPr>
              <a:t>Decreasing day length ensures low </a:t>
            </a:r>
            <a:r>
              <a:rPr lang="en-US" i="1" dirty="0">
                <a:solidFill>
                  <a:srgbClr val="654321"/>
                </a:solidFill>
              </a:rPr>
              <a:t>PI</a:t>
            </a:r>
            <a:r>
              <a:rPr lang="en-US" dirty="0">
                <a:solidFill>
                  <a:srgbClr val="654321"/>
                </a:solidFill>
              </a:rPr>
              <a:t> at the end of the growing season</a:t>
            </a:r>
            <a:endParaRPr lang="en-US" i="1" baseline="-25000" dirty="0">
              <a:solidFill>
                <a:srgbClr val="65432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573909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169334" y="2368748"/>
            <a:ext cx="4176887" cy="4293590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O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355783" y="197073"/>
            <a:ext cx="8638526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Dynamic Phenology: Growing Season Start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396998" y="2425191"/>
            <a:ext cx="1484958" cy="461665"/>
          </a:xfrm>
          <a:prstGeom prst="rect">
            <a:avLst/>
          </a:prstGeom>
          <a:noFill/>
          <a:ln w="25400">
            <a:noFill/>
          </a:ln>
        </p:spPr>
        <p:txBody>
          <a:bodyPr wrap="none" rtlCol="0">
            <a:spAutoFit/>
          </a:bodyPr>
          <a:lstStyle/>
          <a:p>
            <a:r>
              <a:rPr lang="en-US" sz="2400" b="1" i="1" dirty="0" err="1">
                <a:solidFill>
                  <a:srgbClr val="654321"/>
                </a:solidFill>
                <a:latin typeface="Helvetica"/>
                <a:cs typeface="Helvetica"/>
              </a:rPr>
              <a:t>Flag</a:t>
            </a:r>
            <a:r>
              <a:rPr lang="en-US" sz="2400" b="1" i="1" baseline="-25000" dirty="0" err="1">
                <a:solidFill>
                  <a:srgbClr val="654321"/>
                </a:solidFill>
                <a:latin typeface="Helvetica"/>
                <a:cs typeface="Helvetica"/>
              </a:rPr>
              <a:t>Assim</a:t>
            </a:r>
            <a:endParaRPr lang="en-US" sz="2400" b="1" i="1" baseline="-25000" dirty="0">
              <a:solidFill>
                <a:srgbClr val="654321"/>
              </a:solidFill>
              <a:latin typeface="Helvetica"/>
              <a:cs typeface="Helvetica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1450271" y="1070766"/>
            <a:ext cx="5616341" cy="707886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2000" dirty="0">
                <a:solidFill>
                  <a:srgbClr val="654321"/>
                </a:solidFill>
                <a:latin typeface="Helvetica"/>
                <a:cs typeface="Helvetica"/>
              </a:rPr>
              <a:t>SiB4 uses two flags to reset seasonal variables:</a:t>
            </a:r>
          </a:p>
          <a:p>
            <a:pPr algn="ctr"/>
            <a:r>
              <a:rPr lang="en-US" sz="2000" i="1" dirty="0" err="1">
                <a:solidFill>
                  <a:srgbClr val="654321"/>
                </a:solidFill>
                <a:latin typeface="Helvetica"/>
                <a:cs typeface="Helvetica"/>
              </a:rPr>
              <a:t>Flag</a:t>
            </a:r>
            <a:r>
              <a:rPr lang="en-US" sz="2000" i="1" baseline="-25000" dirty="0" err="1">
                <a:solidFill>
                  <a:srgbClr val="654321"/>
                </a:solidFill>
                <a:latin typeface="Helvetica"/>
                <a:cs typeface="Helvetica"/>
              </a:rPr>
              <a:t>Assim</a:t>
            </a:r>
            <a:r>
              <a:rPr lang="en-US" sz="2000" dirty="0">
                <a:solidFill>
                  <a:srgbClr val="654321"/>
                </a:solidFill>
                <a:latin typeface="Helvetica"/>
                <a:cs typeface="Helvetica"/>
              </a:rPr>
              <a:t> and </a:t>
            </a:r>
            <a:r>
              <a:rPr lang="en-US" sz="2000" i="1" dirty="0" err="1">
                <a:solidFill>
                  <a:srgbClr val="654321"/>
                </a:solidFill>
                <a:latin typeface="Helvetica"/>
                <a:cs typeface="Helvetica"/>
              </a:rPr>
              <a:t>Flag</a:t>
            </a:r>
            <a:r>
              <a:rPr lang="en-US" sz="2000" i="1" baseline="-25000" dirty="0" err="1">
                <a:solidFill>
                  <a:srgbClr val="654321"/>
                </a:solidFill>
                <a:latin typeface="Helvetica"/>
                <a:cs typeface="Helvetica"/>
              </a:rPr>
              <a:t>GSS</a:t>
            </a:r>
            <a:endParaRPr lang="en-US" sz="2000" i="1" baseline="-25000" dirty="0">
              <a:solidFill>
                <a:srgbClr val="654321"/>
              </a:solidFill>
              <a:latin typeface="Helvetica"/>
              <a:cs typeface="Helvetica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663222" y="6107669"/>
            <a:ext cx="338666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 err="1">
                <a:solidFill>
                  <a:srgbClr val="654321"/>
                </a:solidFill>
                <a:latin typeface="Helvetica"/>
                <a:cs typeface="Helvetica"/>
              </a:rPr>
              <a:t>AF</a:t>
            </a:r>
            <a:r>
              <a:rPr lang="en-US" sz="2400" i="1" baseline="-25000" dirty="0" err="1">
                <a:solidFill>
                  <a:srgbClr val="654321"/>
                </a:solidFill>
                <a:latin typeface="Helvetica"/>
                <a:cs typeface="Helvetica"/>
              </a:rPr>
              <a:t>Fac</a:t>
            </a:r>
            <a:r>
              <a:rPr lang="en-US" sz="2400" dirty="0">
                <a:solidFill>
                  <a:srgbClr val="654321"/>
                </a:solidFill>
                <a:latin typeface="Helvetica"/>
                <a:cs typeface="Helvetica"/>
              </a:rPr>
              <a:t> &lt; </a:t>
            </a:r>
            <a:r>
              <a:rPr lang="en-US" sz="2400" i="1" dirty="0" err="1">
                <a:solidFill>
                  <a:srgbClr val="654321"/>
                </a:solidFill>
                <a:latin typeface="Helvetica"/>
                <a:cs typeface="Helvetica"/>
              </a:rPr>
              <a:t>AF</a:t>
            </a:r>
            <a:r>
              <a:rPr lang="en-US" sz="2400" i="1" baseline="-25000" dirty="0" err="1">
                <a:solidFill>
                  <a:srgbClr val="654321"/>
                </a:solidFill>
                <a:latin typeface="Helvetica"/>
                <a:cs typeface="Helvetica"/>
              </a:rPr>
              <a:t>Thresh</a:t>
            </a:r>
            <a:r>
              <a:rPr lang="en-US" sz="2400" dirty="0">
                <a:solidFill>
                  <a:srgbClr val="A01300"/>
                </a:solidFill>
                <a:latin typeface="Wingdings"/>
                <a:ea typeface="Wingdings"/>
                <a:cs typeface="Wingdings"/>
                <a:sym typeface="Wingdings"/>
              </a:rPr>
              <a:t></a:t>
            </a:r>
            <a:r>
              <a:rPr lang="en-US" sz="2400" dirty="0">
                <a:solidFill>
                  <a:srgbClr val="A01300"/>
                </a:solidFill>
                <a:latin typeface="Helvetica"/>
                <a:ea typeface="Wingdings"/>
                <a:cs typeface="Helvetica"/>
                <a:sym typeface="Wingdings"/>
              </a:rPr>
              <a:t> </a:t>
            </a:r>
            <a:r>
              <a:rPr lang="en-US" sz="2400" dirty="0">
                <a:solidFill>
                  <a:srgbClr val="654321"/>
                </a:solidFill>
                <a:latin typeface="Helvetica"/>
                <a:ea typeface="Wingdings"/>
                <a:cs typeface="Helvetica"/>
                <a:sym typeface="Wingdings"/>
              </a:rPr>
              <a:t>True</a:t>
            </a:r>
            <a:endParaRPr lang="en-US" sz="2400" i="1" baseline="-25000" dirty="0">
              <a:solidFill>
                <a:srgbClr val="654321"/>
              </a:solidFill>
              <a:latin typeface="Helvetica"/>
              <a:cs typeface="Helvetica"/>
            </a:endParaRPr>
          </a:p>
        </p:txBody>
      </p:sp>
      <p:graphicFrame>
        <p:nvGraphicFramePr>
          <p:cNvPr id="9" name="Object 8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141186654"/>
              </p:ext>
            </p:extLst>
          </p:nvPr>
        </p:nvGraphicFramePr>
        <p:xfrm>
          <a:off x="1172990" y="3482975"/>
          <a:ext cx="1986242" cy="75035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9681" name="Equation" r:id="rId3" imgW="1143000" imgH="431800" progId="Equation.3">
                  <p:embed/>
                </p:oleObj>
              </mc:Choice>
              <mc:Fallback>
                <p:oleObj name="Equation" r:id="rId3" imgW="1143000" imgH="431800" progId="Equation.3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72990" y="3482975"/>
                        <a:ext cx="1986242" cy="75035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345594" y="4275666"/>
            <a:ext cx="380697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i="1" dirty="0" err="1">
                <a:solidFill>
                  <a:srgbClr val="654321"/>
                </a:solidFill>
                <a:latin typeface="Helvetica"/>
                <a:cs typeface="Helvetica"/>
              </a:rPr>
              <a:t>Assim</a:t>
            </a:r>
            <a:r>
              <a:rPr lang="en-US" sz="1400" i="1" baseline="-25000" dirty="0" err="1">
                <a:solidFill>
                  <a:srgbClr val="654321"/>
                </a:solidFill>
                <a:latin typeface="Helvetica"/>
                <a:cs typeface="Helvetica"/>
              </a:rPr>
              <a:t>Mean</a:t>
            </a:r>
            <a:r>
              <a:rPr lang="en-US" sz="1400" dirty="0">
                <a:solidFill>
                  <a:srgbClr val="654321"/>
                </a:solidFill>
                <a:latin typeface="Helvetica"/>
                <a:cs typeface="Helvetica"/>
              </a:rPr>
              <a:t> = Running Mean Daily Assimilation</a:t>
            </a:r>
          </a:p>
          <a:p>
            <a:r>
              <a:rPr lang="en-US" sz="1400" i="1" dirty="0" err="1">
                <a:solidFill>
                  <a:srgbClr val="654321"/>
                </a:solidFill>
                <a:latin typeface="Helvetica"/>
                <a:cs typeface="Helvetica"/>
              </a:rPr>
              <a:t>Assim</a:t>
            </a:r>
            <a:r>
              <a:rPr lang="en-US" sz="1400" i="1" baseline="-25000" dirty="0" err="1">
                <a:solidFill>
                  <a:srgbClr val="654321"/>
                </a:solidFill>
                <a:latin typeface="Helvetica"/>
                <a:cs typeface="Helvetica"/>
              </a:rPr>
              <a:t>Max</a:t>
            </a:r>
            <a:r>
              <a:rPr lang="en-US" sz="1400" dirty="0">
                <a:solidFill>
                  <a:srgbClr val="654321"/>
                </a:solidFill>
                <a:latin typeface="Helvetica"/>
                <a:cs typeface="Helvetica"/>
              </a:rPr>
              <a:t> = Seasonal Maximum of </a:t>
            </a:r>
            <a:r>
              <a:rPr lang="en-US" sz="1400" i="1" dirty="0" err="1">
                <a:solidFill>
                  <a:srgbClr val="654321"/>
                </a:solidFill>
                <a:latin typeface="Helvetica"/>
                <a:cs typeface="Helvetica"/>
              </a:rPr>
              <a:t>Assim</a:t>
            </a:r>
            <a:r>
              <a:rPr lang="en-US" sz="1400" i="1" baseline="-25000" dirty="0" err="1">
                <a:solidFill>
                  <a:srgbClr val="654321"/>
                </a:solidFill>
                <a:latin typeface="Helvetica"/>
                <a:cs typeface="Helvetica"/>
              </a:rPr>
              <a:t>Mean</a:t>
            </a:r>
            <a:endParaRPr lang="en-US" sz="1400" i="1" baseline="-25000" dirty="0">
              <a:solidFill>
                <a:srgbClr val="654321"/>
              </a:solidFill>
              <a:latin typeface="Helvetica"/>
              <a:cs typeface="Helvetica"/>
            </a:endParaRPr>
          </a:p>
        </p:txBody>
      </p:sp>
      <p:pic>
        <p:nvPicPr>
          <p:cNvPr id="12" name="Picture 11" descr="affac.pdf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404" t="17618" r="18108" b="5966"/>
          <a:stretch/>
        </p:blipFill>
        <p:spPr>
          <a:xfrm>
            <a:off x="4477173" y="2764512"/>
            <a:ext cx="4517136" cy="3571377"/>
          </a:xfrm>
          <a:prstGeom prst="rect">
            <a:avLst/>
          </a:prstGeom>
        </p:spPr>
      </p:pic>
      <p:graphicFrame>
        <p:nvGraphicFramePr>
          <p:cNvPr id="14" name="Object 13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394398789"/>
              </p:ext>
            </p:extLst>
          </p:nvPr>
        </p:nvGraphicFramePr>
        <p:xfrm>
          <a:off x="355782" y="4959350"/>
          <a:ext cx="3827462" cy="1009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9682" name="Equation" r:id="rId6" imgW="3225800" imgH="850900" progId="Equation.3">
                  <p:embed/>
                </p:oleObj>
              </mc:Choice>
              <mc:Fallback>
                <p:oleObj name="Equation" r:id="rId6" imgW="3225800" imgH="850900" progId="Equation.3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355782" y="4959350"/>
                        <a:ext cx="3827462" cy="100965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4" name="TextBox 33"/>
          <p:cNvSpPr txBox="1"/>
          <p:nvPr/>
        </p:nvSpPr>
        <p:spPr>
          <a:xfrm>
            <a:off x="846665" y="3013855"/>
            <a:ext cx="282222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Assimilation Factor </a:t>
            </a:r>
            <a:r>
              <a:rPr lang="en-US" i="1" dirty="0" err="1">
                <a:solidFill>
                  <a:srgbClr val="654321"/>
                </a:solidFill>
                <a:latin typeface="Helvetica"/>
                <a:cs typeface="Helvetica"/>
              </a:rPr>
              <a:t>AF</a:t>
            </a:r>
            <a:r>
              <a:rPr lang="en-US" i="1" baseline="-25000" dirty="0" err="1">
                <a:solidFill>
                  <a:srgbClr val="654321"/>
                </a:solidFill>
                <a:latin typeface="Helvetica"/>
                <a:cs typeface="Helvetica"/>
              </a:rPr>
              <a:t>Fac</a:t>
            </a:r>
            <a:endParaRPr lang="en-US" i="1" baseline="-25000" dirty="0">
              <a:solidFill>
                <a:srgbClr val="654321"/>
              </a:solidFill>
              <a:latin typeface="Helvetica"/>
              <a:cs typeface="Helvetica"/>
            </a:endParaRPr>
          </a:p>
        </p:txBody>
      </p:sp>
    </p:spTree>
    <p:extLst>
      <p:ext uri="{BB962C8B-B14F-4D97-AF65-F5344CB8AC3E}">
        <p14:creationId xmlns:p14="http://schemas.microsoft.com/office/powerpoint/2010/main" val="34680310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917221" y="1336180"/>
            <a:ext cx="7493000" cy="4293590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O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4148656" y="1398894"/>
            <a:ext cx="1302416" cy="461665"/>
          </a:xfrm>
          <a:prstGeom prst="rect">
            <a:avLst/>
          </a:prstGeom>
          <a:noFill/>
          <a:ln w="25400">
            <a:noFill/>
          </a:ln>
        </p:spPr>
        <p:txBody>
          <a:bodyPr wrap="none" rtlCol="0">
            <a:spAutoFit/>
          </a:bodyPr>
          <a:lstStyle/>
          <a:p>
            <a:r>
              <a:rPr lang="en-US" sz="2400" b="1" i="1" dirty="0" err="1">
                <a:solidFill>
                  <a:srgbClr val="654321"/>
                </a:solidFill>
                <a:latin typeface="Helvetica"/>
                <a:cs typeface="Helvetica"/>
              </a:rPr>
              <a:t>Flag</a:t>
            </a:r>
            <a:r>
              <a:rPr lang="en-US" sz="2400" b="1" i="1" baseline="-25000" dirty="0" err="1">
                <a:solidFill>
                  <a:srgbClr val="654321"/>
                </a:solidFill>
                <a:latin typeface="Helvetica"/>
                <a:cs typeface="Helvetica"/>
              </a:rPr>
              <a:t>GSS</a:t>
            </a:r>
            <a:endParaRPr lang="en-US" sz="2400" b="1" i="1" baseline="-25000" dirty="0">
              <a:solidFill>
                <a:srgbClr val="654321"/>
              </a:solidFill>
              <a:latin typeface="Helvetica"/>
              <a:cs typeface="Helvetica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6815667" y="3358333"/>
            <a:ext cx="14534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A01300"/>
                </a:solidFill>
                <a:latin typeface="Wingdings"/>
                <a:ea typeface="Wingdings"/>
                <a:cs typeface="Wingdings"/>
                <a:sym typeface="Wingdings"/>
              </a:rPr>
              <a:t></a:t>
            </a:r>
            <a:r>
              <a:rPr lang="en-US" sz="2400" dirty="0">
                <a:solidFill>
                  <a:srgbClr val="A01300"/>
                </a:solidFill>
                <a:latin typeface="Helvetica"/>
                <a:ea typeface="Wingdings"/>
                <a:cs typeface="Helvetica"/>
                <a:sym typeface="Wingdings"/>
              </a:rPr>
              <a:t> </a:t>
            </a:r>
            <a:r>
              <a:rPr lang="en-US" sz="2400" dirty="0">
                <a:solidFill>
                  <a:srgbClr val="654321"/>
                </a:solidFill>
                <a:latin typeface="Helvetica"/>
                <a:ea typeface="Wingdings"/>
                <a:cs typeface="Helvetica"/>
                <a:sym typeface="Wingdings"/>
              </a:rPr>
              <a:t>True</a:t>
            </a:r>
            <a:endParaRPr lang="en-US" sz="2400" i="1" baseline="-25000" dirty="0">
              <a:solidFill>
                <a:srgbClr val="654321"/>
              </a:solidFill>
              <a:latin typeface="Helvetica"/>
              <a:cs typeface="Helvetica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2115253" y="2034264"/>
            <a:ext cx="510963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Growing Season Suitability (GSS) Depends On </a:t>
            </a:r>
          </a:p>
          <a:p>
            <a:pPr algn="ctr"/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Light, Temperature, and Water</a:t>
            </a:r>
            <a:endParaRPr lang="en-US" i="1" baseline="-25000" dirty="0">
              <a:solidFill>
                <a:srgbClr val="654321"/>
              </a:solidFill>
              <a:latin typeface="Helvetica"/>
              <a:cs typeface="Helvetica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1171219" y="2963334"/>
            <a:ext cx="492477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rgbClr val="654321"/>
                </a:solidFill>
                <a:latin typeface="Helvetica"/>
                <a:cs typeface="Helvetica"/>
              </a:rPr>
              <a:t>Light           </a:t>
            </a:r>
            <a:r>
              <a:rPr lang="en-US" sz="2000" dirty="0">
                <a:solidFill>
                  <a:srgbClr val="654321"/>
                </a:solidFill>
                <a:latin typeface="Helvetica"/>
                <a:cs typeface="Helvetica"/>
              </a:rPr>
              <a:t>            Day Length &gt; </a:t>
            </a:r>
            <a:r>
              <a:rPr lang="en-US" sz="2000" i="1" dirty="0" err="1">
                <a:solidFill>
                  <a:srgbClr val="654321"/>
                </a:solidFill>
                <a:latin typeface="Helvetica"/>
                <a:cs typeface="Helvetica"/>
              </a:rPr>
              <a:t>GFL</a:t>
            </a:r>
            <a:r>
              <a:rPr lang="en-US" sz="2000" i="1" baseline="-25000" dirty="0" err="1">
                <a:solidFill>
                  <a:srgbClr val="654321"/>
                </a:solidFill>
                <a:latin typeface="Helvetica"/>
                <a:cs typeface="Helvetica"/>
              </a:rPr>
              <a:t>Min</a:t>
            </a:r>
            <a:endParaRPr lang="en-US" sz="2000" b="1" i="1" baseline="-25000" dirty="0">
              <a:solidFill>
                <a:srgbClr val="654321"/>
              </a:solidFill>
              <a:latin typeface="Helvetica"/>
              <a:cs typeface="Helvetica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171219" y="3363444"/>
            <a:ext cx="492477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rgbClr val="654321"/>
                </a:solidFill>
                <a:latin typeface="Helvetica"/>
                <a:cs typeface="Helvetica"/>
              </a:rPr>
              <a:t>Temperature </a:t>
            </a:r>
            <a:r>
              <a:rPr lang="en-US" sz="2000" dirty="0">
                <a:solidFill>
                  <a:srgbClr val="654321"/>
                </a:solidFill>
                <a:latin typeface="Helvetica"/>
                <a:cs typeface="Helvetica"/>
              </a:rPr>
              <a:t>          </a:t>
            </a:r>
            <a:r>
              <a:rPr lang="en-US" sz="2000" i="1" dirty="0" err="1">
                <a:solidFill>
                  <a:srgbClr val="654321"/>
                </a:solidFill>
                <a:latin typeface="Helvetica"/>
                <a:cs typeface="Helvetica"/>
              </a:rPr>
              <a:t>TMax</a:t>
            </a:r>
            <a:r>
              <a:rPr lang="en-US" sz="2000" i="1" baseline="-25000" dirty="0" err="1">
                <a:solidFill>
                  <a:srgbClr val="654321"/>
                </a:solidFill>
                <a:latin typeface="Helvetica"/>
                <a:cs typeface="Helvetica"/>
              </a:rPr>
              <a:t>Mean</a:t>
            </a:r>
            <a:r>
              <a:rPr lang="en-US" sz="2000" dirty="0">
                <a:solidFill>
                  <a:srgbClr val="654321"/>
                </a:solidFill>
                <a:latin typeface="Helvetica"/>
                <a:cs typeface="Helvetica"/>
              </a:rPr>
              <a:t> &gt; </a:t>
            </a:r>
            <a:r>
              <a:rPr lang="en-US" sz="2000" i="1" dirty="0" err="1">
                <a:solidFill>
                  <a:srgbClr val="654321"/>
                </a:solidFill>
                <a:latin typeface="Helvetica"/>
                <a:cs typeface="Helvetica"/>
              </a:rPr>
              <a:t>GFT</a:t>
            </a:r>
            <a:r>
              <a:rPr lang="en-US" sz="2000" i="1" baseline="-25000" dirty="0" err="1">
                <a:solidFill>
                  <a:srgbClr val="654321"/>
                </a:solidFill>
                <a:latin typeface="Helvetica"/>
                <a:cs typeface="Helvetica"/>
              </a:rPr>
              <a:t>Min</a:t>
            </a:r>
            <a:endParaRPr lang="en-US" sz="2000" b="1" i="1" baseline="-25000" dirty="0">
              <a:solidFill>
                <a:srgbClr val="654321"/>
              </a:solidFill>
              <a:latin typeface="Helvetica"/>
              <a:cs typeface="Helvetica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213552" y="3763554"/>
            <a:ext cx="492477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rgbClr val="654321"/>
                </a:solidFill>
                <a:latin typeface="Helvetica"/>
                <a:cs typeface="Helvetica"/>
              </a:rPr>
              <a:t>Water           </a:t>
            </a:r>
            <a:r>
              <a:rPr lang="en-US" sz="2000" dirty="0">
                <a:solidFill>
                  <a:srgbClr val="654321"/>
                </a:solidFill>
                <a:latin typeface="Helvetica"/>
                <a:cs typeface="Helvetica"/>
              </a:rPr>
              <a:t>           </a:t>
            </a:r>
            <a:r>
              <a:rPr lang="en-US" sz="2000" i="1" dirty="0" err="1">
                <a:solidFill>
                  <a:srgbClr val="654321"/>
                </a:solidFill>
                <a:latin typeface="Helvetica"/>
                <a:cs typeface="Helvetica"/>
              </a:rPr>
              <a:t>TAW</a:t>
            </a:r>
            <a:r>
              <a:rPr lang="en-US" sz="2000" i="1" baseline="-25000" dirty="0" err="1">
                <a:solidFill>
                  <a:srgbClr val="654321"/>
                </a:solidFill>
                <a:latin typeface="Helvetica"/>
                <a:cs typeface="Helvetica"/>
              </a:rPr>
              <a:t>FTop</a:t>
            </a:r>
            <a:r>
              <a:rPr lang="en-US" sz="2000" dirty="0">
                <a:solidFill>
                  <a:srgbClr val="654321"/>
                </a:solidFill>
                <a:latin typeface="Helvetica"/>
                <a:cs typeface="Helvetica"/>
              </a:rPr>
              <a:t> &gt; </a:t>
            </a:r>
            <a:r>
              <a:rPr lang="en-US" sz="2000" i="1" dirty="0" err="1">
                <a:solidFill>
                  <a:srgbClr val="654321"/>
                </a:solidFill>
                <a:latin typeface="Helvetica"/>
                <a:cs typeface="Helvetica"/>
              </a:rPr>
              <a:t>GFW</a:t>
            </a:r>
            <a:r>
              <a:rPr lang="en-US" sz="2000" i="1" baseline="-25000" dirty="0" err="1">
                <a:solidFill>
                  <a:srgbClr val="654321"/>
                </a:solidFill>
                <a:latin typeface="Helvetica"/>
                <a:cs typeface="Helvetica"/>
              </a:rPr>
              <a:t>Min</a:t>
            </a:r>
            <a:endParaRPr lang="en-US" sz="2000" b="1" i="1" baseline="-25000" dirty="0">
              <a:solidFill>
                <a:srgbClr val="654321"/>
              </a:solidFill>
              <a:latin typeface="Helvetica"/>
              <a:cs typeface="Helvetica"/>
            </a:endParaRPr>
          </a:p>
        </p:txBody>
      </p:sp>
      <p:cxnSp>
        <p:nvCxnSpPr>
          <p:cNvPr id="8" name="Straight Connector 7"/>
          <p:cNvCxnSpPr/>
          <p:nvPr/>
        </p:nvCxnSpPr>
        <p:spPr>
          <a:xfrm flipV="1">
            <a:off x="5926665" y="3598333"/>
            <a:ext cx="1016000" cy="565331"/>
          </a:xfrm>
          <a:prstGeom prst="line">
            <a:avLst/>
          </a:prstGeom>
          <a:ln>
            <a:solidFill>
              <a:srgbClr val="A013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/>
        </p:nvCxnSpPr>
        <p:spPr>
          <a:xfrm>
            <a:off x="5926665" y="3102510"/>
            <a:ext cx="1016000" cy="495823"/>
          </a:xfrm>
          <a:prstGeom prst="line">
            <a:avLst/>
          </a:prstGeom>
          <a:ln>
            <a:solidFill>
              <a:srgbClr val="A013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TextBox 12"/>
          <p:cNvSpPr txBox="1"/>
          <p:nvPr/>
        </p:nvSpPr>
        <p:spPr>
          <a:xfrm>
            <a:off x="1721548" y="4603002"/>
            <a:ext cx="591255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 err="1">
                <a:solidFill>
                  <a:srgbClr val="654321"/>
                </a:solidFill>
              </a:rPr>
              <a:t>TMax</a:t>
            </a:r>
            <a:r>
              <a:rPr lang="en-US" i="1" baseline="-25000" dirty="0" err="1">
                <a:solidFill>
                  <a:srgbClr val="654321"/>
                </a:solidFill>
              </a:rPr>
              <a:t>Mean</a:t>
            </a:r>
            <a:r>
              <a:rPr lang="en-US" dirty="0">
                <a:solidFill>
                  <a:srgbClr val="654321"/>
                </a:solidFill>
              </a:rPr>
              <a:t> = Running Mean Daily Maximum Temperature</a:t>
            </a:r>
          </a:p>
          <a:p>
            <a:r>
              <a:rPr lang="en-US" i="1" dirty="0" err="1">
                <a:solidFill>
                  <a:srgbClr val="654321"/>
                </a:solidFill>
              </a:rPr>
              <a:t>TAW</a:t>
            </a:r>
            <a:r>
              <a:rPr lang="en-US" i="1" baseline="-25000" dirty="0" err="1">
                <a:solidFill>
                  <a:srgbClr val="654321"/>
                </a:solidFill>
              </a:rPr>
              <a:t>FTop</a:t>
            </a:r>
            <a:r>
              <a:rPr lang="en-US" dirty="0">
                <a:solidFill>
                  <a:srgbClr val="654321"/>
                </a:solidFill>
              </a:rPr>
              <a:t>   = Running Mean Total Available Water (TAW) </a:t>
            </a:r>
          </a:p>
          <a:p>
            <a:r>
              <a:rPr lang="en-US" dirty="0">
                <a:solidFill>
                  <a:srgbClr val="654321"/>
                </a:solidFill>
              </a:rPr>
              <a:t>                        Fraction in Top Three Soil Layers (</a:t>
            </a:r>
            <a:r>
              <a:rPr lang="en-US" dirty="0" err="1">
                <a:solidFill>
                  <a:srgbClr val="654321"/>
                </a:solidFill>
              </a:rPr>
              <a:t>FTop</a:t>
            </a:r>
            <a:r>
              <a:rPr lang="en-US" dirty="0">
                <a:solidFill>
                  <a:srgbClr val="654321"/>
                </a:solidFill>
              </a:rPr>
              <a:t>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81670" y="5926668"/>
            <a:ext cx="6659470" cy="461665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2400" i="1" dirty="0" err="1">
                <a:solidFill>
                  <a:srgbClr val="654321"/>
                </a:solidFill>
              </a:rPr>
              <a:t>Flag</a:t>
            </a:r>
            <a:r>
              <a:rPr lang="en-US" sz="2400" i="1" baseline="-25000" dirty="0" err="1">
                <a:solidFill>
                  <a:srgbClr val="654321"/>
                </a:solidFill>
              </a:rPr>
              <a:t>Assim</a:t>
            </a:r>
            <a:r>
              <a:rPr lang="en-US" sz="2400" baseline="-25000" dirty="0">
                <a:solidFill>
                  <a:srgbClr val="654321"/>
                </a:solidFill>
              </a:rPr>
              <a:t> </a:t>
            </a:r>
            <a:r>
              <a:rPr lang="en-US" sz="2400" dirty="0">
                <a:solidFill>
                  <a:srgbClr val="654321"/>
                </a:solidFill>
              </a:rPr>
              <a:t>and </a:t>
            </a:r>
            <a:r>
              <a:rPr lang="en-US" sz="2400" i="1" dirty="0" err="1">
                <a:solidFill>
                  <a:srgbClr val="654321"/>
                </a:solidFill>
              </a:rPr>
              <a:t>Flag</a:t>
            </a:r>
            <a:r>
              <a:rPr lang="en-US" sz="2400" i="1" baseline="-25000" dirty="0" err="1">
                <a:solidFill>
                  <a:srgbClr val="654321"/>
                </a:solidFill>
              </a:rPr>
              <a:t>GSS</a:t>
            </a:r>
            <a:r>
              <a:rPr lang="en-US" sz="2400" dirty="0">
                <a:solidFill>
                  <a:srgbClr val="654321"/>
                </a:solidFill>
              </a:rPr>
              <a:t> </a:t>
            </a:r>
            <a:r>
              <a:rPr lang="en-US" sz="2400" dirty="0">
                <a:solidFill>
                  <a:srgbClr val="A01300"/>
                </a:solidFill>
                <a:latin typeface="Wingdings"/>
                <a:ea typeface="Wingdings"/>
                <a:cs typeface="Wingdings"/>
                <a:sym typeface="Wingdings"/>
              </a:rPr>
              <a:t></a:t>
            </a:r>
            <a:r>
              <a:rPr lang="en-US" sz="2400" dirty="0">
                <a:solidFill>
                  <a:srgbClr val="A01300"/>
                </a:solidFill>
                <a:latin typeface="Helvetica"/>
                <a:ea typeface="Wingdings"/>
                <a:cs typeface="Helvetica"/>
                <a:sym typeface="Wingdings"/>
              </a:rPr>
              <a:t> </a:t>
            </a:r>
            <a:r>
              <a:rPr lang="en-US" sz="2400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Reset Seasonal Variables </a:t>
            </a:r>
            <a:endParaRPr lang="en-US" sz="2400" dirty="0">
              <a:solidFill>
                <a:srgbClr val="654321"/>
              </a:solidFill>
              <a:latin typeface="Helvetica"/>
              <a:cs typeface="Helvetica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C070C64-9692-9547-A3D2-3C6C3332A563}"/>
              </a:ext>
            </a:extLst>
          </p:cNvPr>
          <p:cNvSpPr txBox="1"/>
          <p:nvPr/>
        </p:nvSpPr>
        <p:spPr>
          <a:xfrm>
            <a:off x="252737" y="292930"/>
            <a:ext cx="8638526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Dynamic Phenology: Growing Season Start</a:t>
            </a:r>
          </a:p>
        </p:txBody>
      </p:sp>
    </p:spTree>
    <p:extLst>
      <p:ext uri="{BB962C8B-B14F-4D97-AF65-F5344CB8AC3E}">
        <p14:creationId xmlns:p14="http://schemas.microsoft.com/office/powerpoint/2010/main" val="104480819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C9EE697D-D35F-954E-B24F-181876E85737}"/>
              </a:ext>
            </a:extLst>
          </p:cNvPr>
          <p:cNvGrpSpPr/>
          <p:nvPr/>
        </p:nvGrpSpPr>
        <p:grpSpPr>
          <a:xfrm>
            <a:off x="6086319" y="3281519"/>
            <a:ext cx="1766763" cy="3069733"/>
            <a:chOff x="2700744" y="2064394"/>
            <a:chExt cx="2879972" cy="3910084"/>
          </a:xfrm>
        </p:grpSpPr>
        <p:sp>
          <p:nvSpPr>
            <p:cNvPr id="11" name="Arc 10">
              <a:extLst>
                <a:ext uri="{FF2B5EF4-FFF2-40B4-BE49-F238E27FC236}">
                  <a16:creationId xmlns:a16="http://schemas.microsoft.com/office/drawing/2014/main" id="{0A8065F9-96DF-244F-A5D4-29A966312805}"/>
                </a:ext>
              </a:extLst>
            </p:cNvPr>
            <p:cNvSpPr/>
            <p:nvPr/>
          </p:nvSpPr>
          <p:spPr>
            <a:xfrm>
              <a:off x="2700744" y="2210527"/>
              <a:ext cx="1372082" cy="440385"/>
            </a:xfrm>
            <a:prstGeom prst="arc">
              <a:avLst/>
            </a:prstGeom>
            <a:noFill/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Arc 11">
              <a:extLst>
                <a:ext uri="{FF2B5EF4-FFF2-40B4-BE49-F238E27FC236}">
                  <a16:creationId xmlns:a16="http://schemas.microsoft.com/office/drawing/2014/main" id="{9DF9A1C2-AF0B-0944-A365-1F7C9713D0B6}"/>
                </a:ext>
              </a:extLst>
            </p:cNvPr>
            <p:cNvSpPr/>
            <p:nvPr/>
          </p:nvSpPr>
          <p:spPr>
            <a:xfrm rot="1338627">
              <a:off x="2758564" y="2065780"/>
              <a:ext cx="1372082" cy="440385"/>
            </a:xfrm>
            <a:prstGeom prst="arc">
              <a:avLst/>
            </a:prstGeom>
            <a:noFill/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A2FAD0F2-994E-6A4E-8915-277C4E5ABCBA}"/>
                </a:ext>
              </a:extLst>
            </p:cNvPr>
            <p:cNvSpPr/>
            <p:nvPr/>
          </p:nvSpPr>
          <p:spPr>
            <a:xfrm>
              <a:off x="4079525" y="2066908"/>
              <a:ext cx="58909" cy="373291"/>
            </a:xfrm>
            <a:prstGeom prst="rect">
              <a:avLst/>
            </a:pr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Arc 15">
              <a:extLst>
                <a:ext uri="{FF2B5EF4-FFF2-40B4-BE49-F238E27FC236}">
                  <a16:creationId xmlns:a16="http://schemas.microsoft.com/office/drawing/2014/main" id="{0CA2391E-9E43-9040-95E3-E856059089A7}"/>
                </a:ext>
              </a:extLst>
            </p:cNvPr>
            <p:cNvSpPr/>
            <p:nvPr/>
          </p:nvSpPr>
          <p:spPr>
            <a:xfrm flipH="1">
              <a:off x="4155299" y="2215665"/>
              <a:ext cx="1224347" cy="440385"/>
            </a:xfrm>
            <a:prstGeom prst="arc">
              <a:avLst/>
            </a:prstGeom>
            <a:noFill/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Arc 16">
              <a:extLst>
                <a:ext uri="{FF2B5EF4-FFF2-40B4-BE49-F238E27FC236}">
                  <a16:creationId xmlns:a16="http://schemas.microsoft.com/office/drawing/2014/main" id="{5F93D0AF-BD40-0C42-AEA4-DF1B9E86ABF8}"/>
                </a:ext>
              </a:extLst>
            </p:cNvPr>
            <p:cNvSpPr/>
            <p:nvPr/>
          </p:nvSpPr>
          <p:spPr>
            <a:xfrm rot="20295794" flipH="1">
              <a:off x="4085690" y="2064394"/>
              <a:ext cx="1495026" cy="432629"/>
            </a:xfrm>
            <a:prstGeom prst="arc">
              <a:avLst/>
            </a:prstGeom>
            <a:noFill/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32A0E5C8-D85C-1747-9835-6D18D17B81D7}"/>
                </a:ext>
              </a:extLst>
            </p:cNvPr>
            <p:cNvSpPr/>
            <p:nvPr/>
          </p:nvSpPr>
          <p:spPr>
            <a:xfrm flipH="1">
              <a:off x="4120220" y="4301990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3D78A8EE-9CF4-444E-85AB-35ED964E5233}"/>
                </a:ext>
              </a:extLst>
            </p:cNvPr>
            <p:cNvSpPr/>
            <p:nvPr/>
          </p:nvSpPr>
          <p:spPr>
            <a:xfrm>
              <a:off x="3419928" y="4295795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F5367B88-822B-1E4C-B307-FD16D7820A77}"/>
                </a:ext>
              </a:extLst>
            </p:cNvPr>
            <p:cNvSpPr/>
            <p:nvPr/>
          </p:nvSpPr>
          <p:spPr>
            <a:xfrm>
              <a:off x="4043723" y="3433872"/>
              <a:ext cx="140681" cy="1871659"/>
            </a:xfrm>
            <a:prstGeom prst="rect">
              <a:avLst/>
            </a:pr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AFAF3E37-085B-204D-B50B-98160FAB921D}"/>
                </a:ext>
              </a:extLst>
            </p:cNvPr>
            <p:cNvSpPr/>
            <p:nvPr/>
          </p:nvSpPr>
          <p:spPr>
            <a:xfrm>
              <a:off x="3045717" y="3487582"/>
              <a:ext cx="1013509" cy="24226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70A6E25F-5063-174A-812D-587E187E8BEA}"/>
                </a:ext>
              </a:extLst>
            </p:cNvPr>
            <p:cNvSpPr/>
            <p:nvPr/>
          </p:nvSpPr>
          <p:spPr>
            <a:xfrm flipH="1">
              <a:off x="4155300" y="3481315"/>
              <a:ext cx="1065946" cy="25479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648684B2-65FF-4340-8FC9-4AFCC122E3B1}"/>
                </a:ext>
              </a:extLst>
            </p:cNvPr>
            <p:cNvSpPr/>
            <p:nvPr/>
          </p:nvSpPr>
          <p:spPr>
            <a:xfrm rot="20572658">
              <a:off x="3223859" y="2947203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E562BFBA-C6FE-914A-A333-C84C08220CA8}"/>
                </a:ext>
              </a:extLst>
            </p:cNvPr>
            <p:cNvSpPr/>
            <p:nvPr/>
          </p:nvSpPr>
          <p:spPr>
            <a:xfrm rot="1007770" flipH="1">
              <a:off x="4057876" y="2945176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BEEC3BF2-191A-3D4D-9A1E-96D6BC137EA2}"/>
                </a:ext>
              </a:extLst>
            </p:cNvPr>
            <p:cNvSpPr/>
            <p:nvPr/>
          </p:nvSpPr>
          <p:spPr>
            <a:xfrm>
              <a:off x="3478000" y="5285405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CCF366DB-0EE3-0B48-976B-51006AFE848F}"/>
                </a:ext>
              </a:extLst>
            </p:cNvPr>
            <p:cNvSpPr/>
            <p:nvPr/>
          </p:nvSpPr>
          <p:spPr>
            <a:xfrm rot="21085137">
              <a:off x="3518753" y="5311700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3887FE15-0C15-1544-8126-2376F89A3D01}"/>
                </a:ext>
              </a:extLst>
            </p:cNvPr>
            <p:cNvSpPr/>
            <p:nvPr/>
          </p:nvSpPr>
          <p:spPr>
            <a:xfrm>
              <a:off x="3812322" y="5285405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461D023A-34BB-654F-990F-5F990B6904BD}"/>
                </a:ext>
              </a:extLst>
            </p:cNvPr>
            <p:cNvSpPr/>
            <p:nvPr/>
          </p:nvSpPr>
          <p:spPr>
            <a:xfrm>
              <a:off x="3936021" y="5285401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49FCD170-1A43-024C-A94E-2CB064376935}"/>
                </a:ext>
              </a:extLst>
            </p:cNvPr>
            <p:cNvSpPr/>
            <p:nvPr/>
          </p:nvSpPr>
          <p:spPr>
            <a:xfrm flipH="1">
              <a:off x="4112394" y="5296664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03D5D348-E768-6A4B-8A38-0F858CF7E76F}"/>
                </a:ext>
              </a:extLst>
            </p:cNvPr>
            <p:cNvSpPr/>
            <p:nvPr/>
          </p:nvSpPr>
          <p:spPr>
            <a:xfrm rot="21085137" flipH="1">
              <a:off x="4199724" y="5257889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09DD22D6-CE3A-1C43-B538-242B12638807}"/>
                </a:ext>
              </a:extLst>
            </p:cNvPr>
            <p:cNvSpPr/>
            <p:nvPr/>
          </p:nvSpPr>
          <p:spPr>
            <a:xfrm flipH="1">
              <a:off x="4116519" y="5285402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EB95D8F3-C830-384D-99B8-5CB57B957F68}"/>
                </a:ext>
              </a:extLst>
            </p:cNvPr>
            <p:cNvSpPr/>
            <p:nvPr/>
          </p:nvSpPr>
          <p:spPr>
            <a:xfrm flipH="1">
              <a:off x="4110285" y="5296665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63DF64F1-D835-8D4F-86CC-374F887C3AFD}"/>
                </a:ext>
              </a:extLst>
            </p:cNvPr>
            <p:cNvSpPr/>
            <p:nvPr/>
          </p:nvSpPr>
          <p:spPr>
            <a:xfrm flipV="1">
              <a:off x="3464867" y="2534957"/>
              <a:ext cx="655353" cy="16645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D794F8AC-279F-444E-BD2F-5CAB499CFA93}"/>
                </a:ext>
              </a:extLst>
            </p:cNvPr>
            <p:cNvSpPr/>
            <p:nvPr/>
          </p:nvSpPr>
          <p:spPr>
            <a:xfrm flipH="1" flipV="1">
              <a:off x="4086426" y="2545933"/>
              <a:ext cx="561437" cy="14260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3BBFF5F3-375F-E44D-9B5D-ED7E3BA139C1}"/>
                </a:ext>
              </a:extLst>
            </p:cNvPr>
            <p:cNvSpPr/>
            <p:nvPr/>
          </p:nvSpPr>
          <p:spPr>
            <a:xfrm>
              <a:off x="4072826" y="2426790"/>
              <a:ext cx="82474" cy="1871659"/>
            </a:xfrm>
            <a:prstGeom prst="rect">
              <a:avLst/>
            </a:pr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89076222-3CFB-3746-B8E6-39F303031E1B}"/>
                </a:ext>
              </a:extLst>
            </p:cNvPr>
            <p:cNvGrpSpPr/>
            <p:nvPr/>
          </p:nvGrpSpPr>
          <p:grpSpPr>
            <a:xfrm rot="19543999">
              <a:off x="3849480" y="3968472"/>
              <a:ext cx="215295" cy="479547"/>
              <a:chOff x="921576" y="786058"/>
              <a:chExt cx="2317203" cy="5380352"/>
            </a:xfrm>
            <a:solidFill>
              <a:srgbClr val="E3D579"/>
            </a:solidFill>
          </p:grpSpPr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D94DD885-35D2-5E42-93D5-A2EB9B217BD8}"/>
                  </a:ext>
                </a:extLst>
              </p:cNvPr>
              <p:cNvSpPr/>
              <p:nvPr/>
            </p:nvSpPr>
            <p:spPr>
              <a:xfrm rot="20486107">
                <a:off x="1700883" y="786058"/>
                <a:ext cx="825199" cy="1937307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" name="Freeform 37">
                <a:extLst>
                  <a:ext uri="{FF2B5EF4-FFF2-40B4-BE49-F238E27FC236}">
                    <a16:creationId xmlns:a16="http://schemas.microsoft.com/office/drawing/2014/main" id="{07E2C9E5-1A8A-8D4A-B0D8-DEBA19BB654E}"/>
                  </a:ext>
                </a:extLst>
              </p:cNvPr>
              <p:cNvSpPr/>
              <p:nvPr/>
            </p:nvSpPr>
            <p:spPr>
              <a:xfrm flipH="1">
                <a:off x="2051310" y="1019787"/>
                <a:ext cx="818382" cy="28402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" name="Freeform 38">
                <a:extLst>
                  <a:ext uri="{FF2B5EF4-FFF2-40B4-BE49-F238E27FC236}">
                    <a16:creationId xmlns:a16="http://schemas.microsoft.com/office/drawing/2014/main" id="{AF899116-924D-9D46-97BD-2219AA32567F}"/>
                  </a:ext>
                </a:extLst>
              </p:cNvPr>
              <p:cNvSpPr/>
              <p:nvPr/>
            </p:nvSpPr>
            <p:spPr>
              <a:xfrm>
                <a:off x="1191591" y="1008396"/>
                <a:ext cx="825199" cy="2863938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529B4B9D-5499-754E-97A1-94236112D124}"/>
                  </a:ext>
                </a:extLst>
              </p:cNvPr>
              <p:cNvSpPr/>
              <p:nvPr/>
            </p:nvSpPr>
            <p:spPr>
              <a:xfrm>
                <a:off x="1680856" y="1348591"/>
                <a:ext cx="795003" cy="4238213"/>
              </a:xfrm>
              <a:prstGeom prst="rect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41" name="Oval 40">
                <a:extLst>
                  <a:ext uri="{FF2B5EF4-FFF2-40B4-BE49-F238E27FC236}">
                    <a16:creationId xmlns:a16="http://schemas.microsoft.com/office/drawing/2014/main" id="{2EF48A20-6A0A-CB43-8698-EB7392B23C29}"/>
                  </a:ext>
                </a:extLst>
              </p:cNvPr>
              <p:cNvSpPr/>
              <p:nvPr/>
            </p:nvSpPr>
            <p:spPr>
              <a:xfrm>
                <a:off x="1749692" y="1008396"/>
                <a:ext cx="179851" cy="20554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id="{EC2F3B0A-1BF1-7C4F-93F6-3D9960F3BC96}"/>
                  </a:ext>
                </a:extLst>
              </p:cNvPr>
              <p:cNvSpPr/>
              <p:nvPr/>
            </p:nvSpPr>
            <p:spPr>
              <a:xfrm>
                <a:off x="1678802" y="11691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46CD9017-2E89-D447-8D57-918FAC9B9C34}"/>
                  </a:ext>
                </a:extLst>
              </p:cNvPr>
              <p:cNvSpPr/>
              <p:nvPr/>
            </p:nvSpPr>
            <p:spPr>
              <a:xfrm>
                <a:off x="1852930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0B53B9E9-8325-924A-88D3-17FDCE42F2F5}"/>
                  </a:ext>
                </a:extLst>
              </p:cNvPr>
              <p:cNvSpPr/>
              <p:nvPr/>
            </p:nvSpPr>
            <p:spPr>
              <a:xfrm>
                <a:off x="2010245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" name="Oval 44">
                <a:extLst>
                  <a:ext uri="{FF2B5EF4-FFF2-40B4-BE49-F238E27FC236}">
                    <a16:creationId xmlns:a16="http://schemas.microsoft.com/office/drawing/2014/main" id="{4D9AC384-1E05-454C-BB7D-706F06DAADFB}"/>
                  </a:ext>
                </a:extLst>
              </p:cNvPr>
              <p:cNvSpPr/>
              <p:nvPr/>
            </p:nvSpPr>
            <p:spPr>
              <a:xfrm>
                <a:off x="2216722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" name="Oval 45">
                <a:extLst>
                  <a:ext uri="{FF2B5EF4-FFF2-40B4-BE49-F238E27FC236}">
                    <a16:creationId xmlns:a16="http://schemas.microsoft.com/office/drawing/2014/main" id="{F286FC63-BC72-7A4C-9ABF-03F9184B1F9A}"/>
                  </a:ext>
                </a:extLst>
              </p:cNvPr>
              <p:cNvSpPr/>
              <p:nvPr/>
            </p:nvSpPr>
            <p:spPr>
              <a:xfrm>
                <a:off x="1952319" y="1014919"/>
                <a:ext cx="174526" cy="199459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" name="Oval 46">
                <a:extLst>
                  <a:ext uri="{FF2B5EF4-FFF2-40B4-BE49-F238E27FC236}">
                    <a16:creationId xmlns:a16="http://schemas.microsoft.com/office/drawing/2014/main" id="{88A865BE-24BC-E545-9C60-A58FAE679933}"/>
                  </a:ext>
                </a:extLst>
              </p:cNvPr>
              <p:cNvSpPr/>
              <p:nvPr/>
            </p:nvSpPr>
            <p:spPr>
              <a:xfrm>
                <a:off x="2150691" y="1029395"/>
                <a:ext cx="184014" cy="186429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" name="Oval 47">
                <a:extLst>
                  <a:ext uri="{FF2B5EF4-FFF2-40B4-BE49-F238E27FC236}">
                    <a16:creationId xmlns:a16="http://schemas.microsoft.com/office/drawing/2014/main" id="{50A591ED-A7A4-6B4C-A5D5-73946C90C82E}"/>
                  </a:ext>
                </a:extLst>
              </p:cNvPr>
              <p:cNvSpPr/>
              <p:nvPr/>
            </p:nvSpPr>
            <p:spPr>
              <a:xfrm>
                <a:off x="1543215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" name="Oval 48">
                <a:extLst>
                  <a:ext uri="{FF2B5EF4-FFF2-40B4-BE49-F238E27FC236}">
                    <a16:creationId xmlns:a16="http://schemas.microsoft.com/office/drawing/2014/main" id="{EEF7CCC5-9D02-9149-A672-C4B904353D09}"/>
                  </a:ext>
                </a:extLst>
              </p:cNvPr>
              <p:cNvSpPr/>
              <p:nvPr/>
            </p:nvSpPr>
            <p:spPr>
              <a:xfrm>
                <a:off x="1749691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" name="Oval 49">
                <a:extLst>
                  <a:ext uri="{FF2B5EF4-FFF2-40B4-BE49-F238E27FC236}">
                    <a16:creationId xmlns:a16="http://schemas.microsoft.com/office/drawing/2014/main" id="{D0D81085-9B71-E643-A215-F94D1C3C6674}"/>
                  </a:ext>
                </a:extLst>
              </p:cNvPr>
              <p:cNvSpPr/>
              <p:nvPr/>
            </p:nvSpPr>
            <p:spPr>
              <a:xfrm>
                <a:off x="1907006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" name="Oval 50">
                <a:extLst>
                  <a:ext uri="{FF2B5EF4-FFF2-40B4-BE49-F238E27FC236}">
                    <a16:creationId xmlns:a16="http://schemas.microsoft.com/office/drawing/2014/main" id="{82106856-24A9-1049-9C42-F66C493B0CE3}"/>
                  </a:ext>
                </a:extLst>
              </p:cNvPr>
              <p:cNvSpPr/>
              <p:nvPr/>
            </p:nvSpPr>
            <p:spPr>
              <a:xfrm>
                <a:off x="2113483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" name="Oval 51">
                <a:extLst>
                  <a:ext uri="{FF2B5EF4-FFF2-40B4-BE49-F238E27FC236}">
                    <a16:creationId xmlns:a16="http://schemas.microsoft.com/office/drawing/2014/main" id="{C937D33A-1FB1-EF4F-BD83-09461A571807}"/>
                  </a:ext>
                </a:extLst>
              </p:cNvPr>
              <p:cNvSpPr/>
              <p:nvPr/>
            </p:nvSpPr>
            <p:spPr>
              <a:xfrm>
                <a:off x="2295379" y="134175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" name="Oval 52">
                <a:extLst>
                  <a:ext uri="{FF2B5EF4-FFF2-40B4-BE49-F238E27FC236}">
                    <a16:creationId xmlns:a16="http://schemas.microsoft.com/office/drawing/2014/main" id="{23F5509D-A1E6-DB47-A19F-DAD5C871B32E}"/>
                  </a:ext>
                </a:extLst>
              </p:cNvPr>
              <p:cNvSpPr/>
              <p:nvPr/>
            </p:nvSpPr>
            <p:spPr>
              <a:xfrm>
                <a:off x="1567791" y="15384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4" name="Oval 53">
                <a:extLst>
                  <a:ext uri="{FF2B5EF4-FFF2-40B4-BE49-F238E27FC236}">
                    <a16:creationId xmlns:a16="http://schemas.microsoft.com/office/drawing/2014/main" id="{A384AEBB-671F-6A43-9617-3C9DD0429C1C}"/>
                  </a:ext>
                </a:extLst>
              </p:cNvPr>
              <p:cNvSpPr/>
              <p:nvPr/>
            </p:nvSpPr>
            <p:spPr>
              <a:xfrm>
                <a:off x="1712817" y="155806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" name="Oval 54">
                <a:extLst>
                  <a:ext uri="{FF2B5EF4-FFF2-40B4-BE49-F238E27FC236}">
                    <a16:creationId xmlns:a16="http://schemas.microsoft.com/office/drawing/2014/main" id="{C7685C20-184F-FE4B-98CD-DD2062DDC438}"/>
                  </a:ext>
                </a:extLst>
              </p:cNvPr>
              <p:cNvSpPr/>
              <p:nvPr/>
            </p:nvSpPr>
            <p:spPr>
              <a:xfrm>
                <a:off x="1882417" y="154823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" name="Oval 55">
                <a:extLst>
                  <a:ext uri="{FF2B5EF4-FFF2-40B4-BE49-F238E27FC236}">
                    <a16:creationId xmlns:a16="http://schemas.microsoft.com/office/drawing/2014/main" id="{F38F84BC-9F6E-B340-9926-58EAD25F0D52}"/>
                  </a:ext>
                </a:extLst>
              </p:cNvPr>
              <p:cNvSpPr/>
              <p:nvPr/>
            </p:nvSpPr>
            <p:spPr>
              <a:xfrm>
                <a:off x="2101183" y="154823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" name="Oval 56">
                <a:extLst>
                  <a:ext uri="{FF2B5EF4-FFF2-40B4-BE49-F238E27FC236}">
                    <a16:creationId xmlns:a16="http://schemas.microsoft.com/office/drawing/2014/main" id="{84A2CF90-56C0-B644-BC93-CF016BB1F09B}"/>
                  </a:ext>
                </a:extLst>
              </p:cNvPr>
              <p:cNvSpPr/>
              <p:nvPr/>
            </p:nvSpPr>
            <p:spPr>
              <a:xfrm>
                <a:off x="2319955" y="152856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8" name="Oval 57">
                <a:extLst>
                  <a:ext uri="{FF2B5EF4-FFF2-40B4-BE49-F238E27FC236}">
                    <a16:creationId xmlns:a16="http://schemas.microsoft.com/office/drawing/2014/main" id="{21525D75-BDC2-AC44-BF83-A9B203EECC8D}"/>
                  </a:ext>
                </a:extLst>
              </p:cNvPr>
              <p:cNvSpPr/>
              <p:nvPr/>
            </p:nvSpPr>
            <p:spPr>
              <a:xfrm>
                <a:off x="1523542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9" name="Oval 58">
                <a:extLst>
                  <a:ext uri="{FF2B5EF4-FFF2-40B4-BE49-F238E27FC236}">
                    <a16:creationId xmlns:a16="http://schemas.microsoft.com/office/drawing/2014/main" id="{DD4E040D-69A8-BD48-98CD-1275491781D9}"/>
                  </a:ext>
                </a:extLst>
              </p:cNvPr>
              <p:cNvSpPr/>
              <p:nvPr/>
            </p:nvSpPr>
            <p:spPr>
              <a:xfrm>
                <a:off x="1730018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0" name="Oval 59">
                <a:extLst>
                  <a:ext uri="{FF2B5EF4-FFF2-40B4-BE49-F238E27FC236}">
                    <a16:creationId xmlns:a16="http://schemas.microsoft.com/office/drawing/2014/main" id="{ECAF3E3F-1A66-4D40-81E1-BC46F7C609D7}"/>
                  </a:ext>
                </a:extLst>
              </p:cNvPr>
              <p:cNvSpPr/>
              <p:nvPr/>
            </p:nvSpPr>
            <p:spPr>
              <a:xfrm>
                <a:off x="1887333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1" name="Oval 60">
                <a:extLst>
                  <a:ext uri="{FF2B5EF4-FFF2-40B4-BE49-F238E27FC236}">
                    <a16:creationId xmlns:a16="http://schemas.microsoft.com/office/drawing/2014/main" id="{E579490C-F5C1-2441-9018-A4742827ECB6}"/>
                  </a:ext>
                </a:extLst>
              </p:cNvPr>
              <p:cNvSpPr/>
              <p:nvPr/>
            </p:nvSpPr>
            <p:spPr>
              <a:xfrm>
                <a:off x="2093810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2" name="Oval 61">
                <a:extLst>
                  <a:ext uri="{FF2B5EF4-FFF2-40B4-BE49-F238E27FC236}">
                    <a16:creationId xmlns:a16="http://schemas.microsoft.com/office/drawing/2014/main" id="{C8F2C50D-5F0E-7343-ADE3-350CF6FD432C}"/>
                  </a:ext>
                </a:extLst>
              </p:cNvPr>
              <p:cNvSpPr/>
              <p:nvPr/>
            </p:nvSpPr>
            <p:spPr>
              <a:xfrm>
                <a:off x="2275706" y="175471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E33DC3FE-15E3-8442-A51A-67F389EB6C77}"/>
                  </a:ext>
                </a:extLst>
              </p:cNvPr>
              <p:cNvSpPr/>
              <p:nvPr/>
            </p:nvSpPr>
            <p:spPr>
              <a:xfrm>
                <a:off x="1548118" y="195135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085D5545-BE11-DD42-A13A-C7C4B0C230E9}"/>
                  </a:ext>
                </a:extLst>
              </p:cNvPr>
              <p:cNvSpPr/>
              <p:nvPr/>
            </p:nvSpPr>
            <p:spPr>
              <a:xfrm>
                <a:off x="1693144" y="197102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" name="Oval 64">
                <a:extLst>
                  <a:ext uri="{FF2B5EF4-FFF2-40B4-BE49-F238E27FC236}">
                    <a16:creationId xmlns:a16="http://schemas.microsoft.com/office/drawing/2014/main" id="{DE139C7B-C2C1-7546-80FA-4C1F71749601}"/>
                  </a:ext>
                </a:extLst>
              </p:cNvPr>
              <p:cNvSpPr/>
              <p:nvPr/>
            </p:nvSpPr>
            <p:spPr>
              <a:xfrm>
                <a:off x="1862744" y="196118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" name="Oval 65">
                <a:extLst>
                  <a:ext uri="{FF2B5EF4-FFF2-40B4-BE49-F238E27FC236}">
                    <a16:creationId xmlns:a16="http://schemas.microsoft.com/office/drawing/2014/main" id="{71879A69-3C4D-FB41-8739-8270FC78FC63}"/>
                  </a:ext>
                </a:extLst>
              </p:cNvPr>
              <p:cNvSpPr/>
              <p:nvPr/>
            </p:nvSpPr>
            <p:spPr>
              <a:xfrm>
                <a:off x="2081510" y="196118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7" name="Oval 66">
                <a:extLst>
                  <a:ext uri="{FF2B5EF4-FFF2-40B4-BE49-F238E27FC236}">
                    <a16:creationId xmlns:a16="http://schemas.microsoft.com/office/drawing/2014/main" id="{B5F191AB-0FCF-4F46-9D3B-0900B97A1EE3}"/>
                  </a:ext>
                </a:extLst>
              </p:cNvPr>
              <p:cNvSpPr/>
              <p:nvPr/>
            </p:nvSpPr>
            <p:spPr>
              <a:xfrm>
                <a:off x="2300282" y="194152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8" name="Oval 67">
                <a:extLst>
                  <a:ext uri="{FF2B5EF4-FFF2-40B4-BE49-F238E27FC236}">
                    <a16:creationId xmlns:a16="http://schemas.microsoft.com/office/drawing/2014/main" id="{B905769B-8BA4-064C-82D7-E51303CEA60F}"/>
                  </a:ext>
                </a:extLst>
              </p:cNvPr>
              <p:cNvSpPr/>
              <p:nvPr/>
            </p:nvSpPr>
            <p:spPr>
              <a:xfrm>
                <a:off x="1604666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9" name="Oval 68">
                <a:extLst>
                  <a:ext uri="{FF2B5EF4-FFF2-40B4-BE49-F238E27FC236}">
                    <a16:creationId xmlns:a16="http://schemas.microsoft.com/office/drawing/2014/main" id="{F3CE8C69-32DC-BE44-9A8E-A671A1C7294E}"/>
                  </a:ext>
                </a:extLst>
              </p:cNvPr>
              <p:cNvSpPr/>
              <p:nvPr/>
            </p:nvSpPr>
            <p:spPr>
              <a:xfrm>
                <a:off x="1811142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0" name="Oval 69">
                <a:extLst>
                  <a:ext uri="{FF2B5EF4-FFF2-40B4-BE49-F238E27FC236}">
                    <a16:creationId xmlns:a16="http://schemas.microsoft.com/office/drawing/2014/main" id="{D58E8150-9FFA-B44A-A0EC-1BB0CB6718CB}"/>
                  </a:ext>
                </a:extLst>
              </p:cNvPr>
              <p:cNvSpPr/>
              <p:nvPr/>
            </p:nvSpPr>
            <p:spPr>
              <a:xfrm>
                <a:off x="1968457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1" name="Oval 70">
                <a:extLst>
                  <a:ext uri="{FF2B5EF4-FFF2-40B4-BE49-F238E27FC236}">
                    <a16:creationId xmlns:a16="http://schemas.microsoft.com/office/drawing/2014/main" id="{6FAB5C5A-1501-264C-AD08-31D50A969CD4}"/>
                  </a:ext>
                </a:extLst>
              </p:cNvPr>
              <p:cNvSpPr/>
              <p:nvPr/>
            </p:nvSpPr>
            <p:spPr>
              <a:xfrm>
                <a:off x="2174934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2EEF8343-7695-C248-9C86-101A4844E380}"/>
                  </a:ext>
                </a:extLst>
              </p:cNvPr>
              <p:cNvSpPr/>
              <p:nvPr/>
            </p:nvSpPr>
            <p:spPr>
              <a:xfrm>
                <a:off x="2356830" y="215782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3" name="Oval 72">
                <a:extLst>
                  <a:ext uri="{FF2B5EF4-FFF2-40B4-BE49-F238E27FC236}">
                    <a16:creationId xmlns:a16="http://schemas.microsoft.com/office/drawing/2014/main" id="{835BC1AB-6E8C-754C-BA3D-DF16280F4162}"/>
                  </a:ext>
                </a:extLst>
              </p:cNvPr>
              <p:cNvSpPr/>
              <p:nvPr/>
            </p:nvSpPr>
            <p:spPr>
              <a:xfrm>
                <a:off x="1629242" y="235447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4" name="Oval 73">
                <a:extLst>
                  <a:ext uri="{FF2B5EF4-FFF2-40B4-BE49-F238E27FC236}">
                    <a16:creationId xmlns:a16="http://schemas.microsoft.com/office/drawing/2014/main" id="{3BC292F4-6918-7E4D-BABB-6A112F24FE23}"/>
                  </a:ext>
                </a:extLst>
              </p:cNvPr>
              <p:cNvSpPr/>
              <p:nvPr/>
            </p:nvSpPr>
            <p:spPr>
              <a:xfrm>
                <a:off x="1774268" y="23741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" name="Oval 74">
                <a:extLst>
                  <a:ext uri="{FF2B5EF4-FFF2-40B4-BE49-F238E27FC236}">
                    <a16:creationId xmlns:a16="http://schemas.microsoft.com/office/drawing/2014/main" id="{2BC4F15F-B45E-0442-92B5-86F226DD2982}"/>
                  </a:ext>
                </a:extLst>
              </p:cNvPr>
              <p:cNvSpPr/>
              <p:nvPr/>
            </p:nvSpPr>
            <p:spPr>
              <a:xfrm>
                <a:off x="1943868" y="236430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" name="Oval 75">
                <a:extLst>
                  <a:ext uri="{FF2B5EF4-FFF2-40B4-BE49-F238E27FC236}">
                    <a16:creationId xmlns:a16="http://schemas.microsoft.com/office/drawing/2014/main" id="{E2ACE4F2-D826-194C-9EE5-242AC9588AD9}"/>
                  </a:ext>
                </a:extLst>
              </p:cNvPr>
              <p:cNvSpPr/>
              <p:nvPr/>
            </p:nvSpPr>
            <p:spPr>
              <a:xfrm>
                <a:off x="2162634" y="236430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" name="Oval 76">
                <a:extLst>
                  <a:ext uri="{FF2B5EF4-FFF2-40B4-BE49-F238E27FC236}">
                    <a16:creationId xmlns:a16="http://schemas.microsoft.com/office/drawing/2014/main" id="{C055E658-9756-854E-90EA-A33214B3C5B0}"/>
                  </a:ext>
                </a:extLst>
              </p:cNvPr>
              <p:cNvSpPr/>
              <p:nvPr/>
            </p:nvSpPr>
            <p:spPr>
              <a:xfrm>
                <a:off x="2381406" y="234464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" name="Oval 77">
                <a:extLst>
                  <a:ext uri="{FF2B5EF4-FFF2-40B4-BE49-F238E27FC236}">
                    <a16:creationId xmlns:a16="http://schemas.microsoft.com/office/drawing/2014/main" id="{A7157233-35A5-BE4D-A2B5-0A017E59D56D}"/>
                  </a:ext>
                </a:extLst>
              </p:cNvPr>
              <p:cNvSpPr/>
              <p:nvPr/>
            </p:nvSpPr>
            <p:spPr>
              <a:xfrm rot="7200000">
                <a:off x="1585002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9" name="Oval 78">
                <a:extLst>
                  <a:ext uri="{FF2B5EF4-FFF2-40B4-BE49-F238E27FC236}">
                    <a16:creationId xmlns:a16="http://schemas.microsoft.com/office/drawing/2014/main" id="{56AC7D9A-2814-6142-83CE-E8321DA4D83B}"/>
                  </a:ext>
                </a:extLst>
              </p:cNvPr>
              <p:cNvSpPr/>
              <p:nvPr/>
            </p:nvSpPr>
            <p:spPr>
              <a:xfrm rot="7200000">
                <a:off x="1791478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0" name="Oval 79">
                <a:extLst>
                  <a:ext uri="{FF2B5EF4-FFF2-40B4-BE49-F238E27FC236}">
                    <a16:creationId xmlns:a16="http://schemas.microsoft.com/office/drawing/2014/main" id="{5A9D6F2E-5C1A-AF45-A4EB-3D6E8D1595D5}"/>
                  </a:ext>
                </a:extLst>
              </p:cNvPr>
              <p:cNvSpPr/>
              <p:nvPr/>
            </p:nvSpPr>
            <p:spPr>
              <a:xfrm rot="7200000">
                <a:off x="1948793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EB455D7A-F102-CF44-81F5-44570C10BDA6}"/>
                  </a:ext>
                </a:extLst>
              </p:cNvPr>
              <p:cNvSpPr/>
              <p:nvPr/>
            </p:nvSpPr>
            <p:spPr>
              <a:xfrm rot="7200000">
                <a:off x="2155270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2" name="Oval 81">
                <a:extLst>
                  <a:ext uri="{FF2B5EF4-FFF2-40B4-BE49-F238E27FC236}">
                    <a16:creationId xmlns:a16="http://schemas.microsoft.com/office/drawing/2014/main" id="{20409574-368D-344D-BE44-E239D4603A5A}"/>
                  </a:ext>
                </a:extLst>
              </p:cNvPr>
              <p:cNvSpPr/>
              <p:nvPr/>
            </p:nvSpPr>
            <p:spPr>
              <a:xfrm rot="7200000">
                <a:off x="2337166" y="255110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3" name="Oval 82">
                <a:extLst>
                  <a:ext uri="{FF2B5EF4-FFF2-40B4-BE49-F238E27FC236}">
                    <a16:creationId xmlns:a16="http://schemas.microsoft.com/office/drawing/2014/main" id="{FC65A2A8-F771-6840-95B5-598EFBD80239}"/>
                  </a:ext>
                </a:extLst>
              </p:cNvPr>
              <p:cNvSpPr/>
              <p:nvPr/>
            </p:nvSpPr>
            <p:spPr>
              <a:xfrm rot="7200000">
                <a:off x="1609578" y="274775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" name="Oval 83">
                <a:extLst>
                  <a:ext uri="{FF2B5EF4-FFF2-40B4-BE49-F238E27FC236}">
                    <a16:creationId xmlns:a16="http://schemas.microsoft.com/office/drawing/2014/main" id="{F1D642D4-7CFB-DB48-928B-59500128E602}"/>
                  </a:ext>
                </a:extLst>
              </p:cNvPr>
              <p:cNvSpPr/>
              <p:nvPr/>
            </p:nvSpPr>
            <p:spPr>
              <a:xfrm rot="7200000">
                <a:off x="1754604" y="276741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5" name="Oval 84">
                <a:extLst>
                  <a:ext uri="{FF2B5EF4-FFF2-40B4-BE49-F238E27FC236}">
                    <a16:creationId xmlns:a16="http://schemas.microsoft.com/office/drawing/2014/main" id="{1F57360B-3776-9E45-90A6-18933F7D2A69}"/>
                  </a:ext>
                </a:extLst>
              </p:cNvPr>
              <p:cNvSpPr/>
              <p:nvPr/>
            </p:nvSpPr>
            <p:spPr>
              <a:xfrm rot="7200000">
                <a:off x="1924204" y="275758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6" name="Oval 85">
                <a:extLst>
                  <a:ext uri="{FF2B5EF4-FFF2-40B4-BE49-F238E27FC236}">
                    <a16:creationId xmlns:a16="http://schemas.microsoft.com/office/drawing/2014/main" id="{01DA85EC-F705-C744-BCE7-8BC3E794DCC8}"/>
                  </a:ext>
                </a:extLst>
              </p:cNvPr>
              <p:cNvSpPr/>
              <p:nvPr/>
            </p:nvSpPr>
            <p:spPr>
              <a:xfrm rot="7200000">
                <a:off x="2142970" y="275758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7" name="Oval 86">
                <a:extLst>
                  <a:ext uri="{FF2B5EF4-FFF2-40B4-BE49-F238E27FC236}">
                    <a16:creationId xmlns:a16="http://schemas.microsoft.com/office/drawing/2014/main" id="{0552EF9C-7B88-004B-98BA-2F9EB6D249EE}"/>
                  </a:ext>
                </a:extLst>
              </p:cNvPr>
              <p:cNvSpPr/>
              <p:nvPr/>
            </p:nvSpPr>
            <p:spPr>
              <a:xfrm rot="7200000">
                <a:off x="2361742" y="273791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4F088327-812A-F046-B46C-9BE88FC2C191}"/>
                  </a:ext>
                </a:extLst>
              </p:cNvPr>
              <p:cNvSpPr/>
              <p:nvPr/>
            </p:nvSpPr>
            <p:spPr>
              <a:xfrm>
                <a:off x="1605720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1C039A2D-06B8-6A4A-98FF-295005C2438A}"/>
                  </a:ext>
                </a:extLst>
              </p:cNvPr>
              <p:cNvSpPr/>
              <p:nvPr/>
            </p:nvSpPr>
            <p:spPr>
              <a:xfrm>
                <a:off x="1812196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EF91C46E-3C07-974E-8FAA-47406F48D41D}"/>
                  </a:ext>
                </a:extLst>
              </p:cNvPr>
              <p:cNvSpPr/>
              <p:nvPr/>
            </p:nvSpPr>
            <p:spPr>
              <a:xfrm>
                <a:off x="1969511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1" name="Oval 90">
                <a:extLst>
                  <a:ext uri="{FF2B5EF4-FFF2-40B4-BE49-F238E27FC236}">
                    <a16:creationId xmlns:a16="http://schemas.microsoft.com/office/drawing/2014/main" id="{6DFD3214-BEC3-D04A-8D72-2D6818400929}"/>
                  </a:ext>
                </a:extLst>
              </p:cNvPr>
              <p:cNvSpPr/>
              <p:nvPr/>
            </p:nvSpPr>
            <p:spPr>
              <a:xfrm>
                <a:off x="2175988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085420D4-CA4D-1B40-9CD5-D21F4119E028}"/>
                  </a:ext>
                </a:extLst>
              </p:cNvPr>
              <p:cNvSpPr/>
              <p:nvPr/>
            </p:nvSpPr>
            <p:spPr>
              <a:xfrm>
                <a:off x="2357884" y="294436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3" name="Oval 92">
                <a:extLst>
                  <a:ext uri="{FF2B5EF4-FFF2-40B4-BE49-F238E27FC236}">
                    <a16:creationId xmlns:a16="http://schemas.microsoft.com/office/drawing/2014/main" id="{EBDAFDCA-4591-E949-B93B-639C1546D371}"/>
                  </a:ext>
                </a:extLst>
              </p:cNvPr>
              <p:cNvSpPr/>
              <p:nvPr/>
            </p:nvSpPr>
            <p:spPr>
              <a:xfrm>
                <a:off x="1630296" y="314101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4" name="Oval 93">
                <a:extLst>
                  <a:ext uri="{FF2B5EF4-FFF2-40B4-BE49-F238E27FC236}">
                    <a16:creationId xmlns:a16="http://schemas.microsoft.com/office/drawing/2014/main" id="{E0F80BAC-A372-3443-8768-9652FEDA3364}"/>
                  </a:ext>
                </a:extLst>
              </p:cNvPr>
              <p:cNvSpPr/>
              <p:nvPr/>
            </p:nvSpPr>
            <p:spPr>
              <a:xfrm>
                <a:off x="1775322" y="316067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" name="Oval 94">
                <a:extLst>
                  <a:ext uri="{FF2B5EF4-FFF2-40B4-BE49-F238E27FC236}">
                    <a16:creationId xmlns:a16="http://schemas.microsoft.com/office/drawing/2014/main" id="{A7C8C992-F7D1-3D4C-8D8D-8B20054A289E}"/>
                  </a:ext>
                </a:extLst>
              </p:cNvPr>
              <p:cNvSpPr/>
              <p:nvPr/>
            </p:nvSpPr>
            <p:spPr>
              <a:xfrm>
                <a:off x="1944922" y="315084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4F3B245E-0B0E-DF43-8932-27AE3747280D}"/>
                  </a:ext>
                </a:extLst>
              </p:cNvPr>
              <p:cNvSpPr/>
              <p:nvPr/>
            </p:nvSpPr>
            <p:spPr>
              <a:xfrm>
                <a:off x="2163688" y="31508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7" name="Oval 96">
                <a:extLst>
                  <a:ext uri="{FF2B5EF4-FFF2-40B4-BE49-F238E27FC236}">
                    <a16:creationId xmlns:a16="http://schemas.microsoft.com/office/drawing/2014/main" id="{AE8AB3D5-EF1F-AA4A-9FC2-710B9670E186}"/>
                  </a:ext>
                </a:extLst>
              </p:cNvPr>
              <p:cNvSpPr/>
              <p:nvPr/>
            </p:nvSpPr>
            <p:spPr>
              <a:xfrm>
                <a:off x="2382460" y="31311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8" name="Oval 97">
                <a:extLst>
                  <a:ext uri="{FF2B5EF4-FFF2-40B4-BE49-F238E27FC236}">
                    <a16:creationId xmlns:a16="http://schemas.microsoft.com/office/drawing/2014/main" id="{9BD6D242-36E4-3347-851B-E8DDAC367AF9}"/>
                  </a:ext>
                </a:extLst>
              </p:cNvPr>
              <p:cNvSpPr/>
              <p:nvPr/>
            </p:nvSpPr>
            <p:spPr>
              <a:xfrm>
                <a:off x="1686844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9" name="Oval 98">
                <a:extLst>
                  <a:ext uri="{FF2B5EF4-FFF2-40B4-BE49-F238E27FC236}">
                    <a16:creationId xmlns:a16="http://schemas.microsoft.com/office/drawing/2014/main" id="{53E5A9CD-8C2E-3C4C-9757-BB92E996F087}"/>
                  </a:ext>
                </a:extLst>
              </p:cNvPr>
              <p:cNvSpPr/>
              <p:nvPr/>
            </p:nvSpPr>
            <p:spPr>
              <a:xfrm>
                <a:off x="1893320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0" name="Oval 99">
                <a:extLst>
                  <a:ext uri="{FF2B5EF4-FFF2-40B4-BE49-F238E27FC236}">
                    <a16:creationId xmlns:a16="http://schemas.microsoft.com/office/drawing/2014/main" id="{9CF17F4D-BBB7-2043-B97A-CE5A054C5800}"/>
                  </a:ext>
                </a:extLst>
              </p:cNvPr>
              <p:cNvSpPr/>
              <p:nvPr/>
            </p:nvSpPr>
            <p:spPr>
              <a:xfrm>
                <a:off x="2050635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" name="Oval 100">
                <a:extLst>
                  <a:ext uri="{FF2B5EF4-FFF2-40B4-BE49-F238E27FC236}">
                    <a16:creationId xmlns:a16="http://schemas.microsoft.com/office/drawing/2014/main" id="{C51E7770-478D-E040-97E0-D6C653890403}"/>
                  </a:ext>
                </a:extLst>
              </p:cNvPr>
              <p:cNvSpPr/>
              <p:nvPr/>
            </p:nvSpPr>
            <p:spPr>
              <a:xfrm>
                <a:off x="2257112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2" name="Oval 101">
                <a:extLst>
                  <a:ext uri="{FF2B5EF4-FFF2-40B4-BE49-F238E27FC236}">
                    <a16:creationId xmlns:a16="http://schemas.microsoft.com/office/drawing/2014/main" id="{6A5AE12E-84D9-E647-8CEF-73778E97B21D}"/>
                  </a:ext>
                </a:extLst>
              </p:cNvPr>
              <p:cNvSpPr/>
              <p:nvPr/>
            </p:nvSpPr>
            <p:spPr>
              <a:xfrm>
                <a:off x="2439008" y="334748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3" name="Oval 102">
                <a:extLst>
                  <a:ext uri="{FF2B5EF4-FFF2-40B4-BE49-F238E27FC236}">
                    <a16:creationId xmlns:a16="http://schemas.microsoft.com/office/drawing/2014/main" id="{57C7924F-2245-394F-AB18-0AAB0A09EDBD}"/>
                  </a:ext>
                </a:extLst>
              </p:cNvPr>
              <p:cNvSpPr/>
              <p:nvPr/>
            </p:nvSpPr>
            <p:spPr>
              <a:xfrm>
                <a:off x="1711420" y="354413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EDAE7AA9-ED60-FC4E-9AFA-8233F7FA821B}"/>
                  </a:ext>
                </a:extLst>
              </p:cNvPr>
              <p:cNvSpPr/>
              <p:nvPr/>
            </p:nvSpPr>
            <p:spPr>
              <a:xfrm>
                <a:off x="1856446" y="35637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" name="Oval 104">
                <a:extLst>
                  <a:ext uri="{FF2B5EF4-FFF2-40B4-BE49-F238E27FC236}">
                    <a16:creationId xmlns:a16="http://schemas.microsoft.com/office/drawing/2014/main" id="{27135DE0-8A81-5547-B1C6-42AE34A81525}"/>
                  </a:ext>
                </a:extLst>
              </p:cNvPr>
              <p:cNvSpPr/>
              <p:nvPr/>
            </p:nvSpPr>
            <p:spPr>
              <a:xfrm>
                <a:off x="2026046" y="355396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" name="Oval 105">
                <a:extLst>
                  <a:ext uri="{FF2B5EF4-FFF2-40B4-BE49-F238E27FC236}">
                    <a16:creationId xmlns:a16="http://schemas.microsoft.com/office/drawing/2014/main" id="{7EC6B45F-F713-CB47-97B5-322695A57651}"/>
                  </a:ext>
                </a:extLst>
              </p:cNvPr>
              <p:cNvSpPr/>
              <p:nvPr/>
            </p:nvSpPr>
            <p:spPr>
              <a:xfrm>
                <a:off x="2244812" y="35539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7" name="Oval 106">
                <a:extLst>
                  <a:ext uri="{FF2B5EF4-FFF2-40B4-BE49-F238E27FC236}">
                    <a16:creationId xmlns:a16="http://schemas.microsoft.com/office/drawing/2014/main" id="{30A32D47-F2E9-724A-BA82-729F92B2313F}"/>
                  </a:ext>
                </a:extLst>
              </p:cNvPr>
              <p:cNvSpPr/>
              <p:nvPr/>
            </p:nvSpPr>
            <p:spPr>
              <a:xfrm>
                <a:off x="2463584" y="35342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8" name="Oval 107">
                <a:extLst>
                  <a:ext uri="{FF2B5EF4-FFF2-40B4-BE49-F238E27FC236}">
                    <a16:creationId xmlns:a16="http://schemas.microsoft.com/office/drawing/2014/main" id="{4F403B69-20CE-7441-83C8-6E8631A0C997}"/>
                  </a:ext>
                </a:extLst>
              </p:cNvPr>
              <p:cNvSpPr/>
              <p:nvPr/>
            </p:nvSpPr>
            <p:spPr>
              <a:xfrm rot="7200000">
                <a:off x="1667180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F311679C-5B82-3B44-A70C-48020934AFF2}"/>
                  </a:ext>
                </a:extLst>
              </p:cNvPr>
              <p:cNvSpPr/>
              <p:nvPr/>
            </p:nvSpPr>
            <p:spPr>
              <a:xfrm rot="7200000">
                <a:off x="1873656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6D87B669-E736-9C48-8058-A6B8F22B3FA6}"/>
                  </a:ext>
                </a:extLst>
              </p:cNvPr>
              <p:cNvSpPr/>
              <p:nvPr/>
            </p:nvSpPr>
            <p:spPr>
              <a:xfrm rot="7200000">
                <a:off x="2030971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35616712-8C3C-2B4C-B16D-205ED63604EE}"/>
                  </a:ext>
                </a:extLst>
              </p:cNvPr>
              <p:cNvSpPr/>
              <p:nvPr/>
            </p:nvSpPr>
            <p:spPr>
              <a:xfrm rot="7200000">
                <a:off x="2237448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042BF738-4DF8-854B-B5A9-D1C004968EDF}"/>
                  </a:ext>
                </a:extLst>
              </p:cNvPr>
              <p:cNvSpPr/>
              <p:nvPr/>
            </p:nvSpPr>
            <p:spPr>
              <a:xfrm rot="7200000">
                <a:off x="2419344" y="374076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E16CC212-A719-B64E-8DB2-5335F161EA64}"/>
                  </a:ext>
                </a:extLst>
              </p:cNvPr>
              <p:cNvSpPr/>
              <p:nvPr/>
            </p:nvSpPr>
            <p:spPr>
              <a:xfrm rot="7200000">
                <a:off x="1691756" y="393740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" name="Oval 113">
                <a:extLst>
                  <a:ext uri="{FF2B5EF4-FFF2-40B4-BE49-F238E27FC236}">
                    <a16:creationId xmlns:a16="http://schemas.microsoft.com/office/drawing/2014/main" id="{1936B829-13CF-DD47-A500-0A56B7A8C1AD}"/>
                  </a:ext>
                </a:extLst>
              </p:cNvPr>
              <p:cNvSpPr/>
              <p:nvPr/>
            </p:nvSpPr>
            <p:spPr>
              <a:xfrm rot="7200000">
                <a:off x="1836782" y="395707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5" name="Oval 114">
                <a:extLst>
                  <a:ext uri="{FF2B5EF4-FFF2-40B4-BE49-F238E27FC236}">
                    <a16:creationId xmlns:a16="http://schemas.microsoft.com/office/drawing/2014/main" id="{4A24363A-6A4E-8B44-B06E-364EED1C3493}"/>
                  </a:ext>
                </a:extLst>
              </p:cNvPr>
              <p:cNvSpPr/>
              <p:nvPr/>
            </p:nvSpPr>
            <p:spPr>
              <a:xfrm rot="7200000">
                <a:off x="2006382" y="394724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8DA7F0FE-03C9-E349-B53C-99ECA2A24D7F}"/>
                  </a:ext>
                </a:extLst>
              </p:cNvPr>
              <p:cNvSpPr/>
              <p:nvPr/>
            </p:nvSpPr>
            <p:spPr>
              <a:xfrm rot="7200000">
                <a:off x="2225148" y="39472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618E334D-B5CC-1D45-95B0-056F356C1B7E}"/>
                  </a:ext>
                </a:extLst>
              </p:cNvPr>
              <p:cNvSpPr/>
              <p:nvPr/>
            </p:nvSpPr>
            <p:spPr>
              <a:xfrm rot="7200000">
                <a:off x="2443920" y="392757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8" name="Oval 117">
                <a:extLst>
                  <a:ext uri="{FF2B5EF4-FFF2-40B4-BE49-F238E27FC236}">
                    <a16:creationId xmlns:a16="http://schemas.microsoft.com/office/drawing/2014/main" id="{27EC65D6-7B5D-A24C-AB7F-A41A5960DBBB}"/>
                  </a:ext>
                </a:extLst>
              </p:cNvPr>
              <p:cNvSpPr/>
              <p:nvPr/>
            </p:nvSpPr>
            <p:spPr>
              <a:xfrm>
                <a:off x="1680856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DC535532-C02E-BA4F-9749-32848B463DFD}"/>
                  </a:ext>
                </a:extLst>
              </p:cNvPr>
              <p:cNvSpPr/>
              <p:nvPr/>
            </p:nvSpPr>
            <p:spPr>
              <a:xfrm>
                <a:off x="1887332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64B4C619-C38C-6243-9D03-1A04E53B3155}"/>
                  </a:ext>
                </a:extLst>
              </p:cNvPr>
              <p:cNvSpPr/>
              <p:nvPr/>
            </p:nvSpPr>
            <p:spPr>
              <a:xfrm>
                <a:off x="2044647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AC1AF7DB-A89D-5C42-A69D-06A7D63FA9B6}"/>
                  </a:ext>
                </a:extLst>
              </p:cNvPr>
              <p:cNvSpPr/>
              <p:nvPr/>
            </p:nvSpPr>
            <p:spPr>
              <a:xfrm>
                <a:off x="2251124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" name="Oval 121">
                <a:extLst>
                  <a:ext uri="{FF2B5EF4-FFF2-40B4-BE49-F238E27FC236}">
                    <a16:creationId xmlns:a16="http://schemas.microsoft.com/office/drawing/2014/main" id="{97CCB13D-0AA5-A947-B88C-9EBB600AD56D}"/>
                  </a:ext>
                </a:extLst>
              </p:cNvPr>
              <p:cNvSpPr/>
              <p:nvPr/>
            </p:nvSpPr>
            <p:spPr>
              <a:xfrm>
                <a:off x="2433020" y="407497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" name="Oval 122">
                <a:extLst>
                  <a:ext uri="{FF2B5EF4-FFF2-40B4-BE49-F238E27FC236}">
                    <a16:creationId xmlns:a16="http://schemas.microsoft.com/office/drawing/2014/main" id="{104A410C-8170-3C49-B0CF-9C80956C45BA}"/>
                  </a:ext>
                </a:extLst>
              </p:cNvPr>
              <p:cNvSpPr/>
              <p:nvPr/>
            </p:nvSpPr>
            <p:spPr>
              <a:xfrm>
                <a:off x="1705432" y="427161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EFEE88CF-3510-3D4D-9E32-A9813466FD39}"/>
                  </a:ext>
                </a:extLst>
              </p:cNvPr>
              <p:cNvSpPr/>
              <p:nvPr/>
            </p:nvSpPr>
            <p:spPr>
              <a:xfrm>
                <a:off x="1850458" y="429128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5" name="Oval 124">
                <a:extLst>
                  <a:ext uri="{FF2B5EF4-FFF2-40B4-BE49-F238E27FC236}">
                    <a16:creationId xmlns:a16="http://schemas.microsoft.com/office/drawing/2014/main" id="{BC18B753-95D1-664D-AA8D-73075D9D6B2A}"/>
                  </a:ext>
                </a:extLst>
              </p:cNvPr>
              <p:cNvSpPr/>
              <p:nvPr/>
            </p:nvSpPr>
            <p:spPr>
              <a:xfrm>
                <a:off x="2020058" y="428144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213E5479-495B-1D42-AB32-2260BCD0FE75}"/>
                  </a:ext>
                </a:extLst>
              </p:cNvPr>
              <p:cNvSpPr/>
              <p:nvPr/>
            </p:nvSpPr>
            <p:spPr>
              <a:xfrm>
                <a:off x="2238824" y="428144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7" name="Oval 126">
                <a:extLst>
                  <a:ext uri="{FF2B5EF4-FFF2-40B4-BE49-F238E27FC236}">
                    <a16:creationId xmlns:a16="http://schemas.microsoft.com/office/drawing/2014/main" id="{224D7ACB-13D1-2F43-8B0B-4295D01CFEF5}"/>
                  </a:ext>
                </a:extLst>
              </p:cNvPr>
              <p:cNvSpPr/>
              <p:nvPr/>
            </p:nvSpPr>
            <p:spPr>
              <a:xfrm>
                <a:off x="2457596" y="426178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26D87A06-3A93-7047-B350-391C3BAEAEAE}"/>
                  </a:ext>
                </a:extLst>
              </p:cNvPr>
              <p:cNvSpPr/>
              <p:nvPr/>
            </p:nvSpPr>
            <p:spPr>
              <a:xfrm>
                <a:off x="1761980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9" name="Oval 128">
                <a:extLst>
                  <a:ext uri="{FF2B5EF4-FFF2-40B4-BE49-F238E27FC236}">
                    <a16:creationId xmlns:a16="http://schemas.microsoft.com/office/drawing/2014/main" id="{88986E1C-102C-7A41-8A54-C01207F4337C}"/>
                  </a:ext>
                </a:extLst>
              </p:cNvPr>
              <p:cNvSpPr/>
              <p:nvPr/>
            </p:nvSpPr>
            <p:spPr>
              <a:xfrm>
                <a:off x="1968456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0" name="Oval 129">
                <a:extLst>
                  <a:ext uri="{FF2B5EF4-FFF2-40B4-BE49-F238E27FC236}">
                    <a16:creationId xmlns:a16="http://schemas.microsoft.com/office/drawing/2014/main" id="{35C0BB5D-877D-4546-862A-8DC44D130BC6}"/>
                  </a:ext>
                </a:extLst>
              </p:cNvPr>
              <p:cNvSpPr/>
              <p:nvPr/>
            </p:nvSpPr>
            <p:spPr>
              <a:xfrm>
                <a:off x="2125771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1" name="Oval 130">
                <a:extLst>
                  <a:ext uri="{FF2B5EF4-FFF2-40B4-BE49-F238E27FC236}">
                    <a16:creationId xmlns:a16="http://schemas.microsoft.com/office/drawing/2014/main" id="{1F208BFB-9D1A-6546-98F4-2FC1C570710C}"/>
                  </a:ext>
                </a:extLst>
              </p:cNvPr>
              <p:cNvSpPr/>
              <p:nvPr/>
            </p:nvSpPr>
            <p:spPr>
              <a:xfrm>
                <a:off x="2332248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0A8918A0-053D-464B-9B19-BCDB15924B57}"/>
                  </a:ext>
                </a:extLst>
              </p:cNvPr>
              <p:cNvSpPr/>
              <p:nvPr/>
            </p:nvSpPr>
            <p:spPr>
              <a:xfrm>
                <a:off x="2514144" y="447808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3" name="Oval 132">
                <a:extLst>
                  <a:ext uri="{FF2B5EF4-FFF2-40B4-BE49-F238E27FC236}">
                    <a16:creationId xmlns:a16="http://schemas.microsoft.com/office/drawing/2014/main" id="{B350C71D-1760-D746-9537-048BCD92C21D}"/>
                  </a:ext>
                </a:extLst>
              </p:cNvPr>
              <p:cNvSpPr/>
              <p:nvPr/>
            </p:nvSpPr>
            <p:spPr>
              <a:xfrm>
                <a:off x="1786556" y="467473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4" name="Oval 133">
                <a:extLst>
                  <a:ext uri="{FF2B5EF4-FFF2-40B4-BE49-F238E27FC236}">
                    <a16:creationId xmlns:a16="http://schemas.microsoft.com/office/drawing/2014/main" id="{F744F3FC-B941-DF4D-BF50-457BFA146E4E}"/>
                  </a:ext>
                </a:extLst>
              </p:cNvPr>
              <p:cNvSpPr/>
              <p:nvPr/>
            </p:nvSpPr>
            <p:spPr>
              <a:xfrm>
                <a:off x="1931582" y="46943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5" name="Oval 134">
                <a:extLst>
                  <a:ext uri="{FF2B5EF4-FFF2-40B4-BE49-F238E27FC236}">
                    <a16:creationId xmlns:a16="http://schemas.microsoft.com/office/drawing/2014/main" id="{7DE6B3BC-9BC9-624E-A6B4-602982DB0BCA}"/>
                  </a:ext>
                </a:extLst>
              </p:cNvPr>
              <p:cNvSpPr/>
              <p:nvPr/>
            </p:nvSpPr>
            <p:spPr>
              <a:xfrm>
                <a:off x="2101182" y="468456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6" name="Oval 135">
                <a:extLst>
                  <a:ext uri="{FF2B5EF4-FFF2-40B4-BE49-F238E27FC236}">
                    <a16:creationId xmlns:a16="http://schemas.microsoft.com/office/drawing/2014/main" id="{A60213DB-97F0-044D-857F-0137F6F4A6C5}"/>
                  </a:ext>
                </a:extLst>
              </p:cNvPr>
              <p:cNvSpPr/>
              <p:nvPr/>
            </p:nvSpPr>
            <p:spPr>
              <a:xfrm>
                <a:off x="2319948" y="468456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7" name="Oval 136">
                <a:extLst>
                  <a:ext uri="{FF2B5EF4-FFF2-40B4-BE49-F238E27FC236}">
                    <a16:creationId xmlns:a16="http://schemas.microsoft.com/office/drawing/2014/main" id="{9A714A04-C187-7E4F-B36D-0FE4B1F266ED}"/>
                  </a:ext>
                </a:extLst>
              </p:cNvPr>
              <p:cNvSpPr/>
              <p:nvPr/>
            </p:nvSpPr>
            <p:spPr>
              <a:xfrm>
                <a:off x="2538720" y="466489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8" name="Oval 137">
                <a:extLst>
                  <a:ext uri="{FF2B5EF4-FFF2-40B4-BE49-F238E27FC236}">
                    <a16:creationId xmlns:a16="http://schemas.microsoft.com/office/drawing/2014/main" id="{F6164B93-34C2-D049-A1F9-98E1D4FBD774}"/>
                  </a:ext>
                </a:extLst>
              </p:cNvPr>
              <p:cNvSpPr/>
              <p:nvPr/>
            </p:nvSpPr>
            <p:spPr>
              <a:xfrm rot="7200000">
                <a:off x="1742316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9" name="Oval 138">
                <a:extLst>
                  <a:ext uri="{FF2B5EF4-FFF2-40B4-BE49-F238E27FC236}">
                    <a16:creationId xmlns:a16="http://schemas.microsoft.com/office/drawing/2014/main" id="{E74167D1-CD62-F24D-9AD7-9017E5E44241}"/>
                  </a:ext>
                </a:extLst>
              </p:cNvPr>
              <p:cNvSpPr/>
              <p:nvPr/>
            </p:nvSpPr>
            <p:spPr>
              <a:xfrm rot="7200000">
                <a:off x="1948792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0" name="Oval 139">
                <a:extLst>
                  <a:ext uri="{FF2B5EF4-FFF2-40B4-BE49-F238E27FC236}">
                    <a16:creationId xmlns:a16="http://schemas.microsoft.com/office/drawing/2014/main" id="{EDDB8CC7-5F7B-0642-A284-672C2025CDD7}"/>
                  </a:ext>
                </a:extLst>
              </p:cNvPr>
              <p:cNvSpPr/>
              <p:nvPr/>
            </p:nvSpPr>
            <p:spPr>
              <a:xfrm rot="7200000">
                <a:off x="2106107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1" name="Oval 140">
                <a:extLst>
                  <a:ext uri="{FF2B5EF4-FFF2-40B4-BE49-F238E27FC236}">
                    <a16:creationId xmlns:a16="http://schemas.microsoft.com/office/drawing/2014/main" id="{4C333427-71C7-3E49-9447-809496110DB9}"/>
                  </a:ext>
                </a:extLst>
              </p:cNvPr>
              <p:cNvSpPr/>
              <p:nvPr/>
            </p:nvSpPr>
            <p:spPr>
              <a:xfrm rot="7200000">
                <a:off x="1766892" y="506800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2" name="Oval 141">
                <a:extLst>
                  <a:ext uri="{FF2B5EF4-FFF2-40B4-BE49-F238E27FC236}">
                    <a16:creationId xmlns:a16="http://schemas.microsoft.com/office/drawing/2014/main" id="{A9BC8979-49E1-9545-806A-61C4C803F129}"/>
                  </a:ext>
                </a:extLst>
              </p:cNvPr>
              <p:cNvSpPr/>
              <p:nvPr/>
            </p:nvSpPr>
            <p:spPr>
              <a:xfrm rot="7200000">
                <a:off x="1911918" y="508767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3" name="Oval 142">
                <a:extLst>
                  <a:ext uri="{FF2B5EF4-FFF2-40B4-BE49-F238E27FC236}">
                    <a16:creationId xmlns:a16="http://schemas.microsoft.com/office/drawing/2014/main" id="{E38A9124-67CF-B042-A601-922E5FF0BE54}"/>
                  </a:ext>
                </a:extLst>
              </p:cNvPr>
              <p:cNvSpPr/>
              <p:nvPr/>
            </p:nvSpPr>
            <p:spPr>
              <a:xfrm rot="7200000">
                <a:off x="2081518" y="507784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4" name="Oval 143">
                <a:extLst>
                  <a:ext uri="{FF2B5EF4-FFF2-40B4-BE49-F238E27FC236}">
                    <a16:creationId xmlns:a16="http://schemas.microsoft.com/office/drawing/2014/main" id="{46F60F75-ECF5-914A-9710-73B984169A5F}"/>
                  </a:ext>
                </a:extLst>
              </p:cNvPr>
              <p:cNvSpPr/>
              <p:nvPr/>
            </p:nvSpPr>
            <p:spPr>
              <a:xfrm rot="14917077">
                <a:off x="1774285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5" name="Oval 144">
                <a:extLst>
                  <a:ext uri="{FF2B5EF4-FFF2-40B4-BE49-F238E27FC236}">
                    <a16:creationId xmlns:a16="http://schemas.microsoft.com/office/drawing/2014/main" id="{FD248406-07D7-F849-A959-A4A78BBC7EF6}"/>
                  </a:ext>
                </a:extLst>
              </p:cNvPr>
              <p:cNvSpPr/>
              <p:nvPr/>
            </p:nvSpPr>
            <p:spPr>
              <a:xfrm rot="14917077">
                <a:off x="1980761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6" name="Oval 145">
                <a:extLst>
                  <a:ext uri="{FF2B5EF4-FFF2-40B4-BE49-F238E27FC236}">
                    <a16:creationId xmlns:a16="http://schemas.microsoft.com/office/drawing/2014/main" id="{AB1224FB-06CE-0146-B1E3-0F2592152C3D}"/>
                  </a:ext>
                </a:extLst>
              </p:cNvPr>
              <p:cNvSpPr/>
              <p:nvPr/>
            </p:nvSpPr>
            <p:spPr>
              <a:xfrm rot="14917077">
                <a:off x="2138076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7" name="Oval 146">
                <a:extLst>
                  <a:ext uri="{FF2B5EF4-FFF2-40B4-BE49-F238E27FC236}">
                    <a16:creationId xmlns:a16="http://schemas.microsoft.com/office/drawing/2014/main" id="{663CD3D2-78E2-764C-8B77-FB661767A622}"/>
                  </a:ext>
                </a:extLst>
              </p:cNvPr>
              <p:cNvSpPr/>
              <p:nvPr/>
            </p:nvSpPr>
            <p:spPr>
              <a:xfrm rot="14917077">
                <a:off x="1798861" y="5452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8" name="Oval 147">
                <a:extLst>
                  <a:ext uri="{FF2B5EF4-FFF2-40B4-BE49-F238E27FC236}">
                    <a16:creationId xmlns:a16="http://schemas.microsoft.com/office/drawing/2014/main" id="{F8DB0EF5-D525-E446-8341-1BF6701F51B7}"/>
                  </a:ext>
                </a:extLst>
              </p:cNvPr>
              <p:cNvSpPr/>
              <p:nvPr/>
            </p:nvSpPr>
            <p:spPr>
              <a:xfrm rot="14917077">
                <a:off x="1943887" y="547225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9" name="Oval 148">
                <a:extLst>
                  <a:ext uri="{FF2B5EF4-FFF2-40B4-BE49-F238E27FC236}">
                    <a16:creationId xmlns:a16="http://schemas.microsoft.com/office/drawing/2014/main" id="{5752A7A1-72B6-7F49-BD9D-9BC4F915FA7C}"/>
                  </a:ext>
                </a:extLst>
              </p:cNvPr>
              <p:cNvSpPr/>
              <p:nvPr/>
            </p:nvSpPr>
            <p:spPr>
              <a:xfrm rot="14917077">
                <a:off x="2113487" y="546242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0" name="Oval 149">
                <a:extLst>
                  <a:ext uri="{FF2B5EF4-FFF2-40B4-BE49-F238E27FC236}">
                    <a16:creationId xmlns:a16="http://schemas.microsoft.com/office/drawing/2014/main" id="{5F94B7F8-8D42-9440-83CE-DA2466563DD5}"/>
                  </a:ext>
                </a:extLst>
              </p:cNvPr>
              <p:cNvSpPr/>
              <p:nvPr/>
            </p:nvSpPr>
            <p:spPr>
              <a:xfrm rot="14917077">
                <a:off x="1855409" y="56688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1" name="Oval 150">
                <a:extLst>
                  <a:ext uri="{FF2B5EF4-FFF2-40B4-BE49-F238E27FC236}">
                    <a16:creationId xmlns:a16="http://schemas.microsoft.com/office/drawing/2014/main" id="{ED7590D5-AD95-8A43-B78D-C9B4C2AB7720}"/>
                  </a:ext>
                </a:extLst>
              </p:cNvPr>
              <p:cNvSpPr/>
              <p:nvPr/>
            </p:nvSpPr>
            <p:spPr>
              <a:xfrm rot="14917077">
                <a:off x="2061885" y="56688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2" name="Oval 151">
                <a:extLst>
                  <a:ext uri="{FF2B5EF4-FFF2-40B4-BE49-F238E27FC236}">
                    <a16:creationId xmlns:a16="http://schemas.microsoft.com/office/drawing/2014/main" id="{3227AB28-0FB1-7F49-8A19-33AE010DB0A8}"/>
                  </a:ext>
                </a:extLst>
              </p:cNvPr>
              <p:cNvSpPr/>
              <p:nvPr/>
            </p:nvSpPr>
            <p:spPr>
              <a:xfrm rot="14917077">
                <a:off x="1879985" y="585570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3" name="Oval 152">
                <a:extLst>
                  <a:ext uri="{FF2B5EF4-FFF2-40B4-BE49-F238E27FC236}">
                    <a16:creationId xmlns:a16="http://schemas.microsoft.com/office/drawing/2014/main" id="{1491CF17-F137-8A4E-B5D4-8FAD423CF60B}"/>
                  </a:ext>
                </a:extLst>
              </p:cNvPr>
              <p:cNvSpPr/>
              <p:nvPr/>
            </p:nvSpPr>
            <p:spPr>
              <a:xfrm rot="14917077">
                <a:off x="2025011" y="587537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F2A6DA6A-D72B-004D-9257-48F50E5F01E6}"/>
                  </a:ext>
                </a:extLst>
              </p:cNvPr>
              <p:cNvSpPr/>
              <p:nvPr/>
            </p:nvSpPr>
            <p:spPr>
              <a:xfrm>
                <a:off x="921576" y="1383019"/>
                <a:ext cx="1312478" cy="478339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5" name="Freeform 154">
                <a:extLst>
                  <a:ext uri="{FF2B5EF4-FFF2-40B4-BE49-F238E27FC236}">
                    <a16:creationId xmlns:a16="http://schemas.microsoft.com/office/drawing/2014/main" id="{6588F600-684C-F646-B38E-635EF3AB54E2}"/>
                  </a:ext>
                </a:extLst>
              </p:cNvPr>
              <p:cNvSpPr/>
              <p:nvPr/>
            </p:nvSpPr>
            <p:spPr>
              <a:xfrm flipH="1">
                <a:off x="1970948" y="1329452"/>
                <a:ext cx="1267831" cy="478339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68228B2A-5D2D-E645-8BE9-6F28CF475323}"/>
              </a:ext>
            </a:extLst>
          </p:cNvPr>
          <p:cNvGrpSpPr/>
          <p:nvPr/>
        </p:nvGrpSpPr>
        <p:grpSpPr>
          <a:xfrm>
            <a:off x="5730777" y="3583714"/>
            <a:ext cx="1409430" cy="2774790"/>
            <a:chOff x="9046953" y="2787725"/>
            <a:chExt cx="2879972" cy="3910084"/>
          </a:xfrm>
        </p:grpSpPr>
        <p:sp>
          <p:nvSpPr>
            <p:cNvPr id="157" name="Arc 156">
              <a:extLst>
                <a:ext uri="{FF2B5EF4-FFF2-40B4-BE49-F238E27FC236}">
                  <a16:creationId xmlns:a16="http://schemas.microsoft.com/office/drawing/2014/main" id="{415BA60F-B642-C746-9324-76CBB881532F}"/>
                </a:ext>
              </a:extLst>
            </p:cNvPr>
            <p:cNvSpPr/>
            <p:nvPr/>
          </p:nvSpPr>
          <p:spPr>
            <a:xfrm>
              <a:off x="9046953" y="2933858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" name="Arc 157">
              <a:extLst>
                <a:ext uri="{FF2B5EF4-FFF2-40B4-BE49-F238E27FC236}">
                  <a16:creationId xmlns:a16="http://schemas.microsoft.com/office/drawing/2014/main" id="{CE5654B3-922A-CA40-B29C-822D070B490D}"/>
                </a:ext>
              </a:extLst>
            </p:cNvPr>
            <p:cNvSpPr/>
            <p:nvPr/>
          </p:nvSpPr>
          <p:spPr>
            <a:xfrm rot="1338627">
              <a:off x="9104773" y="2789111"/>
              <a:ext cx="1372082" cy="440385"/>
            </a:xfrm>
            <a:prstGeom prst="arc">
              <a:avLst/>
            </a:prstGeom>
            <a:ln w="31750">
              <a:solidFill>
                <a:srgbClr val="8B89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2E6B3B5B-D3DA-F748-B2D7-1AF7D62FFA09}"/>
                </a:ext>
              </a:extLst>
            </p:cNvPr>
            <p:cNvSpPr/>
            <p:nvPr/>
          </p:nvSpPr>
          <p:spPr>
            <a:xfrm>
              <a:off x="10425734" y="2790239"/>
              <a:ext cx="58909" cy="373291"/>
            </a:xfrm>
            <a:prstGeom prst="rect">
              <a:avLst/>
            </a:pr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Arc 159">
              <a:extLst>
                <a:ext uri="{FF2B5EF4-FFF2-40B4-BE49-F238E27FC236}">
                  <a16:creationId xmlns:a16="http://schemas.microsoft.com/office/drawing/2014/main" id="{EA325C50-E7D1-C24F-AD2C-DECCBA9D5378}"/>
                </a:ext>
              </a:extLst>
            </p:cNvPr>
            <p:cNvSpPr/>
            <p:nvPr/>
          </p:nvSpPr>
          <p:spPr>
            <a:xfrm flipH="1">
              <a:off x="10501508" y="2938996"/>
              <a:ext cx="1224347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Arc 160">
              <a:extLst>
                <a:ext uri="{FF2B5EF4-FFF2-40B4-BE49-F238E27FC236}">
                  <a16:creationId xmlns:a16="http://schemas.microsoft.com/office/drawing/2014/main" id="{BCC42D99-F308-BC44-B101-E9A2DEA7A942}"/>
                </a:ext>
              </a:extLst>
            </p:cNvPr>
            <p:cNvSpPr/>
            <p:nvPr/>
          </p:nvSpPr>
          <p:spPr>
            <a:xfrm rot="20295794" flipH="1">
              <a:off x="10431899" y="2787725"/>
              <a:ext cx="1495026" cy="432629"/>
            </a:xfrm>
            <a:prstGeom prst="arc">
              <a:avLst/>
            </a:prstGeom>
            <a:ln w="31750">
              <a:solidFill>
                <a:srgbClr val="8B89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A79A064D-8EDD-A642-A90E-A761DA1AECF8}"/>
                </a:ext>
              </a:extLst>
            </p:cNvPr>
            <p:cNvSpPr/>
            <p:nvPr/>
          </p:nvSpPr>
          <p:spPr>
            <a:xfrm flipH="1">
              <a:off x="10466429" y="5025321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D3AF03C4-AF5C-D64D-98D2-2EA7583535F1}"/>
                </a:ext>
              </a:extLst>
            </p:cNvPr>
            <p:cNvSpPr/>
            <p:nvPr/>
          </p:nvSpPr>
          <p:spPr>
            <a:xfrm>
              <a:off x="9766137" y="5019126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" name="Rectangle 163">
              <a:extLst>
                <a:ext uri="{FF2B5EF4-FFF2-40B4-BE49-F238E27FC236}">
                  <a16:creationId xmlns:a16="http://schemas.microsoft.com/office/drawing/2014/main" id="{D804F458-E541-D544-855A-4DFFEB1ED6C7}"/>
                </a:ext>
              </a:extLst>
            </p:cNvPr>
            <p:cNvSpPr/>
            <p:nvPr/>
          </p:nvSpPr>
          <p:spPr>
            <a:xfrm>
              <a:off x="10389932" y="4157203"/>
              <a:ext cx="140681" cy="1871659"/>
            </a:xfrm>
            <a:prstGeom prst="rect">
              <a:avLst/>
            </a:pr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39FEC33C-ED45-6146-AC22-378D3EEFF9B2}"/>
                </a:ext>
              </a:extLst>
            </p:cNvPr>
            <p:cNvSpPr/>
            <p:nvPr/>
          </p:nvSpPr>
          <p:spPr>
            <a:xfrm>
              <a:off x="9391926" y="4210913"/>
              <a:ext cx="1013509" cy="24226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91BB8768-DBDA-5145-966A-A95816C90323}"/>
                </a:ext>
              </a:extLst>
            </p:cNvPr>
            <p:cNvSpPr/>
            <p:nvPr/>
          </p:nvSpPr>
          <p:spPr>
            <a:xfrm flipH="1">
              <a:off x="10501509" y="4204646"/>
              <a:ext cx="1065946" cy="25479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2A26A3E9-A8A2-2947-8901-2AE9B2E3C955}"/>
                </a:ext>
              </a:extLst>
            </p:cNvPr>
            <p:cNvSpPr/>
            <p:nvPr/>
          </p:nvSpPr>
          <p:spPr>
            <a:xfrm rot="20572658">
              <a:off x="9570068" y="3670534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10C5F974-4798-D945-8C49-F907E6896041}"/>
                </a:ext>
              </a:extLst>
            </p:cNvPr>
            <p:cNvSpPr/>
            <p:nvPr/>
          </p:nvSpPr>
          <p:spPr>
            <a:xfrm rot="1007770" flipH="1">
              <a:off x="10404085" y="3668507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24200232-4125-EA49-83AC-F7C3038DF28C}"/>
                </a:ext>
              </a:extLst>
            </p:cNvPr>
            <p:cNvSpPr/>
            <p:nvPr/>
          </p:nvSpPr>
          <p:spPr>
            <a:xfrm>
              <a:off x="9824209" y="6008736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3B1D6F57-92DB-CB40-90E3-9BEDD4F1B896}"/>
                </a:ext>
              </a:extLst>
            </p:cNvPr>
            <p:cNvSpPr/>
            <p:nvPr/>
          </p:nvSpPr>
          <p:spPr>
            <a:xfrm rot="21085137">
              <a:off x="9864962" y="6035031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08CF404F-DE46-954E-AADA-9F09A7BD19EC}"/>
                </a:ext>
              </a:extLst>
            </p:cNvPr>
            <p:cNvSpPr/>
            <p:nvPr/>
          </p:nvSpPr>
          <p:spPr>
            <a:xfrm>
              <a:off x="10158531" y="6008736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4DC10EF8-3C84-8243-9067-9C70534A360F}"/>
                </a:ext>
              </a:extLst>
            </p:cNvPr>
            <p:cNvSpPr/>
            <p:nvPr/>
          </p:nvSpPr>
          <p:spPr>
            <a:xfrm>
              <a:off x="10282230" y="6008732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1360C306-85EB-B346-85BF-85FFBDE4C52A}"/>
                </a:ext>
              </a:extLst>
            </p:cNvPr>
            <p:cNvSpPr/>
            <p:nvPr/>
          </p:nvSpPr>
          <p:spPr>
            <a:xfrm flipH="1">
              <a:off x="10458603" y="6019995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9D717A96-B746-3348-B4CD-F35D4156A41B}"/>
                </a:ext>
              </a:extLst>
            </p:cNvPr>
            <p:cNvSpPr/>
            <p:nvPr/>
          </p:nvSpPr>
          <p:spPr>
            <a:xfrm rot="21085137" flipH="1">
              <a:off x="10545933" y="5981220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AABD5108-F1F1-5545-86E0-70A5A41A8DA1}"/>
                </a:ext>
              </a:extLst>
            </p:cNvPr>
            <p:cNvSpPr/>
            <p:nvPr/>
          </p:nvSpPr>
          <p:spPr>
            <a:xfrm flipH="1">
              <a:off x="10462728" y="6008733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34FFE0C6-C45C-0549-9D2C-98FEE7CDE448}"/>
                </a:ext>
              </a:extLst>
            </p:cNvPr>
            <p:cNvSpPr/>
            <p:nvPr/>
          </p:nvSpPr>
          <p:spPr>
            <a:xfrm flipH="1">
              <a:off x="10456494" y="6019996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EB0C3643-0C52-E240-8C97-998B798F0DC2}"/>
                </a:ext>
              </a:extLst>
            </p:cNvPr>
            <p:cNvSpPr/>
            <p:nvPr/>
          </p:nvSpPr>
          <p:spPr>
            <a:xfrm flipV="1">
              <a:off x="9811076" y="3258288"/>
              <a:ext cx="655353" cy="16645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28D63B49-ACF1-2842-9F99-AB7DB6CB6DEA}"/>
                </a:ext>
              </a:extLst>
            </p:cNvPr>
            <p:cNvSpPr/>
            <p:nvPr/>
          </p:nvSpPr>
          <p:spPr>
            <a:xfrm flipH="1" flipV="1">
              <a:off x="10432635" y="3269264"/>
              <a:ext cx="561437" cy="14260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3BE45627-83F1-274F-BCB5-E80AB3444DAA}"/>
                </a:ext>
              </a:extLst>
            </p:cNvPr>
            <p:cNvSpPr/>
            <p:nvPr/>
          </p:nvSpPr>
          <p:spPr>
            <a:xfrm>
              <a:off x="10419035" y="3150121"/>
              <a:ext cx="82474" cy="1871659"/>
            </a:xfrm>
            <a:prstGeom prst="rect">
              <a:avLst/>
            </a:pr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950F59AB-6C49-E347-BF4F-B870E52CE6AF}"/>
                </a:ext>
              </a:extLst>
            </p:cNvPr>
            <p:cNvGrpSpPr/>
            <p:nvPr/>
          </p:nvGrpSpPr>
          <p:grpSpPr>
            <a:xfrm rot="19543999">
              <a:off x="10195689" y="4691803"/>
              <a:ext cx="215295" cy="479547"/>
              <a:chOff x="921576" y="786058"/>
              <a:chExt cx="2317203" cy="5380352"/>
            </a:xfrm>
            <a:solidFill>
              <a:srgbClr val="8B8900"/>
            </a:solidFill>
          </p:grpSpPr>
          <p:sp>
            <p:nvSpPr>
              <p:cNvPr id="181" name="Freeform 180">
                <a:extLst>
                  <a:ext uri="{FF2B5EF4-FFF2-40B4-BE49-F238E27FC236}">
                    <a16:creationId xmlns:a16="http://schemas.microsoft.com/office/drawing/2014/main" id="{FC81523C-363B-3F48-8557-C0019692897E}"/>
                  </a:ext>
                </a:extLst>
              </p:cNvPr>
              <p:cNvSpPr/>
              <p:nvPr/>
            </p:nvSpPr>
            <p:spPr>
              <a:xfrm rot="20486107">
                <a:off x="1700883" y="786058"/>
                <a:ext cx="825199" cy="1937307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2" name="Freeform 181">
                <a:extLst>
                  <a:ext uri="{FF2B5EF4-FFF2-40B4-BE49-F238E27FC236}">
                    <a16:creationId xmlns:a16="http://schemas.microsoft.com/office/drawing/2014/main" id="{7E5B9A73-E78F-EE43-A510-DC25D2416E02}"/>
                  </a:ext>
                </a:extLst>
              </p:cNvPr>
              <p:cNvSpPr/>
              <p:nvPr/>
            </p:nvSpPr>
            <p:spPr>
              <a:xfrm flipH="1">
                <a:off x="2051310" y="1019787"/>
                <a:ext cx="818382" cy="28402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3F1625B1-8E31-014E-AD1C-2BAA0C5F9F66}"/>
                  </a:ext>
                </a:extLst>
              </p:cNvPr>
              <p:cNvSpPr/>
              <p:nvPr/>
            </p:nvSpPr>
            <p:spPr>
              <a:xfrm>
                <a:off x="1191591" y="1008396"/>
                <a:ext cx="825199" cy="2863938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4" name="Rectangle 183">
                <a:extLst>
                  <a:ext uri="{FF2B5EF4-FFF2-40B4-BE49-F238E27FC236}">
                    <a16:creationId xmlns:a16="http://schemas.microsoft.com/office/drawing/2014/main" id="{24AACE8B-E81A-9F43-9DCB-8D744734D330}"/>
                  </a:ext>
                </a:extLst>
              </p:cNvPr>
              <p:cNvSpPr/>
              <p:nvPr/>
            </p:nvSpPr>
            <p:spPr>
              <a:xfrm>
                <a:off x="1680856" y="1348591"/>
                <a:ext cx="795003" cy="4238213"/>
              </a:xfrm>
              <a:prstGeom prst="rect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9E86662F-077F-954A-9198-2D6BA14A6225}"/>
                  </a:ext>
                </a:extLst>
              </p:cNvPr>
              <p:cNvSpPr/>
              <p:nvPr/>
            </p:nvSpPr>
            <p:spPr>
              <a:xfrm>
                <a:off x="1749692" y="1008396"/>
                <a:ext cx="179851" cy="20554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6" name="Oval 185">
                <a:extLst>
                  <a:ext uri="{FF2B5EF4-FFF2-40B4-BE49-F238E27FC236}">
                    <a16:creationId xmlns:a16="http://schemas.microsoft.com/office/drawing/2014/main" id="{E0F9000D-F7BB-324E-A667-729FB59E4B36}"/>
                  </a:ext>
                </a:extLst>
              </p:cNvPr>
              <p:cNvSpPr/>
              <p:nvPr/>
            </p:nvSpPr>
            <p:spPr>
              <a:xfrm>
                <a:off x="1678802" y="11691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7" name="Oval 186">
                <a:extLst>
                  <a:ext uri="{FF2B5EF4-FFF2-40B4-BE49-F238E27FC236}">
                    <a16:creationId xmlns:a16="http://schemas.microsoft.com/office/drawing/2014/main" id="{0860D989-2EAD-3E40-8338-DCD9D631A23F}"/>
                  </a:ext>
                </a:extLst>
              </p:cNvPr>
              <p:cNvSpPr/>
              <p:nvPr/>
            </p:nvSpPr>
            <p:spPr>
              <a:xfrm>
                <a:off x="1852930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8" name="Oval 187">
                <a:extLst>
                  <a:ext uri="{FF2B5EF4-FFF2-40B4-BE49-F238E27FC236}">
                    <a16:creationId xmlns:a16="http://schemas.microsoft.com/office/drawing/2014/main" id="{0A0B9274-CDFE-0945-B564-63C885F289ED}"/>
                  </a:ext>
                </a:extLst>
              </p:cNvPr>
              <p:cNvSpPr/>
              <p:nvPr/>
            </p:nvSpPr>
            <p:spPr>
              <a:xfrm>
                <a:off x="2010245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9" name="Oval 188">
                <a:extLst>
                  <a:ext uri="{FF2B5EF4-FFF2-40B4-BE49-F238E27FC236}">
                    <a16:creationId xmlns:a16="http://schemas.microsoft.com/office/drawing/2014/main" id="{316591CF-16D7-574A-BD49-C80202AE7448}"/>
                  </a:ext>
                </a:extLst>
              </p:cNvPr>
              <p:cNvSpPr/>
              <p:nvPr/>
            </p:nvSpPr>
            <p:spPr>
              <a:xfrm>
                <a:off x="2216722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0" name="Oval 189">
                <a:extLst>
                  <a:ext uri="{FF2B5EF4-FFF2-40B4-BE49-F238E27FC236}">
                    <a16:creationId xmlns:a16="http://schemas.microsoft.com/office/drawing/2014/main" id="{D09A9377-3005-384C-ABDD-D999A8B1EE46}"/>
                  </a:ext>
                </a:extLst>
              </p:cNvPr>
              <p:cNvSpPr/>
              <p:nvPr/>
            </p:nvSpPr>
            <p:spPr>
              <a:xfrm>
                <a:off x="1952319" y="1014919"/>
                <a:ext cx="174526" cy="199459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1" name="Oval 190">
                <a:extLst>
                  <a:ext uri="{FF2B5EF4-FFF2-40B4-BE49-F238E27FC236}">
                    <a16:creationId xmlns:a16="http://schemas.microsoft.com/office/drawing/2014/main" id="{EF49D3F2-CD2C-CA47-978C-6CADFA9D663A}"/>
                  </a:ext>
                </a:extLst>
              </p:cNvPr>
              <p:cNvSpPr/>
              <p:nvPr/>
            </p:nvSpPr>
            <p:spPr>
              <a:xfrm>
                <a:off x="2150691" y="1029395"/>
                <a:ext cx="184014" cy="186429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2" name="Oval 191">
                <a:extLst>
                  <a:ext uri="{FF2B5EF4-FFF2-40B4-BE49-F238E27FC236}">
                    <a16:creationId xmlns:a16="http://schemas.microsoft.com/office/drawing/2014/main" id="{B0422797-7790-2E4E-A1E8-0C2C77BCA792}"/>
                  </a:ext>
                </a:extLst>
              </p:cNvPr>
              <p:cNvSpPr/>
              <p:nvPr/>
            </p:nvSpPr>
            <p:spPr>
              <a:xfrm>
                <a:off x="1543215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3" name="Oval 192">
                <a:extLst>
                  <a:ext uri="{FF2B5EF4-FFF2-40B4-BE49-F238E27FC236}">
                    <a16:creationId xmlns:a16="http://schemas.microsoft.com/office/drawing/2014/main" id="{7E79EA42-BF5A-B644-AA1E-9E65C18A5EC6}"/>
                  </a:ext>
                </a:extLst>
              </p:cNvPr>
              <p:cNvSpPr/>
              <p:nvPr/>
            </p:nvSpPr>
            <p:spPr>
              <a:xfrm>
                <a:off x="1749691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4" name="Oval 193">
                <a:extLst>
                  <a:ext uri="{FF2B5EF4-FFF2-40B4-BE49-F238E27FC236}">
                    <a16:creationId xmlns:a16="http://schemas.microsoft.com/office/drawing/2014/main" id="{20A3A274-1E91-3E47-8134-90C7E330F9A7}"/>
                  </a:ext>
                </a:extLst>
              </p:cNvPr>
              <p:cNvSpPr/>
              <p:nvPr/>
            </p:nvSpPr>
            <p:spPr>
              <a:xfrm>
                <a:off x="1907006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5" name="Oval 194">
                <a:extLst>
                  <a:ext uri="{FF2B5EF4-FFF2-40B4-BE49-F238E27FC236}">
                    <a16:creationId xmlns:a16="http://schemas.microsoft.com/office/drawing/2014/main" id="{6CB4394A-245E-7D4A-AD57-E50C73B0A2E6}"/>
                  </a:ext>
                </a:extLst>
              </p:cNvPr>
              <p:cNvSpPr/>
              <p:nvPr/>
            </p:nvSpPr>
            <p:spPr>
              <a:xfrm>
                <a:off x="2113483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6" name="Oval 195">
                <a:extLst>
                  <a:ext uri="{FF2B5EF4-FFF2-40B4-BE49-F238E27FC236}">
                    <a16:creationId xmlns:a16="http://schemas.microsoft.com/office/drawing/2014/main" id="{AEBCD215-C6E0-0C43-AA7C-8A8BBC023C6D}"/>
                  </a:ext>
                </a:extLst>
              </p:cNvPr>
              <p:cNvSpPr/>
              <p:nvPr/>
            </p:nvSpPr>
            <p:spPr>
              <a:xfrm>
                <a:off x="2295379" y="134175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4B0425D3-0854-7543-9A3F-957CD0901158}"/>
                  </a:ext>
                </a:extLst>
              </p:cNvPr>
              <p:cNvSpPr/>
              <p:nvPr/>
            </p:nvSpPr>
            <p:spPr>
              <a:xfrm>
                <a:off x="1567791" y="15384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8" name="Oval 197">
                <a:extLst>
                  <a:ext uri="{FF2B5EF4-FFF2-40B4-BE49-F238E27FC236}">
                    <a16:creationId xmlns:a16="http://schemas.microsoft.com/office/drawing/2014/main" id="{9D90FB54-A8F4-5340-AFA2-9301B6D7DFB0}"/>
                  </a:ext>
                </a:extLst>
              </p:cNvPr>
              <p:cNvSpPr/>
              <p:nvPr/>
            </p:nvSpPr>
            <p:spPr>
              <a:xfrm>
                <a:off x="1712817" y="155806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9" name="Oval 198">
                <a:extLst>
                  <a:ext uri="{FF2B5EF4-FFF2-40B4-BE49-F238E27FC236}">
                    <a16:creationId xmlns:a16="http://schemas.microsoft.com/office/drawing/2014/main" id="{751A33E9-18D5-844F-8014-3F7887F99C89}"/>
                  </a:ext>
                </a:extLst>
              </p:cNvPr>
              <p:cNvSpPr/>
              <p:nvPr/>
            </p:nvSpPr>
            <p:spPr>
              <a:xfrm>
                <a:off x="1882417" y="154823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0" name="Oval 199">
                <a:extLst>
                  <a:ext uri="{FF2B5EF4-FFF2-40B4-BE49-F238E27FC236}">
                    <a16:creationId xmlns:a16="http://schemas.microsoft.com/office/drawing/2014/main" id="{7F54E630-FFA3-C04D-A5DD-81F3713DC03E}"/>
                  </a:ext>
                </a:extLst>
              </p:cNvPr>
              <p:cNvSpPr/>
              <p:nvPr/>
            </p:nvSpPr>
            <p:spPr>
              <a:xfrm>
                <a:off x="2101183" y="154823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1" name="Oval 200">
                <a:extLst>
                  <a:ext uri="{FF2B5EF4-FFF2-40B4-BE49-F238E27FC236}">
                    <a16:creationId xmlns:a16="http://schemas.microsoft.com/office/drawing/2014/main" id="{B265FEEB-FBD1-3647-AF39-389C0AD40E53}"/>
                  </a:ext>
                </a:extLst>
              </p:cNvPr>
              <p:cNvSpPr/>
              <p:nvPr/>
            </p:nvSpPr>
            <p:spPr>
              <a:xfrm>
                <a:off x="2319955" y="152856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2" name="Oval 201">
                <a:extLst>
                  <a:ext uri="{FF2B5EF4-FFF2-40B4-BE49-F238E27FC236}">
                    <a16:creationId xmlns:a16="http://schemas.microsoft.com/office/drawing/2014/main" id="{16569485-EC77-E243-B551-DF5136A9D2B0}"/>
                  </a:ext>
                </a:extLst>
              </p:cNvPr>
              <p:cNvSpPr/>
              <p:nvPr/>
            </p:nvSpPr>
            <p:spPr>
              <a:xfrm>
                <a:off x="1523542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3" name="Oval 202">
                <a:extLst>
                  <a:ext uri="{FF2B5EF4-FFF2-40B4-BE49-F238E27FC236}">
                    <a16:creationId xmlns:a16="http://schemas.microsoft.com/office/drawing/2014/main" id="{0244FCE1-8B61-8346-8949-D480865545EA}"/>
                  </a:ext>
                </a:extLst>
              </p:cNvPr>
              <p:cNvSpPr/>
              <p:nvPr/>
            </p:nvSpPr>
            <p:spPr>
              <a:xfrm>
                <a:off x="1730018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4F06DF71-5735-7344-9EA8-19DB54ECA0BB}"/>
                  </a:ext>
                </a:extLst>
              </p:cNvPr>
              <p:cNvSpPr/>
              <p:nvPr/>
            </p:nvSpPr>
            <p:spPr>
              <a:xfrm>
                <a:off x="1887333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5" name="Oval 204">
                <a:extLst>
                  <a:ext uri="{FF2B5EF4-FFF2-40B4-BE49-F238E27FC236}">
                    <a16:creationId xmlns:a16="http://schemas.microsoft.com/office/drawing/2014/main" id="{59A20EFA-6DC0-A546-BE80-6D020316612D}"/>
                  </a:ext>
                </a:extLst>
              </p:cNvPr>
              <p:cNvSpPr/>
              <p:nvPr/>
            </p:nvSpPr>
            <p:spPr>
              <a:xfrm>
                <a:off x="2093810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6" name="Oval 205">
                <a:extLst>
                  <a:ext uri="{FF2B5EF4-FFF2-40B4-BE49-F238E27FC236}">
                    <a16:creationId xmlns:a16="http://schemas.microsoft.com/office/drawing/2014/main" id="{5DA2810B-3C0B-2D48-B80A-C1600051F277}"/>
                  </a:ext>
                </a:extLst>
              </p:cNvPr>
              <p:cNvSpPr/>
              <p:nvPr/>
            </p:nvSpPr>
            <p:spPr>
              <a:xfrm>
                <a:off x="2275706" y="175471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7" name="Oval 206">
                <a:extLst>
                  <a:ext uri="{FF2B5EF4-FFF2-40B4-BE49-F238E27FC236}">
                    <a16:creationId xmlns:a16="http://schemas.microsoft.com/office/drawing/2014/main" id="{46316056-5E8A-E04D-83F2-D60B1C613487}"/>
                  </a:ext>
                </a:extLst>
              </p:cNvPr>
              <p:cNvSpPr/>
              <p:nvPr/>
            </p:nvSpPr>
            <p:spPr>
              <a:xfrm>
                <a:off x="1548118" y="195135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8" name="Oval 207">
                <a:extLst>
                  <a:ext uri="{FF2B5EF4-FFF2-40B4-BE49-F238E27FC236}">
                    <a16:creationId xmlns:a16="http://schemas.microsoft.com/office/drawing/2014/main" id="{362606D2-21E6-4F47-98AA-2D76A02298DA}"/>
                  </a:ext>
                </a:extLst>
              </p:cNvPr>
              <p:cNvSpPr/>
              <p:nvPr/>
            </p:nvSpPr>
            <p:spPr>
              <a:xfrm>
                <a:off x="1693144" y="197102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9" name="Oval 208">
                <a:extLst>
                  <a:ext uri="{FF2B5EF4-FFF2-40B4-BE49-F238E27FC236}">
                    <a16:creationId xmlns:a16="http://schemas.microsoft.com/office/drawing/2014/main" id="{AAC6BDF4-F48B-CD49-8E6F-77C1657B595D}"/>
                  </a:ext>
                </a:extLst>
              </p:cNvPr>
              <p:cNvSpPr/>
              <p:nvPr/>
            </p:nvSpPr>
            <p:spPr>
              <a:xfrm>
                <a:off x="1862744" y="196118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0" name="Oval 209">
                <a:extLst>
                  <a:ext uri="{FF2B5EF4-FFF2-40B4-BE49-F238E27FC236}">
                    <a16:creationId xmlns:a16="http://schemas.microsoft.com/office/drawing/2014/main" id="{51EBB290-0D19-FE4D-BAA7-42B6B1FCBF52}"/>
                  </a:ext>
                </a:extLst>
              </p:cNvPr>
              <p:cNvSpPr/>
              <p:nvPr/>
            </p:nvSpPr>
            <p:spPr>
              <a:xfrm>
                <a:off x="2081510" y="196118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9D8DC366-073E-9C4F-ADA9-F18DC1CCCD79}"/>
                  </a:ext>
                </a:extLst>
              </p:cNvPr>
              <p:cNvSpPr/>
              <p:nvPr/>
            </p:nvSpPr>
            <p:spPr>
              <a:xfrm>
                <a:off x="2300282" y="194152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5F1F9626-AF4A-7540-9505-DACCC114FD85}"/>
                  </a:ext>
                </a:extLst>
              </p:cNvPr>
              <p:cNvSpPr/>
              <p:nvPr/>
            </p:nvSpPr>
            <p:spPr>
              <a:xfrm>
                <a:off x="1604666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3" name="Oval 212">
                <a:extLst>
                  <a:ext uri="{FF2B5EF4-FFF2-40B4-BE49-F238E27FC236}">
                    <a16:creationId xmlns:a16="http://schemas.microsoft.com/office/drawing/2014/main" id="{0DCD5B3B-26A1-F546-A336-C34EECFDED13}"/>
                  </a:ext>
                </a:extLst>
              </p:cNvPr>
              <p:cNvSpPr/>
              <p:nvPr/>
            </p:nvSpPr>
            <p:spPr>
              <a:xfrm>
                <a:off x="1811142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Oval 213">
                <a:extLst>
                  <a:ext uri="{FF2B5EF4-FFF2-40B4-BE49-F238E27FC236}">
                    <a16:creationId xmlns:a16="http://schemas.microsoft.com/office/drawing/2014/main" id="{2BB5FA53-1BCA-5A48-8F8A-1346B8B5F737}"/>
                  </a:ext>
                </a:extLst>
              </p:cNvPr>
              <p:cNvSpPr/>
              <p:nvPr/>
            </p:nvSpPr>
            <p:spPr>
              <a:xfrm>
                <a:off x="1968457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5" name="Oval 214">
                <a:extLst>
                  <a:ext uri="{FF2B5EF4-FFF2-40B4-BE49-F238E27FC236}">
                    <a16:creationId xmlns:a16="http://schemas.microsoft.com/office/drawing/2014/main" id="{FD6F5D9C-D508-6A40-8520-50BFB3793C96}"/>
                  </a:ext>
                </a:extLst>
              </p:cNvPr>
              <p:cNvSpPr/>
              <p:nvPr/>
            </p:nvSpPr>
            <p:spPr>
              <a:xfrm>
                <a:off x="2174934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6" name="Oval 215">
                <a:extLst>
                  <a:ext uri="{FF2B5EF4-FFF2-40B4-BE49-F238E27FC236}">
                    <a16:creationId xmlns:a16="http://schemas.microsoft.com/office/drawing/2014/main" id="{8740D0E1-984E-A043-8E54-0B9FD3788516}"/>
                  </a:ext>
                </a:extLst>
              </p:cNvPr>
              <p:cNvSpPr/>
              <p:nvPr/>
            </p:nvSpPr>
            <p:spPr>
              <a:xfrm>
                <a:off x="2356830" y="215782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7" name="Oval 216">
                <a:extLst>
                  <a:ext uri="{FF2B5EF4-FFF2-40B4-BE49-F238E27FC236}">
                    <a16:creationId xmlns:a16="http://schemas.microsoft.com/office/drawing/2014/main" id="{662D649B-1A4B-8F41-876E-99F4BDFFB0D2}"/>
                  </a:ext>
                </a:extLst>
              </p:cNvPr>
              <p:cNvSpPr/>
              <p:nvPr/>
            </p:nvSpPr>
            <p:spPr>
              <a:xfrm>
                <a:off x="1629242" y="235447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2FBBECF7-4890-9C4E-8711-07276E4D0EF9}"/>
                  </a:ext>
                </a:extLst>
              </p:cNvPr>
              <p:cNvSpPr/>
              <p:nvPr/>
            </p:nvSpPr>
            <p:spPr>
              <a:xfrm>
                <a:off x="1774268" y="23741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9" name="Oval 218">
                <a:extLst>
                  <a:ext uri="{FF2B5EF4-FFF2-40B4-BE49-F238E27FC236}">
                    <a16:creationId xmlns:a16="http://schemas.microsoft.com/office/drawing/2014/main" id="{88AA7677-A3FA-9E4F-981A-C6048CA20838}"/>
                  </a:ext>
                </a:extLst>
              </p:cNvPr>
              <p:cNvSpPr/>
              <p:nvPr/>
            </p:nvSpPr>
            <p:spPr>
              <a:xfrm>
                <a:off x="1943868" y="236430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0" name="Oval 219">
                <a:extLst>
                  <a:ext uri="{FF2B5EF4-FFF2-40B4-BE49-F238E27FC236}">
                    <a16:creationId xmlns:a16="http://schemas.microsoft.com/office/drawing/2014/main" id="{A207204D-5A53-1D4D-BEB8-DCFBE2E7C509}"/>
                  </a:ext>
                </a:extLst>
              </p:cNvPr>
              <p:cNvSpPr/>
              <p:nvPr/>
            </p:nvSpPr>
            <p:spPr>
              <a:xfrm>
                <a:off x="2162634" y="236430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5332ADD9-378C-1248-A205-1F18E340E5F0}"/>
                  </a:ext>
                </a:extLst>
              </p:cNvPr>
              <p:cNvSpPr/>
              <p:nvPr/>
            </p:nvSpPr>
            <p:spPr>
              <a:xfrm>
                <a:off x="2381406" y="234464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2" name="Oval 221">
                <a:extLst>
                  <a:ext uri="{FF2B5EF4-FFF2-40B4-BE49-F238E27FC236}">
                    <a16:creationId xmlns:a16="http://schemas.microsoft.com/office/drawing/2014/main" id="{6E84CC5A-F6C9-A941-8FF9-9792A0210F22}"/>
                  </a:ext>
                </a:extLst>
              </p:cNvPr>
              <p:cNvSpPr/>
              <p:nvPr/>
            </p:nvSpPr>
            <p:spPr>
              <a:xfrm rot="7200000">
                <a:off x="1585002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3" name="Oval 222">
                <a:extLst>
                  <a:ext uri="{FF2B5EF4-FFF2-40B4-BE49-F238E27FC236}">
                    <a16:creationId xmlns:a16="http://schemas.microsoft.com/office/drawing/2014/main" id="{B92511B3-8B78-AC4E-A5FC-F9F977AE9246}"/>
                  </a:ext>
                </a:extLst>
              </p:cNvPr>
              <p:cNvSpPr/>
              <p:nvPr/>
            </p:nvSpPr>
            <p:spPr>
              <a:xfrm rot="7200000">
                <a:off x="1791478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4" name="Oval 223">
                <a:extLst>
                  <a:ext uri="{FF2B5EF4-FFF2-40B4-BE49-F238E27FC236}">
                    <a16:creationId xmlns:a16="http://schemas.microsoft.com/office/drawing/2014/main" id="{C32BCCEF-45B9-A245-9F7F-5F503F501FDC}"/>
                  </a:ext>
                </a:extLst>
              </p:cNvPr>
              <p:cNvSpPr/>
              <p:nvPr/>
            </p:nvSpPr>
            <p:spPr>
              <a:xfrm rot="7200000">
                <a:off x="1948793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5" name="Oval 224">
                <a:extLst>
                  <a:ext uri="{FF2B5EF4-FFF2-40B4-BE49-F238E27FC236}">
                    <a16:creationId xmlns:a16="http://schemas.microsoft.com/office/drawing/2014/main" id="{D9FE53EC-EADC-DF40-B934-B789B7F182C8}"/>
                  </a:ext>
                </a:extLst>
              </p:cNvPr>
              <p:cNvSpPr/>
              <p:nvPr/>
            </p:nvSpPr>
            <p:spPr>
              <a:xfrm rot="7200000">
                <a:off x="2155270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6" name="Oval 225">
                <a:extLst>
                  <a:ext uri="{FF2B5EF4-FFF2-40B4-BE49-F238E27FC236}">
                    <a16:creationId xmlns:a16="http://schemas.microsoft.com/office/drawing/2014/main" id="{4FB4D047-D134-0347-A200-D551DFEB92B9}"/>
                  </a:ext>
                </a:extLst>
              </p:cNvPr>
              <p:cNvSpPr/>
              <p:nvPr/>
            </p:nvSpPr>
            <p:spPr>
              <a:xfrm rot="7200000">
                <a:off x="2337166" y="255110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7" name="Oval 226">
                <a:extLst>
                  <a:ext uri="{FF2B5EF4-FFF2-40B4-BE49-F238E27FC236}">
                    <a16:creationId xmlns:a16="http://schemas.microsoft.com/office/drawing/2014/main" id="{4D59F670-535A-814D-91B5-582F44105AFC}"/>
                  </a:ext>
                </a:extLst>
              </p:cNvPr>
              <p:cNvSpPr/>
              <p:nvPr/>
            </p:nvSpPr>
            <p:spPr>
              <a:xfrm rot="7200000">
                <a:off x="1609578" y="274775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DB727C58-2126-3C48-BB84-64BD8672F029}"/>
                  </a:ext>
                </a:extLst>
              </p:cNvPr>
              <p:cNvSpPr/>
              <p:nvPr/>
            </p:nvSpPr>
            <p:spPr>
              <a:xfrm rot="7200000">
                <a:off x="1754604" y="276741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9" name="Oval 228">
                <a:extLst>
                  <a:ext uri="{FF2B5EF4-FFF2-40B4-BE49-F238E27FC236}">
                    <a16:creationId xmlns:a16="http://schemas.microsoft.com/office/drawing/2014/main" id="{C02998C8-6D29-7442-8B07-A4D600489464}"/>
                  </a:ext>
                </a:extLst>
              </p:cNvPr>
              <p:cNvSpPr/>
              <p:nvPr/>
            </p:nvSpPr>
            <p:spPr>
              <a:xfrm rot="7200000">
                <a:off x="1924204" y="275758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0" name="Oval 229">
                <a:extLst>
                  <a:ext uri="{FF2B5EF4-FFF2-40B4-BE49-F238E27FC236}">
                    <a16:creationId xmlns:a16="http://schemas.microsoft.com/office/drawing/2014/main" id="{A50D88A9-62CE-4141-BDC1-091F2F1C2648}"/>
                  </a:ext>
                </a:extLst>
              </p:cNvPr>
              <p:cNvSpPr/>
              <p:nvPr/>
            </p:nvSpPr>
            <p:spPr>
              <a:xfrm rot="7200000">
                <a:off x="2142970" y="275758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Oval 230">
                <a:extLst>
                  <a:ext uri="{FF2B5EF4-FFF2-40B4-BE49-F238E27FC236}">
                    <a16:creationId xmlns:a16="http://schemas.microsoft.com/office/drawing/2014/main" id="{C2B80715-6459-E24D-B526-409A4480F883}"/>
                  </a:ext>
                </a:extLst>
              </p:cNvPr>
              <p:cNvSpPr/>
              <p:nvPr/>
            </p:nvSpPr>
            <p:spPr>
              <a:xfrm rot="7200000">
                <a:off x="2361742" y="273791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" name="Oval 231">
                <a:extLst>
                  <a:ext uri="{FF2B5EF4-FFF2-40B4-BE49-F238E27FC236}">
                    <a16:creationId xmlns:a16="http://schemas.microsoft.com/office/drawing/2014/main" id="{B859AA29-E3D4-DB48-BBF2-0681620187AB}"/>
                  </a:ext>
                </a:extLst>
              </p:cNvPr>
              <p:cNvSpPr/>
              <p:nvPr/>
            </p:nvSpPr>
            <p:spPr>
              <a:xfrm>
                <a:off x="1605720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3" name="Oval 232">
                <a:extLst>
                  <a:ext uri="{FF2B5EF4-FFF2-40B4-BE49-F238E27FC236}">
                    <a16:creationId xmlns:a16="http://schemas.microsoft.com/office/drawing/2014/main" id="{2AF34D02-ECF1-894F-B804-BD3D59B31B49}"/>
                  </a:ext>
                </a:extLst>
              </p:cNvPr>
              <p:cNvSpPr/>
              <p:nvPr/>
            </p:nvSpPr>
            <p:spPr>
              <a:xfrm>
                <a:off x="1812196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Oval 233">
                <a:extLst>
                  <a:ext uri="{FF2B5EF4-FFF2-40B4-BE49-F238E27FC236}">
                    <a16:creationId xmlns:a16="http://schemas.microsoft.com/office/drawing/2014/main" id="{A7A3E097-9DC2-8241-AC82-29F7FCA8027D}"/>
                  </a:ext>
                </a:extLst>
              </p:cNvPr>
              <p:cNvSpPr/>
              <p:nvPr/>
            </p:nvSpPr>
            <p:spPr>
              <a:xfrm>
                <a:off x="1969511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5" name="Oval 234">
                <a:extLst>
                  <a:ext uri="{FF2B5EF4-FFF2-40B4-BE49-F238E27FC236}">
                    <a16:creationId xmlns:a16="http://schemas.microsoft.com/office/drawing/2014/main" id="{A072B205-A7C4-064A-94CE-A53D7E532BA3}"/>
                  </a:ext>
                </a:extLst>
              </p:cNvPr>
              <p:cNvSpPr/>
              <p:nvPr/>
            </p:nvSpPr>
            <p:spPr>
              <a:xfrm>
                <a:off x="2175988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6" name="Oval 235">
                <a:extLst>
                  <a:ext uri="{FF2B5EF4-FFF2-40B4-BE49-F238E27FC236}">
                    <a16:creationId xmlns:a16="http://schemas.microsoft.com/office/drawing/2014/main" id="{C72C12F9-3FD4-B34C-89CF-689FDC134997}"/>
                  </a:ext>
                </a:extLst>
              </p:cNvPr>
              <p:cNvSpPr/>
              <p:nvPr/>
            </p:nvSpPr>
            <p:spPr>
              <a:xfrm>
                <a:off x="2357884" y="294436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Oval 236">
                <a:extLst>
                  <a:ext uri="{FF2B5EF4-FFF2-40B4-BE49-F238E27FC236}">
                    <a16:creationId xmlns:a16="http://schemas.microsoft.com/office/drawing/2014/main" id="{9086828D-D427-7246-9140-586B796B5AA1}"/>
                  </a:ext>
                </a:extLst>
              </p:cNvPr>
              <p:cNvSpPr/>
              <p:nvPr/>
            </p:nvSpPr>
            <p:spPr>
              <a:xfrm>
                <a:off x="1630296" y="314101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8" name="Oval 237">
                <a:extLst>
                  <a:ext uri="{FF2B5EF4-FFF2-40B4-BE49-F238E27FC236}">
                    <a16:creationId xmlns:a16="http://schemas.microsoft.com/office/drawing/2014/main" id="{C2494FB2-CA38-9846-8A78-80287680B4F3}"/>
                  </a:ext>
                </a:extLst>
              </p:cNvPr>
              <p:cNvSpPr/>
              <p:nvPr/>
            </p:nvSpPr>
            <p:spPr>
              <a:xfrm>
                <a:off x="1775322" y="316067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9" name="Oval 238">
                <a:extLst>
                  <a:ext uri="{FF2B5EF4-FFF2-40B4-BE49-F238E27FC236}">
                    <a16:creationId xmlns:a16="http://schemas.microsoft.com/office/drawing/2014/main" id="{A1B70106-2C90-404D-AFBB-60675B576445}"/>
                  </a:ext>
                </a:extLst>
              </p:cNvPr>
              <p:cNvSpPr/>
              <p:nvPr/>
            </p:nvSpPr>
            <p:spPr>
              <a:xfrm>
                <a:off x="1944922" y="315084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Oval 239">
                <a:extLst>
                  <a:ext uri="{FF2B5EF4-FFF2-40B4-BE49-F238E27FC236}">
                    <a16:creationId xmlns:a16="http://schemas.microsoft.com/office/drawing/2014/main" id="{59B968E0-7FEC-8945-9F57-DE91051D9479}"/>
                  </a:ext>
                </a:extLst>
              </p:cNvPr>
              <p:cNvSpPr/>
              <p:nvPr/>
            </p:nvSpPr>
            <p:spPr>
              <a:xfrm>
                <a:off x="2163688" y="31508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1" name="Oval 240">
                <a:extLst>
                  <a:ext uri="{FF2B5EF4-FFF2-40B4-BE49-F238E27FC236}">
                    <a16:creationId xmlns:a16="http://schemas.microsoft.com/office/drawing/2014/main" id="{EF0ADE83-3649-3343-A276-9439157AE8A9}"/>
                  </a:ext>
                </a:extLst>
              </p:cNvPr>
              <p:cNvSpPr/>
              <p:nvPr/>
            </p:nvSpPr>
            <p:spPr>
              <a:xfrm>
                <a:off x="2382460" y="31311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2" name="Oval 241">
                <a:extLst>
                  <a:ext uri="{FF2B5EF4-FFF2-40B4-BE49-F238E27FC236}">
                    <a16:creationId xmlns:a16="http://schemas.microsoft.com/office/drawing/2014/main" id="{4E0DC1C4-080B-C149-B366-0D70B1C26C37}"/>
                  </a:ext>
                </a:extLst>
              </p:cNvPr>
              <p:cNvSpPr/>
              <p:nvPr/>
            </p:nvSpPr>
            <p:spPr>
              <a:xfrm>
                <a:off x="1686844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3" name="Oval 242">
                <a:extLst>
                  <a:ext uri="{FF2B5EF4-FFF2-40B4-BE49-F238E27FC236}">
                    <a16:creationId xmlns:a16="http://schemas.microsoft.com/office/drawing/2014/main" id="{C71EBA9D-8C6E-5E4D-834A-2B5BC2670FFD}"/>
                  </a:ext>
                </a:extLst>
              </p:cNvPr>
              <p:cNvSpPr/>
              <p:nvPr/>
            </p:nvSpPr>
            <p:spPr>
              <a:xfrm>
                <a:off x="1893320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4" name="Oval 243">
                <a:extLst>
                  <a:ext uri="{FF2B5EF4-FFF2-40B4-BE49-F238E27FC236}">
                    <a16:creationId xmlns:a16="http://schemas.microsoft.com/office/drawing/2014/main" id="{0215DB7A-9192-3842-BA56-9F2E2046BE8D}"/>
                  </a:ext>
                </a:extLst>
              </p:cNvPr>
              <p:cNvSpPr/>
              <p:nvPr/>
            </p:nvSpPr>
            <p:spPr>
              <a:xfrm>
                <a:off x="2050635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5" name="Oval 244">
                <a:extLst>
                  <a:ext uri="{FF2B5EF4-FFF2-40B4-BE49-F238E27FC236}">
                    <a16:creationId xmlns:a16="http://schemas.microsoft.com/office/drawing/2014/main" id="{EEDBFC65-F9A7-3342-85C6-9511289206A2}"/>
                  </a:ext>
                </a:extLst>
              </p:cNvPr>
              <p:cNvSpPr/>
              <p:nvPr/>
            </p:nvSpPr>
            <p:spPr>
              <a:xfrm>
                <a:off x="2257112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6" name="Oval 245">
                <a:extLst>
                  <a:ext uri="{FF2B5EF4-FFF2-40B4-BE49-F238E27FC236}">
                    <a16:creationId xmlns:a16="http://schemas.microsoft.com/office/drawing/2014/main" id="{DC9775DE-7FA6-DB43-9067-37911610C17B}"/>
                  </a:ext>
                </a:extLst>
              </p:cNvPr>
              <p:cNvSpPr/>
              <p:nvPr/>
            </p:nvSpPr>
            <p:spPr>
              <a:xfrm>
                <a:off x="2439008" y="334748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7" name="Oval 246">
                <a:extLst>
                  <a:ext uri="{FF2B5EF4-FFF2-40B4-BE49-F238E27FC236}">
                    <a16:creationId xmlns:a16="http://schemas.microsoft.com/office/drawing/2014/main" id="{D2D1A519-EF51-6448-A6EF-E52F0BE1CE12}"/>
                  </a:ext>
                </a:extLst>
              </p:cNvPr>
              <p:cNvSpPr/>
              <p:nvPr/>
            </p:nvSpPr>
            <p:spPr>
              <a:xfrm>
                <a:off x="1711420" y="354413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C88397AA-F755-E74F-8B72-16F3AED4D804}"/>
                  </a:ext>
                </a:extLst>
              </p:cNvPr>
              <p:cNvSpPr/>
              <p:nvPr/>
            </p:nvSpPr>
            <p:spPr>
              <a:xfrm>
                <a:off x="1856446" y="35637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9" name="Oval 248">
                <a:extLst>
                  <a:ext uri="{FF2B5EF4-FFF2-40B4-BE49-F238E27FC236}">
                    <a16:creationId xmlns:a16="http://schemas.microsoft.com/office/drawing/2014/main" id="{3CB02C21-46F4-1046-A922-65D1752F4FA9}"/>
                  </a:ext>
                </a:extLst>
              </p:cNvPr>
              <p:cNvSpPr/>
              <p:nvPr/>
            </p:nvSpPr>
            <p:spPr>
              <a:xfrm>
                <a:off x="2026046" y="355396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0" name="Oval 249">
                <a:extLst>
                  <a:ext uri="{FF2B5EF4-FFF2-40B4-BE49-F238E27FC236}">
                    <a16:creationId xmlns:a16="http://schemas.microsoft.com/office/drawing/2014/main" id="{7DDFC648-A5D3-FB49-89C9-3E93BDC92CEF}"/>
                  </a:ext>
                </a:extLst>
              </p:cNvPr>
              <p:cNvSpPr/>
              <p:nvPr/>
            </p:nvSpPr>
            <p:spPr>
              <a:xfrm>
                <a:off x="2244812" y="35539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1" name="Oval 250">
                <a:extLst>
                  <a:ext uri="{FF2B5EF4-FFF2-40B4-BE49-F238E27FC236}">
                    <a16:creationId xmlns:a16="http://schemas.microsoft.com/office/drawing/2014/main" id="{26884CFC-583C-DC46-B1B5-10EC3B316204}"/>
                  </a:ext>
                </a:extLst>
              </p:cNvPr>
              <p:cNvSpPr/>
              <p:nvPr/>
            </p:nvSpPr>
            <p:spPr>
              <a:xfrm>
                <a:off x="2463584" y="35342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2" name="Oval 251">
                <a:extLst>
                  <a:ext uri="{FF2B5EF4-FFF2-40B4-BE49-F238E27FC236}">
                    <a16:creationId xmlns:a16="http://schemas.microsoft.com/office/drawing/2014/main" id="{FDE5F98C-DAD5-A446-8A60-F75C455A2330}"/>
                  </a:ext>
                </a:extLst>
              </p:cNvPr>
              <p:cNvSpPr/>
              <p:nvPr/>
            </p:nvSpPr>
            <p:spPr>
              <a:xfrm rot="7200000">
                <a:off x="1667180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3" name="Oval 252">
                <a:extLst>
                  <a:ext uri="{FF2B5EF4-FFF2-40B4-BE49-F238E27FC236}">
                    <a16:creationId xmlns:a16="http://schemas.microsoft.com/office/drawing/2014/main" id="{3A3172FD-9A43-BE44-92A4-48516491989A}"/>
                  </a:ext>
                </a:extLst>
              </p:cNvPr>
              <p:cNvSpPr/>
              <p:nvPr/>
            </p:nvSpPr>
            <p:spPr>
              <a:xfrm rot="7200000">
                <a:off x="1873656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4" name="Oval 253">
                <a:extLst>
                  <a:ext uri="{FF2B5EF4-FFF2-40B4-BE49-F238E27FC236}">
                    <a16:creationId xmlns:a16="http://schemas.microsoft.com/office/drawing/2014/main" id="{0E39C49F-B77B-1D4D-899C-6CA16E6640A1}"/>
                  </a:ext>
                </a:extLst>
              </p:cNvPr>
              <p:cNvSpPr/>
              <p:nvPr/>
            </p:nvSpPr>
            <p:spPr>
              <a:xfrm rot="7200000">
                <a:off x="2030971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5" name="Oval 254">
                <a:extLst>
                  <a:ext uri="{FF2B5EF4-FFF2-40B4-BE49-F238E27FC236}">
                    <a16:creationId xmlns:a16="http://schemas.microsoft.com/office/drawing/2014/main" id="{6A966FF9-4DB2-DE4C-80BE-819DA2BF4DB0}"/>
                  </a:ext>
                </a:extLst>
              </p:cNvPr>
              <p:cNvSpPr/>
              <p:nvPr/>
            </p:nvSpPr>
            <p:spPr>
              <a:xfrm rot="7200000">
                <a:off x="2237448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6" name="Oval 255">
                <a:extLst>
                  <a:ext uri="{FF2B5EF4-FFF2-40B4-BE49-F238E27FC236}">
                    <a16:creationId xmlns:a16="http://schemas.microsoft.com/office/drawing/2014/main" id="{3118D546-27D8-3C45-8896-584EC2152DD7}"/>
                  </a:ext>
                </a:extLst>
              </p:cNvPr>
              <p:cNvSpPr/>
              <p:nvPr/>
            </p:nvSpPr>
            <p:spPr>
              <a:xfrm rot="7200000">
                <a:off x="2419344" y="374076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7" name="Oval 256">
                <a:extLst>
                  <a:ext uri="{FF2B5EF4-FFF2-40B4-BE49-F238E27FC236}">
                    <a16:creationId xmlns:a16="http://schemas.microsoft.com/office/drawing/2014/main" id="{06D98460-7807-3E41-B08D-B4CD3EEFA988}"/>
                  </a:ext>
                </a:extLst>
              </p:cNvPr>
              <p:cNvSpPr/>
              <p:nvPr/>
            </p:nvSpPr>
            <p:spPr>
              <a:xfrm rot="7200000">
                <a:off x="1691756" y="393740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8" name="Oval 257">
                <a:extLst>
                  <a:ext uri="{FF2B5EF4-FFF2-40B4-BE49-F238E27FC236}">
                    <a16:creationId xmlns:a16="http://schemas.microsoft.com/office/drawing/2014/main" id="{88D0614C-DB45-7643-AC8B-0999BE35999B}"/>
                  </a:ext>
                </a:extLst>
              </p:cNvPr>
              <p:cNvSpPr/>
              <p:nvPr/>
            </p:nvSpPr>
            <p:spPr>
              <a:xfrm rot="7200000">
                <a:off x="1836782" y="395707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9" name="Oval 258">
                <a:extLst>
                  <a:ext uri="{FF2B5EF4-FFF2-40B4-BE49-F238E27FC236}">
                    <a16:creationId xmlns:a16="http://schemas.microsoft.com/office/drawing/2014/main" id="{EE4F0A51-AD8D-9D42-B28A-806B33ADF3BA}"/>
                  </a:ext>
                </a:extLst>
              </p:cNvPr>
              <p:cNvSpPr/>
              <p:nvPr/>
            </p:nvSpPr>
            <p:spPr>
              <a:xfrm rot="7200000">
                <a:off x="2006382" y="394724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0" name="Oval 259">
                <a:extLst>
                  <a:ext uri="{FF2B5EF4-FFF2-40B4-BE49-F238E27FC236}">
                    <a16:creationId xmlns:a16="http://schemas.microsoft.com/office/drawing/2014/main" id="{03514545-4BE8-2642-B26B-699E45ACDD11}"/>
                  </a:ext>
                </a:extLst>
              </p:cNvPr>
              <p:cNvSpPr/>
              <p:nvPr/>
            </p:nvSpPr>
            <p:spPr>
              <a:xfrm rot="7200000">
                <a:off x="2225148" y="39472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1" name="Oval 260">
                <a:extLst>
                  <a:ext uri="{FF2B5EF4-FFF2-40B4-BE49-F238E27FC236}">
                    <a16:creationId xmlns:a16="http://schemas.microsoft.com/office/drawing/2014/main" id="{17F14B8D-8A5A-2648-8947-C45BB7E433A4}"/>
                  </a:ext>
                </a:extLst>
              </p:cNvPr>
              <p:cNvSpPr/>
              <p:nvPr/>
            </p:nvSpPr>
            <p:spPr>
              <a:xfrm rot="7200000">
                <a:off x="2443920" y="392757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2" name="Oval 261">
                <a:extLst>
                  <a:ext uri="{FF2B5EF4-FFF2-40B4-BE49-F238E27FC236}">
                    <a16:creationId xmlns:a16="http://schemas.microsoft.com/office/drawing/2014/main" id="{435A84F0-7FA5-9743-9065-0B733AD37DB7}"/>
                  </a:ext>
                </a:extLst>
              </p:cNvPr>
              <p:cNvSpPr/>
              <p:nvPr/>
            </p:nvSpPr>
            <p:spPr>
              <a:xfrm>
                <a:off x="1680856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3" name="Oval 262">
                <a:extLst>
                  <a:ext uri="{FF2B5EF4-FFF2-40B4-BE49-F238E27FC236}">
                    <a16:creationId xmlns:a16="http://schemas.microsoft.com/office/drawing/2014/main" id="{ACEAD373-82EF-A846-BF42-3049C15B1431}"/>
                  </a:ext>
                </a:extLst>
              </p:cNvPr>
              <p:cNvSpPr/>
              <p:nvPr/>
            </p:nvSpPr>
            <p:spPr>
              <a:xfrm>
                <a:off x="1887332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4" name="Oval 263">
                <a:extLst>
                  <a:ext uri="{FF2B5EF4-FFF2-40B4-BE49-F238E27FC236}">
                    <a16:creationId xmlns:a16="http://schemas.microsoft.com/office/drawing/2014/main" id="{17D94B1F-1E47-6842-A86D-0D2857E36508}"/>
                  </a:ext>
                </a:extLst>
              </p:cNvPr>
              <p:cNvSpPr/>
              <p:nvPr/>
            </p:nvSpPr>
            <p:spPr>
              <a:xfrm>
                <a:off x="2044647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5" name="Oval 264">
                <a:extLst>
                  <a:ext uri="{FF2B5EF4-FFF2-40B4-BE49-F238E27FC236}">
                    <a16:creationId xmlns:a16="http://schemas.microsoft.com/office/drawing/2014/main" id="{51B39340-D1BA-A141-921A-AA2755353878}"/>
                  </a:ext>
                </a:extLst>
              </p:cNvPr>
              <p:cNvSpPr/>
              <p:nvPr/>
            </p:nvSpPr>
            <p:spPr>
              <a:xfrm>
                <a:off x="2251124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6" name="Oval 265">
                <a:extLst>
                  <a:ext uri="{FF2B5EF4-FFF2-40B4-BE49-F238E27FC236}">
                    <a16:creationId xmlns:a16="http://schemas.microsoft.com/office/drawing/2014/main" id="{F3E709CA-5FB2-7246-96A0-6A2FF18675FA}"/>
                  </a:ext>
                </a:extLst>
              </p:cNvPr>
              <p:cNvSpPr/>
              <p:nvPr/>
            </p:nvSpPr>
            <p:spPr>
              <a:xfrm>
                <a:off x="2433020" y="407497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7" name="Oval 266">
                <a:extLst>
                  <a:ext uri="{FF2B5EF4-FFF2-40B4-BE49-F238E27FC236}">
                    <a16:creationId xmlns:a16="http://schemas.microsoft.com/office/drawing/2014/main" id="{5274BF54-79E0-3743-824C-26A48D0274A0}"/>
                  </a:ext>
                </a:extLst>
              </p:cNvPr>
              <p:cNvSpPr/>
              <p:nvPr/>
            </p:nvSpPr>
            <p:spPr>
              <a:xfrm>
                <a:off x="1705432" y="427161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8" name="Oval 267">
                <a:extLst>
                  <a:ext uri="{FF2B5EF4-FFF2-40B4-BE49-F238E27FC236}">
                    <a16:creationId xmlns:a16="http://schemas.microsoft.com/office/drawing/2014/main" id="{CC36B424-BD10-BD49-B790-FE2F3FDDD80C}"/>
                  </a:ext>
                </a:extLst>
              </p:cNvPr>
              <p:cNvSpPr/>
              <p:nvPr/>
            </p:nvSpPr>
            <p:spPr>
              <a:xfrm>
                <a:off x="1850458" y="429128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9" name="Oval 268">
                <a:extLst>
                  <a:ext uri="{FF2B5EF4-FFF2-40B4-BE49-F238E27FC236}">
                    <a16:creationId xmlns:a16="http://schemas.microsoft.com/office/drawing/2014/main" id="{32C60E58-B9B9-E446-947A-EFB660A26AE0}"/>
                  </a:ext>
                </a:extLst>
              </p:cNvPr>
              <p:cNvSpPr/>
              <p:nvPr/>
            </p:nvSpPr>
            <p:spPr>
              <a:xfrm>
                <a:off x="2020058" y="428144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0" name="Oval 269">
                <a:extLst>
                  <a:ext uri="{FF2B5EF4-FFF2-40B4-BE49-F238E27FC236}">
                    <a16:creationId xmlns:a16="http://schemas.microsoft.com/office/drawing/2014/main" id="{CDFBBCEA-0FAD-D148-BD0A-6C360C99B070}"/>
                  </a:ext>
                </a:extLst>
              </p:cNvPr>
              <p:cNvSpPr/>
              <p:nvPr/>
            </p:nvSpPr>
            <p:spPr>
              <a:xfrm>
                <a:off x="2238824" y="428144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1" name="Oval 270">
                <a:extLst>
                  <a:ext uri="{FF2B5EF4-FFF2-40B4-BE49-F238E27FC236}">
                    <a16:creationId xmlns:a16="http://schemas.microsoft.com/office/drawing/2014/main" id="{DFC8EE08-003B-1847-8465-4DB26BDB9F9D}"/>
                  </a:ext>
                </a:extLst>
              </p:cNvPr>
              <p:cNvSpPr/>
              <p:nvPr/>
            </p:nvSpPr>
            <p:spPr>
              <a:xfrm>
                <a:off x="2457596" y="426178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2" name="Oval 271">
                <a:extLst>
                  <a:ext uri="{FF2B5EF4-FFF2-40B4-BE49-F238E27FC236}">
                    <a16:creationId xmlns:a16="http://schemas.microsoft.com/office/drawing/2014/main" id="{318B312E-A6C2-8644-A3F0-6B45AD658F77}"/>
                  </a:ext>
                </a:extLst>
              </p:cNvPr>
              <p:cNvSpPr/>
              <p:nvPr/>
            </p:nvSpPr>
            <p:spPr>
              <a:xfrm>
                <a:off x="1761980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3" name="Oval 272">
                <a:extLst>
                  <a:ext uri="{FF2B5EF4-FFF2-40B4-BE49-F238E27FC236}">
                    <a16:creationId xmlns:a16="http://schemas.microsoft.com/office/drawing/2014/main" id="{24FA68C0-A55D-FA44-8DF3-15C985A28E3F}"/>
                  </a:ext>
                </a:extLst>
              </p:cNvPr>
              <p:cNvSpPr/>
              <p:nvPr/>
            </p:nvSpPr>
            <p:spPr>
              <a:xfrm>
                <a:off x="1968456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4" name="Oval 273">
                <a:extLst>
                  <a:ext uri="{FF2B5EF4-FFF2-40B4-BE49-F238E27FC236}">
                    <a16:creationId xmlns:a16="http://schemas.microsoft.com/office/drawing/2014/main" id="{10BC3E76-C436-224A-818D-EDEC64FB1E12}"/>
                  </a:ext>
                </a:extLst>
              </p:cNvPr>
              <p:cNvSpPr/>
              <p:nvPr/>
            </p:nvSpPr>
            <p:spPr>
              <a:xfrm>
                <a:off x="2125771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5" name="Oval 274">
                <a:extLst>
                  <a:ext uri="{FF2B5EF4-FFF2-40B4-BE49-F238E27FC236}">
                    <a16:creationId xmlns:a16="http://schemas.microsoft.com/office/drawing/2014/main" id="{523A317A-4B1D-964F-BE66-CCEE821B90CF}"/>
                  </a:ext>
                </a:extLst>
              </p:cNvPr>
              <p:cNvSpPr/>
              <p:nvPr/>
            </p:nvSpPr>
            <p:spPr>
              <a:xfrm>
                <a:off x="2332248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6" name="Oval 275">
                <a:extLst>
                  <a:ext uri="{FF2B5EF4-FFF2-40B4-BE49-F238E27FC236}">
                    <a16:creationId xmlns:a16="http://schemas.microsoft.com/office/drawing/2014/main" id="{395E0355-29A0-3545-AC1B-C4ADB2C2D904}"/>
                  </a:ext>
                </a:extLst>
              </p:cNvPr>
              <p:cNvSpPr/>
              <p:nvPr/>
            </p:nvSpPr>
            <p:spPr>
              <a:xfrm>
                <a:off x="2514144" y="447808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7" name="Oval 276">
                <a:extLst>
                  <a:ext uri="{FF2B5EF4-FFF2-40B4-BE49-F238E27FC236}">
                    <a16:creationId xmlns:a16="http://schemas.microsoft.com/office/drawing/2014/main" id="{15C06446-F36C-6F47-A5E0-8788CA91E5A2}"/>
                  </a:ext>
                </a:extLst>
              </p:cNvPr>
              <p:cNvSpPr/>
              <p:nvPr/>
            </p:nvSpPr>
            <p:spPr>
              <a:xfrm>
                <a:off x="1786556" y="467473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8" name="Oval 277">
                <a:extLst>
                  <a:ext uri="{FF2B5EF4-FFF2-40B4-BE49-F238E27FC236}">
                    <a16:creationId xmlns:a16="http://schemas.microsoft.com/office/drawing/2014/main" id="{9B972BBD-3F7B-D340-A8AA-A63D58CF8050}"/>
                  </a:ext>
                </a:extLst>
              </p:cNvPr>
              <p:cNvSpPr/>
              <p:nvPr/>
            </p:nvSpPr>
            <p:spPr>
              <a:xfrm>
                <a:off x="1931582" y="46943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9" name="Oval 278">
                <a:extLst>
                  <a:ext uri="{FF2B5EF4-FFF2-40B4-BE49-F238E27FC236}">
                    <a16:creationId xmlns:a16="http://schemas.microsoft.com/office/drawing/2014/main" id="{E17B56D6-752D-864B-B47B-8E6C8EC101CF}"/>
                  </a:ext>
                </a:extLst>
              </p:cNvPr>
              <p:cNvSpPr/>
              <p:nvPr/>
            </p:nvSpPr>
            <p:spPr>
              <a:xfrm>
                <a:off x="2101182" y="468456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0" name="Oval 279">
                <a:extLst>
                  <a:ext uri="{FF2B5EF4-FFF2-40B4-BE49-F238E27FC236}">
                    <a16:creationId xmlns:a16="http://schemas.microsoft.com/office/drawing/2014/main" id="{0752801F-5FBF-3F42-993D-45F5124214BD}"/>
                  </a:ext>
                </a:extLst>
              </p:cNvPr>
              <p:cNvSpPr/>
              <p:nvPr/>
            </p:nvSpPr>
            <p:spPr>
              <a:xfrm>
                <a:off x="2319948" y="468456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1" name="Oval 280">
                <a:extLst>
                  <a:ext uri="{FF2B5EF4-FFF2-40B4-BE49-F238E27FC236}">
                    <a16:creationId xmlns:a16="http://schemas.microsoft.com/office/drawing/2014/main" id="{A42512B0-AF45-B84A-A09E-814F524AA814}"/>
                  </a:ext>
                </a:extLst>
              </p:cNvPr>
              <p:cNvSpPr/>
              <p:nvPr/>
            </p:nvSpPr>
            <p:spPr>
              <a:xfrm>
                <a:off x="2538720" y="466489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2" name="Oval 281">
                <a:extLst>
                  <a:ext uri="{FF2B5EF4-FFF2-40B4-BE49-F238E27FC236}">
                    <a16:creationId xmlns:a16="http://schemas.microsoft.com/office/drawing/2014/main" id="{A3F26479-973B-E044-88E8-CFC58972342F}"/>
                  </a:ext>
                </a:extLst>
              </p:cNvPr>
              <p:cNvSpPr/>
              <p:nvPr/>
            </p:nvSpPr>
            <p:spPr>
              <a:xfrm rot="7200000">
                <a:off x="1742316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3" name="Oval 282">
                <a:extLst>
                  <a:ext uri="{FF2B5EF4-FFF2-40B4-BE49-F238E27FC236}">
                    <a16:creationId xmlns:a16="http://schemas.microsoft.com/office/drawing/2014/main" id="{D50E25B5-A4D0-6744-A4B8-3E903C84CDF0}"/>
                  </a:ext>
                </a:extLst>
              </p:cNvPr>
              <p:cNvSpPr/>
              <p:nvPr/>
            </p:nvSpPr>
            <p:spPr>
              <a:xfrm rot="7200000">
                <a:off x="1948792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4" name="Oval 283">
                <a:extLst>
                  <a:ext uri="{FF2B5EF4-FFF2-40B4-BE49-F238E27FC236}">
                    <a16:creationId xmlns:a16="http://schemas.microsoft.com/office/drawing/2014/main" id="{7A05C22F-1B8F-7545-8BAB-F7F4DF8A9CA4}"/>
                  </a:ext>
                </a:extLst>
              </p:cNvPr>
              <p:cNvSpPr/>
              <p:nvPr/>
            </p:nvSpPr>
            <p:spPr>
              <a:xfrm rot="7200000">
                <a:off x="2106107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5" name="Oval 284">
                <a:extLst>
                  <a:ext uri="{FF2B5EF4-FFF2-40B4-BE49-F238E27FC236}">
                    <a16:creationId xmlns:a16="http://schemas.microsoft.com/office/drawing/2014/main" id="{EC215CF5-D990-7744-BB9D-0C3C721B7795}"/>
                  </a:ext>
                </a:extLst>
              </p:cNvPr>
              <p:cNvSpPr/>
              <p:nvPr/>
            </p:nvSpPr>
            <p:spPr>
              <a:xfrm rot="7200000">
                <a:off x="1766892" y="506800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6" name="Oval 285">
                <a:extLst>
                  <a:ext uri="{FF2B5EF4-FFF2-40B4-BE49-F238E27FC236}">
                    <a16:creationId xmlns:a16="http://schemas.microsoft.com/office/drawing/2014/main" id="{DD36129D-9342-914D-A931-E1544F3C9578}"/>
                  </a:ext>
                </a:extLst>
              </p:cNvPr>
              <p:cNvSpPr/>
              <p:nvPr/>
            </p:nvSpPr>
            <p:spPr>
              <a:xfrm rot="7200000">
                <a:off x="1911918" y="508767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7" name="Oval 286">
                <a:extLst>
                  <a:ext uri="{FF2B5EF4-FFF2-40B4-BE49-F238E27FC236}">
                    <a16:creationId xmlns:a16="http://schemas.microsoft.com/office/drawing/2014/main" id="{1BA18B46-F08D-824E-B686-75AF0DDF185F}"/>
                  </a:ext>
                </a:extLst>
              </p:cNvPr>
              <p:cNvSpPr/>
              <p:nvPr/>
            </p:nvSpPr>
            <p:spPr>
              <a:xfrm rot="7200000">
                <a:off x="2081518" y="507784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8" name="Oval 287">
                <a:extLst>
                  <a:ext uri="{FF2B5EF4-FFF2-40B4-BE49-F238E27FC236}">
                    <a16:creationId xmlns:a16="http://schemas.microsoft.com/office/drawing/2014/main" id="{9D5EF8FE-7B38-9A49-B75F-E8C92282D891}"/>
                  </a:ext>
                </a:extLst>
              </p:cNvPr>
              <p:cNvSpPr/>
              <p:nvPr/>
            </p:nvSpPr>
            <p:spPr>
              <a:xfrm rot="14917077">
                <a:off x="1774285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9" name="Oval 288">
                <a:extLst>
                  <a:ext uri="{FF2B5EF4-FFF2-40B4-BE49-F238E27FC236}">
                    <a16:creationId xmlns:a16="http://schemas.microsoft.com/office/drawing/2014/main" id="{AB0BD8B9-C7B9-9344-B24F-929322D7C9C1}"/>
                  </a:ext>
                </a:extLst>
              </p:cNvPr>
              <p:cNvSpPr/>
              <p:nvPr/>
            </p:nvSpPr>
            <p:spPr>
              <a:xfrm rot="14917077">
                <a:off x="1980761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0" name="Oval 289">
                <a:extLst>
                  <a:ext uri="{FF2B5EF4-FFF2-40B4-BE49-F238E27FC236}">
                    <a16:creationId xmlns:a16="http://schemas.microsoft.com/office/drawing/2014/main" id="{14B4F087-FB0B-204A-AA58-F1D01B67CA6C}"/>
                  </a:ext>
                </a:extLst>
              </p:cNvPr>
              <p:cNvSpPr/>
              <p:nvPr/>
            </p:nvSpPr>
            <p:spPr>
              <a:xfrm rot="14917077">
                <a:off x="2138076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1" name="Oval 290">
                <a:extLst>
                  <a:ext uri="{FF2B5EF4-FFF2-40B4-BE49-F238E27FC236}">
                    <a16:creationId xmlns:a16="http://schemas.microsoft.com/office/drawing/2014/main" id="{BF2EE719-D585-7C43-9D63-2383A5363478}"/>
                  </a:ext>
                </a:extLst>
              </p:cNvPr>
              <p:cNvSpPr/>
              <p:nvPr/>
            </p:nvSpPr>
            <p:spPr>
              <a:xfrm rot="14917077">
                <a:off x="1798861" y="5452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2" name="Oval 291">
                <a:extLst>
                  <a:ext uri="{FF2B5EF4-FFF2-40B4-BE49-F238E27FC236}">
                    <a16:creationId xmlns:a16="http://schemas.microsoft.com/office/drawing/2014/main" id="{F9361DA7-428E-E04A-AC8E-CCC1FB3F797C}"/>
                  </a:ext>
                </a:extLst>
              </p:cNvPr>
              <p:cNvSpPr/>
              <p:nvPr/>
            </p:nvSpPr>
            <p:spPr>
              <a:xfrm rot="14917077">
                <a:off x="1943887" y="547225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3" name="Oval 292">
                <a:extLst>
                  <a:ext uri="{FF2B5EF4-FFF2-40B4-BE49-F238E27FC236}">
                    <a16:creationId xmlns:a16="http://schemas.microsoft.com/office/drawing/2014/main" id="{39F7CF06-E55A-6641-91E1-5A52D29D922D}"/>
                  </a:ext>
                </a:extLst>
              </p:cNvPr>
              <p:cNvSpPr/>
              <p:nvPr/>
            </p:nvSpPr>
            <p:spPr>
              <a:xfrm rot="14917077">
                <a:off x="2113487" y="546242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4" name="Oval 293">
                <a:extLst>
                  <a:ext uri="{FF2B5EF4-FFF2-40B4-BE49-F238E27FC236}">
                    <a16:creationId xmlns:a16="http://schemas.microsoft.com/office/drawing/2014/main" id="{2DCC8131-E978-4E49-8AEC-C78AA15154D7}"/>
                  </a:ext>
                </a:extLst>
              </p:cNvPr>
              <p:cNvSpPr/>
              <p:nvPr/>
            </p:nvSpPr>
            <p:spPr>
              <a:xfrm rot="14917077">
                <a:off x="1855409" y="56688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5" name="Oval 294">
                <a:extLst>
                  <a:ext uri="{FF2B5EF4-FFF2-40B4-BE49-F238E27FC236}">
                    <a16:creationId xmlns:a16="http://schemas.microsoft.com/office/drawing/2014/main" id="{786DB30C-36FE-D940-906A-D6DFF03BC8D3}"/>
                  </a:ext>
                </a:extLst>
              </p:cNvPr>
              <p:cNvSpPr/>
              <p:nvPr/>
            </p:nvSpPr>
            <p:spPr>
              <a:xfrm rot="14917077">
                <a:off x="2061885" y="56688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6" name="Oval 295">
                <a:extLst>
                  <a:ext uri="{FF2B5EF4-FFF2-40B4-BE49-F238E27FC236}">
                    <a16:creationId xmlns:a16="http://schemas.microsoft.com/office/drawing/2014/main" id="{61EEC37C-78FE-1349-938E-729FB041D4A3}"/>
                  </a:ext>
                </a:extLst>
              </p:cNvPr>
              <p:cNvSpPr/>
              <p:nvPr/>
            </p:nvSpPr>
            <p:spPr>
              <a:xfrm rot="14917077">
                <a:off x="1879985" y="585570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7" name="Oval 296">
                <a:extLst>
                  <a:ext uri="{FF2B5EF4-FFF2-40B4-BE49-F238E27FC236}">
                    <a16:creationId xmlns:a16="http://schemas.microsoft.com/office/drawing/2014/main" id="{DAB4DBEA-27FF-E448-A540-85A800160F46}"/>
                  </a:ext>
                </a:extLst>
              </p:cNvPr>
              <p:cNvSpPr/>
              <p:nvPr/>
            </p:nvSpPr>
            <p:spPr>
              <a:xfrm rot="14917077">
                <a:off x="2025011" y="587537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12CA2FC3-40D9-774D-862C-87A65A9BCA86}"/>
                  </a:ext>
                </a:extLst>
              </p:cNvPr>
              <p:cNvSpPr/>
              <p:nvPr/>
            </p:nvSpPr>
            <p:spPr>
              <a:xfrm>
                <a:off x="921576" y="1383019"/>
                <a:ext cx="1312478" cy="478339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96F1A6B5-1E1F-9946-84D9-37E665FA1D6D}"/>
                  </a:ext>
                </a:extLst>
              </p:cNvPr>
              <p:cNvSpPr/>
              <p:nvPr/>
            </p:nvSpPr>
            <p:spPr>
              <a:xfrm flipH="1">
                <a:off x="1970948" y="1329452"/>
                <a:ext cx="1267831" cy="478339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BA65182B-CC32-1C49-BC01-9242D5330194}"/>
              </a:ext>
            </a:extLst>
          </p:cNvPr>
          <p:cNvGrpSpPr>
            <a:grpSpLocks noChangeAspect="1"/>
          </p:cNvGrpSpPr>
          <p:nvPr/>
        </p:nvGrpSpPr>
        <p:grpSpPr>
          <a:xfrm>
            <a:off x="5644478" y="3295765"/>
            <a:ext cx="2316201" cy="3144663"/>
            <a:chOff x="9046953" y="2787725"/>
            <a:chExt cx="2879972" cy="3910084"/>
          </a:xfrm>
        </p:grpSpPr>
        <p:sp>
          <p:nvSpPr>
            <p:cNvPr id="301" name="Arc 300">
              <a:extLst>
                <a:ext uri="{FF2B5EF4-FFF2-40B4-BE49-F238E27FC236}">
                  <a16:creationId xmlns:a16="http://schemas.microsoft.com/office/drawing/2014/main" id="{D3BBAAA0-3984-1C4C-AC86-87DEC923A53E}"/>
                </a:ext>
              </a:extLst>
            </p:cNvPr>
            <p:cNvSpPr/>
            <p:nvPr/>
          </p:nvSpPr>
          <p:spPr>
            <a:xfrm>
              <a:off x="9046953" y="2933858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2" name="Arc 301">
              <a:extLst>
                <a:ext uri="{FF2B5EF4-FFF2-40B4-BE49-F238E27FC236}">
                  <a16:creationId xmlns:a16="http://schemas.microsoft.com/office/drawing/2014/main" id="{500F101E-6602-6B46-A9E1-4971D860D241}"/>
                </a:ext>
              </a:extLst>
            </p:cNvPr>
            <p:cNvSpPr/>
            <p:nvPr/>
          </p:nvSpPr>
          <p:spPr>
            <a:xfrm rot="1338627">
              <a:off x="9104773" y="2789111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5AF5BCA7-AC8F-404F-B5F7-59AFA966DC03}"/>
                </a:ext>
              </a:extLst>
            </p:cNvPr>
            <p:cNvSpPr/>
            <p:nvPr/>
          </p:nvSpPr>
          <p:spPr>
            <a:xfrm>
              <a:off x="10425734" y="2790239"/>
              <a:ext cx="58909" cy="373291"/>
            </a:xfrm>
            <a:prstGeom prst="rect">
              <a:avLst/>
            </a:prstGeom>
            <a:solidFill>
              <a:srgbClr val="FFEB1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" name="Arc 303">
              <a:extLst>
                <a:ext uri="{FF2B5EF4-FFF2-40B4-BE49-F238E27FC236}">
                  <a16:creationId xmlns:a16="http://schemas.microsoft.com/office/drawing/2014/main" id="{50C46285-ADB9-4445-87FB-2D06EA2E4E91}"/>
                </a:ext>
              </a:extLst>
            </p:cNvPr>
            <p:cNvSpPr/>
            <p:nvPr/>
          </p:nvSpPr>
          <p:spPr>
            <a:xfrm flipH="1">
              <a:off x="10501508" y="2938996"/>
              <a:ext cx="1224347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" name="Arc 304">
              <a:extLst>
                <a:ext uri="{FF2B5EF4-FFF2-40B4-BE49-F238E27FC236}">
                  <a16:creationId xmlns:a16="http://schemas.microsoft.com/office/drawing/2014/main" id="{83615079-E76A-C844-9D13-B10D408D8404}"/>
                </a:ext>
              </a:extLst>
            </p:cNvPr>
            <p:cNvSpPr/>
            <p:nvPr/>
          </p:nvSpPr>
          <p:spPr>
            <a:xfrm rot="20295794" flipH="1">
              <a:off x="10431899" y="2787725"/>
              <a:ext cx="1495026" cy="432629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Freeform 305">
              <a:extLst>
                <a:ext uri="{FF2B5EF4-FFF2-40B4-BE49-F238E27FC236}">
                  <a16:creationId xmlns:a16="http://schemas.microsoft.com/office/drawing/2014/main" id="{F0C363BB-43A6-E044-933A-0DB4E2792625}"/>
                </a:ext>
              </a:extLst>
            </p:cNvPr>
            <p:cNvSpPr/>
            <p:nvPr/>
          </p:nvSpPr>
          <p:spPr>
            <a:xfrm flipH="1">
              <a:off x="10466429" y="5025321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id="{917BB92D-0328-2F4A-B4E0-EB0816249B34}"/>
                </a:ext>
              </a:extLst>
            </p:cNvPr>
            <p:cNvSpPr/>
            <p:nvPr/>
          </p:nvSpPr>
          <p:spPr>
            <a:xfrm>
              <a:off x="9766137" y="5019126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B7064F1E-A250-EE43-95B8-3EEEB82F4752}"/>
                </a:ext>
              </a:extLst>
            </p:cNvPr>
            <p:cNvSpPr/>
            <p:nvPr/>
          </p:nvSpPr>
          <p:spPr>
            <a:xfrm>
              <a:off x="10389932" y="4157203"/>
              <a:ext cx="140681" cy="1871659"/>
            </a:xfrm>
            <a:prstGeom prst="rect">
              <a:avLst/>
            </a:pr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9" name="Freeform 308">
              <a:extLst>
                <a:ext uri="{FF2B5EF4-FFF2-40B4-BE49-F238E27FC236}">
                  <a16:creationId xmlns:a16="http://schemas.microsoft.com/office/drawing/2014/main" id="{B835BBEF-48DF-CB4E-9714-D1919808DB4B}"/>
                </a:ext>
              </a:extLst>
            </p:cNvPr>
            <p:cNvSpPr/>
            <p:nvPr/>
          </p:nvSpPr>
          <p:spPr>
            <a:xfrm>
              <a:off x="9391926" y="4210913"/>
              <a:ext cx="1013509" cy="24226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0" name="Freeform 309">
              <a:extLst>
                <a:ext uri="{FF2B5EF4-FFF2-40B4-BE49-F238E27FC236}">
                  <a16:creationId xmlns:a16="http://schemas.microsoft.com/office/drawing/2014/main" id="{18858F25-1F3B-3440-8EED-49FE36024851}"/>
                </a:ext>
              </a:extLst>
            </p:cNvPr>
            <p:cNvSpPr/>
            <p:nvPr/>
          </p:nvSpPr>
          <p:spPr>
            <a:xfrm flipH="1">
              <a:off x="10501509" y="4204646"/>
              <a:ext cx="1065946" cy="25479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1" name="Freeform 310">
              <a:extLst>
                <a:ext uri="{FF2B5EF4-FFF2-40B4-BE49-F238E27FC236}">
                  <a16:creationId xmlns:a16="http://schemas.microsoft.com/office/drawing/2014/main" id="{45C9CCEC-DCE8-9A4F-B498-B8B8987CE929}"/>
                </a:ext>
              </a:extLst>
            </p:cNvPr>
            <p:cNvSpPr/>
            <p:nvPr/>
          </p:nvSpPr>
          <p:spPr>
            <a:xfrm rot="20572658">
              <a:off x="9570068" y="3670534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2" name="Freeform 311">
              <a:extLst>
                <a:ext uri="{FF2B5EF4-FFF2-40B4-BE49-F238E27FC236}">
                  <a16:creationId xmlns:a16="http://schemas.microsoft.com/office/drawing/2014/main" id="{7C5656D3-617E-D449-A4F7-4D9A93DF61DA}"/>
                </a:ext>
              </a:extLst>
            </p:cNvPr>
            <p:cNvSpPr/>
            <p:nvPr/>
          </p:nvSpPr>
          <p:spPr>
            <a:xfrm rot="1007770" flipH="1">
              <a:off x="10404085" y="3668507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3" name="Freeform 312">
              <a:extLst>
                <a:ext uri="{FF2B5EF4-FFF2-40B4-BE49-F238E27FC236}">
                  <a16:creationId xmlns:a16="http://schemas.microsoft.com/office/drawing/2014/main" id="{8E4D399A-1718-B748-9D0E-C8F1E07DE051}"/>
                </a:ext>
              </a:extLst>
            </p:cNvPr>
            <p:cNvSpPr/>
            <p:nvPr/>
          </p:nvSpPr>
          <p:spPr>
            <a:xfrm>
              <a:off x="9824209" y="6008736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4B40EB3F-0A85-1A4F-91B0-70A13FC299C4}"/>
                </a:ext>
              </a:extLst>
            </p:cNvPr>
            <p:cNvSpPr/>
            <p:nvPr/>
          </p:nvSpPr>
          <p:spPr>
            <a:xfrm rot="21085137">
              <a:off x="9864962" y="6035031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5" name="Freeform 314">
              <a:extLst>
                <a:ext uri="{FF2B5EF4-FFF2-40B4-BE49-F238E27FC236}">
                  <a16:creationId xmlns:a16="http://schemas.microsoft.com/office/drawing/2014/main" id="{33EFC72B-C566-5C42-B7BB-E684D8462B0A}"/>
                </a:ext>
              </a:extLst>
            </p:cNvPr>
            <p:cNvSpPr/>
            <p:nvPr/>
          </p:nvSpPr>
          <p:spPr>
            <a:xfrm>
              <a:off x="10158531" y="6008736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Freeform 315">
              <a:extLst>
                <a:ext uri="{FF2B5EF4-FFF2-40B4-BE49-F238E27FC236}">
                  <a16:creationId xmlns:a16="http://schemas.microsoft.com/office/drawing/2014/main" id="{1B176D20-9F16-864F-8F0E-6A8661E7B431}"/>
                </a:ext>
              </a:extLst>
            </p:cNvPr>
            <p:cNvSpPr/>
            <p:nvPr/>
          </p:nvSpPr>
          <p:spPr>
            <a:xfrm>
              <a:off x="10282230" y="6008732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Freeform 316">
              <a:extLst>
                <a:ext uri="{FF2B5EF4-FFF2-40B4-BE49-F238E27FC236}">
                  <a16:creationId xmlns:a16="http://schemas.microsoft.com/office/drawing/2014/main" id="{C4DE3880-5A87-2242-ACD2-82049799A10D}"/>
                </a:ext>
              </a:extLst>
            </p:cNvPr>
            <p:cNvSpPr/>
            <p:nvPr/>
          </p:nvSpPr>
          <p:spPr>
            <a:xfrm flipH="1">
              <a:off x="10458603" y="6019995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8" name="Freeform 317">
              <a:extLst>
                <a:ext uri="{FF2B5EF4-FFF2-40B4-BE49-F238E27FC236}">
                  <a16:creationId xmlns:a16="http://schemas.microsoft.com/office/drawing/2014/main" id="{0E43E91A-5585-244B-A2CB-CD3756B689A9}"/>
                </a:ext>
              </a:extLst>
            </p:cNvPr>
            <p:cNvSpPr/>
            <p:nvPr/>
          </p:nvSpPr>
          <p:spPr>
            <a:xfrm rot="21085137" flipH="1">
              <a:off x="10545933" y="5981220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9" name="Freeform 318">
              <a:extLst>
                <a:ext uri="{FF2B5EF4-FFF2-40B4-BE49-F238E27FC236}">
                  <a16:creationId xmlns:a16="http://schemas.microsoft.com/office/drawing/2014/main" id="{2883E024-4A76-E94A-8E26-A9CA815F6D13}"/>
                </a:ext>
              </a:extLst>
            </p:cNvPr>
            <p:cNvSpPr/>
            <p:nvPr/>
          </p:nvSpPr>
          <p:spPr>
            <a:xfrm flipH="1">
              <a:off x="10462728" y="6008733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0" name="Freeform 319">
              <a:extLst>
                <a:ext uri="{FF2B5EF4-FFF2-40B4-BE49-F238E27FC236}">
                  <a16:creationId xmlns:a16="http://schemas.microsoft.com/office/drawing/2014/main" id="{1F27B306-7DB4-9941-BA57-B79EB11B4B76}"/>
                </a:ext>
              </a:extLst>
            </p:cNvPr>
            <p:cNvSpPr/>
            <p:nvPr/>
          </p:nvSpPr>
          <p:spPr>
            <a:xfrm flipH="1">
              <a:off x="10456494" y="6019996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1" name="Freeform 320">
              <a:extLst>
                <a:ext uri="{FF2B5EF4-FFF2-40B4-BE49-F238E27FC236}">
                  <a16:creationId xmlns:a16="http://schemas.microsoft.com/office/drawing/2014/main" id="{DF109A31-25E0-FE4B-9588-CC1607D66B28}"/>
                </a:ext>
              </a:extLst>
            </p:cNvPr>
            <p:cNvSpPr/>
            <p:nvPr/>
          </p:nvSpPr>
          <p:spPr>
            <a:xfrm flipV="1">
              <a:off x="9811076" y="3258288"/>
              <a:ext cx="655353" cy="16645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977E2B7C-F9F3-4949-B6B6-9C3E4294CB2E}"/>
                </a:ext>
              </a:extLst>
            </p:cNvPr>
            <p:cNvSpPr/>
            <p:nvPr/>
          </p:nvSpPr>
          <p:spPr>
            <a:xfrm flipH="1" flipV="1">
              <a:off x="10432635" y="3269264"/>
              <a:ext cx="561437" cy="14260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07FE3B0E-6C61-5C48-8D09-8D9FDCA60E2C}"/>
                </a:ext>
              </a:extLst>
            </p:cNvPr>
            <p:cNvSpPr/>
            <p:nvPr/>
          </p:nvSpPr>
          <p:spPr>
            <a:xfrm>
              <a:off x="10419035" y="3150121"/>
              <a:ext cx="82474" cy="1871659"/>
            </a:xfrm>
            <a:prstGeom prst="rect">
              <a:avLst/>
            </a:pr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EADC7004-4115-344F-964E-DFD6F415B384}"/>
                </a:ext>
              </a:extLst>
            </p:cNvPr>
            <p:cNvGrpSpPr/>
            <p:nvPr/>
          </p:nvGrpSpPr>
          <p:grpSpPr>
            <a:xfrm rot="19543999">
              <a:off x="10195689" y="4691803"/>
              <a:ext cx="215295" cy="479547"/>
              <a:chOff x="921576" y="786058"/>
              <a:chExt cx="2317203" cy="5380352"/>
            </a:xfrm>
            <a:solidFill>
              <a:srgbClr val="8B8900"/>
            </a:solidFill>
          </p:grpSpPr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C695F5BB-7072-EF4F-A8DB-6C14BB22BE4A}"/>
                  </a:ext>
                </a:extLst>
              </p:cNvPr>
              <p:cNvSpPr/>
              <p:nvPr/>
            </p:nvSpPr>
            <p:spPr>
              <a:xfrm rot="20486107">
                <a:off x="1700883" y="786058"/>
                <a:ext cx="825199" cy="1937307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272F092D-437B-8F46-A09F-F7674D9D2D74}"/>
                  </a:ext>
                </a:extLst>
              </p:cNvPr>
              <p:cNvSpPr/>
              <p:nvPr/>
            </p:nvSpPr>
            <p:spPr>
              <a:xfrm flipH="1">
                <a:off x="2051310" y="1019787"/>
                <a:ext cx="818382" cy="28402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7" name="Freeform 326">
                <a:extLst>
                  <a:ext uri="{FF2B5EF4-FFF2-40B4-BE49-F238E27FC236}">
                    <a16:creationId xmlns:a16="http://schemas.microsoft.com/office/drawing/2014/main" id="{E9F9874C-CDF7-FA4A-985C-CBB733FBF85E}"/>
                  </a:ext>
                </a:extLst>
              </p:cNvPr>
              <p:cNvSpPr/>
              <p:nvPr/>
            </p:nvSpPr>
            <p:spPr>
              <a:xfrm>
                <a:off x="1191591" y="1008396"/>
                <a:ext cx="825199" cy="2863938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8" name="Rectangle 327">
                <a:extLst>
                  <a:ext uri="{FF2B5EF4-FFF2-40B4-BE49-F238E27FC236}">
                    <a16:creationId xmlns:a16="http://schemas.microsoft.com/office/drawing/2014/main" id="{2A3160B2-7269-1847-9EED-B3693FB5A364}"/>
                  </a:ext>
                </a:extLst>
              </p:cNvPr>
              <p:cNvSpPr/>
              <p:nvPr/>
            </p:nvSpPr>
            <p:spPr>
              <a:xfrm>
                <a:off x="1680856" y="1348591"/>
                <a:ext cx="795003" cy="4238213"/>
              </a:xfrm>
              <a:prstGeom prst="rect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329" name="Oval 328">
                <a:extLst>
                  <a:ext uri="{FF2B5EF4-FFF2-40B4-BE49-F238E27FC236}">
                    <a16:creationId xmlns:a16="http://schemas.microsoft.com/office/drawing/2014/main" id="{730EAC8A-6A5A-3D44-9A68-9B3F42A55019}"/>
                  </a:ext>
                </a:extLst>
              </p:cNvPr>
              <p:cNvSpPr/>
              <p:nvPr/>
            </p:nvSpPr>
            <p:spPr>
              <a:xfrm>
                <a:off x="1749692" y="1008396"/>
                <a:ext cx="179851" cy="20554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0" name="Oval 329">
                <a:extLst>
                  <a:ext uri="{FF2B5EF4-FFF2-40B4-BE49-F238E27FC236}">
                    <a16:creationId xmlns:a16="http://schemas.microsoft.com/office/drawing/2014/main" id="{9C0690DF-1FBB-244C-965F-0FA14501E71C}"/>
                  </a:ext>
                </a:extLst>
              </p:cNvPr>
              <p:cNvSpPr/>
              <p:nvPr/>
            </p:nvSpPr>
            <p:spPr>
              <a:xfrm>
                <a:off x="1678802" y="11691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1" name="Oval 330">
                <a:extLst>
                  <a:ext uri="{FF2B5EF4-FFF2-40B4-BE49-F238E27FC236}">
                    <a16:creationId xmlns:a16="http://schemas.microsoft.com/office/drawing/2014/main" id="{992DE82C-F8A6-6540-B57C-69D3CF0EED67}"/>
                  </a:ext>
                </a:extLst>
              </p:cNvPr>
              <p:cNvSpPr/>
              <p:nvPr/>
            </p:nvSpPr>
            <p:spPr>
              <a:xfrm>
                <a:off x="1852930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2" name="Oval 331">
                <a:extLst>
                  <a:ext uri="{FF2B5EF4-FFF2-40B4-BE49-F238E27FC236}">
                    <a16:creationId xmlns:a16="http://schemas.microsoft.com/office/drawing/2014/main" id="{8B1E9D47-5AB0-7744-87E7-5B146307C07D}"/>
                  </a:ext>
                </a:extLst>
              </p:cNvPr>
              <p:cNvSpPr/>
              <p:nvPr/>
            </p:nvSpPr>
            <p:spPr>
              <a:xfrm>
                <a:off x="2010245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3" name="Oval 332">
                <a:extLst>
                  <a:ext uri="{FF2B5EF4-FFF2-40B4-BE49-F238E27FC236}">
                    <a16:creationId xmlns:a16="http://schemas.microsoft.com/office/drawing/2014/main" id="{133222C0-92EC-2848-8A4C-D7FFEAB522F8}"/>
                  </a:ext>
                </a:extLst>
              </p:cNvPr>
              <p:cNvSpPr/>
              <p:nvPr/>
            </p:nvSpPr>
            <p:spPr>
              <a:xfrm>
                <a:off x="2216722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4" name="Oval 333">
                <a:extLst>
                  <a:ext uri="{FF2B5EF4-FFF2-40B4-BE49-F238E27FC236}">
                    <a16:creationId xmlns:a16="http://schemas.microsoft.com/office/drawing/2014/main" id="{75BA2281-CA43-3D49-BAD6-B991D089C90C}"/>
                  </a:ext>
                </a:extLst>
              </p:cNvPr>
              <p:cNvSpPr/>
              <p:nvPr/>
            </p:nvSpPr>
            <p:spPr>
              <a:xfrm>
                <a:off x="1952319" y="1014919"/>
                <a:ext cx="174526" cy="199459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5" name="Oval 334">
                <a:extLst>
                  <a:ext uri="{FF2B5EF4-FFF2-40B4-BE49-F238E27FC236}">
                    <a16:creationId xmlns:a16="http://schemas.microsoft.com/office/drawing/2014/main" id="{6ED6DBEC-3770-BB41-9D4C-55FF571E3AEE}"/>
                  </a:ext>
                </a:extLst>
              </p:cNvPr>
              <p:cNvSpPr/>
              <p:nvPr/>
            </p:nvSpPr>
            <p:spPr>
              <a:xfrm>
                <a:off x="2150691" y="1029395"/>
                <a:ext cx="184014" cy="186429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6" name="Oval 335">
                <a:extLst>
                  <a:ext uri="{FF2B5EF4-FFF2-40B4-BE49-F238E27FC236}">
                    <a16:creationId xmlns:a16="http://schemas.microsoft.com/office/drawing/2014/main" id="{DCEF9CD1-5D73-4043-8236-D8E7487ADA70}"/>
                  </a:ext>
                </a:extLst>
              </p:cNvPr>
              <p:cNvSpPr/>
              <p:nvPr/>
            </p:nvSpPr>
            <p:spPr>
              <a:xfrm>
                <a:off x="1543215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7" name="Oval 336">
                <a:extLst>
                  <a:ext uri="{FF2B5EF4-FFF2-40B4-BE49-F238E27FC236}">
                    <a16:creationId xmlns:a16="http://schemas.microsoft.com/office/drawing/2014/main" id="{F8ADB45D-1751-2849-A041-AA2952248967}"/>
                  </a:ext>
                </a:extLst>
              </p:cNvPr>
              <p:cNvSpPr/>
              <p:nvPr/>
            </p:nvSpPr>
            <p:spPr>
              <a:xfrm>
                <a:off x="1749691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8" name="Oval 337">
                <a:extLst>
                  <a:ext uri="{FF2B5EF4-FFF2-40B4-BE49-F238E27FC236}">
                    <a16:creationId xmlns:a16="http://schemas.microsoft.com/office/drawing/2014/main" id="{390590EA-0693-0E4B-831A-625F5979D934}"/>
                  </a:ext>
                </a:extLst>
              </p:cNvPr>
              <p:cNvSpPr/>
              <p:nvPr/>
            </p:nvSpPr>
            <p:spPr>
              <a:xfrm>
                <a:off x="1907006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52C9087B-8DBD-6F40-BAC0-0B4816299B2E}"/>
                  </a:ext>
                </a:extLst>
              </p:cNvPr>
              <p:cNvSpPr/>
              <p:nvPr/>
            </p:nvSpPr>
            <p:spPr>
              <a:xfrm>
                <a:off x="2113483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0" name="Oval 339">
                <a:extLst>
                  <a:ext uri="{FF2B5EF4-FFF2-40B4-BE49-F238E27FC236}">
                    <a16:creationId xmlns:a16="http://schemas.microsoft.com/office/drawing/2014/main" id="{E828DD85-BA05-6448-993B-B23B006D2753}"/>
                  </a:ext>
                </a:extLst>
              </p:cNvPr>
              <p:cNvSpPr/>
              <p:nvPr/>
            </p:nvSpPr>
            <p:spPr>
              <a:xfrm>
                <a:off x="2295379" y="134175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1" name="Oval 340">
                <a:extLst>
                  <a:ext uri="{FF2B5EF4-FFF2-40B4-BE49-F238E27FC236}">
                    <a16:creationId xmlns:a16="http://schemas.microsoft.com/office/drawing/2014/main" id="{10FC304D-DB98-8C43-905A-7000B5A4CA75}"/>
                  </a:ext>
                </a:extLst>
              </p:cNvPr>
              <p:cNvSpPr/>
              <p:nvPr/>
            </p:nvSpPr>
            <p:spPr>
              <a:xfrm>
                <a:off x="1567791" y="15384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2" name="Oval 341">
                <a:extLst>
                  <a:ext uri="{FF2B5EF4-FFF2-40B4-BE49-F238E27FC236}">
                    <a16:creationId xmlns:a16="http://schemas.microsoft.com/office/drawing/2014/main" id="{0E5E19A9-9874-224B-A3C8-009EC86620E6}"/>
                  </a:ext>
                </a:extLst>
              </p:cNvPr>
              <p:cNvSpPr/>
              <p:nvPr/>
            </p:nvSpPr>
            <p:spPr>
              <a:xfrm>
                <a:off x="1712817" y="155806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3" name="Oval 342">
                <a:extLst>
                  <a:ext uri="{FF2B5EF4-FFF2-40B4-BE49-F238E27FC236}">
                    <a16:creationId xmlns:a16="http://schemas.microsoft.com/office/drawing/2014/main" id="{C00C5172-A513-8E47-9F05-148A4FC82C1E}"/>
                  </a:ext>
                </a:extLst>
              </p:cNvPr>
              <p:cNvSpPr/>
              <p:nvPr/>
            </p:nvSpPr>
            <p:spPr>
              <a:xfrm>
                <a:off x="1882417" y="154823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4" name="Oval 343">
                <a:extLst>
                  <a:ext uri="{FF2B5EF4-FFF2-40B4-BE49-F238E27FC236}">
                    <a16:creationId xmlns:a16="http://schemas.microsoft.com/office/drawing/2014/main" id="{03434AF4-D8AC-8042-8935-7514EE71C579}"/>
                  </a:ext>
                </a:extLst>
              </p:cNvPr>
              <p:cNvSpPr/>
              <p:nvPr/>
            </p:nvSpPr>
            <p:spPr>
              <a:xfrm>
                <a:off x="2101183" y="154823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5" name="Oval 344">
                <a:extLst>
                  <a:ext uri="{FF2B5EF4-FFF2-40B4-BE49-F238E27FC236}">
                    <a16:creationId xmlns:a16="http://schemas.microsoft.com/office/drawing/2014/main" id="{5A97EF76-3E0E-EA40-A7BA-B4E07D00AF05}"/>
                  </a:ext>
                </a:extLst>
              </p:cNvPr>
              <p:cNvSpPr/>
              <p:nvPr/>
            </p:nvSpPr>
            <p:spPr>
              <a:xfrm>
                <a:off x="2319955" y="152856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6" name="Oval 345">
                <a:extLst>
                  <a:ext uri="{FF2B5EF4-FFF2-40B4-BE49-F238E27FC236}">
                    <a16:creationId xmlns:a16="http://schemas.microsoft.com/office/drawing/2014/main" id="{CEB207AD-9325-794B-9BB9-658B6DEF6002}"/>
                  </a:ext>
                </a:extLst>
              </p:cNvPr>
              <p:cNvSpPr/>
              <p:nvPr/>
            </p:nvSpPr>
            <p:spPr>
              <a:xfrm>
                <a:off x="1523542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7" name="Oval 346">
                <a:extLst>
                  <a:ext uri="{FF2B5EF4-FFF2-40B4-BE49-F238E27FC236}">
                    <a16:creationId xmlns:a16="http://schemas.microsoft.com/office/drawing/2014/main" id="{600DFC49-644F-2649-82DB-69D3EE62A471}"/>
                  </a:ext>
                </a:extLst>
              </p:cNvPr>
              <p:cNvSpPr/>
              <p:nvPr/>
            </p:nvSpPr>
            <p:spPr>
              <a:xfrm>
                <a:off x="1730018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8" name="Oval 347">
                <a:extLst>
                  <a:ext uri="{FF2B5EF4-FFF2-40B4-BE49-F238E27FC236}">
                    <a16:creationId xmlns:a16="http://schemas.microsoft.com/office/drawing/2014/main" id="{AA2AE921-9763-724E-8026-0E3965F0B0AF}"/>
                  </a:ext>
                </a:extLst>
              </p:cNvPr>
              <p:cNvSpPr/>
              <p:nvPr/>
            </p:nvSpPr>
            <p:spPr>
              <a:xfrm>
                <a:off x="1887333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9" name="Oval 348">
                <a:extLst>
                  <a:ext uri="{FF2B5EF4-FFF2-40B4-BE49-F238E27FC236}">
                    <a16:creationId xmlns:a16="http://schemas.microsoft.com/office/drawing/2014/main" id="{17B357D1-34B2-B547-A5DC-00ED6D400FE6}"/>
                  </a:ext>
                </a:extLst>
              </p:cNvPr>
              <p:cNvSpPr/>
              <p:nvPr/>
            </p:nvSpPr>
            <p:spPr>
              <a:xfrm>
                <a:off x="2093810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0" name="Oval 349">
                <a:extLst>
                  <a:ext uri="{FF2B5EF4-FFF2-40B4-BE49-F238E27FC236}">
                    <a16:creationId xmlns:a16="http://schemas.microsoft.com/office/drawing/2014/main" id="{2813BD2C-480C-D746-A1C3-BD5CC68E9F11}"/>
                  </a:ext>
                </a:extLst>
              </p:cNvPr>
              <p:cNvSpPr/>
              <p:nvPr/>
            </p:nvSpPr>
            <p:spPr>
              <a:xfrm>
                <a:off x="2275706" y="175471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1" name="Oval 350">
                <a:extLst>
                  <a:ext uri="{FF2B5EF4-FFF2-40B4-BE49-F238E27FC236}">
                    <a16:creationId xmlns:a16="http://schemas.microsoft.com/office/drawing/2014/main" id="{F365F122-62C1-1346-99EE-973C10B781D0}"/>
                  </a:ext>
                </a:extLst>
              </p:cNvPr>
              <p:cNvSpPr/>
              <p:nvPr/>
            </p:nvSpPr>
            <p:spPr>
              <a:xfrm>
                <a:off x="1548118" y="195135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2" name="Oval 351">
                <a:extLst>
                  <a:ext uri="{FF2B5EF4-FFF2-40B4-BE49-F238E27FC236}">
                    <a16:creationId xmlns:a16="http://schemas.microsoft.com/office/drawing/2014/main" id="{186A2820-EE53-F04A-953F-194C3BC9BB40}"/>
                  </a:ext>
                </a:extLst>
              </p:cNvPr>
              <p:cNvSpPr/>
              <p:nvPr/>
            </p:nvSpPr>
            <p:spPr>
              <a:xfrm>
                <a:off x="1693144" y="197102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3" name="Oval 352">
                <a:extLst>
                  <a:ext uri="{FF2B5EF4-FFF2-40B4-BE49-F238E27FC236}">
                    <a16:creationId xmlns:a16="http://schemas.microsoft.com/office/drawing/2014/main" id="{8CD298AC-2894-CD41-8C59-D22C561ADFB7}"/>
                  </a:ext>
                </a:extLst>
              </p:cNvPr>
              <p:cNvSpPr/>
              <p:nvPr/>
            </p:nvSpPr>
            <p:spPr>
              <a:xfrm>
                <a:off x="1862744" y="196118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4" name="Oval 353">
                <a:extLst>
                  <a:ext uri="{FF2B5EF4-FFF2-40B4-BE49-F238E27FC236}">
                    <a16:creationId xmlns:a16="http://schemas.microsoft.com/office/drawing/2014/main" id="{846C9E5C-5812-FC49-BEBA-EDCE7C7BFFA2}"/>
                  </a:ext>
                </a:extLst>
              </p:cNvPr>
              <p:cNvSpPr/>
              <p:nvPr/>
            </p:nvSpPr>
            <p:spPr>
              <a:xfrm>
                <a:off x="2081510" y="196118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5" name="Oval 354">
                <a:extLst>
                  <a:ext uri="{FF2B5EF4-FFF2-40B4-BE49-F238E27FC236}">
                    <a16:creationId xmlns:a16="http://schemas.microsoft.com/office/drawing/2014/main" id="{BE7E3C57-3F08-1B47-BC9E-6058DB1576AA}"/>
                  </a:ext>
                </a:extLst>
              </p:cNvPr>
              <p:cNvSpPr/>
              <p:nvPr/>
            </p:nvSpPr>
            <p:spPr>
              <a:xfrm>
                <a:off x="2300282" y="194152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6" name="Oval 355">
                <a:extLst>
                  <a:ext uri="{FF2B5EF4-FFF2-40B4-BE49-F238E27FC236}">
                    <a16:creationId xmlns:a16="http://schemas.microsoft.com/office/drawing/2014/main" id="{42DAA393-F619-2C40-9B23-8EEE696AD0C6}"/>
                  </a:ext>
                </a:extLst>
              </p:cNvPr>
              <p:cNvSpPr/>
              <p:nvPr/>
            </p:nvSpPr>
            <p:spPr>
              <a:xfrm>
                <a:off x="1604666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7" name="Oval 356">
                <a:extLst>
                  <a:ext uri="{FF2B5EF4-FFF2-40B4-BE49-F238E27FC236}">
                    <a16:creationId xmlns:a16="http://schemas.microsoft.com/office/drawing/2014/main" id="{4C3B3EB2-9D3A-9B41-999B-CAF22B68FFC0}"/>
                  </a:ext>
                </a:extLst>
              </p:cNvPr>
              <p:cNvSpPr/>
              <p:nvPr/>
            </p:nvSpPr>
            <p:spPr>
              <a:xfrm>
                <a:off x="1811142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8" name="Oval 357">
                <a:extLst>
                  <a:ext uri="{FF2B5EF4-FFF2-40B4-BE49-F238E27FC236}">
                    <a16:creationId xmlns:a16="http://schemas.microsoft.com/office/drawing/2014/main" id="{8C5D78D3-7B74-BA4F-AA35-95ACF1A66A96}"/>
                  </a:ext>
                </a:extLst>
              </p:cNvPr>
              <p:cNvSpPr/>
              <p:nvPr/>
            </p:nvSpPr>
            <p:spPr>
              <a:xfrm>
                <a:off x="1968457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37BDBEE4-AD03-0841-9949-BDB282F707A2}"/>
                  </a:ext>
                </a:extLst>
              </p:cNvPr>
              <p:cNvSpPr/>
              <p:nvPr/>
            </p:nvSpPr>
            <p:spPr>
              <a:xfrm>
                <a:off x="2174934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0" name="Oval 359">
                <a:extLst>
                  <a:ext uri="{FF2B5EF4-FFF2-40B4-BE49-F238E27FC236}">
                    <a16:creationId xmlns:a16="http://schemas.microsoft.com/office/drawing/2014/main" id="{F48E3E37-E906-FB4D-B090-108F4039DE49}"/>
                  </a:ext>
                </a:extLst>
              </p:cNvPr>
              <p:cNvSpPr/>
              <p:nvPr/>
            </p:nvSpPr>
            <p:spPr>
              <a:xfrm>
                <a:off x="2356830" y="215782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1" name="Oval 360">
                <a:extLst>
                  <a:ext uri="{FF2B5EF4-FFF2-40B4-BE49-F238E27FC236}">
                    <a16:creationId xmlns:a16="http://schemas.microsoft.com/office/drawing/2014/main" id="{429F9EBF-E952-574A-BEB9-EE846573B4DC}"/>
                  </a:ext>
                </a:extLst>
              </p:cNvPr>
              <p:cNvSpPr/>
              <p:nvPr/>
            </p:nvSpPr>
            <p:spPr>
              <a:xfrm>
                <a:off x="1629242" y="235447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2" name="Oval 361">
                <a:extLst>
                  <a:ext uri="{FF2B5EF4-FFF2-40B4-BE49-F238E27FC236}">
                    <a16:creationId xmlns:a16="http://schemas.microsoft.com/office/drawing/2014/main" id="{BFC24057-2D18-224C-B2E6-B17526B33090}"/>
                  </a:ext>
                </a:extLst>
              </p:cNvPr>
              <p:cNvSpPr/>
              <p:nvPr/>
            </p:nvSpPr>
            <p:spPr>
              <a:xfrm>
                <a:off x="1774268" y="23741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3" name="Oval 362">
                <a:extLst>
                  <a:ext uri="{FF2B5EF4-FFF2-40B4-BE49-F238E27FC236}">
                    <a16:creationId xmlns:a16="http://schemas.microsoft.com/office/drawing/2014/main" id="{50E299B1-27AD-7C45-8895-F5F30580BABA}"/>
                  </a:ext>
                </a:extLst>
              </p:cNvPr>
              <p:cNvSpPr/>
              <p:nvPr/>
            </p:nvSpPr>
            <p:spPr>
              <a:xfrm>
                <a:off x="1943868" y="236430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4" name="Oval 363">
                <a:extLst>
                  <a:ext uri="{FF2B5EF4-FFF2-40B4-BE49-F238E27FC236}">
                    <a16:creationId xmlns:a16="http://schemas.microsoft.com/office/drawing/2014/main" id="{7EADD4DA-CFE8-1F4C-857E-911761BE30CD}"/>
                  </a:ext>
                </a:extLst>
              </p:cNvPr>
              <p:cNvSpPr/>
              <p:nvPr/>
            </p:nvSpPr>
            <p:spPr>
              <a:xfrm>
                <a:off x="2162634" y="236430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5" name="Oval 364">
                <a:extLst>
                  <a:ext uri="{FF2B5EF4-FFF2-40B4-BE49-F238E27FC236}">
                    <a16:creationId xmlns:a16="http://schemas.microsoft.com/office/drawing/2014/main" id="{D8F23BCE-9D9A-CF49-96B4-B0D7E7D79DC4}"/>
                  </a:ext>
                </a:extLst>
              </p:cNvPr>
              <p:cNvSpPr/>
              <p:nvPr/>
            </p:nvSpPr>
            <p:spPr>
              <a:xfrm>
                <a:off x="2381406" y="234464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6" name="Oval 365">
                <a:extLst>
                  <a:ext uri="{FF2B5EF4-FFF2-40B4-BE49-F238E27FC236}">
                    <a16:creationId xmlns:a16="http://schemas.microsoft.com/office/drawing/2014/main" id="{473E1BA6-6503-3B44-B96D-C8B688281EC0}"/>
                  </a:ext>
                </a:extLst>
              </p:cNvPr>
              <p:cNvSpPr/>
              <p:nvPr/>
            </p:nvSpPr>
            <p:spPr>
              <a:xfrm rot="7200000">
                <a:off x="1585002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7" name="Oval 366">
                <a:extLst>
                  <a:ext uri="{FF2B5EF4-FFF2-40B4-BE49-F238E27FC236}">
                    <a16:creationId xmlns:a16="http://schemas.microsoft.com/office/drawing/2014/main" id="{F99494A1-D517-FE49-B27D-5D887261A2E3}"/>
                  </a:ext>
                </a:extLst>
              </p:cNvPr>
              <p:cNvSpPr/>
              <p:nvPr/>
            </p:nvSpPr>
            <p:spPr>
              <a:xfrm rot="7200000">
                <a:off x="1791478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8" name="Oval 367">
                <a:extLst>
                  <a:ext uri="{FF2B5EF4-FFF2-40B4-BE49-F238E27FC236}">
                    <a16:creationId xmlns:a16="http://schemas.microsoft.com/office/drawing/2014/main" id="{78BE4926-E5C5-C648-B0F6-0C2174653814}"/>
                  </a:ext>
                </a:extLst>
              </p:cNvPr>
              <p:cNvSpPr/>
              <p:nvPr/>
            </p:nvSpPr>
            <p:spPr>
              <a:xfrm rot="7200000">
                <a:off x="1948793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Oval 368">
                <a:extLst>
                  <a:ext uri="{FF2B5EF4-FFF2-40B4-BE49-F238E27FC236}">
                    <a16:creationId xmlns:a16="http://schemas.microsoft.com/office/drawing/2014/main" id="{9F73D4DC-CFF3-EF40-9B24-39A2F8710DC6}"/>
                  </a:ext>
                </a:extLst>
              </p:cNvPr>
              <p:cNvSpPr/>
              <p:nvPr/>
            </p:nvSpPr>
            <p:spPr>
              <a:xfrm rot="7200000">
                <a:off x="2155270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0" name="Oval 369">
                <a:extLst>
                  <a:ext uri="{FF2B5EF4-FFF2-40B4-BE49-F238E27FC236}">
                    <a16:creationId xmlns:a16="http://schemas.microsoft.com/office/drawing/2014/main" id="{1EC2543A-0EA4-6B44-B835-883343548659}"/>
                  </a:ext>
                </a:extLst>
              </p:cNvPr>
              <p:cNvSpPr/>
              <p:nvPr/>
            </p:nvSpPr>
            <p:spPr>
              <a:xfrm rot="7200000">
                <a:off x="2337166" y="255110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1" name="Oval 370">
                <a:extLst>
                  <a:ext uri="{FF2B5EF4-FFF2-40B4-BE49-F238E27FC236}">
                    <a16:creationId xmlns:a16="http://schemas.microsoft.com/office/drawing/2014/main" id="{17332717-22EE-CF49-A5E1-4ED7C830FB63}"/>
                  </a:ext>
                </a:extLst>
              </p:cNvPr>
              <p:cNvSpPr/>
              <p:nvPr/>
            </p:nvSpPr>
            <p:spPr>
              <a:xfrm rot="7200000">
                <a:off x="1609578" y="274775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2" name="Oval 371">
                <a:extLst>
                  <a:ext uri="{FF2B5EF4-FFF2-40B4-BE49-F238E27FC236}">
                    <a16:creationId xmlns:a16="http://schemas.microsoft.com/office/drawing/2014/main" id="{F1660C6B-6700-7142-B945-DFDC203190F7}"/>
                  </a:ext>
                </a:extLst>
              </p:cNvPr>
              <p:cNvSpPr/>
              <p:nvPr/>
            </p:nvSpPr>
            <p:spPr>
              <a:xfrm rot="7200000">
                <a:off x="1754604" y="276741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3" name="Oval 372">
                <a:extLst>
                  <a:ext uri="{FF2B5EF4-FFF2-40B4-BE49-F238E27FC236}">
                    <a16:creationId xmlns:a16="http://schemas.microsoft.com/office/drawing/2014/main" id="{3D899DAA-39D5-E348-A524-5966C9899AB3}"/>
                  </a:ext>
                </a:extLst>
              </p:cNvPr>
              <p:cNvSpPr/>
              <p:nvPr/>
            </p:nvSpPr>
            <p:spPr>
              <a:xfrm rot="7200000">
                <a:off x="1924204" y="275758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4" name="Oval 373">
                <a:extLst>
                  <a:ext uri="{FF2B5EF4-FFF2-40B4-BE49-F238E27FC236}">
                    <a16:creationId xmlns:a16="http://schemas.microsoft.com/office/drawing/2014/main" id="{64401990-5DD6-0D42-98F7-AEAF5A25739B}"/>
                  </a:ext>
                </a:extLst>
              </p:cNvPr>
              <p:cNvSpPr/>
              <p:nvPr/>
            </p:nvSpPr>
            <p:spPr>
              <a:xfrm rot="7200000">
                <a:off x="2142970" y="275758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5" name="Oval 374">
                <a:extLst>
                  <a:ext uri="{FF2B5EF4-FFF2-40B4-BE49-F238E27FC236}">
                    <a16:creationId xmlns:a16="http://schemas.microsoft.com/office/drawing/2014/main" id="{B3A9D350-5A07-E94C-9AE0-43BA62234E8B}"/>
                  </a:ext>
                </a:extLst>
              </p:cNvPr>
              <p:cNvSpPr/>
              <p:nvPr/>
            </p:nvSpPr>
            <p:spPr>
              <a:xfrm rot="7200000">
                <a:off x="2361742" y="273791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6" name="Oval 375">
                <a:extLst>
                  <a:ext uri="{FF2B5EF4-FFF2-40B4-BE49-F238E27FC236}">
                    <a16:creationId xmlns:a16="http://schemas.microsoft.com/office/drawing/2014/main" id="{504C584C-7B71-6843-B5BA-5BBEE4FD753F}"/>
                  </a:ext>
                </a:extLst>
              </p:cNvPr>
              <p:cNvSpPr/>
              <p:nvPr/>
            </p:nvSpPr>
            <p:spPr>
              <a:xfrm>
                <a:off x="1605720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7" name="Oval 376">
                <a:extLst>
                  <a:ext uri="{FF2B5EF4-FFF2-40B4-BE49-F238E27FC236}">
                    <a16:creationId xmlns:a16="http://schemas.microsoft.com/office/drawing/2014/main" id="{795FA047-42D4-A049-8EFE-94AF518ECAC0}"/>
                  </a:ext>
                </a:extLst>
              </p:cNvPr>
              <p:cNvSpPr/>
              <p:nvPr/>
            </p:nvSpPr>
            <p:spPr>
              <a:xfrm>
                <a:off x="1812196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8" name="Oval 377">
                <a:extLst>
                  <a:ext uri="{FF2B5EF4-FFF2-40B4-BE49-F238E27FC236}">
                    <a16:creationId xmlns:a16="http://schemas.microsoft.com/office/drawing/2014/main" id="{C0246E80-3A6C-9C43-BF12-5D69EEE05784}"/>
                  </a:ext>
                </a:extLst>
              </p:cNvPr>
              <p:cNvSpPr/>
              <p:nvPr/>
            </p:nvSpPr>
            <p:spPr>
              <a:xfrm>
                <a:off x="1969511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9" name="Oval 378">
                <a:extLst>
                  <a:ext uri="{FF2B5EF4-FFF2-40B4-BE49-F238E27FC236}">
                    <a16:creationId xmlns:a16="http://schemas.microsoft.com/office/drawing/2014/main" id="{9E4A3F87-5F14-884B-B450-CFB37F71C445}"/>
                  </a:ext>
                </a:extLst>
              </p:cNvPr>
              <p:cNvSpPr/>
              <p:nvPr/>
            </p:nvSpPr>
            <p:spPr>
              <a:xfrm>
                <a:off x="2175988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0" name="Oval 379">
                <a:extLst>
                  <a:ext uri="{FF2B5EF4-FFF2-40B4-BE49-F238E27FC236}">
                    <a16:creationId xmlns:a16="http://schemas.microsoft.com/office/drawing/2014/main" id="{7F62332A-6DC3-F746-A63B-3FB26C91E8AB}"/>
                  </a:ext>
                </a:extLst>
              </p:cNvPr>
              <p:cNvSpPr/>
              <p:nvPr/>
            </p:nvSpPr>
            <p:spPr>
              <a:xfrm>
                <a:off x="2357884" y="294436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1" name="Oval 380">
                <a:extLst>
                  <a:ext uri="{FF2B5EF4-FFF2-40B4-BE49-F238E27FC236}">
                    <a16:creationId xmlns:a16="http://schemas.microsoft.com/office/drawing/2014/main" id="{D5F0BE08-421F-A341-A182-29BA0998907C}"/>
                  </a:ext>
                </a:extLst>
              </p:cNvPr>
              <p:cNvSpPr/>
              <p:nvPr/>
            </p:nvSpPr>
            <p:spPr>
              <a:xfrm>
                <a:off x="1630296" y="314101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2" name="Oval 381">
                <a:extLst>
                  <a:ext uri="{FF2B5EF4-FFF2-40B4-BE49-F238E27FC236}">
                    <a16:creationId xmlns:a16="http://schemas.microsoft.com/office/drawing/2014/main" id="{2032C110-1547-974E-8C58-94879733F5E2}"/>
                  </a:ext>
                </a:extLst>
              </p:cNvPr>
              <p:cNvSpPr/>
              <p:nvPr/>
            </p:nvSpPr>
            <p:spPr>
              <a:xfrm>
                <a:off x="1775322" y="316067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3" name="Oval 382">
                <a:extLst>
                  <a:ext uri="{FF2B5EF4-FFF2-40B4-BE49-F238E27FC236}">
                    <a16:creationId xmlns:a16="http://schemas.microsoft.com/office/drawing/2014/main" id="{89818F98-3B4E-2E4B-9D00-92A833C30312}"/>
                  </a:ext>
                </a:extLst>
              </p:cNvPr>
              <p:cNvSpPr/>
              <p:nvPr/>
            </p:nvSpPr>
            <p:spPr>
              <a:xfrm>
                <a:off x="1944922" y="315084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4" name="Oval 383">
                <a:extLst>
                  <a:ext uri="{FF2B5EF4-FFF2-40B4-BE49-F238E27FC236}">
                    <a16:creationId xmlns:a16="http://schemas.microsoft.com/office/drawing/2014/main" id="{BDC3F92B-DAC7-0E46-A958-FDCE934F8BE0}"/>
                  </a:ext>
                </a:extLst>
              </p:cNvPr>
              <p:cNvSpPr/>
              <p:nvPr/>
            </p:nvSpPr>
            <p:spPr>
              <a:xfrm>
                <a:off x="2163688" y="31508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5" name="Oval 384">
                <a:extLst>
                  <a:ext uri="{FF2B5EF4-FFF2-40B4-BE49-F238E27FC236}">
                    <a16:creationId xmlns:a16="http://schemas.microsoft.com/office/drawing/2014/main" id="{9208C884-8482-7140-A40F-FE2FA07E239A}"/>
                  </a:ext>
                </a:extLst>
              </p:cNvPr>
              <p:cNvSpPr/>
              <p:nvPr/>
            </p:nvSpPr>
            <p:spPr>
              <a:xfrm>
                <a:off x="2382460" y="31311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6" name="Oval 385">
                <a:extLst>
                  <a:ext uri="{FF2B5EF4-FFF2-40B4-BE49-F238E27FC236}">
                    <a16:creationId xmlns:a16="http://schemas.microsoft.com/office/drawing/2014/main" id="{AF811357-20A9-7C4E-960A-2FB3E7D4558C}"/>
                  </a:ext>
                </a:extLst>
              </p:cNvPr>
              <p:cNvSpPr/>
              <p:nvPr/>
            </p:nvSpPr>
            <p:spPr>
              <a:xfrm>
                <a:off x="1686844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7" name="Oval 386">
                <a:extLst>
                  <a:ext uri="{FF2B5EF4-FFF2-40B4-BE49-F238E27FC236}">
                    <a16:creationId xmlns:a16="http://schemas.microsoft.com/office/drawing/2014/main" id="{BC04CF1E-442C-7A47-BCA2-BD3F053D380A}"/>
                  </a:ext>
                </a:extLst>
              </p:cNvPr>
              <p:cNvSpPr/>
              <p:nvPr/>
            </p:nvSpPr>
            <p:spPr>
              <a:xfrm>
                <a:off x="1893320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" name="Oval 387">
                <a:extLst>
                  <a:ext uri="{FF2B5EF4-FFF2-40B4-BE49-F238E27FC236}">
                    <a16:creationId xmlns:a16="http://schemas.microsoft.com/office/drawing/2014/main" id="{AA0DE86D-6FC4-2C47-8033-6C6457E8C7D3}"/>
                  </a:ext>
                </a:extLst>
              </p:cNvPr>
              <p:cNvSpPr/>
              <p:nvPr/>
            </p:nvSpPr>
            <p:spPr>
              <a:xfrm>
                <a:off x="2050635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9" name="Oval 388">
                <a:extLst>
                  <a:ext uri="{FF2B5EF4-FFF2-40B4-BE49-F238E27FC236}">
                    <a16:creationId xmlns:a16="http://schemas.microsoft.com/office/drawing/2014/main" id="{57D7E195-854D-0B47-84CA-BA4D577A6C6A}"/>
                  </a:ext>
                </a:extLst>
              </p:cNvPr>
              <p:cNvSpPr/>
              <p:nvPr/>
            </p:nvSpPr>
            <p:spPr>
              <a:xfrm>
                <a:off x="2257112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0" name="Oval 389">
                <a:extLst>
                  <a:ext uri="{FF2B5EF4-FFF2-40B4-BE49-F238E27FC236}">
                    <a16:creationId xmlns:a16="http://schemas.microsoft.com/office/drawing/2014/main" id="{A19DBD99-A7BA-4343-96AB-144D0724C3DE}"/>
                  </a:ext>
                </a:extLst>
              </p:cNvPr>
              <p:cNvSpPr/>
              <p:nvPr/>
            </p:nvSpPr>
            <p:spPr>
              <a:xfrm>
                <a:off x="2439008" y="334748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1" name="Oval 390">
                <a:extLst>
                  <a:ext uri="{FF2B5EF4-FFF2-40B4-BE49-F238E27FC236}">
                    <a16:creationId xmlns:a16="http://schemas.microsoft.com/office/drawing/2014/main" id="{4818C46C-5C47-7B40-ACAC-550E05BE3450}"/>
                  </a:ext>
                </a:extLst>
              </p:cNvPr>
              <p:cNvSpPr/>
              <p:nvPr/>
            </p:nvSpPr>
            <p:spPr>
              <a:xfrm>
                <a:off x="1711420" y="354413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2" name="Oval 391">
                <a:extLst>
                  <a:ext uri="{FF2B5EF4-FFF2-40B4-BE49-F238E27FC236}">
                    <a16:creationId xmlns:a16="http://schemas.microsoft.com/office/drawing/2014/main" id="{FC4D2906-88C3-744E-BA03-336934B83250}"/>
                  </a:ext>
                </a:extLst>
              </p:cNvPr>
              <p:cNvSpPr/>
              <p:nvPr/>
            </p:nvSpPr>
            <p:spPr>
              <a:xfrm>
                <a:off x="1856446" y="35637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3" name="Oval 392">
                <a:extLst>
                  <a:ext uri="{FF2B5EF4-FFF2-40B4-BE49-F238E27FC236}">
                    <a16:creationId xmlns:a16="http://schemas.microsoft.com/office/drawing/2014/main" id="{99972A4C-C1F4-7643-8F91-7ABE7476E85F}"/>
                  </a:ext>
                </a:extLst>
              </p:cNvPr>
              <p:cNvSpPr/>
              <p:nvPr/>
            </p:nvSpPr>
            <p:spPr>
              <a:xfrm>
                <a:off x="2026046" y="355396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4" name="Oval 393">
                <a:extLst>
                  <a:ext uri="{FF2B5EF4-FFF2-40B4-BE49-F238E27FC236}">
                    <a16:creationId xmlns:a16="http://schemas.microsoft.com/office/drawing/2014/main" id="{306019E1-A2A7-5444-94EE-E32A934CEE6C}"/>
                  </a:ext>
                </a:extLst>
              </p:cNvPr>
              <p:cNvSpPr/>
              <p:nvPr/>
            </p:nvSpPr>
            <p:spPr>
              <a:xfrm>
                <a:off x="2244812" y="35539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5" name="Oval 394">
                <a:extLst>
                  <a:ext uri="{FF2B5EF4-FFF2-40B4-BE49-F238E27FC236}">
                    <a16:creationId xmlns:a16="http://schemas.microsoft.com/office/drawing/2014/main" id="{E609AB97-CC18-F84F-9D73-61C8153A592F}"/>
                  </a:ext>
                </a:extLst>
              </p:cNvPr>
              <p:cNvSpPr/>
              <p:nvPr/>
            </p:nvSpPr>
            <p:spPr>
              <a:xfrm>
                <a:off x="2463584" y="35342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6" name="Oval 395">
                <a:extLst>
                  <a:ext uri="{FF2B5EF4-FFF2-40B4-BE49-F238E27FC236}">
                    <a16:creationId xmlns:a16="http://schemas.microsoft.com/office/drawing/2014/main" id="{A76C1860-2A60-B247-8EAA-AB9B3120B40F}"/>
                  </a:ext>
                </a:extLst>
              </p:cNvPr>
              <p:cNvSpPr/>
              <p:nvPr/>
            </p:nvSpPr>
            <p:spPr>
              <a:xfrm rot="7200000">
                <a:off x="1667180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7" name="Oval 396">
                <a:extLst>
                  <a:ext uri="{FF2B5EF4-FFF2-40B4-BE49-F238E27FC236}">
                    <a16:creationId xmlns:a16="http://schemas.microsoft.com/office/drawing/2014/main" id="{B968B8A6-17E2-3343-B850-923E17220A8E}"/>
                  </a:ext>
                </a:extLst>
              </p:cNvPr>
              <p:cNvSpPr/>
              <p:nvPr/>
            </p:nvSpPr>
            <p:spPr>
              <a:xfrm rot="7200000">
                <a:off x="1873656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2F314EDC-59BA-1144-9E7B-BBD42EBDE59C}"/>
                  </a:ext>
                </a:extLst>
              </p:cNvPr>
              <p:cNvSpPr/>
              <p:nvPr/>
            </p:nvSpPr>
            <p:spPr>
              <a:xfrm rot="7200000">
                <a:off x="2030971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9" name="Oval 398">
                <a:extLst>
                  <a:ext uri="{FF2B5EF4-FFF2-40B4-BE49-F238E27FC236}">
                    <a16:creationId xmlns:a16="http://schemas.microsoft.com/office/drawing/2014/main" id="{25B10BD2-D467-9441-8D44-5186C2D2EE46}"/>
                  </a:ext>
                </a:extLst>
              </p:cNvPr>
              <p:cNvSpPr/>
              <p:nvPr/>
            </p:nvSpPr>
            <p:spPr>
              <a:xfrm rot="7200000">
                <a:off x="2237448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Oval 399">
                <a:extLst>
                  <a:ext uri="{FF2B5EF4-FFF2-40B4-BE49-F238E27FC236}">
                    <a16:creationId xmlns:a16="http://schemas.microsoft.com/office/drawing/2014/main" id="{0E923F01-EA36-8B41-8477-1BAE6D96B3E7}"/>
                  </a:ext>
                </a:extLst>
              </p:cNvPr>
              <p:cNvSpPr/>
              <p:nvPr/>
            </p:nvSpPr>
            <p:spPr>
              <a:xfrm rot="7200000">
                <a:off x="2419344" y="374076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1" name="Oval 400">
                <a:extLst>
                  <a:ext uri="{FF2B5EF4-FFF2-40B4-BE49-F238E27FC236}">
                    <a16:creationId xmlns:a16="http://schemas.microsoft.com/office/drawing/2014/main" id="{8F20CF4D-96DD-A24B-83AE-A50C0291C288}"/>
                  </a:ext>
                </a:extLst>
              </p:cNvPr>
              <p:cNvSpPr/>
              <p:nvPr/>
            </p:nvSpPr>
            <p:spPr>
              <a:xfrm rot="7200000">
                <a:off x="1691756" y="393740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92630A8E-46F1-6843-A89D-CC809B9A3FAC}"/>
                  </a:ext>
                </a:extLst>
              </p:cNvPr>
              <p:cNvSpPr/>
              <p:nvPr/>
            </p:nvSpPr>
            <p:spPr>
              <a:xfrm rot="7200000">
                <a:off x="1836782" y="395707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3" name="Oval 402">
                <a:extLst>
                  <a:ext uri="{FF2B5EF4-FFF2-40B4-BE49-F238E27FC236}">
                    <a16:creationId xmlns:a16="http://schemas.microsoft.com/office/drawing/2014/main" id="{AACE412C-DF79-8E49-88B4-63DB98EB830B}"/>
                  </a:ext>
                </a:extLst>
              </p:cNvPr>
              <p:cNvSpPr/>
              <p:nvPr/>
            </p:nvSpPr>
            <p:spPr>
              <a:xfrm rot="7200000">
                <a:off x="2006382" y="394724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4" name="Oval 403">
                <a:extLst>
                  <a:ext uri="{FF2B5EF4-FFF2-40B4-BE49-F238E27FC236}">
                    <a16:creationId xmlns:a16="http://schemas.microsoft.com/office/drawing/2014/main" id="{0F12ED5D-A8F0-8544-AFC1-EBE91C207C40}"/>
                  </a:ext>
                </a:extLst>
              </p:cNvPr>
              <p:cNvSpPr/>
              <p:nvPr/>
            </p:nvSpPr>
            <p:spPr>
              <a:xfrm rot="7200000">
                <a:off x="2225148" y="39472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5" name="Oval 404">
                <a:extLst>
                  <a:ext uri="{FF2B5EF4-FFF2-40B4-BE49-F238E27FC236}">
                    <a16:creationId xmlns:a16="http://schemas.microsoft.com/office/drawing/2014/main" id="{1715F504-62C3-DC4E-A1AC-3707991EF700}"/>
                  </a:ext>
                </a:extLst>
              </p:cNvPr>
              <p:cNvSpPr/>
              <p:nvPr/>
            </p:nvSpPr>
            <p:spPr>
              <a:xfrm rot="7200000">
                <a:off x="2443920" y="392757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6" name="Oval 405">
                <a:extLst>
                  <a:ext uri="{FF2B5EF4-FFF2-40B4-BE49-F238E27FC236}">
                    <a16:creationId xmlns:a16="http://schemas.microsoft.com/office/drawing/2014/main" id="{AAA4EDD2-10D5-FF4C-894A-71D233174E26}"/>
                  </a:ext>
                </a:extLst>
              </p:cNvPr>
              <p:cNvSpPr/>
              <p:nvPr/>
            </p:nvSpPr>
            <p:spPr>
              <a:xfrm>
                <a:off x="1680856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7" name="Oval 406">
                <a:extLst>
                  <a:ext uri="{FF2B5EF4-FFF2-40B4-BE49-F238E27FC236}">
                    <a16:creationId xmlns:a16="http://schemas.microsoft.com/office/drawing/2014/main" id="{5048CE3F-E027-DC4E-A78F-D354F9108D53}"/>
                  </a:ext>
                </a:extLst>
              </p:cNvPr>
              <p:cNvSpPr/>
              <p:nvPr/>
            </p:nvSpPr>
            <p:spPr>
              <a:xfrm>
                <a:off x="1887332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8" name="Oval 407">
                <a:extLst>
                  <a:ext uri="{FF2B5EF4-FFF2-40B4-BE49-F238E27FC236}">
                    <a16:creationId xmlns:a16="http://schemas.microsoft.com/office/drawing/2014/main" id="{CF4F1900-FC06-1D40-8B41-EA8591C7F06A}"/>
                  </a:ext>
                </a:extLst>
              </p:cNvPr>
              <p:cNvSpPr/>
              <p:nvPr/>
            </p:nvSpPr>
            <p:spPr>
              <a:xfrm>
                <a:off x="2044647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E54CDB33-E70C-974C-8D3E-72AACABC5863}"/>
                  </a:ext>
                </a:extLst>
              </p:cNvPr>
              <p:cNvSpPr/>
              <p:nvPr/>
            </p:nvSpPr>
            <p:spPr>
              <a:xfrm>
                <a:off x="2251124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0" name="Oval 409">
                <a:extLst>
                  <a:ext uri="{FF2B5EF4-FFF2-40B4-BE49-F238E27FC236}">
                    <a16:creationId xmlns:a16="http://schemas.microsoft.com/office/drawing/2014/main" id="{7EEFA6BC-3E3E-CB4C-A926-E81E521383EA}"/>
                  </a:ext>
                </a:extLst>
              </p:cNvPr>
              <p:cNvSpPr/>
              <p:nvPr/>
            </p:nvSpPr>
            <p:spPr>
              <a:xfrm>
                <a:off x="2433020" y="407497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1" name="Oval 410">
                <a:extLst>
                  <a:ext uri="{FF2B5EF4-FFF2-40B4-BE49-F238E27FC236}">
                    <a16:creationId xmlns:a16="http://schemas.microsoft.com/office/drawing/2014/main" id="{2122925C-776D-1F4B-BC74-7440A7D0DA60}"/>
                  </a:ext>
                </a:extLst>
              </p:cNvPr>
              <p:cNvSpPr/>
              <p:nvPr/>
            </p:nvSpPr>
            <p:spPr>
              <a:xfrm>
                <a:off x="1705432" y="427161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2" name="Oval 411">
                <a:extLst>
                  <a:ext uri="{FF2B5EF4-FFF2-40B4-BE49-F238E27FC236}">
                    <a16:creationId xmlns:a16="http://schemas.microsoft.com/office/drawing/2014/main" id="{C05B2F41-986E-4F4A-A3B5-B93A8071422D}"/>
                  </a:ext>
                </a:extLst>
              </p:cNvPr>
              <p:cNvSpPr/>
              <p:nvPr/>
            </p:nvSpPr>
            <p:spPr>
              <a:xfrm>
                <a:off x="1850458" y="429128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3" name="Oval 412">
                <a:extLst>
                  <a:ext uri="{FF2B5EF4-FFF2-40B4-BE49-F238E27FC236}">
                    <a16:creationId xmlns:a16="http://schemas.microsoft.com/office/drawing/2014/main" id="{50AFC628-85C6-CB44-AA84-6C2B088CA400}"/>
                  </a:ext>
                </a:extLst>
              </p:cNvPr>
              <p:cNvSpPr/>
              <p:nvPr/>
            </p:nvSpPr>
            <p:spPr>
              <a:xfrm>
                <a:off x="2020058" y="428144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76846923-554E-4044-B1BF-D8E9A28F47EF}"/>
                  </a:ext>
                </a:extLst>
              </p:cNvPr>
              <p:cNvSpPr/>
              <p:nvPr/>
            </p:nvSpPr>
            <p:spPr>
              <a:xfrm>
                <a:off x="2238824" y="428144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5" name="Oval 414">
                <a:extLst>
                  <a:ext uri="{FF2B5EF4-FFF2-40B4-BE49-F238E27FC236}">
                    <a16:creationId xmlns:a16="http://schemas.microsoft.com/office/drawing/2014/main" id="{9CA31754-6467-F547-9C17-A604DD507AC0}"/>
                  </a:ext>
                </a:extLst>
              </p:cNvPr>
              <p:cNvSpPr/>
              <p:nvPr/>
            </p:nvSpPr>
            <p:spPr>
              <a:xfrm>
                <a:off x="2457596" y="426178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6" name="Oval 415">
                <a:extLst>
                  <a:ext uri="{FF2B5EF4-FFF2-40B4-BE49-F238E27FC236}">
                    <a16:creationId xmlns:a16="http://schemas.microsoft.com/office/drawing/2014/main" id="{879DF821-A5B2-1946-9244-7D705301BA68}"/>
                  </a:ext>
                </a:extLst>
              </p:cNvPr>
              <p:cNvSpPr/>
              <p:nvPr/>
            </p:nvSpPr>
            <p:spPr>
              <a:xfrm>
                <a:off x="1761980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451E23B-B13A-4B47-A95F-9FFC344C1B22}"/>
                  </a:ext>
                </a:extLst>
              </p:cNvPr>
              <p:cNvSpPr/>
              <p:nvPr/>
            </p:nvSpPr>
            <p:spPr>
              <a:xfrm>
                <a:off x="1968456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8" name="Oval 417">
                <a:extLst>
                  <a:ext uri="{FF2B5EF4-FFF2-40B4-BE49-F238E27FC236}">
                    <a16:creationId xmlns:a16="http://schemas.microsoft.com/office/drawing/2014/main" id="{B70E6470-7AD7-7240-BC00-7FE314E0F2E1}"/>
                  </a:ext>
                </a:extLst>
              </p:cNvPr>
              <p:cNvSpPr/>
              <p:nvPr/>
            </p:nvSpPr>
            <p:spPr>
              <a:xfrm>
                <a:off x="2125771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9" name="Oval 418">
                <a:extLst>
                  <a:ext uri="{FF2B5EF4-FFF2-40B4-BE49-F238E27FC236}">
                    <a16:creationId xmlns:a16="http://schemas.microsoft.com/office/drawing/2014/main" id="{7105D2D7-1E0E-874C-B410-4A73A4432A9C}"/>
                  </a:ext>
                </a:extLst>
              </p:cNvPr>
              <p:cNvSpPr/>
              <p:nvPr/>
            </p:nvSpPr>
            <p:spPr>
              <a:xfrm>
                <a:off x="2332248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0" name="Oval 419">
                <a:extLst>
                  <a:ext uri="{FF2B5EF4-FFF2-40B4-BE49-F238E27FC236}">
                    <a16:creationId xmlns:a16="http://schemas.microsoft.com/office/drawing/2014/main" id="{84CA5F08-F4CF-4A40-BBBA-3906D1F0925B}"/>
                  </a:ext>
                </a:extLst>
              </p:cNvPr>
              <p:cNvSpPr/>
              <p:nvPr/>
            </p:nvSpPr>
            <p:spPr>
              <a:xfrm>
                <a:off x="2514144" y="447808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1" name="Oval 420">
                <a:extLst>
                  <a:ext uri="{FF2B5EF4-FFF2-40B4-BE49-F238E27FC236}">
                    <a16:creationId xmlns:a16="http://schemas.microsoft.com/office/drawing/2014/main" id="{CD6814CA-6FAC-F74C-A656-EE802ED6565C}"/>
                  </a:ext>
                </a:extLst>
              </p:cNvPr>
              <p:cNvSpPr/>
              <p:nvPr/>
            </p:nvSpPr>
            <p:spPr>
              <a:xfrm>
                <a:off x="1786556" y="467473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2" name="Oval 421">
                <a:extLst>
                  <a:ext uri="{FF2B5EF4-FFF2-40B4-BE49-F238E27FC236}">
                    <a16:creationId xmlns:a16="http://schemas.microsoft.com/office/drawing/2014/main" id="{BF5B588F-6772-E445-8E53-4D54096157E9}"/>
                  </a:ext>
                </a:extLst>
              </p:cNvPr>
              <p:cNvSpPr/>
              <p:nvPr/>
            </p:nvSpPr>
            <p:spPr>
              <a:xfrm>
                <a:off x="1931582" y="46943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3" name="Oval 422">
                <a:extLst>
                  <a:ext uri="{FF2B5EF4-FFF2-40B4-BE49-F238E27FC236}">
                    <a16:creationId xmlns:a16="http://schemas.microsoft.com/office/drawing/2014/main" id="{0D129DC5-D873-554E-A05C-782A4F8E39C1}"/>
                  </a:ext>
                </a:extLst>
              </p:cNvPr>
              <p:cNvSpPr/>
              <p:nvPr/>
            </p:nvSpPr>
            <p:spPr>
              <a:xfrm>
                <a:off x="2101182" y="468456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4" name="Oval 423">
                <a:extLst>
                  <a:ext uri="{FF2B5EF4-FFF2-40B4-BE49-F238E27FC236}">
                    <a16:creationId xmlns:a16="http://schemas.microsoft.com/office/drawing/2014/main" id="{337104BC-1A1E-F44C-9714-7E77301DDBFD}"/>
                  </a:ext>
                </a:extLst>
              </p:cNvPr>
              <p:cNvSpPr/>
              <p:nvPr/>
            </p:nvSpPr>
            <p:spPr>
              <a:xfrm>
                <a:off x="2319948" y="468456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5" name="Oval 424">
                <a:extLst>
                  <a:ext uri="{FF2B5EF4-FFF2-40B4-BE49-F238E27FC236}">
                    <a16:creationId xmlns:a16="http://schemas.microsoft.com/office/drawing/2014/main" id="{4B2E579E-D116-F148-BD46-D6E622BA6B30}"/>
                  </a:ext>
                </a:extLst>
              </p:cNvPr>
              <p:cNvSpPr/>
              <p:nvPr/>
            </p:nvSpPr>
            <p:spPr>
              <a:xfrm>
                <a:off x="2538720" y="466489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6" name="Oval 425">
                <a:extLst>
                  <a:ext uri="{FF2B5EF4-FFF2-40B4-BE49-F238E27FC236}">
                    <a16:creationId xmlns:a16="http://schemas.microsoft.com/office/drawing/2014/main" id="{4D311181-0DD7-D245-9F76-E945C4C63EBF}"/>
                  </a:ext>
                </a:extLst>
              </p:cNvPr>
              <p:cNvSpPr/>
              <p:nvPr/>
            </p:nvSpPr>
            <p:spPr>
              <a:xfrm rot="7200000">
                <a:off x="1742316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7" name="Oval 426">
                <a:extLst>
                  <a:ext uri="{FF2B5EF4-FFF2-40B4-BE49-F238E27FC236}">
                    <a16:creationId xmlns:a16="http://schemas.microsoft.com/office/drawing/2014/main" id="{4E4E46AB-FCA2-3142-8498-976D822A6D06}"/>
                  </a:ext>
                </a:extLst>
              </p:cNvPr>
              <p:cNvSpPr/>
              <p:nvPr/>
            </p:nvSpPr>
            <p:spPr>
              <a:xfrm rot="7200000">
                <a:off x="1948792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8" name="Oval 427">
                <a:extLst>
                  <a:ext uri="{FF2B5EF4-FFF2-40B4-BE49-F238E27FC236}">
                    <a16:creationId xmlns:a16="http://schemas.microsoft.com/office/drawing/2014/main" id="{D8331FEE-F8E2-2D42-87AD-A92207CF6E7A}"/>
                  </a:ext>
                </a:extLst>
              </p:cNvPr>
              <p:cNvSpPr/>
              <p:nvPr/>
            </p:nvSpPr>
            <p:spPr>
              <a:xfrm rot="7200000">
                <a:off x="2106107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9" name="Oval 428">
                <a:extLst>
                  <a:ext uri="{FF2B5EF4-FFF2-40B4-BE49-F238E27FC236}">
                    <a16:creationId xmlns:a16="http://schemas.microsoft.com/office/drawing/2014/main" id="{44CBB352-6C0C-DD43-A9FE-FFC1E675F057}"/>
                  </a:ext>
                </a:extLst>
              </p:cNvPr>
              <p:cNvSpPr/>
              <p:nvPr/>
            </p:nvSpPr>
            <p:spPr>
              <a:xfrm rot="7200000">
                <a:off x="1766892" y="506800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0" name="Oval 429">
                <a:extLst>
                  <a:ext uri="{FF2B5EF4-FFF2-40B4-BE49-F238E27FC236}">
                    <a16:creationId xmlns:a16="http://schemas.microsoft.com/office/drawing/2014/main" id="{F6FBA5B1-F5B5-E646-8BD3-2D838AE6BC36}"/>
                  </a:ext>
                </a:extLst>
              </p:cNvPr>
              <p:cNvSpPr/>
              <p:nvPr/>
            </p:nvSpPr>
            <p:spPr>
              <a:xfrm rot="7200000">
                <a:off x="1911918" y="508767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1" name="Oval 430">
                <a:extLst>
                  <a:ext uri="{FF2B5EF4-FFF2-40B4-BE49-F238E27FC236}">
                    <a16:creationId xmlns:a16="http://schemas.microsoft.com/office/drawing/2014/main" id="{D9CDE091-96FA-5449-95AF-D761BB9AFCF0}"/>
                  </a:ext>
                </a:extLst>
              </p:cNvPr>
              <p:cNvSpPr/>
              <p:nvPr/>
            </p:nvSpPr>
            <p:spPr>
              <a:xfrm rot="7200000">
                <a:off x="2081518" y="507784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2" name="Oval 431">
                <a:extLst>
                  <a:ext uri="{FF2B5EF4-FFF2-40B4-BE49-F238E27FC236}">
                    <a16:creationId xmlns:a16="http://schemas.microsoft.com/office/drawing/2014/main" id="{C87D1B5F-647C-844D-AB6D-E1335A19E582}"/>
                  </a:ext>
                </a:extLst>
              </p:cNvPr>
              <p:cNvSpPr/>
              <p:nvPr/>
            </p:nvSpPr>
            <p:spPr>
              <a:xfrm rot="14917077">
                <a:off x="1774285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3" name="Oval 432">
                <a:extLst>
                  <a:ext uri="{FF2B5EF4-FFF2-40B4-BE49-F238E27FC236}">
                    <a16:creationId xmlns:a16="http://schemas.microsoft.com/office/drawing/2014/main" id="{3C0779B5-93CC-5B4C-B19A-717C8B8E7684}"/>
                  </a:ext>
                </a:extLst>
              </p:cNvPr>
              <p:cNvSpPr/>
              <p:nvPr/>
            </p:nvSpPr>
            <p:spPr>
              <a:xfrm rot="14917077">
                <a:off x="1980761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4" name="Oval 433">
                <a:extLst>
                  <a:ext uri="{FF2B5EF4-FFF2-40B4-BE49-F238E27FC236}">
                    <a16:creationId xmlns:a16="http://schemas.microsoft.com/office/drawing/2014/main" id="{95935AC9-31D1-364F-B0E7-FE4F91BFFAA6}"/>
                  </a:ext>
                </a:extLst>
              </p:cNvPr>
              <p:cNvSpPr/>
              <p:nvPr/>
            </p:nvSpPr>
            <p:spPr>
              <a:xfrm rot="14917077">
                <a:off x="2138076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5" name="Oval 434">
                <a:extLst>
                  <a:ext uri="{FF2B5EF4-FFF2-40B4-BE49-F238E27FC236}">
                    <a16:creationId xmlns:a16="http://schemas.microsoft.com/office/drawing/2014/main" id="{6B8E47D4-A2CC-E94C-AA3F-9811DB6A10B0}"/>
                  </a:ext>
                </a:extLst>
              </p:cNvPr>
              <p:cNvSpPr/>
              <p:nvPr/>
            </p:nvSpPr>
            <p:spPr>
              <a:xfrm rot="14917077">
                <a:off x="1798861" y="5452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6" name="Oval 435">
                <a:extLst>
                  <a:ext uri="{FF2B5EF4-FFF2-40B4-BE49-F238E27FC236}">
                    <a16:creationId xmlns:a16="http://schemas.microsoft.com/office/drawing/2014/main" id="{A6025925-9107-624A-A307-B39B372A535F}"/>
                  </a:ext>
                </a:extLst>
              </p:cNvPr>
              <p:cNvSpPr/>
              <p:nvPr/>
            </p:nvSpPr>
            <p:spPr>
              <a:xfrm rot="14917077">
                <a:off x="1943887" y="547225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7" name="Oval 436">
                <a:extLst>
                  <a:ext uri="{FF2B5EF4-FFF2-40B4-BE49-F238E27FC236}">
                    <a16:creationId xmlns:a16="http://schemas.microsoft.com/office/drawing/2014/main" id="{DCC80D84-2E01-9043-A427-9CB54AF507CE}"/>
                  </a:ext>
                </a:extLst>
              </p:cNvPr>
              <p:cNvSpPr/>
              <p:nvPr/>
            </p:nvSpPr>
            <p:spPr>
              <a:xfrm rot="14917077">
                <a:off x="2113487" y="546242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8" name="Oval 437">
                <a:extLst>
                  <a:ext uri="{FF2B5EF4-FFF2-40B4-BE49-F238E27FC236}">
                    <a16:creationId xmlns:a16="http://schemas.microsoft.com/office/drawing/2014/main" id="{043844B2-F13A-C44D-A478-E8FF374BF3AE}"/>
                  </a:ext>
                </a:extLst>
              </p:cNvPr>
              <p:cNvSpPr/>
              <p:nvPr/>
            </p:nvSpPr>
            <p:spPr>
              <a:xfrm rot="14917077">
                <a:off x="1855409" y="56688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9" name="Oval 438">
                <a:extLst>
                  <a:ext uri="{FF2B5EF4-FFF2-40B4-BE49-F238E27FC236}">
                    <a16:creationId xmlns:a16="http://schemas.microsoft.com/office/drawing/2014/main" id="{53A5B020-0017-1644-ADD7-1D2891A6D8DA}"/>
                  </a:ext>
                </a:extLst>
              </p:cNvPr>
              <p:cNvSpPr/>
              <p:nvPr/>
            </p:nvSpPr>
            <p:spPr>
              <a:xfrm rot="14917077">
                <a:off x="2061885" y="56688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BDF8A001-B80E-584E-864E-542D508E8C4D}"/>
                  </a:ext>
                </a:extLst>
              </p:cNvPr>
              <p:cNvSpPr/>
              <p:nvPr/>
            </p:nvSpPr>
            <p:spPr>
              <a:xfrm rot="14917077">
                <a:off x="1879985" y="585570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1" name="Oval 440">
                <a:extLst>
                  <a:ext uri="{FF2B5EF4-FFF2-40B4-BE49-F238E27FC236}">
                    <a16:creationId xmlns:a16="http://schemas.microsoft.com/office/drawing/2014/main" id="{EABFCA4C-6F98-8A49-B8C1-665B3F62CA64}"/>
                  </a:ext>
                </a:extLst>
              </p:cNvPr>
              <p:cNvSpPr/>
              <p:nvPr/>
            </p:nvSpPr>
            <p:spPr>
              <a:xfrm rot="14917077">
                <a:off x="2025011" y="587537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2" name="Freeform 441">
                <a:extLst>
                  <a:ext uri="{FF2B5EF4-FFF2-40B4-BE49-F238E27FC236}">
                    <a16:creationId xmlns:a16="http://schemas.microsoft.com/office/drawing/2014/main" id="{EEA871D9-F19E-1B43-BDFB-C0CEB16F6A0F}"/>
                  </a:ext>
                </a:extLst>
              </p:cNvPr>
              <p:cNvSpPr/>
              <p:nvPr/>
            </p:nvSpPr>
            <p:spPr>
              <a:xfrm>
                <a:off x="921576" y="1383019"/>
                <a:ext cx="1312478" cy="478339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3" name="Freeform 442">
                <a:extLst>
                  <a:ext uri="{FF2B5EF4-FFF2-40B4-BE49-F238E27FC236}">
                    <a16:creationId xmlns:a16="http://schemas.microsoft.com/office/drawing/2014/main" id="{57E3F878-280E-1C41-A44D-7E70C6C19830}"/>
                  </a:ext>
                </a:extLst>
              </p:cNvPr>
              <p:cNvSpPr/>
              <p:nvPr/>
            </p:nvSpPr>
            <p:spPr>
              <a:xfrm flipH="1">
                <a:off x="1970948" y="1329452"/>
                <a:ext cx="1267831" cy="478339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44" name="Group 443">
            <a:extLst>
              <a:ext uri="{FF2B5EF4-FFF2-40B4-BE49-F238E27FC236}">
                <a16:creationId xmlns:a16="http://schemas.microsoft.com/office/drawing/2014/main" id="{3987957F-4869-3A49-BA46-7A088834E3EE}"/>
              </a:ext>
            </a:extLst>
          </p:cNvPr>
          <p:cNvGrpSpPr>
            <a:grpSpLocks noChangeAspect="1"/>
          </p:cNvGrpSpPr>
          <p:nvPr/>
        </p:nvGrpSpPr>
        <p:grpSpPr>
          <a:xfrm>
            <a:off x="5488826" y="3744626"/>
            <a:ext cx="1541912" cy="2769501"/>
            <a:chOff x="9391926" y="2790239"/>
            <a:chExt cx="2175529" cy="3907570"/>
          </a:xfrm>
        </p:grpSpPr>
        <p:sp>
          <p:nvSpPr>
            <p:cNvPr id="445" name="Rectangle 444">
              <a:extLst>
                <a:ext uri="{FF2B5EF4-FFF2-40B4-BE49-F238E27FC236}">
                  <a16:creationId xmlns:a16="http://schemas.microsoft.com/office/drawing/2014/main" id="{28021923-8BED-9D48-AC67-A3CF6D8578C9}"/>
                </a:ext>
              </a:extLst>
            </p:cNvPr>
            <p:cNvSpPr/>
            <p:nvPr/>
          </p:nvSpPr>
          <p:spPr>
            <a:xfrm>
              <a:off x="10425734" y="2790239"/>
              <a:ext cx="58909" cy="373291"/>
            </a:xfrm>
            <a:prstGeom prst="rect">
              <a:avLst/>
            </a:pr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FCDA0461-0B1B-8240-9D34-C7C62DEB219E}"/>
                </a:ext>
              </a:extLst>
            </p:cNvPr>
            <p:cNvSpPr/>
            <p:nvPr/>
          </p:nvSpPr>
          <p:spPr>
            <a:xfrm flipH="1">
              <a:off x="10466429" y="5025321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3D817B77-22C6-0F49-BBAA-ABABBEEE1C42}"/>
                </a:ext>
              </a:extLst>
            </p:cNvPr>
            <p:cNvSpPr/>
            <p:nvPr/>
          </p:nvSpPr>
          <p:spPr>
            <a:xfrm>
              <a:off x="9766137" y="5019126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Rectangle 447">
              <a:extLst>
                <a:ext uri="{FF2B5EF4-FFF2-40B4-BE49-F238E27FC236}">
                  <a16:creationId xmlns:a16="http://schemas.microsoft.com/office/drawing/2014/main" id="{A8135E9F-B2B8-464D-A50E-2373BA00F70E}"/>
                </a:ext>
              </a:extLst>
            </p:cNvPr>
            <p:cNvSpPr/>
            <p:nvPr/>
          </p:nvSpPr>
          <p:spPr>
            <a:xfrm>
              <a:off x="10389932" y="4157203"/>
              <a:ext cx="140681" cy="1871659"/>
            </a:xfrm>
            <a:prstGeom prst="rect">
              <a:avLst/>
            </a:pr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9" name="Freeform 448">
              <a:extLst>
                <a:ext uri="{FF2B5EF4-FFF2-40B4-BE49-F238E27FC236}">
                  <a16:creationId xmlns:a16="http://schemas.microsoft.com/office/drawing/2014/main" id="{7398741C-E4BE-4443-9DEE-2167E5B33013}"/>
                </a:ext>
              </a:extLst>
            </p:cNvPr>
            <p:cNvSpPr/>
            <p:nvPr/>
          </p:nvSpPr>
          <p:spPr>
            <a:xfrm>
              <a:off x="9391926" y="4210913"/>
              <a:ext cx="1013509" cy="24226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0" name="Freeform 449">
              <a:extLst>
                <a:ext uri="{FF2B5EF4-FFF2-40B4-BE49-F238E27FC236}">
                  <a16:creationId xmlns:a16="http://schemas.microsoft.com/office/drawing/2014/main" id="{80EE54B4-D772-1742-A45C-51FE299CF912}"/>
                </a:ext>
              </a:extLst>
            </p:cNvPr>
            <p:cNvSpPr/>
            <p:nvPr/>
          </p:nvSpPr>
          <p:spPr>
            <a:xfrm flipH="1">
              <a:off x="10501509" y="4204646"/>
              <a:ext cx="1065946" cy="25479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1" name="Freeform 450">
              <a:extLst>
                <a:ext uri="{FF2B5EF4-FFF2-40B4-BE49-F238E27FC236}">
                  <a16:creationId xmlns:a16="http://schemas.microsoft.com/office/drawing/2014/main" id="{62CFC6C3-7BE4-8C4A-B10B-0275237ABDCD}"/>
                </a:ext>
              </a:extLst>
            </p:cNvPr>
            <p:cNvSpPr/>
            <p:nvPr/>
          </p:nvSpPr>
          <p:spPr>
            <a:xfrm rot="20572658">
              <a:off x="9570068" y="3670534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Freeform 451">
              <a:extLst>
                <a:ext uri="{FF2B5EF4-FFF2-40B4-BE49-F238E27FC236}">
                  <a16:creationId xmlns:a16="http://schemas.microsoft.com/office/drawing/2014/main" id="{FB31971A-9472-7D42-99D9-FC066DD057C7}"/>
                </a:ext>
              </a:extLst>
            </p:cNvPr>
            <p:cNvSpPr/>
            <p:nvPr/>
          </p:nvSpPr>
          <p:spPr>
            <a:xfrm rot="1007770" flipH="1">
              <a:off x="10404085" y="3668507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Freeform 452">
              <a:extLst>
                <a:ext uri="{FF2B5EF4-FFF2-40B4-BE49-F238E27FC236}">
                  <a16:creationId xmlns:a16="http://schemas.microsoft.com/office/drawing/2014/main" id="{C50475C1-9092-9742-9F3E-3D0F0E37FCF3}"/>
                </a:ext>
              </a:extLst>
            </p:cNvPr>
            <p:cNvSpPr/>
            <p:nvPr/>
          </p:nvSpPr>
          <p:spPr>
            <a:xfrm>
              <a:off x="9824209" y="6008736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4" name="Freeform 453">
              <a:extLst>
                <a:ext uri="{FF2B5EF4-FFF2-40B4-BE49-F238E27FC236}">
                  <a16:creationId xmlns:a16="http://schemas.microsoft.com/office/drawing/2014/main" id="{B227E178-CFC1-1548-8250-D1EB5A8F8A03}"/>
                </a:ext>
              </a:extLst>
            </p:cNvPr>
            <p:cNvSpPr/>
            <p:nvPr/>
          </p:nvSpPr>
          <p:spPr>
            <a:xfrm rot="21085137">
              <a:off x="9864962" y="6035031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5" name="Freeform 454">
              <a:extLst>
                <a:ext uri="{FF2B5EF4-FFF2-40B4-BE49-F238E27FC236}">
                  <a16:creationId xmlns:a16="http://schemas.microsoft.com/office/drawing/2014/main" id="{128091E3-6BA0-9A45-B741-15E1275EC2C1}"/>
                </a:ext>
              </a:extLst>
            </p:cNvPr>
            <p:cNvSpPr/>
            <p:nvPr/>
          </p:nvSpPr>
          <p:spPr>
            <a:xfrm>
              <a:off x="10158531" y="6008736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5110D27B-3683-AE49-952C-3A908A44D739}"/>
                </a:ext>
              </a:extLst>
            </p:cNvPr>
            <p:cNvSpPr/>
            <p:nvPr/>
          </p:nvSpPr>
          <p:spPr>
            <a:xfrm>
              <a:off x="10282230" y="6008732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Freeform 456">
              <a:extLst>
                <a:ext uri="{FF2B5EF4-FFF2-40B4-BE49-F238E27FC236}">
                  <a16:creationId xmlns:a16="http://schemas.microsoft.com/office/drawing/2014/main" id="{C5718444-3781-254F-8648-2D4DEBD0A30E}"/>
                </a:ext>
              </a:extLst>
            </p:cNvPr>
            <p:cNvSpPr/>
            <p:nvPr/>
          </p:nvSpPr>
          <p:spPr>
            <a:xfrm flipH="1">
              <a:off x="10458603" y="6019995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Freeform 457">
              <a:extLst>
                <a:ext uri="{FF2B5EF4-FFF2-40B4-BE49-F238E27FC236}">
                  <a16:creationId xmlns:a16="http://schemas.microsoft.com/office/drawing/2014/main" id="{6215FD5A-FCB1-D14B-AC8B-11F56BB76790}"/>
                </a:ext>
              </a:extLst>
            </p:cNvPr>
            <p:cNvSpPr/>
            <p:nvPr/>
          </p:nvSpPr>
          <p:spPr>
            <a:xfrm rot="21085137" flipH="1">
              <a:off x="10545933" y="5981220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" name="Freeform 458">
              <a:extLst>
                <a:ext uri="{FF2B5EF4-FFF2-40B4-BE49-F238E27FC236}">
                  <a16:creationId xmlns:a16="http://schemas.microsoft.com/office/drawing/2014/main" id="{6D4B878A-341B-4843-A5C0-AA4F64429E43}"/>
                </a:ext>
              </a:extLst>
            </p:cNvPr>
            <p:cNvSpPr/>
            <p:nvPr/>
          </p:nvSpPr>
          <p:spPr>
            <a:xfrm flipH="1">
              <a:off x="10462728" y="6008733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Freeform 459">
              <a:extLst>
                <a:ext uri="{FF2B5EF4-FFF2-40B4-BE49-F238E27FC236}">
                  <a16:creationId xmlns:a16="http://schemas.microsoft.com/office/drawing/2014/main" id="{F47DB19F-516A-344F-8543-EA13EDC87CE7}"/>
                </a:ext>
              </a:extLst>
            </p:cNvPr>
            <p:cNvSpPr/>
            <p:nvPr/>
          </p:nvSpPr>
          <p:spPr>
            <a:xfrm flipH="1">
              <a:off x="10456494" y="6019996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1" name="Freeform 460">
              <a:extLst>
                <a:ext uri="{FF2B5EF4-FFF2-40B4-BE49-F238E27FC236}">
                  <a16:creationId xmlns:a16="http://schemas.microsoft.com/office/drawing/2014/main" id="{2886B9DD-10CE-0B4A-92EE-F1FCC8D594B1}"/>
                </a:ext>
              </a:extLst>
            </p:cNvPr>
            <p:cNvSpPr/>
            <p:nvPr/>
          </p:nvSpPr>
          <p:spPr>
            <a:xfrm flipV="1">
              <a:off x="9811076" y="3258288"/>
              <a:ext cx="655353" cy="16645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2" name="Freeform 461">
              <a:extLst>
                <a:ext uri="{FF2B5EF4-FFF2-40B4-BE49-F238E27FC236}">
                  <a16:creationId xmlns:a16="http://schemas.microsoft.com/office/drawing/2014/main" id="{630EF762-9314-2C47-9D41-279E0A365054}"/>
                </a:ext>
              </a:extLst>
            </p:cNvPr>
            <p:cNvSpPr/>
            <p:nvPr/>
          </p:nvSpPr>
          <p:spPr>
            <a:xfrm flipH="1" flipV="1">
              <a:off x="10432635" y="3269264"/>
              <a:ext cx="561437" cy="14260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3" name="Rectangle 462">
              <a:extLst>
                <a:ext uri="{FF2B5EF4-FFF2-40B4-BE49-F238E27FC236}">
                  <a16:creationId xmlns:a16="http://schemas.microsoft.com/office/drawing/2014/main" id="{A35D8162-F651-0E4C-BD7B-EF02435F265F}"/>
                </a:ext>
              </a:extLst>
            </p:cNvPr>
            <p:cNvSpPr/>
            <p:nvPr/>
          </p:nvSpPr>
          <p:spPr>
            <a:xfrm>
              <a:off x="10419035" y="3150121"/>
              <a:ext cx="82474" cy="1871659"/>
            </a:xfrm>
            <a:prstGeom prst="rect">
              <a:avLst/>
            </a:pr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64" name="Group 463">
              <a:extLst>
                <a:ext uri="{FF2B5EF4-FFF2-40B4-BE49-F238E27FC236}">
                  <a16:creationId xmlns:a16="http://schemas.microsoft.com/office/drawing/2014/main" id="{EDEF21EA-01D1-724E-BE59-056E25F90F45}"/>
                </a:ext>
              </a:extLst>
            </p:cNvPr>
            <p:cNvGrpSpPr/>
            <p:nvPr/>
          </p:nvGrpSpPr>
          <p:grpSpPr>
            <a:xfrm rot="19543999">
              <a:off x="10195689" y="4691803"/>
              <a:ext cx="215295" cy="479547"/>
              <a:chOff x="921576" y="786058"/>
              <a:chExt cx="2317203" cy="5380352"/>
            </a:xfrm>
            <a:solidFill>
              <a:srgbClr val="E3D579"/>
            </a:solidFill>
          </p:grpSpPr>
          <p:sp>
            <p:nvSpPr>
              <p:cNvPr id="465" name="Freeform 464">
                <a:extLst>
                  <a:ext uri="{FF2B5EF4-FFF2-40B4-BE49-F238E27FC236}">
                    <a16:creationId xmlns:a16="http://schemas.microsoft.com/office/drawing/2014/main" id="{F0B46795-2068-904C-8EFE-BC48B28AEB2F}"/>
                  </a:ext>
                </a:extLst>
              </p:cNvPr>
              <p:cNvSpPr/>
              <p:nvPr/>
            </p:nvSpPr>
            <p:spPr>
              <a:xfrm rot="20486107">
                <a:off x="1700883" y="786058"/>
                <a:ext cx="825199" cy="1937307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0B8537B5-462E-4F4B-BF7C-8287B84246A9}"/>
                  </a:ext>
                </a:extLst>
              </p:cNvPr>
              <p:cNvSpPr/>
              <p:nvPr/>
            </p:nvSpPr>
            <p:spPr>
              <a:xfrm flipH="1">
                <a:off x="2051310" y="1019787"/>
                <a:ext cx="818382" cy="28402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C53D3755-5C81-7F46-8361-C53416AE44F3}"/>
                  </a:ext>
                </a:extLst>
              </p:cNvPr>
              <p:cNvSpPr/>
              <p:nvPr/>
            </p:nvSpPr>
            <p:spPr>
              <a:xfrm>
                <a:off x="1191591" y="1008396"/>
                <a:ext cx="825199" cy="2863938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8" name="Rectangle 467">
                <a:extLst>
                  <a:ext uri="{FF2B5EF4-FFF2-40B4-BE49-F238E27FC236}">
                    <a16:creationId xmlns:a16="http://schemas.microsoft.com/office/drawing/2014/main" id="{4FC10D1B-CFA8-C24F-ACFE-3424EC56BE28}"/>
                  </a:ext>
                </a:extLst>
              </p:cNvPr>
              <p:cNvSpPr/>
              <p:nvPr/>
            </p:nvSpPr>
            <p:spPr>
              <a:xfrm>
                <a:off x="1680856" y="1348591"/>
                <a:ext cx="795003" cy="4238213"/>
              </a:xfrm>
              <a:prstGeom prst="rect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469" name="Oval 468">
                <a:extLst>
                  <a:ext uri="{FF2B5EF4-FFF2-40B4-BE49-F238E27FC236}">
                    <a16:creationId xmlns:a16="http://schemas.microsoft.com/office/drawing/2014/main" id="{DAA89605-B6A1-EE40-8CC5-A0DF1DC3DF37}"/>
                  </a:ext>
                </a:extLst>
              </p:cNvPr>
              <p:cNvSpPr/>
              <p:nvPr/>
            </p:nvSpPr>
            <p:spPr>
              <a:xfrm>
                <a:off x="1749692" y="1008396"/>
                <a:ext cx="179851" cy="20554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0" name="Oval 469">
                <a:extLst>
                  <a:ext uri="{FF2B5EF4-FFF2-40B4-BE49-F238E27FC236}">
                    <a16:creationId xmlns:a16="http://schemas.microsoft.com/office/drawing/2014/main" id="{9713B346-0FFC-FA42-82B5-CE730BA35421}"/>
                  </a:ext>
                </a:extLst>
              </p:cNvPr>
              <p:cNvSpPr/>
              <p:nvPr/>
            </p:nvSpPr>
            <p:spPr>
              <a:xfrm>
                <a:off x="1678802" y="11691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1" name="Oval 470">
                <a:extLst>
                  <a:ext uri="{FF2B5EF4-FFF2-40B4-BE49-F238E27FC236}">
                    <a16:creationId xmlns:a16="http://schemas.microsoft.com/office/drawing/2014/main" id="{BCDD7FC8-EFD1-504E-9A83-C79718497699}"/>
                  </a:ext>
                </a:extLst>
              </p:cNvPr>
              <p:cNvSpPr/>
              <p:nvPr/>
            </p:nvSpPr>
            <p:spPr>
              <a:xfrm>
                <a:off x="1852930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2" name="Oval 471">
                <a:extLst>
                  <a:ext uri="{FF2B5EF4-FFF2-40B4-BE49-F238E27FC236}">
                    <a16:creationId xmlns:a16="http://schemas.microsoft.com/office/drawing/2014/main" id="{B510D7C4-D0AD-C347-BB9E-DD7D505EFBE9}"/>
                  </a:ext>
                </a:extLst>
              </p:cNvPr>
              <p:cNvSpPr/>
              <p:nvPr/>
            </p:nvSpPr>
            <p:spPr>
              <a:xfrm>
                <a:off x="2010245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541F9F77-E27F-AB47-88CB-CD6F15FF4F4E}"/>
                  </a:ext>
                </a:extLst>
              </p:cNvPr>
              <p:cNvSpPr/>
              <p:nvPr/>
            </p:nvSpPr>
            <p:spPr>
              <a:xfrm>
                <a:off x="2216722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4" name="Oval 473">
                <a:extLst>
                  <a:ext uri="{FF2B5EF4-FFF2-40B4-BE49-F238E27FC236}">
                    <a16:creationId xmlns:a16="http://schemas.microsoft.com/office/drawing/2014/main" id="{40F7C27A-35E4-3742-A71F-FB4608288D9B}"/>
                  </a:ext>
                </a:extLst>
              </p:cNvPr>
              <p:cNvSpPr/>
              <p:nvPr/>
            </p:nvSpPr>
            <p:spPr>
              <a:xfrm>
                <a:off x="1952319" y="1014919"/>
                <a:ext cx="174526" cy="199459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5" name="Oval 474">
                <a:extLst>
                  <a:ext uri="{FF2B5EF4-FFF2-40B4-BE49-F238E27FC236}">
                    <a16:creationId xmlns:a16="http://schemas.microsoft.com/office/drawing/2014/main" id="{7DB542C3-6DE9-FF47-9BA0-FF95C5E76CD8}"/>
                  </a:ext>
                </a:extLst>
              </p:cNvPr>
              <p:cNvSpPr/>
              <p:nvPr/>
            </p:nvSpPr>
            <p:spPr>
              <a:xfrm>
                <a:off x="2150691" y="1029395"/>
                <a:ext cx="184014" cy="186429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3945D317-C029-4C40-9AC9-84410544579D}"/>
                  </a:ext>
                </a:extLst>
              </p:cNvPr>
              <p:cNvSpPr/>
              <p:nvPr/>
            </p:nvSpPr>
            <p:spPr>
              <a:xfrm>
                <a:off x="1543215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7" name="Oval 476">
                <a:extLst>
                  <a:ext uri="{FF2B5EF4-FFF2-40B4-BE49-F238E27FC236}">
                    <a16:creationId xmlns:a16="http://schemas.microsoft.com/office/drawing/2014/main" id="{232D3EEA-7CAC-1544-A7E3-CD081E7A77FC}"/>
                  </a:ext>
                </a:extLst>
              </p:cNvPr>
              <p:cNvSpPr/>
              <p:nvPr/>
            </p:nvSpPr>
            <p:spPr>
              <a:xfrm>
                <a:off x="1749691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8" name="Oval 477">
                <a:extLst>
                  <a:ext uri="{FF2B5EF4-FFF2-40B4-BE49-F238E27FC236}">
                    <a16:creationId xmlns:a16="http://schemas.microsoft.com/office/drawing/2014/main" id="{FAD3D823-9099-F44D-B73D-313044E0DA5E}"/>
                  </a:ext>
                </a:extLst>
              </p:cNvPr>
              <p:cNvSpPr/>
              <p:nvPr/>
            </p:nvSpPr>
            <p:spPr>
              <a:xfrm>
                <a:off x="1907006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9" name="Oval 478">
                <a:extLst>
                  <a:ext uri="{FF2B5EF4-FFF2-40B4-BE49-F238E27FC236}">
                    <a16:creationId xmlns:a16="http://schemas.microsoft.com/office/drawing/2014/main" id="{3D426A82-8A3B-BA4D-BA59-149BADC7D423}"/>
                  </a:ext>
                </a:extLst>
              </p:cNvPr>
              <p:cNvSpPr/>
              <p:nvPr/>
            </p:nvSpPr>
            <p:spPr>
              <a:xfrm>
                <a:off x="2113483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0" name="Oval 479">
                <a:extLst>
                  <a:ext uri="{FF2B5EF4-FFF2-40B4-BE49-F238E27FC236}">
                    <a16:creationId xmlns:a16="http://schemas.microsoft.com/office/drawing/2014/main" id="{DBB2F293-EC20-814B-8E0D-DACA03E40913}"/>
                  </a:ext>
                </a:extLst>
              </p:cNvPr>
              <p:cNvSpPr/>
              <p:nvPr/>
            </p:nvSpPr>
            <p:spPr>
              <a:xfrm>
                <a:off x="2295379" y="134175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D319213D-0410-F54B-8190-0E0D9C50296D}"/>
                  </a:ext>
                </a:extLst>
              </p:cNvPr>
              <p:cNvSpPr/>
              <p:nvPr/>
            </p:nvSpPr>
            <p:spPr>
              <a:xfrm>
                <a:off x="1567791" y="15384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2" name="Oval 481">
                <a:extLst>
                  <a:ext uri="{FF2B5EF4-FFF2-40B4-BE49-F238E27FC236}">
                    <a16:creationId xmlns:a16="http://schemas.microsoft.com/office/drawing/2014/main" id="{C7E25823-0849-244E-9918-D9F16B5CB112}"/>
                  </a:ext>
                </a:extLst>
              </p:cNvPr>
              <p:cNvSpPr/>
              <p:nvPr/>
            </p:nvSpPr>
            <p:spPr>
              <a:xfrm>
                <a:off x="1712817" y="155806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3" name="Oval 482">
                <a:extLst>
                  <a:ext uri="{FF2B5EF4-FFF2-40B4-BE49-F238E27FC236}">
                    <a16:creationId xmlns:a16="http://schemas.microsoft.com/office/drawing/2014/main" id="{B64486AC-5329-114F-BC37-E04562AB205C}"/>
                  </a:ext>
                </a:extLst>
              </p:cNvPr>
              <p:cNvSpPr/>
              <p:nvPr/>
            </p:nvSpPr>
            <p:spPr>
              <a:xfrm>
                <a:off x="1882417" y="154823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4" name="Oval 483">
                <a:extLst>
                  <a:ext uri="{FF2B5EF4-FFF2-40B4-BE49-F238E27FC236}">
                    <a16:creationId xmlns:a16="http://schemas.microsoft.com/office/drawing/2014/main" id="{E6E0471E-CD53-834D-9563-53532AA88B95}"/>
                  </a:ext>
                </a:extLst>
              </p:cNvPr>
              <p:cNvSpPr/>
              <p:nvPr/>
            </p:nvSpPr>
            <p:spPr>
              <a:xfrm>
                <a:off x="2101183" y="154823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5" name="Oval 484">
                <a:extLst>
                  <a:ext uri="{FF2B5EF4-FFF2-40B4-BE49-F238E27FC236}">
                    <a16:creationId xmlns:a16="http://schemas.microsoft.com/office/drawing/2014/main" id="{93A738A0-18A7-D148-B494-35ABD5961CAE}"/>
                  </a:ext>
                </a:extLst>
              </p:cNvPr>
              <p:cNvSpPr/>
              <p:nvPr/>
            </p:nvSpPr>
            <p:spPr>
              <a:xfrm>
                <a:off x="2319955" y="152856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6" name="Oval 485">
                <a:extLst>
                  <a:ext uri="{FF2B5EF4-FFF2-40B4-BE49-F238E27FC236}">
                    <a16:creationId xmlns:a16="http://schemas.microsoft.com/office/drawing/2014/main" id="{C76DA1D2-C70F-4941-BE68-2E115C55C8CE}"/>
                  </a:ext>
                </a:extLst>
              </p:cNvPr>
              <p:cNvSpPr/>
              <p:nvPr/>
            </p:nvSpPr>
            <p:spPr>
              <a:xfrm>
                <a:off x="1523542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7" name="Oval 486">
                <a:extLst>
                  <a:ext uri="{FF2B5EF4-FFF2-40B4-BE49-F238E27FC236}">
                    <a16:creationId xmlns:a16="http://schemas.microsoft.com/office/drawing/2014/main" id="{69E3A0DE-21F3-7644-B8AF-ECA9BB410172}"/>
                  </a:ext>
                </a:extLst>
              </p:cNvPr>
              <p:cNvSpPr/>
              <p:nvPr/>
            </p:nvSpPr>
            <p:spPr>
              <a:xfrm>
                <a:off x="1730018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8" name="Oval 487">
                <a:extLst>
                  <a:ext uri="{FF2B5EF4-FFF2-40B4-BE49-F238E27FC236}">
                    <a16:creationId xmlns:a16="http://schemas.microsoft.com/office/drawing/2014/main" id="{2A00D7EF-90FF-5348-A9C0-B1A596DD9737}"/>
                  </a:ext>
                </a:extLst>
              </p:cNvPr>
              <p:cNvSpPr/>
              <p:nvPr/>
            </p:nvSpPr>
            <p:spPr>
              <a:xfrm>
                <a:off x="1887333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9" name="Oval 488">
                <a:extLst>
                  <a:ext uri="{FF2B5EF4-FFF2-40B4-BE49-F238E27FC236}">
                    <a16:creationId xmlns:a16="http://schemas.microsoft.com/office/drawing/2014/main" id="{F6AB10AD-C7A1-2647-BE24-552E22EFB5C8}"/>
                  </a:ext>
                </a:extLst>
              </p:cNvPr>
              <p:cNvSpPr/>
              <p:nvPr/>
            </p:nvSpPr>
            <p:spPr>
              <a:xfrm>
                <a:off x="2093810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75413B77-CAC0-DD44-AB19-B7810A07B2A8}"/>
                  </a:ext>
                </a:extLst>
              </p:cNvPr>
              <p:cNvSpPr/>
              <p:nvPr/>
            </p:nvSpPr>
            <p:spPr>
              <a:xfrm>
                <a:off x="2275706" y="175471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1" name="Oval 490">
                <a:extLst>
                  <a:ext uri="{FF2B5EF4-FFF2-40B4-BE49-F238E27FC236}">
                    <a16:creationId xmlns:a16="http://schemas.microsoft.com/office/drawing/2014/main" id="{ECBEE79E-39CB-824E-B851-57059A3985F4}"/>
                  </a:ext>
                </a:extLst>
              </p:cNvPr>
              <p:cNvSpPr/>
              <p:nvPr/>
            </p:nvSpPr>
            <p:spPr>
              <a:xfrm>
                <a:off x="1548118" y="195135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2" name="Oval 491">
                <a:extLst>
                  <a:ext uri="{FF2B5EF4-FFF2-40B4-BE49-F238E27FC236}">
                    <a16:creationId xmlns:a16="http://schemas.microsoft.com/office/drawing/2014/main" id="{917F88D9-27E2-EF43-8A91-3CBA83C0EE62}"/>
                  </a:ext>
                </a:extLst>
              </p:cNvPr>
              <p:cNvSpPr/>
              <p:nvPr/>
            </p:nvSpPr>
            <p:spPr>
              <a:xfrm>
                <a:off x="1693144" y="197102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3" name="Oval 492">
                <a:extLst>
                  <a:ext uri="{FF2B5EF4-FFF2-40B4-BE49-F238E27FC236}">
                    <a16:creationId xmlns:a16="http://schemas.microsoft.com/office/drawing/2014/main" id="{8028C530-887B-244D-AEE4-14BD92352EB3}"/>
                  </a:ext>
                </a:extLst>
              </p:cNvPr>
              <p:cNvSpPr/>
              <p:nvPr/>
            </p:nvSpPr>
            <p:spPr>
              <a:xfrm>
                <a:off x="1862744" y="196118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4" name="Oval 493">
                <a:extLst>
                  <a:ext uri="{FF2B5EF4-FFF2-40B4-BE49-F238E27FC236}">
                    <a16:creationId xmlns:a16="http://schemas.microsoft.com/office/drawing/2014/main" id="{A3E87145-E443-6840-A1EE-72E95AA0FC25}"/>
                  </a:ext>
                </a:extLst>
              </p:cNvPr>
              <p:cNvSpPr/>
              <p:nvPr/>
            </p:nvSpPr>
            <p:spPr>
              <a:xfrm>
                <a:off x="2081510" y="196118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5" name="Oval 494">
                <a:extLst>
                  <a:ext uri="{FF2B5EF4-FFF2-40B4-BE49-F238E27FC236}">
                    <a16:creationId xmlns:a16="http://schemas.microsoft.com/office/drawing/2014/main" id="{BA8DAB01-1DEE-B149-9B96-173B1DC14205}"/>
                  </a:ext>
                </a:extLst>
              </p:cNvPr>
              <p:cNvSpPr/>
              <p:nvPr/>
            </p:nvSpPr>
            <p:spPr>
              <a:xfrm>
                <a:off x="2300282" y="194152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6" name="Oval 495">
                <a:extLst>
                  <a:ext uri="{FF2B5EF4-FFF2-40B4-BE49-F238E27FC236}">
                    <a16:creationId xmlns:a16="http://schemas.microsoft.com/office/drawing/2014/main" id="{0EB2DD33-A02F-3249-AECE-2E0EC867D6A3}"/>
                  </a:ext>
                </a:extLst>
              </p:cNvPr>
              <p:cNvSpPr/>
              <p:nvPr/>
            </p:nvSpPr>
            <p:spPr>
              <a:xfrm>
                <a:off x="1604666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A057AA39-CA21-0A46-9456-AD1C51715DAB}"/>
                  </a:ext>
                </a:extLst>
              </p:cNvPr>
              <p:cNvSpPr/>
              <p:nvPr/>
            </p:nvSpPr>
            <p:spPr>
              <a:xfrm>
                <a:off x="1811142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8" name="Oval 497">
                <a:extLst>
                  <a:ext uri="{FF2B5EF4-FFF2-40B4-BE49-F238E27FC236}">
                    <a16:creationId xmlns:a16="http://schemas.microsoft.com/office/drawing/2014/main" id="{89D09FBA-DAB1-104C-9814-09246ABC4109}"/>
                  </a:ext>
                </a:extLst>
              </p:cNvPr>
              <p:cNvSpPr/>
              <p:nvPr/>
            </p:nvSpPr>
            <p:spPr>
              <a:xfrm>
                <a:off x="1968457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9" name="Oval 498">
                <a:extLst>
                  <a:ext uri="{FF2B5EF4-FFF2-40B4-BE49-F238E27FC236}">
                    <a16:creationId xmlns:a16="http://schemas.microsoft.com/office/drawing/2014/main" id="{3803A277-87EE-164A-869E-ADF73660BD43}"/>
                  </a:ext>
                </a:extLst>
              </p:cNvPr>
              <p:cNvSpPr/>
              <p:nvPr/>
            </p:nvSpPr>
            <p:spPr>
              <a:xfrm>
                <a:off x="2174934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0" name="Oval 499">
                <a:extLst>
                  <a:ext uri="{FF2B5EF4-FFF2-40B4-BE49-F238E27FC236}">
                    <a16:creationId xmlns:a16="http://schemas.microsoft.com/office/drawing/2014/main" id="{1B415360-8588-9A48-ADF3-2115238B3F39}"/>
                  </a:ext>
                </a:extLst>
              </p:cNvPr>
              <p:cNvSpPr/>
              <p:nvPr/>
            </p:nvSpPr>
            <p:spPr>
              <a:xfrm>
                <a:off x="2356830" y="215782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1" name="Oval 500">
                <a:extLst>
                  <a:ext uri="{FF2B5EF4-FFF2-40B4-BE49-F238E27FC236}">
                    <a16:creationId xmlns:a16="http://schemas.microsoft.com/office/drawing/2014/main" id="{7951B907-C897-F040-B809-FF5AE5882699}"/>
                  </a:ext>
                </a:extLst>
              </p:cNvPr>
              <p:cNvSpPr/>
              <p:nvPr/>
            </p:nvSpPr>
            <p:spPr>
              <a:xfrm>
                <a:off x="1629242" y="235447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2" name="Oval 501">
                <a:extLst>
                  <a:ext uri="{FF2B5EF4-FFF2-40B4-BE49-F238E27FC236}">
                    <a16:creationId xmlns:a16="http://schemas.microsoft.com/office/drawing/2014/main" id="{E9BF684E-E370-1848-ACF9-099A2792B73B}"/>
                  </a:ext>
                </a:extLst>
              </p:cNvPr>
              <p:cNvSpPr/>
              <p:nvPr/>
            </p:nvSpPr>
            <p:spPr>
              <a:xfrm>
                <a:off x="1774268" y="23741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3" name="Oval 502">
                <a:extLst>
                  <a:ext uri="{FF2B5EF4-FFF2-40B4-BE49-F238E27FC236}">
                    <a16:creationId xmlns:a16="http://schemas.microsoft.com/office/drawing/2014/main" id="{D4784C35-92A6-9042-9479-0E4BD0E24008}"/>
                  </a:ext>
                </a:extLst>
              </p:cNvPr>
              <p:cNvSpPr/>
              <p:nvPr/>
            </p:nvSpPr>
            <p:spPr>
              <a:xfrm>
                <a:off x="1943868" y="236430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4F86071F-366D-E743-ABA7-AB8E13410687}"/>
                  </a:ext>
                </a:extLst>
              </p:cNvPr>
              <p:cNvSpPr/>
              <p:nvPr/>
            </p:nvSpPr>
            <p:spPr>
              <a:xfrm>
                <a:off x="2162634" y="236430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5" name="Oval 504">
                <a:extLst>
                  <a:ext uri="{FF2B5EF4-FFF2-40B4-BE49-F238E27FC236}">
                    <a16:creationId xmlns:a16="http://schemas.microsoft.com/office/drawing/2014/main" id="{8AC5546A-276C-0E4F-A5D5-B68DA62936E8}"/>
                  </a:ext>
                </a:extLst>
              </p:cNvPr>
              <p:cNvSpPr/>
              <p:nvPr/>
            </p:nvSpPr>
            <p:spPr>
              <a:xfrm>
                <a:off x="2381406" y="234464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6" name="Oval 505">
                <a:extLst>
                  <a:ext uri="{FF2B5EF4-FFF2-40B4-BE49-F238E27FC236}">
                    <a16:creationId xmlns:a16="http://schemas.microsoft.com/office/drawing/2014/main" id="{3B80C10B-FBC6-EE45-BB4E-26E44E923DC1}"/>
                  </a:ext>
                </a:extLst>
              </p:cNvPr>
              <p:cNvSpPr/>
              <p:nvPr/>
            </p:nvSpPr>
            <p:spPr>
              <a:xfrm rot="7200000">
                <a:off x="1585002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7" name="Oval 506">
                <a:extLst>
                  <a:ext uri="{FF2B5EF4-FFF2-40B4-BE49-F238E27FC236}">
                    <a16:creationId xmlns:a16="http://schemas.microsoft.com/office/drawing/2014/main" id="{734AD3AC-0469-9142-9596-34751619F104}"/>
                  </a:ext>
                </a:extLst>
              </p:cNvPr>
              <p:cNvSpPr/>
              <p:nvPr/>
            </p:nvSpPr>
            <p:spPr>
              <a:xfrm rot="7200000">
                <a:off x="1791478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8" name="Oval 507">
                <a:extLst>
                  <a:ext uri="{FF2B5EF4-FFF2-40B4-BE49-F238E27FC236}">
                    <a16:creationId xmlns:a16="http://schemas.microsoft.com/office/drawing/2014/main" id="{D7438234-7A32-7A43-9D16-B4FD5C9C3B1C}"/>
                  </a:ext>
                </a:extLst>
              </p:cNvPr>
              <p:cNvSpPr/>
              <p:nvPr/>
            </p:nvSpPr>
            <p:spPr>
              <a:xfrm rot="7200000">
                <a:off x="1948793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9" name="Oval 508">
                <a:extLst>
                  <a:ext uri="{FF2B5EF4-FFF2-40B4-BE49-F238E27FC236}">
                    <a16:creationId xmlns:a16="http://schemas.microsoft.com/office/drawing/2014/main" id="{0FF6B829-3040-C442-9427-E17EDC2C4AED}"/>
                  </a:ext>
                </a:extLst>
              </p:cNvPr>
              <p:cNvSpPr/>
              <p:nvPr/>
            </p:nvSpPr>
            <p:spPr>
              <a:xfrm rot="7200000">
                <a:off x="2155270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0" name="Oval 509">
                <a:extLst>
                  <a:ext uri="{FF2B5EF4-FFF2-40B4-BE49-F238E27FC236}">
                    <a16:creationId xmlns:a16="http://schemas.microsoft.com/office/drawing/2014/main" id="{1EA4A32A-408D-9941-83C0-BB9B8FB7B051}"/>
                  </a:ext>
                </a:extLst>
              </p:cNvPr>
              <p:cNvSpPr/>
              <p:nvPr/>
            </p:nvSpPr>
            <p:spPr>
              <a:xfrm rot="7200000">
                <a:off x="2337166" y="255110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1" name="Oval 510">
                <a:extLst>
                  <a:ext uri="{FF2B5EF4-FFF2-40B4-BE49-F238E27FC236}">
                    <a16:creationId xmlns:a16="http://schemas.microsoft.com/office/drawing/2014/main" id="{B53F35D9-789B-3C4F-8CAD-296A3F147397}"/>
                  </a:ext>
                </a:extLst>
              </p:cNvPr>
              <p:cNvSpPr/>
              <p:nvPr/>
            </p:nvSpPr>
            <p:spPr>
              <a:xfrm rot="7200000">
                <a:off x="1609578" y="274775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2" name="Oval 511">
                <a:extLst>
                  <a:ext uri="{FF2B5EF4-FFF2-40B4-BE49-F238E27FC236}">
                    <a16:creationId xmlns:a16="http://schemas.microsoft.com/office/drawing/2014/main" id="{80D0E4A4-048D-9149-90EF-1ADB318ADBEB}"/>
                  </a:ext>
                </a:extLst>
              </p:cNvPr>
              <p:cNvSpPr/>
              <p:nvPr/>
            </p:nvSpPr>
            <p:spPr>
              <a:xfrm rot="7200000">
                <a:off x="1754604" y="276741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3" name="Oval 512">
                <a:extLst>
                  <a:ext uri="{FF2B5EF4-FFF2-40B4-BE49-F238E27FC236}">
                    <a16:creationId xmlns:a16="http://schemas.microsoft.com/office/drawing/2014/main" id="{3267970E-CD6A-1042-97CE-48142E42A8C8}"/>
                  </a:ext>
                </a:extLst>
              </p:cNvPr>
              <p:cNvSpPr/>
              <p:nvPr/>
            </p:nvSpPr>
            <p:spPr>
              <a:xfrm rot="7200000">
                <a:off x="1924204" y="275758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4" name="Oval 513">
                <a:extLst>
                  <a:ext uri="{FF2B5EF4-FFF2-40B4-BE49-F238E27FC236}">
                    <a16:creationId xmlns:a16="http://schemas.microsoft.com/office/drawing/2014/main" id="{1C54AC51-19FA-5B44-81EE-5CFF48487C58}"/>
                  </a:ext>
                </a:extLst>
              </p:cNvPr>
              <p:cNvSpPr/>
              <p:nvPr/>
            </p:nvSpPr>
            <p:spPr>
              <a:xfrm rot="7200000">
                <a:off x="2142970" y="275758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5" name="Oval 514">
                <a:extLst>
                  <a:ext uri="{FF2B5EF4-FFF2-40B4-BE49-F238E27FC236}">
                    <a16:creationId xmlns:a16="http://schemas.microsoft.com/office/drawing/2014/main" id="{7119FEF2-858F-D54B-879D-F3106D418DCE}"/>
                  </a:ext>
                </a:extLst>
              </p:cNvPr>
              <p:cNvSpPr/>
              <p:nvPr/>
            </p:nvSpPr>
            <p:spPr>
              <a:xfrm rot="7200000">
                <a:off x="2361742" y="273791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6" name="Oval 515">
                <a:extLst>
                  <a:ext uri="{FF2B5EF4-FFF2-40B4-BE49-F238E27FC236}">
                    <a16:creationId xmlns:a16="http://schemas.microsoft.com/office/drawing/2014/main" id="{B0EF69D5-1894-684A-BB25-B5B83527C3E5}"/>
                  </a:ext>
                </a:extLst>
              </p:cNvPr>
              <p:cNvSpPr/>
              <p:nvPr/>
            </p:nvSpPr>
            <p:spPr>
              <a:xfrm>
                <a:off x="1605720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7" name="Oval 516">
                <a:extLst>
                  <a:ext uri="{FF2B5EF4-FFF2-40B4-BE49-F238E27FC236}">
                    <a16:creationId xmlns:a16="http://schemas.microsoft.com/office/drawing/2014/main" id="{EB57C1F0-5010-4546-BB83-CDD4C2677EEB}"/>
                  </a:ext>
                </a:extLst>
              </p:cNvPr>
              <p:cNvSpPr/>
              <p:nvPr/>
            </p:nvSpPr>
            <p:spPr>
              <a:xfrm>
                <a:off x="1812196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8" name="Oval 517">
                <a:extLst>
                  <a:ext uri="{FF2B5EF4-FFF2-40B4-BE49-F238E27FC236}">
                    <a16:creationId xmlns:a16="http://schemas.microsoft.com/office/drawing/2014/main" id="{6BAF3ADB-94BB-C341-B820-9EF2261F6F50}"/>
                  </a:ext>
                </a:extLst>
              </p:cNvPr>
              <p:cNvSpPr/>
              <p:nvPr/>
            </p:nvSpPr>
            <p:spPr>
              <a:xfrm>
                <a:off x="1969511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9" name="Oval 518">
                <a:extLst>
                  <a:ext uri="{FF2B5EF4-FFF2-40B4-BE49-F238E27FC236}">
                    <a16:creationId xmlns:a16="http://schemas.microsoft.com/office/drawing/2014/main" id="{C0087A96-5950-6D45-B17D-7F63CB3DA8CB}"/>
                  </a:ext>
                </a:extLst>
              </p:cNvPr>
              <p:cNvSpPr/>
              <p:nvPr/>
            </p:nvSpPr>
            <p:spPr>
              <a:xfrm>
                <a:off x="2175988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0" name="Oval 519">
                <a:extLst>
                  <a:ext uri="{FF2B5EF4-FFF2-40B4-BE49-F238E27FC236}">
                    <a16:creationId xmlns:a16="http://schemas.microsoft.com/office/drawing/2014/main" id="{6BE97861-1934-5D4F-9F7A-11B5B8159439}"/>
                  </a:ext>
                </a:extLst>
              </p:cNvPr>
              <p:cNvSpPr/>
              <p:nvPr/>
            </p:nvSpPr>
            <p:spPr>
              <a:xfrm>
                <a:off x="2357884" y="294436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1" name="Oval 520">
                <a:extLst>
                  <a:ext uri="{FF2B5EF4-FFF2-40B4-BE49-F238E27FC236}">
                    <a16:creationId xmlns:a16="http://schemas.microsoft.com/office/drawing/2014/main" id="{68653840-4D5F-CA45-9BCF-4EE6F6F69C2D}"/>
                  </a:ext>
                </a:extLst>
              </p:cNvPr>
              <p:cNvSpPr/>
              <p:nvPr/>
            </p:nvSpPr>
            <p:spPr>
              <a:xfrm>
                <a:off x="1630296" y="314101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Oval 521">
                <a:extLst>
                  <a:ext uri="{FF2B5EF4-FFF2-40B4-BE49-F238E27FC236}">
                    <a16:creationId xmlns:a16="http://schemas.microsoft.com/office/drawing/2014/main" id="{39252CD1-91E7-B54A-BF14-B61EDDDE56D5}"/>
                  </a:ext>
                </a:extLst>
              </p:cNvPr>
              <p:cNvSpPr/>
              <p:nvPr/>
            </p:nvSpPr>
            <p:spPr>
              <a:xfrm>
                <a:off x="1775322" y="316067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3" name="Oval 522">
                <a:extLst>
                  <a:ext uri="{FF2B5EF4-FFF2-40B4-BE49-F238E27FC236}">
                    <a16:creationId xmlns:a16="http://schemas.microsoft.com/office/drawing/2014/main" id="{B212A99F-8989-1245-A6C7-7A7F7AC4C36D}"/>
                  </a:ext>
                </a:extLst>
              </p:cNvPr>
              <p:cNvSpPr/>
              <p:nvPr/>
            </p:nvSpPr>
            <p:spPr>
              <a:xfrm>
                <a:off x="1944922" y="315084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4" name="Oval 523">
                <a:extLst>
                  <a:ext uri="{FF2B5EF4-FFF2-40B4-BE49-F238E27FC236}">
                    <a16:creationId xmlns:a16="http://schemas.microsoft.com/office/drawing/2014/main" id="{7F8D486D-5B41-0A4C-A337-A3651D33A552}"/>
                  </a:ext>
                </a:extLst>
              </p:cNvPr>
              <p:cNvSpPr/>
              <p:nvPr/>
            </p:nvSpPr>
            <p:spPr>
              <a:xfrm>
                <a:off x="2163688" y="31508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5" name="Oval 524">
                <a:extLst>
                  <a:ext uri="{FF2B5EF4-FFF2-40B4-BE49-F238E27FC236}">
                    <a16:creationId xmlns:a16="http://schemas.microsoft.com/office/drawing/2014/main" id="{9671D6F0-E1AD-6C48-B0E4-5D6555A5D8FF}"/>
                  </a:ext>
                </a:extLst>
              </p:cNvPr>
              <p:cNvSpPr/>
              <p:nvPr/>
            </p:nvSpPr>
            <p:spPr>
              <a:xfrm>
                <a:off x="2382460" y="31311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6" name="Oval 525">
                <a:extLst>
                  <a:ext uri="{FF2B5EF4-FFF2-40B4-BE49-F238E27FC236}">
                    <a16:creationId xmlns:a16="http://schemas.microsoft.com/office/drawing/2014/main" id="{87E3E9C4-6C08-FA41-BFEC-4574360D2571}"/>
                  </a:ext>
                </a:extLst>
              </p:cNvPr>
              <p:cNvSpPr/>
              <p:nvPr/>
            </p:nvSpPr>
            <p:spPr>
              <a:xfrm>
                <a:off x="1686844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7" name="Oval 526">
                <a:extLst>
                  <a:ext uri="{FF2B5EF4-FFF2-40B4-BE49-F238E27FC236}">
                    <a16:creationId xmlns:a16="http://schemas.microsoft.com/office/drawing/2014/main" id="{951E1602-D85F-7547-A025-6F8828F23DD0}"/>
                  </a:ext>
                </a:extLst>
              </p:cNvPr>
              <p:cNvSpPr/>
              <p:nvPr/>
            </p:nvSpPr>
            <p:spPr>
              <a:xfrm>
                <a:off x="1893320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8" name="Oval 527">
                <a:extLst>
                  <a:ext uri="{FF2B5EF4-FFF2-40B4-BE49-F238E27FC236}">
                    <a16:creationId xmlns:a16="http://schemas.microsoft.com/office/drawing/2014/main" id="{D070CBCA-6945-894B-BA08-B7E5EBFA2EB6}"/>
                  </a:ext>
                </a:extLst>
              </p:cNvPr>
              <p:cNvSpPr/>
              <p:nvPr/>
            </p:nvSpPr>
            <p:spPr>
              <a:xfrm>
                <a:off x="2050635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9" name="Oval 528">
                <a:extLst>
                  <a:ext uri="{FF2B5EF4-FFF2-40B4-BE49-F238E27FC236}">
                    <a16:creationId xmlns:a16="http://schemas.microsoft.com/office/drawing/2014/main" id="{A00DA0A5-58D1-054D-A703-40DBFE5E0862}"/>
                  </a:ext>
                </a:extLst>
              </p:cNvPr>
              <p:cNvSpPr/>
              <p:nvPr/>
            </p:nvSpPr>
            <p:spPr>
              <a:xfrm>
                <a:off x="2257112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0" name="Oval 529">
                <a:extLst>
                  <a:ext uri="{FF2B5EF4-FFF2-40B4-BE49-F238E27FC236}">
                    <a16:creationId xmlns:a16="http://schemas.microsoft.com/office/drawing/2014/main" id="{C6D05C3A-5628-9944-9A3A-E015E0907244}"/>
                  </a:ext>
                </a:extLst>
              </p:cNvPr>
              <p:cNvSpPr/>
              <p:nvPr/>
            </p:nvSpPr>
            <p:spPr>
              <a:xfrm>
                <a:off x="2439008" y="334748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Oval 530">
                <a:extLst>
                  <a:ext uri="{FF2B5EF4-FFF2-40B4-BE49-F238E27FC236}">
                    <a16:creationId xmlns:a16="http://schemas.microsoft.com/office/drawing/2014/main" id="{45D9CB33-4F1E-074C-B5F1-4A633A095142}"/>
                  </a:ext>
                </a:extLst>
              </p:cNvPr>
              <p:cNvSpPr/>
              <p:nvPr/>
            </p:nvSpPr>
            <p:spPr>
              <a:xfrm>
                <a:off x="1711420" y="354413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2" name="Oval 531">
                <a:extLst>
                  <a:ext uri="{FF2B5EF4-FFF2-40B4-BE49-F238E27FC236}">
                    <a16:creationId xmlns:a16="http://schemas.microsoft.com/office/drawing/2014/main" id="{9E0F5FB0-29CC-E24D-9732-24469C6FB029}"/>
                  </a:ext>
                </a:extLst>
              </p:cNvPr>
              <p:cNvSpPr/>
              <p:nvPr/>
            </p:nvSpPr>
            <p:spPr>
              <a:xfrm>
                <a:off x="1856446" y="35637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3" name="Oval 532">
                <a:extLst>
                  <a:ext uri="{FF2B5EF4-FFF2-40B4-BE49-F238E27FC236}">
                    <a16:creationId xmlns:a16="http://schemas.microsoft.com/office/drawing/2014/main" id="{9248BDCA-0EC4-EA4C-A4F5-9FDA5431952A}"/>
                  </a:ext>
                </a:extLst>
              </p:cNvPr>
              <p:cNvSpPr/>
              <p:nvPr/>
            </p:nvSpPr>
            <p:spPr>
              <a:xfrm>
                <a:off x="2026046" y="355396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4" name="Oval 533">
                <a:extLst>
                  <a:ext uri="{FF2B5EF4-FFF2-40B4-BE49-F238E27FC236}">
                    <a16:creationId xmlns:a16="http://schemas.microsoft.com/office/drawing/2014/main" id="{9338EF74-28BA-8A4F-824E-31EC9DDD36B1}"/>
                  </a:ext>
                </a:extLst>
              </p:cNvPr>
              <p:cNvSpPr/>
              <p:nvPr/>
            </p:nvSpPr>
            <p:spPr>
              <a:xfrm>
                <a:off x="2244812" y="35539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5" name="Oval 534">
                <a:extLst>
                  <a:ext uri="{FF2B5EF4-FFF2-40B4-BE49-F238E27FC236}">
                    <a16:creationId xmlns:a16="http://schemas.microsoft.com/office/drawing/2014/main" id="{DA4B1A6D-2EEC-8844-B9F8-DDD47119D002}"/>
                  </a:ext>
                </a:extLst>
              </p:cNvPr>
              <p:cNvSpPr/>
              <p:nvPr/>
            </p:nvSpPr>
            <p:spPr>
              <a:xfrm>
                <a:off x="2463584" y="35342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6" name="Oval 535">
                <a:extLst>
                  <a:ext uri="{FF2B5EF4-FFF2-40B4-BE49-F238E27FC236}">
                    <a16:creationId xmlns:a16="http://schemas.microsoft.com/office/drawing/2014/main" id="{FAC4096E-6F4E-A94F-A8DD-91666B5FAEB8}"/>
                  </a:ext>
                </a:extLst>
              </p:cNvPr>
              <p:cNvSpPr/>
              <p:nvPr/>
            </p:nvSpPr>
            <p:spPr>
              <a:xfrm rot="7200000">
                <a:off x="1667180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7" name="Oval 536">
                <a:extLst>
                  <a:ext uri="{FF2B5EF4-FFF2-40B4-BE49-F238E27FC236}">
                    <a16:creationId xmlns:a16="http://schemas.microsoft.com/office/drawing/2014/main" id="{4824050B-647A-9243-B0C5-E7B88F4E9FB6}"/>
                  </a:ext>
                </a:extLst>
              </p:cNvPr>
              <p:cNvSpPr/>
              <p:nvPr/>
            </p:nvSpPr>
            <p:spPr>
              <a:xfrm rot="7200000">
                <a:off x="1873656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8" name="Oval 537">
                <a:extLst>
                  <a:ext uri="{FF2B5EF4-FFF2-40B4-BE49-F238E27FC236}">
                    <a16:creationId xmlns:a16="http://schemas.microsoft.com/office/drawing/2014/main" id="{B91D84F6-CA73-704A-A639-22253EE5C74B}"/>
                  </a:ext>
                </a:extLst>
              </p:cNvPr>
              <p:cNvSpPr/>
              <p:nvPr/>
            </p:nvSpPr>
            <p:spPr>
              <a:xfrm rot="7200000">
                <a:off x="2030971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9" name="Oval 538">
                <a:extLst>
                  <a:ext uri="{FF2B5EF4-FFF2-40B4-BE49-F238E27FC236}">
                    <a16:creationId xmlns:a16="http://schemas.microsoft.com/office/drawing/2014/main" id="{A7C40D4D-AF60-3442-8E86-4768FB5E194E}"/>
                  </a:ext>
                </a:extLst>
              </p:cNvPr>
              <p:cNvSpPr/>
              <p:nvPr/>
            </p:nvSpPr>
            <p:spPr>
              <a:xfrm rot="7200000">
                <a:off x="2237448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BF33E107-580B-904D-9ABF-6FA2C4F17DD6}"/>
                  </a:ext>
                </a:extLst>
              </p:cNvPr>
              <p:cNvSpPr/>
              <p:nvPr/>
            </p:nvSpPr>
            <p:spPr>
              <a:xfrm rot="7200000">
                <a:off x="2419344" y="374076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41" name="Oval 540">
                <a:extLst>
                  <a:ext uri="{FF2B5EF4-FFF2-40B4-BE49-F238E27FC236}">
                    <a16:creationId xmlns:a16="http://schemas.microsoft.com/office/drawing/2014/main" id="{B01BCB3B-6577-7B4D-B602-018B7010782E}"/>
                  </a:ext>
                </a:extLst>
              </p:cNvPr>
              <p:cNvSpPr/>
              <p:nvPr/>
            </p:nvSpPr>
            <p:spPr>
              <a:xfrm rot="7200000">
                <a:off x="1691756" y="393740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42" name="Oval 541">
                <a:extLst>
                  <a:ext uri="{FF2B5EF4-FFF2-40B4-BE49-F238E27FC236}">
                    <a16:creationId xmlns:a16="http://schemas.microsoft.com/office/drawing/2014/main" id="{F70850A4-C836-B741-8586-67728C73C6B1}"/>
                  </a:ext>
                </a:extLst>
              </p:cNvPr>
              <p:cNvSpPr/>
              <p:nvPr/>
            </p:nvSpPr>
            <p:spPr>
              <a:xfrm rot="7200000">
                <a:off x="1836782" y="395707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43" name="Oval 542">
                <a:extLst>
                  <a:ext uri="{FF2B5EF4-FFF2-40B4-BE49-F238E27FC236}">
                    <a16:creationId xmlns:a16="http://schemas.microsoft.com/office/drawing/2014/main" id="{3E20ACBC-FA7D-8745-A58F-0E1BAE180AAD}"/>
                  </a:ext>
                </a:extLst>
              </p:cNvPr>
              <p:cNvSpPr/>
              <p:nvPr/>
            </p:nvSpPr>
            <p:spPr>
              <a:xfrm rot="7200000">
                <a:off x="2006382" y="394724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44" name="Oval 543">
                <a:extLst>
                  <a:ext uri="{FF2B5EF4-FFF2-40B4-BE49-F238E27FC236}">
                    <a16:creationId xmlns:a16="http://schemas.microsoft.com/office/drawing/2014/main" id="{8788ED76-45CF-B940-819C-BEB04BD7E870}"/>
                  </a:ext>
                </a:extLst>
              </p:cNvPr>
              <p:cNvSpPr/>
              <p:nvPr/>
            </p:nvSpPr>
            <p:spPr>
              <a:xfrm rot="7200000">
                <a:off x="2225148" y="39472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45" name="Oval 544">
                <a:extLst>
                  <a:ext uri="{FF2B5EF4-FFF2-40B4-BE49-F238E27FC236}">
                    <a16:creationId xmlns:a16="http://schemas.microsoft.com/office/drawing/2014/main" id="{8038C60A-0D9E-C348-864F-8A25582FBA9E}"/>
                  </a:ext>
                </a:extLst>
              </p:cNvPr>
              <p:cNvSpPr/>
              <p:nvPr/>
            </p:nvSpPr>
            <p:spPr>
              <a:xfrm rot="7200000">
                <a:off x="2443920" y="392757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46" name="Oval 545">
                <a:extLst>
                  <a:ext uri="{FF2B5EF4-FFF2-40B4-BE49-F238E27FC236}">
                    <a16:creationId xmlns:a16="http://schemas.microsoft.com/office/drawing/2014/main" id="{95516D72-E6B8-6F45-93DE-FC1727C361E1}"/>
                  </a:ext>
                </a:extLst>
              </p:cNvPr>
              <p:cNvSpPr/>
              <p:nvPr/>
            </p:nvSpPr>
            <p:spPr>
              <a:xfrm>
                <a:off x="1680856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47" name="Oval 546">
                <a:extLst>
                  <a:ext uri="{FF2B5EF4-FFF2-40B4-BE49-F238E27FC236}">
                    <a16:creationId xmlns:a16="http://schemas.microsoft.com/office/drawing/2014/main" id="{0D7559AE-0705-8841-8679-7F5996C3B2F2}"/>
                  </a:ext>
                </a:extLst>
              </p:cNvPr>
              <p:cNvSpPr/>
              <p:nvPr/>
            </p:nvSpPr>
            <p:spPr>
              <a:xfrm>
                <a:off x="1887332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0F3295CB-2580-BE45-AEAB-D272DCB0E2B7}"/>
                  </a:ext>
                </a:extLst>
              </p:cNvPr>
              <p:cNvSpPr/>
              <p:nvPr/>
            </p:nvSpPr>
            <p:spPr>
              <a:xfrm>
                <a:off x="2044647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49" name="Oval 548">
                <a:extLst>
                  <a:ext uri="{FF2B5EF4-FFF2-40B4-BE49-F238E27FC236}">
                    <a16:creationId xmlns:a16="http://schemas.microsoft.com/office/drawing/2014/main" id="{70E051AF-D2C6-9A4C-8AD5-B466B4C02079}"/>
                  </a:ext>
                </a:extLst>
              </p:cNvPr>
              <p:cNvSpPr/>
              <p:nvPr/>
            </p:nvSpPr>
            <p:spPr>
              <a:xfrm>
                <a:off x="2251124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0" name="Oval 549">
                <a:extLst>
                  <a:ext uri="{FF2B5EF4-FFF2-40B4-BE49-F238E27FC236}">
                    <a16:creationId xmlns:a16="http://schemas.microsoft.com/office/drawing/2014/main" id="{E2B6308F-9095-8445-813C-D8DEEC528D84}"/>
                  </a:ext>
                </a:extLst>
              </p:cNvPr>
              <p:cNvSpPr/>
              <p:nvPr/>
            </p:nvSpPr>
            <p:spPr>
              <a:xfrm>
                <a:off x="2433020" y="407497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1" name="Oval 550">
                <a:extLst>
                  <a:ext uri="{FF2B5EF4-FFF2-40B4-BE49-F238E27FC236}">
                    <a16:creationId xmlns:a16="http://schemas.microsoft.com/office/drawing/2014/main" id="{828F7BD9-C869-BE4F-A642-38A983C745CD}"/>
                  </a:ext>
                </a:extLst>
              </p:cNvPr>
              <p:cNvSpPr/>
              <p:nvPr/>
            </p:nvSpPr>
            <p:spPr>
              <a:xfrm>
                <a:off x="1705432" y="427161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2" name="Oval 551">
                <a:extLst>
                  <a:ext uri="{FF2B5EF4-FFF2-40B4-BE49-F238E27FC236}">
                    <a16:creationId xmlns:a16="http://schemas.microsoft.com/office/drawing/2014/main" id="{1B444D2B-2C2C-CF48-B363-82F8CBFDB94F}"/>
                  </a:ext>
                </a:extLst>
              </p:cNvPr>
              <p:cNvSpPr/>
              <p:nvPr/>
            </p:nvSpPr>
            <p:spPr>
              <a:xfrm>
                <a:off x="1850458" y="429128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3" name="Oval 552">
                <a:extLst>
                  <a:ext uri="{FF2B5EF4-FFF2-40B4-BE49-F238E27FC236}">
                    <a16:creationId xmlns:a16="http://schemas.microsoft.com/office/drawing/2014/main" id="{5F185978-C350-5944-8B2F-1DD71EEDF03D}"/>
                  </a:ext>
                </a:extLst>
              </p:cNvPr>
              <p:cNvSpPr/>
              <p:nvPr/>
            </p:nvSpPr>
            <p:spPr>
              <a:xfrm>
                <a:off x="2020058" y="428144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4" name="Oval 553">
                <a:extLst>
                  <a:ext uri="{FF2B5EF4-FFF2-40B4-BE49-F238E27FC236}">
                    <a16:creationId xmlns:a16="http://schemas.microsoft.com/office/drawing/2014/main" id="{9CF84668-6F3F-CF44-B94A-5CA0BE8801A8}"/>
                  </a:ext>
                </a:extLst>
              </p:cNvPr>
              <p:cNvSpPr/>
              <p:nvPr/>
            </p:nvSpPr>
            <p:spPr>
              <a:xfrm>
                <a:off x="2238824" y="428144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5" name="Oval 554">
                <a:extLst>
                  <a:ext uri="{FF2B5EF4-FFF2-40B4-BE49-F238E27FC236}">
                    <a16:creationId xmlns:a16="http://schemas.microsoft.com/office/drawing/2014/main" id="{D152F124-551A-1841-B8F4-C6C9F25A9C2D}"/>
                  </a:ext>
                </a:extLst>
              </p:cNvPr>
              <p:cNvSpPr/>
              <p:nvPr/>
            </p:nvSpPr>
            <p:spPr>
              <a:xfrm>
                <a:off x="2457596" y="426178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2F9855E1-2C7A-AD4D-8219-BE7212545CD4}"/>
                  </a:ext>
                </a:extLst>
              </p:cNvPr>
              <p:cNvSpPr/>
              <p:nvPr/>
            </p:nvSpPr>
            <p:spPr>
              <a:xfrm>
                <a:off x="1761980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7" name="Oval 556">
                <a:extLst>
                  <a:ext uri="{FF2B5EF4-FFF2-40B4-BE49-F238E27FC236}">
                    <a16:creationId xmlns:a16="http://schemas.microsoft.com/office/drawing/2014/main" id="{C2F495DD-818C-CB47-80A3-70A45EC0857A}"/>
                  </a:ext>
                </a:extLst>
              </p:cNvPr>
              <p:cNvSpPr/>
              <p:nvPr/>
            </p:nvSpPr>
            <p:spPr>
              <a:xfrm>
                <a:off x="1968456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8" name="Oval 557">
                <a:extLst>
                  <a:ext uri="{FF2B5EF4-FFF2-40B4-BE49-F238E27FC236}">
                    <a16:creationId xmlns:a16="http://schemas.microsoft.com/office/drawing/2014/main" id="{5F6DE07B-F2C2-0D45-A2FC-F2EBB0B05DDA}"/>
                  </a:ext>
                </a:extLst>
              </p:cNvPr>
              <p:cNvSpPr/>
              <p:nvPr/>
            </p:nvSpPr>
            <p:spPr>
              <a:xfrm>
                <a:off x="2125771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9" name="Oval 558">
                <a:extLst>
                  <a:ext uri="{FF2B5EF4-FFF2-40B4-BE49-F238E27FC236}">
                    <a16:creationId xmlns:a16="http://schemas.microsoft.com/office/drawing/2014/main" id="{4DF1FBAB-7E39-4B48-B73B-C84EBE884F04}"/>
                  </a:ext>
                </a:extLst>
              </p:cNvPr>
              <p:cNvSpPr/>
              <p:nvPr/>
            </p:nvSpPr>
            <p:spPr>
              <a:xfrm>
                <a:off x="2332248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0" name="Oval 559">
                <a:extLst>
                  <a:ext uri="{FF2B5EF4-FFF2-40B4-BE49-F238E27FC236}">
                    <a16:creationId xmlns:a16="http://schemas.microsoft.com/office/drawing/2014/main" id="{642F0053-9AF0-FE42-A09E-3909A9C41678}"/>
                  </a:ext>
                </a:extLst>
              </p:cNvPr>
              <p:cNvSpPr/>
              <p:nvPr/>
            </p:nvSpPr>
            <p:spPr>
              <a:xfrm>
                <a:off x="2514144" y="447808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1" name="Oval 560">
                <a:extLst>
                  <a:ext uri="{FF2B5EF4-FFF2-40B4-BE49-F238E27FC236}">
                    <a16:creationId xmlns:a16="http://schemas.microsoft.com/office/drawing/2014/main" id="{2E268537-C177-5044-A600-B80F665827EB}"/>
                  </a:ext>
                </a:extLst>
              </p:cNvPr>
              <p:cNvSpPr/>
              <p:nvPr/>
            </p:nvSpPr>
            <p:spPr>
              <a:xfrm>
                <a:off x="1786556" y="467473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2" name="Oval 561">
                <a:extLst>
                  <a:ext uri="{FF2B5EF4-FFF2-40B4-BE49-F238E27FC236}">
                    <a16:creationId xmlns:a16="http://schemas.microsoft.com/office/drawing/2014/main" id="{3C501F66-BC8A-9B48-A10C-3C65A7A868DD}"/>
                  </a:ext>
                </a:extLst>
              </p:cNvPr>
              <p:cNvSpPr/>
              <p:nvPr/>
            </p:nvSpPr>
            <p:spPr>
              <a:xfrm>
                <a:off x="1931582" y="46943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3" name="Oval 562">
                <a:extLst>
                  <a:ext uri="{FF2B5EF4-FFF2-40B4-BE49-F238E27FC236}">
                    <a16:creationId xmlns:a16="http://schemas.microsoft.com/office/drawing/2014/main" id="{FBF9B1E7-730E-E94B-B6AF-84F76462DFBC}"/>
                  </a:ext>
                </a:extLst>
              </p:cNvPr>
              <p:cNvSpPr/>
              <p:nvPr/>
            </p:nvSpPr>
            <p:spPr>
              <a:xfrm>
                <a:off x="2101182" y="468456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4" name="Oval 563">
                <a:extLst>
                  <a:ext uri="{FF2B5EF4-FFF2-40B4-BE49-F238E27FC236}">
                    <a16:creationId xmlns:a16="http://schemas.microsoft.com/office/drawing/2014/main" id="{91DC4820-78D9-A045-AA6D-C17EE91AE24E}"/>
                  </a:ext>
                </a:extLst>
              </p:cNvPr>
              <p:cNvSpPr/>
              <p:nvPr/>
            </p:nvSpPr>
            <p:spPr>
              <a:xfrm>
                <a:off x="2319948" y="468456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5" name="Oval 564">
                <a:extLst>
                  <a:ext uri="{FF2B5EF4-FFF2-40B4-BE49-F238E27FC236}">
                    <a16:creationId xmlns:a16="http://schemas.microsoft.com/office/drawing/2014/main" id="{29739DDE-1131-A343-9176-096F7291448E}"/>
                  </a:ext>
                </a:extLst>
              </p:cNvPr>
              <p:cNvSpPr/>
              <p:nvPr/>
            </p:nvSpPr>
            <p:spPr>
              <a:xfrm>
                <a:off x="2538720" y="466489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6" name="Oval 565">
                <a:extLst>
                  <a:ext uri="{FF2B5EF4-FFF2-40B4-BE49-F238E27FC236}">
                    <a16:creationId xmlns:a16="http://schemas.microsoft.com/office/drawing/2014/main" id="{4D1BB07C-4136-7149-AECE-9A13142EF1B2}"/>
                  </a:ext>
                </a:extLst>
              </p:cNvPr>
              <p:cNvSpPr/>
              <p:nvPr/>
            </p:nvSpPr>
            <p:spPr>
              <a:xfrm rot="7200000">
                <a:off x="1742316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7" name="Oval 566">
                <a:extLst>
                  <a:ext uri="{FF2B5EF4-FFF2-40B4-BE49-F238E27FC236}">
                    <a16:creationId xmlns:a16="http://schemas.microsoft.com/office/drawing/2014/main" id="{8F3BA92F-1309-D941-A75D-246D73544600}"/>
                  </a:ext>
                </a:extLst>
              </p:cNvPr>
              <p:cNvSpPr/>
              <p:nvPr/>
            </p:nvSpPr>
            <p:spPr>
              <a:xfrm rot="7200000">
                <a:off x="1948792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8" name="Oval 567">
                <a:extLst>
                  <a:ext uri="{FF2B5EF4-FFF2-40B4-BE49-F238E27FC236}">
                    <a16:creationId xmlns:a16="http://schemas.microsoft.com/office/drawing/2014/main" id="{D1E493AA-9073-3C43-89A4-315264566827}"/>
                  </a:ext>
                </a:extLst>
              </p:cNvPr>
              <p:cNvSpPr/>
              <p:nvPr/>
            </p:nvSpPr>
            <p:spPr>
              <a:xfrm rot="7200000">
                <a:off x="2106107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9" name="Oval 568">
                <a:extLst>
                  <a:ext uri="{FF2B5EF4-FFF2-40B4-BE49-F238E27FC236}">
                    <a16:creationId xmlns:a16="http://schemas.microsoft.com/office/drawing/2014/main" id="{91BDB3A9-BEAA-5847-9E3A-A53EB902BF1C}"/>
                  </a:ext>
                </a:extLst>
              </p:cNvPr>
              <p:cNvSpPr/>
              <p:nvPr/>
            </p:nvSpPr>
            <p:spPr>
              <a:xfrm rot="7200000">
                <a:off x="1766892" y="506800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0" name="Oval 569">
                <a:extLst>
                  <a:ext uri="{FF2B5EF4-FFF2-40B4-BE49-F238E27FC236}">
                    <a16:creationId xmlns:a16="http://schemas.microsoft.com/office/drawing/2014/main" id="{5E8CE0EC-780C-5745-B126-FA03804AFCB2}"/>
                  </a:ext>
                </a:extLst>
              </p:cNvPr>
              <p:cNvSpPr/>
              <p:nvPr/>
            </p:nvSpPr>
            <p:spPr>
              <a:xfrm rot="7200000">
                <a:off x="1911918" y="508767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1" name="Oval 570">
                <a:extLst>
                  <a:ext uri="{FF2B5EF4-FFF2-40B4-BE49-F238E27FC236}">
                    <a16:creationId xmlns:a16="http://schemas.microsoft.com/office/drawing/2014/main" id="{1245C80F-6CC6-174A-A610-3E5CDD456381}"/>
                  </a:ext>
                </a:extLst>
              </p:cNvPr>
              <p:cNvSpPr/>
              <p:nvPr/>
            </p:nvSpPr>
            <p:spPr>
              <a:xfrm rot="7200000">
                <a:off x="2081518" y="507784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2" name="Oval 571">
                <a:extLst>
                  <a:ext uri="{FF2B5EF4-FFF2-40B4-BE49-F238E27FC236}">
                    <a16:creationId xmlns:a16="http://schemas.microsoft.com/office/drawing/2014/main" id="{2CB50555-8EAB-2745-BD6F-74FA2F2C1748}"/>
                  </a:ext>
                </a:extLst>
              </p:cNvPr>
              <p:cNvSpPr/>
              <p:nvPr/>
            </p:nvSpPr>
            <p:spPr>
              <a:xfrm rot="14917077">
                <a:off x="1774285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3" name="Oval 572">
                <a:extLst>
                  <a:ext uri="{FF2B5EF4-FFF2-40B4-BE49-F238E27FC236}">
                    <a16:creationId xmlns:a16="http://schemas.microsoft.com/office/drawing/2014/main" id="{15C0262D-B539-9A4E-8321-1560415A0A28}"/>
                  </a:ext>
                </a:extLst>
              </p:cNvPr>
              <p:cNvSpPr/>
              <p:nvPr/>
            </p:nvSpPr>
            <p:spPr>
              <a:xfrm rot="14917077">
                <a:off x="1980761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4" name="Oval 573">
                <a:extLst>
                  <a:ext uri="{FF2B5EF4-FFF2-40B4-BE49-F238E27FC236}">
                    <a16:creationId xmlns:a16="http://schemas.microsoft.com/office/drawing/2014/main" id="{1610B033-073A-C64D-89DE-5302EA3E9DD5}"/>
                  </a:ext>
                </a:extLst>
              </p:cNvPr>
              <p:cNvSpPr/>
              <p:nvPr/>
            </p:nvSpPr>
            <p:spPr>
              <a:xfrm rot="14917077">
                <a:off x="2138076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5" name="Oval 574">
                <a:extLst>
                  <a:ext uri="{FF2B5EF4-FFF2-40B4-BE49-F238E27FC236}">
                    <a16:creationId xmlns:a16="http://schemas.microsoft.com/office/drawing/2014/main" id="{9D1BB394-6ACB-B840-8241-F7CD1BD5E01C}"/>
                  </a:ext>
                </a:extLst>
              </p:cNvPr>
              <p:cNvSpPr/>
              <p:nvPr/>
            </p:nvSpPr>
            <p:spPr>
              <a:xfrm rot="14917077">
                <a:off x="1798861" y="5452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6" name="Oval 575">
                <a:extLst>
                  <a:ext uri="{FF2B5EF4-FFF2-40B4-BE49-F238E27FC236}">
                    <a16:creationId xmlns:a16="http://schemas.microsoft.com/office/drawing/2014/main" id="{27608535-7269-F841-9E71-7E41E474DAE7}"/>
                  </a:ext>
                </a:extLst>
              </p:cNvPr>
              <p:cNvSpPr/>
              <p:nvPr/>
            </p:nvSpPr>
            <p:spPr>
              <a:xfrm rot="14917077">
                <a:off x="1943887" y="547225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7" name="Oval 576">
                <a:extLst>
                  <a:ext uri="{FF2B5EF4-FFF2-40B4-BE49-F238E27FC236}">
                    <a16:creationId xmlns:a16="http://schemas.microsoft.com/office/drawing/2014/main" id="{3BDA61BD-53C4-F341-BC1E-5A374F0409F1}"/>
                  </a:ext>
                </a:extLst>
              </p:cNvPr>
              <p:cNvSpPr/>
              <p:nvPr/>
            </p:nvSpPr>
            <p:spPr>
              <a:xfrm rot="14917077">
                <a:off x="2113487" y="546242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8" name="Oval 577">
                <a:extLst>
                  <a:ext uri="{FF2B5EF4-FFF2-40B4-BE49-F238E27FC236}">
                    <a16:creationId xmlns:a16="http://schemas.microsoft.com/office/drawing/2014/main" id="{FAB758B1-6187-4F48-AA7B-C4382D3EC4D5}"/>
                  </a:ext>
                </a:extLst>
              </p:cNvPr>
              <p:cNvSpPr/>
              <p:nvPr/>
            </p:nvSpPr>
            <p:spPr>
              <a:xfrm rot="14917077">
                <a:off x="1855409" y="56688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B72EAC23-8D95-6840-A48D-D1063712C60E}"/>
                  </a:ext>
                </a:extLst>
              </p:cNvPr>
              <p:cNvSpPr/>
              <p:nvPr/>
            </p:nvSpPr>
            <p:spPr>
              <a:xfrm rot="14917077">
                <a:off x="2061885" y="56688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80" name="Oval 579">
                <a:extLst>
                  <a:ext uri="{FF2B5EF4-FFF2-40B4-BE49-F238E27FC236}">
                    <a16:creationId xmlns:a16="http://schemas.microsoft.com/office/drawing/2014/main" id="{A3AA2E84-AF9D-0C43-BD81-DD1F9DA3FC20}"/>
                  </a:ext>
                </a:extLst>
              </p:cNvPr>
              <p:cNvSpPr/>
              <p:nvPr/>
            </p:nvSpPr>
            <p:spPr>
              <a:xfrm rot="14917077">
                <a:off x="1879985" y="585570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81" name="Oval 580">
                <a:extLst>
                  <a:ext uri="{FF2B5EF4-FFF2-40B4-BE49-F238E27FC236}">
                    <a16:creationId xmlns:a16="http://schemas.microsoft.com/office/drawing/2014/main" id="{C9789449-C6A7-AF42-B477-72EB3BA29AB8}"/>
                  </a:ext>
                </a:extLst>
              </p:cNvPr>
              <p:cNvSpPr/>
              <p:nvPr/>
            </p:nvSpPr>
            <p:spPr>
              <a:xfrm rot="14917077">
                <a:off x="2025011" y="587537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36EE970-CCE5-2448-AE93-6205892DF0B9}"/>
                  </a:ext>
                </a:extLst>
              </p:cNvPr>
              <p:cNvSpPr/>
              <p:nvPr/>
            </p:nvSpPr>
            <p:spPr>
              <a:xfrm>
                <a:off x="921576" y="1383019"/>
                <a:ext cx="1312478" cy="478339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D9406C2E-3275-3748-8096-8F12E8A1D76A}"/>
                  </a:ext>
                </a:extLst>
              </p:cNvPr>
              <p:cNvSpPr/>
              <p:nvPr/>
            </p:nvSpPr>
            <p:spPr>
              <a:xfrm flipH="1">
                <a:off x="1970948" y="1329452"/>
                <a:ext cx="1267831" cy="478339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584" name="Rectangle 583">
            <a:extLst>
              <a:ext uri="{FF2B5EF4-FFF2-40B4-BE49-F238E27FC236}">
                <a16:creationId xmlns:a16="http://schemas.microsoft.com/office/drawing/2014/main" id="{8AEDAB25-732F-6F4A-A157-51FD6EB0B1E1}"/>
              </a:ext>
            </a:extLst>
          </p:cNvPr>
          <p:cNvSpPr/>
          <p:nvPr/>
        </p:nvSpPr>
        <p:spPr>
          <a:xfrm>
            <a:off x="0" y="5875842"/>
            <a:ext cx="9144000" cy="974677"/>
          </a:xfrm>
          <a:prstGeom prst="rect">
            <a:avLst/>
          </a:prstGeom>
          <a:solidFill>
            <a:srgbClr val="E1DBB4"/>
          </a:solidFill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585" name="TextBox 584">
            <a:extLst>
              <a:ext uri="{FF2B5EF4-FFF2-40B4-BE49-F238E27FC236}">
                <a16:creationId xmlns:a16="http://schemas.microsoft.com/office/drawing/2014/main" id="{CD790482-39ED-0C43-BD76-88CE9B929F8F}"/>
              </a:ext>
            </a:extLst>
          </p:cNvPr>
          <p:cNvSpPr txBox="1"/>
          <p:nvPr/>
        </p:nvSpPr>
        <p:spPr>
          <a:xfrm>
            <a:off x="162269" y="2941050"/>
            <a:ext cx="1959126" cy="430887"/>
          </a:xfrm>
          <a:prstGeom prst="rect">
            <a:avLst/>
          </a:prstGeom>
          <a:solidFill>
            <a:srgbClr val="FFFCB0"/>
          </a:solidFill>
          <a:ln w="254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2200" b="1" dirty="0"/>
              <a:t>Photosynthesis</a:t>
            </a:r>
          </a:p>
        </p:txBody>
      </p:sp>
      <p:sp>
        <p:nvSpPr>
          <p:cNvPr id="586" name="TextBox 585">
            <a:extLst>
              <a:ext uri="{FF2B5EF4-FFF2-40B4-BE49-F238E27FC236}">
                <a16:creationId xmlns:a16="http://schemas.microsoft.com/office/drawing/2014/main" id="{03BDABCD-2E7A-5144-8658-801CDA7AC6BF}"/>
              </a:ext>
            </a:extLst>
          </p:cNvPr>
          <p:cNvSpPr txBox="1"/>
          <p:nvPr/>
        </p:nvSpPr>
        <p:spPr>
          <a:xfrm>
            <a:off x="2594995" y="3540544"/>
            <a:ext cx="2123338" cy="430887"/>
          </a:xfrm>
          <a:prstGeom prst="rect">
            <a:avLst/>
          </a:prstGeom>
          <a:solidFill>
            <a:srgbClr val="BACEE4"/>
          </a:solidFill>
          <a:ln w="254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2200" b="1" dirty="0"/>
              <a:t>Phenology Stage</a:t>
            </a:r>
          </a:p>
        </p:txBody>
      </p:sp>
      <p:sp>
        <p:nvSpPr>
          <p:cNvPr id="587" name="TextBox 586">
            <a:extLst>
              <a:ext uri="{FF2B5EF4-FFF2-40B4-BE49-F238E27FC236}">
                <a16:creationId xmlns:a16="http://schemas.microsoft.com/office/drawing/2014/main" id="{671F212D-31A0-024B-B829-80F7162A1D01}"/>
              </a:ext>
            </a:extLst>
          </p:cNvPr>
          <p:cNvSpPr txBox="1"/>
          <p:nvPr/>
        </p:nvSpPr>
        <p:spPr>
          <a:xfrm>
            <a:off x="2504562" y="174904"/>
            <a:ext cx="4611484" cy="1077218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Defined Prognostic Phenology</a:t>
            </a:r>
          </a:p>
        </p:txBody>
      </p:sp>
      <p:cxnSp>
        <p:nvCxnSpPr>
          <p:cNvPr id="588" name="Straight Arrow Connector 587">
            <a:extLst>
              <a:ext uri="{FF2B5EF4-FFF2-40B4-BE49-F238E27FC236}">
                <a16:creationId xmlns:a16="http://schemas.microsoft.com/office/drawing/2014/main" id="{0078603A-3559-7B45-A2DD-F55C11C91C59}"/>
              </a:ext>
            </a:extLst>
          </p:cNvPr>
          <p:cNvCxnSpPr>
            <a:cxnSpLocks/>
          </p:cNvCxnSpPr>
          <p:nvPr/>
        </p:nvCxnSpPr>
        <p:spPr>
          <a:xfrm flipH="1" flipV="1">
            <a:off x="1463074" y="4118703"/>
            <a:ext cx="273279" cy="493509"/>
          </a:xfrm>
          <a:prstGeom prst="straightConnector1">
            <a:avLst/>
          </a:prstGeom>
          <a:ln w="101600" cap="sq">
            <a:solidFill>
              <a:srgbClr val="4A311A"/>
            </a:solidFill>
            <a:miter lim="800000"/>
            <a:headEnd type="none"/>
            <a:tailEnd type="triangle" w="med" len="sm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9" name="Straight Arrow Connector 588">
            <a:extLst>
              <a:ext uri="{FF2B5EF4-FFF2-40B4-BE49-F238E27FC236}">
                <a16:creationId xmlns:a16="http://schemas.microsoft.com/office/drawing/2014/main" id="{4F474CEA-8D8E-704A-9364-9A91BCCE91ED}"/>
              </a:ext>
            </a:extLst>
          </p:cNvPr>
          <p:cNvCxnSpPr>
            <a:cxnSpLocks/>
          </p:cNvCxnSpPr>
          <p:nvPr/>
        </p:nvCxnSpPr>
        <p:spPr>
          <a:xfrm flipV="1">
            <a:off x="2259751" y="1913853"/>
            <a:ext cx="457200" cy="274805"/>
          </a:xfrm>
          <a:prstGeom prst="straightConnector1">
            <a:avLst/>
          </a:prstGeom>
          <a:ln w="101600" cap="sq">
            <a:solidFill>
              <a:schemeClr val="accent3">
                <a:lumMod val="50000"/>
              </a:schemeClr>
            </a:solidFill>
            <a:miter lim="800000"/>
            <a:headEnd type="none"/>
            <a:tailEnd type="triangle" w="med" len="sm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0" name="TextBox 589">
            <a:extLst>
              <a:ext uri="{FF2B5EF4-FFF2-40B4-BE49-F238E27FC236}">
                <a16:creationId xmlns:a16="http://schemas.microsoft.com/office/drawing/2014/main" id="{134E1D38-3FF9-7442-910F-1C2A384E2EF0}"/>
              </a:ext>
            </a:extLst>
          </p:cNvPr>
          <p:cNvSpPr txBox="1"/>
          <p:nvPr/>
        </p:nvSpPr>
        <p:spPr>
          <a:xfrm>
            <a:off x="3501580" y="1391307"/>
            <a:ext cx="2617447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b="1" u="sng" dirty="0">
                <a:solidFill>
                  <a:srgbClr val="BF250D"/>
                </a:solidFill>
                <a:ea typeface="Wingdings"/>
                <a:cs typeface="Wingdings"/>
                <a:sym typeface="Wingdings"/>
              </a:rPr>
              <a:t>Phenology Stage</a:t>
            </a:r>
          </a:p>
          <a:p>
            <a:pPr algn="ctr"/>
            <a:r>
              <a:rPr lang="en-US" sz="2000" dirty="0">
                <a:ea typeface="Wingdings"/>
                <a:cs typeface="Wingdings"/>
                <a:sym typeface="Wingdings"/>
              </a:rPr>
              <a:t>Growing Degree Days</a:t>
            </a:r>
          </a:p>
          <a:p>
            <a:pPr algn="ctr"/>
            <a:r>
              <a:rPr lang="en-US" sz="2000" dirty="0">
                <a:ea typeface="Wingdings"/>
                <a:cs typeface="Wingdings"/>
                <a:sym typeface="Wingdings"/>
              </a:rPr>
              <a:t>- or -</a:t>
            </a:r>
          </a:p>
          <a:p>
            <a:pPr algn="ctr"/>
            <a:r>
              <a:rPr lang="en-US" sz="2000" dirty="0">
                <a:ea typeface="Wingdings"/>
                <a:cs typeface="Wingdings"/>
                <a:sym typeface="Wingdings"/>
              </a:rPr>
              <a:t>Day After Planting Date</a:t>
            </a:r>
          </a:p>
        </p:txBody>
      </p:sp>
      <p:cxnSp>
        <p:nvCxnSpPr>
          <p:cNvPr id="591" name="Straight Arrow Connector 590">
            <a:extLst>
              <a:ext uri="{FF2B5EF4-FFF2-40B4-BE49-F238E27FC236}">
                <a16:creationId xmlns:a16="http://schemas.microsoft.com/office/drawing/2014/main" id="{B261964B-12DC-424F-A0EC-74BC2EB8A042}"/>
              </a:ext>
            </a:extLst>
          </p:cNvPr>
          <p:cNvCxnSpPr>
            <a:cxnSpLocks/>
          </p:cNvCxnSpPr>
          <p:nvPr/>
        </p:nvCxnSpPr>
        <p:spPr>
          <a:xfrm flipH="1">
            <a:off x="4303655" y="2955109"/>
            <a:ext cx="248024" cy="329816"/>
          </a:xfrm>
          <a:prstGeom prst="straightConnector1">
            <a:avLst/>
          </a:prstGeom>
          <a:ln w="101600" cap="sq">
            <a:solidFill>
              <a:srgbClr val="4A311A"/>
            </a:solidFill>
            <a:miter lim="800000"/>
            <a:headEnd type="none"/>
            <a:tailEnd type="triangle" w="med" len="sm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2" name="TextBox 591">
            <a:extLst>
              <a:ext uri="{FF2B5EF4-FFF2-40B4-BE49-F238E27FC236}">
                <a16:creationId xmlns:a16="http://schemas.microsoft.com/office/drawing/2014/main" id="{63E5399A-949F-2341-A7B1-D0284E754B45}"/>
              </a:ext>
            </a:extLst>
          </p:cNvPr>
          <p:cNvSpPr txBox="1"/>
          <p:nvPr/>
        </p:nvSpPr>
        <p:spPr>
          <a:xfrm>
            <a:off x="2389056" y="4108704"/>
            <a:ext cx="1583189" cy="400110"/>
          </a:xfrm>
          <a:prstGeom prst="rect">
            <a:avLst/>
          </a:prstGeom>
          <a:solidFill>
            <a:srgbClr val="BACEE4"/>
          </a:solidFill>
          <a:ln w="25400">
            <a:solidFill>
              <a:srgbClr val="4A2E12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2000" b="1" dirty="0"/>
              <a:t>Carbon Pools</a:t>
            </a:r>
          </a:p>
        </p:txBody>
      </p:sp>
      <p:sp>
        <p:nvSpPr>
          <p:cNvPr id="593" name="TextBox 592">
            <a:extLst>
              <a:ext uri="{FF2B5EF4-FFF2-40B4-BE49-F238E27FC236}">
                <a16:creationId xmlns:a16="http://schemas.microsoft.com/office/drawing/2014/main" id="{33133D3D-A92F-8F49-8068-5494A2087D3B}"/>
              </a:ext>
            </a:extLst>
          </p:cNvPr>
          <p:cNvSpPr txBox="1"/>
          <p:nvPr/>
        </p:nvSpPr>
        <p:spPr>
          <a:xfrm rot="19999370">
            <a:off x="7115532" y="2992857"/>
            <a:ext cx="171393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b="1" dirty="0">
                <a:solidFill>
                  <a:schemeClr val="accent6">
                    <a:lumMod val="75000"/>
                  </a:schemeClr>
                </a:solidFill>
                <a:latin typeface="Apple Chancery" panose="03020702040506060504" pitchFamily="66" charset="-79"/>
                <a:cs typeface="Apple Chancery" panose="03020702040506060504" pitchFamily="66" charset="-79"/>
              </a:rPr>
              <a:t>Harvest</a:t>
            </a:r>
          </a:p>
        </p:txBody>
      </p:sp>
      <p:sp>
        <p:nvSpPr>
          <p:cNvPr id="594" name="TextBox 593">
            <a:extLst>
              <a:ext uri="{FF2B5EF4-FFF2-40B4-BE49-F238E27FC236}">
                <a16:creationId xmlns:a16="http://schemas.microsoft.com/office/drawing/2014/main" id="{1B310387-F280-9A43-A943-E7E5D7F84D34}"/>
              </a:ext>
            </a:extLst>
          </p:cNvPr>
          <p:cNvSpPr txBox="1"/>
          <p:nvPr/>
        </p:nvSpPr>
        <p:spPr>
          <a:xfrm>
            <a:off x="113758" y="5167956"/>
            <a:ext cx="105776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 err="1">
                <a:solidFill>
                  <a:srgbClr val="4A311A"/>
                </a:solidFill>
              </a:rPr>
              <a:t>PlantingDate</a:t>
            </a:r>
            <a:endParaRPr lang="en-US" sz="2000" b="1" dirty="0">
              <a:solidFill>
                <a:srgbClr val="4A311A"/>
              </a:solidFill>
            </a:endParaRPr>
          </a:p>
        </p:txBody>
      </p:sp>
      <p:sp>
        <p:nvSpPr>
          <p:cNvPr id="595" name="TextBox 594">
            <a:extLst>
              <a:ext uri="{FF2B5EF4-FFF2-40B4-BE49-F238E27FC236}">
                <a16:creationId xmlns:a16="http://schemas.microsoft.com/office/drawing/2014/main" id="{583C357B-8A25-FE43-9642-EF5AA443A66C}"/>
              </a:ext>
            </a:extLst>
          </p:cNvPr>
          <p:cNvSpPr txBox="1"/>
          <p:nvPr/>
        </p:nvSpPr>
        <p:spPr>
          <a:xfrm>
            <a:off x="748702" y="6134754"/>
            <a:ext cx="13476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rgbClr val="4A311A"/>
                </a:solidFill>
              </a:rPr>
              <a:t>Emergence</a:t>
            </a:r>
          </a:p>
        </p:txBody>
      </p:sp>
      <p:sp>
        <p:nvSpPr>
          <p:cNvPr id="596" name="TextBox 595">
            <a:extLst>
              <a:ext uri="{FF2B5EF4-FFF2-40B4-BE49-F238E27FC236}">
                <a16:creationId xmlns:a16="http://schemas.microsoft.com/office/drawing/2014/main" id="{EC7E048F-2993-9D42-AAE8-F17C3568C8A1}"/>
              </a:ext>
            </a:extLst>
          </p:cNvPr>
          <p:cNvSpPr txBox="1"/>
          <p:nvPr/>
        </p:nvSpPr>
        <p:spPr>
          <a:xfrm>
            <a:off x="2707623" y="6314072"/>
            <a:ext cx="99129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rgbClr val="4A311A"/>
                </a:solidFill>
              </a:rPr>
              <a:t>Growth</a:t>
            </a:r>
          </a:p>
        </p:txBody>
      </p:sp>
      <p:sp>
        <p:nvSpPr>
          <p:cNvPr id="597" name="TextBox 596">
            <a:extLst>
              <a:ext uri="{FF2B5EF4-FFF2-40B4-BE49-F238E27FC236}">
                <a16:creationId xmlns:a16="http://schemas.microsoft.com/office/drawing/2014/main" id="{7096CE41-3C61-9145-9746-559684B29D60}"/>
              </a:ext>
            </a:extLst>
          </p:cNvPr>
          <p:cNvSpPr txBox="1"/>
          <p:nvPr/>
        </p:nvSpPr>
        <p:spPr>
          <a:xfrm>
            <a:off x="4417723" y="6450409"/>
            <a:ext cx="1123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rgbClr val="4A311A"/>
                </a:solidFill>
              </a:rPr>
              <a:t>Maturity</a:t>
            </a:r>
          </a:p>
        </p:txBody>
      </p:sp>
      <p:cxnSp>
        <p:nvCxnSpPr>
          <p:cNvPr id="598" name="Straight Connector 597">
            <a:extLst>
              <a:ext uri="{FF2B5EF4-FFF2-40B4-BE49-F238E27FC236}">
                <a16:creationId xmlns:a16="http://schemas.microsoft.com/office/drawing/2014/main" id="{DF646E0E-AF7F-5F4F-B540-E84713FF9FD2}"/>
              </a:ext>
            </a:extLst>
          </p:cNvPr>
          <p:cNvCxnSpPr>
            <a:cxnSpLocks/>
          </p:cNvCxnSpPr>
          <p:nvPr/>
        </p:nvCxnSpPr>
        <p:spPr>
          <a:xfrm>
            <a:off x="2182702" y="6363180"/>
            <a:ext cx="463961" cy="72577"/>
          </a:xfrm>
          <a:prstGeom prst="line">
            <a:avLst/>
          </a:prstGeom>
          <a:ln w="25400">
            <a:solidFill>
              <a:srgbClr val="9E160D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9" name="Straight Connector 598">
            <a:extLst>
              <a:ext uri="{FF2B5EF4-FFF2-40B4-BE49-F238E27FC236}">
                <a16:creationId xmlns:a16="http://schemas.microsoft.com/office/drawing/2014/main" id="{DB2E0FB6-F8C9-E14C-82A4-402DB729ABA1}"/>
              </a:ext>
            </a:extLst>
          </p:cNvPr>
          <p:cNvCxnSpPr>
            <a:cxnSpLocks/>
          </p:cNvCxnSpPr>
          <p:nvPr/>
        </p:nvCxnSpPr>
        <p:spPr>
          <a:xfrm>
            <a:off x="3756635" y="6534864"/>
            <a:ext cx="568459" cy="85922"/>
          </a:xfrm>
          <a:prstGeom prst="line">
            <a:avLst/>
          </a:prstGeom>
          <a:ln w="25400">
            <a:solidFill>
              <a:srgbClr val="9E160D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0" name="Straight Arrow Connector 599">
            <a:extLst>
              <a:ext uri="{FF2B5EF4-FFF2-40B4-BE49-F238E27FC236}">
                <a16:creationId xmlns:a16="http://schemas.microsoft.com/office/drawing/2014/main" id="{F932D153-6263-D943-B6A1-EA485A1C3A3E}"/>
              </a:ext>
            </a:extLst>
          </p:cNvPr>
          <p:cNvCxnSpPr>
            <a:cxnSpLocks/>
          </p:cNvCxnSpPr>
          <p:nvPr/>
        </p:nvCxnSpPr>
        <p:spPr>
          <a:xfrm flipV="1">
            <a:off x="2259751" y="1913853"/>
            <a:ext cx="457200" cy="274805"/>
          </a:xfrm>
          <a:prstGeom prst="straightConnector1">
            <a:avLst/>
          </a:prstGeom>
          <a:ln w="101600" cap="sq">
            <a:solidFill>
              <a:srgbClr val="4A311A"/>
            </a:solidFill>
            <a:miter lim="800000"/>
            <a:headEnd type="none"/>
            <a:tailEnd type="triangle" w="med" len="sm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0E7BA07D-BBA7-7C47-A5B8-005D63F1ABC2}"/>
              </a:ext>
            </a:extLst>
          </p:cNvPr>
          <p:cNvGrpSpPr/>
          <p:nvPr/>
        </p:nvGrpSpPr>
        <p:grpSpPr>
          <a:xfrm>
            <a:off x="7527741" y="316924"/>
            <a:ext cx="1303255" cy="1338514"/>
            <a:chOff x="1393880" y="1143248"/>
            <a:chExt cx="1298448" cy="1298448"/>
          </a:xfrm>
          <a:solidFill>
            <a:srgbClr val="FFF400"/>
          </a:solidFill>
        </p:grpSpPr>
        <p:sp>
          <p:nvSpPr>
            <p:cNvPr id="602" name="Oval 601">
              <a:extLst>
                <a:ext uri="{FF2B5EF4-FFF2-40B4-BE49-F238E27FC236}">
                  <a16:creationId xmlns:a16="http://schemas.microsoft.com/office/drawing/2014/main" id="{0D4F9079-84D3-2E43-9315-0B5A58D9875D}"/>
                </a:ext>
              </a:extLst>
            </p:cNvPr>
            <p:cNvSpPr/>
            <p:nvPr/>
          </p:nvSpPr>
          <p:spPr>
            <a:xfrm>
              <a:off x="1620283" y="1370783"/>
              <a:ext cx="845643" cy="845643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03" name="Group 602">
              <a:extLst>
                <a:ext uri="{FF2B5EF4-FFF2-40B4-BE49-F238E27FC236}">
                  <a16:creationId xmlns:a16="http://schemas.microsoft.com/office/drawing/2014/main" id="{9282DE38-39D3-F147-A2C8-F15FB12020D9}"/>
                </a:ext>
              </a:extLst>
            </p:cNvPr>
            <p:cNvGrpSpPr/>
            <p:nvPr/>
          </p:nvGrpSpPr>
          <p:grpSpPr>
            <a:xfrm>
              <a:off x="1394682" y="1284460"/>
              <a:ext cx="1296846" cy="1034301"/>
              <a:chOff x="1394682" y="1284460"/>
              <a:chExt cx="1296846" cy="1034301"/>
            </a:xfrm>
            <a:grpFill/>
          </p:grpSpPr>
          <p:sp>
            <p:nvSpPr>
              <p:cNvPr id="613" name="Rectangle 612">
                <a:extLst>
                  <a:ext uri="{FF2B5EF4-FFF2-40B4-BE49-F238E27FC236}">
                    <a16:creationId xmlns:a16="http://schemas.microsoft.com/office/drawing/2014/main" id="{12F2EC8C-DCF2-DF48-BC09-F0C6ACEA232A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14" name="Rectangle 613">
                <a:extLst>
                  <a:ext uri="{FF2B5EF4-FFF2-40B4-BE49-F238E27FC236}">
                    <a16:creationId xmlns:a16="http://schemas.microsoft.com/office/drawing/2014/main" id="{34EE9521-D94D-D84E-A404-520925855229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73AEE576-98F4-174F-A83D-C1293806EBED}"/>
                </a:ext>
              </a:extLst>
            </p:cNvPr>
            <p:cNvGrpSpPr/>
            <p:nvPr/>
          </p:nvGrpSpPr>
          <p:grpSpPr>
            <a:xfrm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611" name="Rectangle 610">
                <a:extLst>
                  <a:ext uri="{FF2B5EF4-FFF2-40B4-BE49-F238E27FC236}">
                    <a16:creationId xmlns:a16="http://schemas.microsoft.com/office/drawing/2014/main" id="{54CEEF50-E50B-7548-B2A1-0A3CD86B0B85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12" name="Rectangle 611">
                <a:extLst>
                  <a:ext uri="{FF2B5EF4-FFF2-40B4-BE49-F238E27FC236}">
                    <a16:creationId xmlns:a16="http://schemas.microsoft.com/office/drawing/2014/main" id="{EFF4E0EE-8E24-E446-A178-87437C6C52FC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05" name="Group 604">
              <a:extLst>
                <a:ext uri="{FF2B5EF4-FFF2-40B4-BE49-F238E27FC236}">
                  <a16:creationId xmlns:a16="http://schemas.microsoft.com/office/drawing/2014/main" id="{179242BF-44A2-1E44-9B0C-7E27AF740631}"/>
                </a:ext>
              </a:extLst>
            </p:cNvPr>
            <p:cNvGrpSpPr/>
            <p:nvPr/>
          </p:nvGrpSpPr>
          <p:grpSpPr>
            <a:xfrm rot="18926824"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609" name="Rectangle 608">
                <a:extLst>
                  <a:ext uri="{FF2B5EF4-FFF2-40B4-BE49-F238E27FC236}">
                    <a16:creationId xmlns:a16="http://schemas.microsoft.com/office/drawing/2014/main" id="{76FF8AAD-0D13-624B-9ABC-E485D3F749F5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10" name="Rectangle 609">
                <a:extLst>
                  <a:ext uri="{FF2B5EF4-FFF2-40B4-BE49-F238E27FC236}">
                    <a16:creationId xmlns:a16="http://schemas.microsoft.com/office/drawing/2014/main" id="{BB2F2F8A-0421-AC48-A987-E1895C007E1C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06" name="Group 605">
              <a:extLst>
                <a:ext uri="{FF2B5EF4-FFF2-40B4-BE49-F238E27FC236}">
                  <a16:creationId xmlns:a16="http://schemas.microsoft.com/office/drawing/2014/main" id="{9360695B-8AFE-D143-BB5A-A12C495F7222}"/>
                </a:ext>
              </a:extLst>
            </p:cNvPr>
            <p:cNvGrpSpPr/>
            <p:nvPr/>
          </p:nvGrpSpPr>
          <p:grpSpPr>
            <a:xfrm rot="2728193" flipH="1">
              <a:off x="1393881" y="1275836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607" name="Rectangle 606">
                <a:extLst>
                  <a:ext uri="{FF2B5EF4-FFF2-40B4-BE49-F238E27FC236}">
                    <a16:creationId xmlns:a16="http://schemas.microsoft.com/office/drawing/2014/main" id="{1ED52334-3A8E-3D40-BB13-8F91882A0B1D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8" name="Rectangle 607">
                <a:extLst>
                  <a:ext uri="{FF2B5EF4-FFF2-40B4-BE49-F238E27FC236}">
                    <a16:creationId xmlns:a16="http://schemas.microsoft.com/office/drawing/2014/main" id="{437F2382-357F-4641-A2B9-ED762961D0E9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9E541AD3-FDAD-B64F-80FD-E813BE4EDCCB}"/>
              </a:ext>
            </a:extLst>
          </p:cNvPr>
          <p:cNvGrpSpPr/>
          <p:nvPr/>
        </p:nvGrpSpPr>
        <p:grpSpPr>
          <a:xfrm>
            <a:off x="-66158" y="-7377"/>
            <a:ext cx="2606739" cy="1742784"/>
            <a:chOff x="-66158" y="-7377"/>
            <a:chExt cx="2606739" cy="1742784"/>
          </a:xfrm>
        </p:grpSpPr>
        <p:pic>
          <p:nvPicPr>
            <p:cNvPr id="616" name="Picture 615">
              <a:extLst>
                <a:ext uri="{FF2B5EF4-FFF2-40B4-BE49-F238E27FC236}">
                  <a16:creationId xmlns:a16="http://schemas.microsoft.com/office/drawing/2014/main" id="{0FA5550C-CA41-0846-BD04-DC2C7E0D904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617" name="Picture 616">
              <a:extLst>
                <a:ext uri="{FF2B5EF4-FFF2-40B4-BE49-F238E27FC236}">
                  <a16:creationId xmlns:a16="http://schemas.microsoft.com/office/drawing/2014/main" id="{D59301C6-025C-274F-BBAC-BDF40576F01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0" y="-7377"/>
              <a:ext cx="2540581" cy="1413104"/>
            </a:xfrm>
            <a:prstGeom prst="rect">
              <a:avLst/>
            </a:prstGeom>
          </p:spPr>
        </p:pic>
        <p:pic>
          <p:nvPicPr>
            <p:cNvPr id="618" name="Picture 617">
              <a:extLst>
                <a:ext uri="{FF2B5EF4-FFF2-40B4-BE49-F238E27FC236}">
                  <a16:creationId xmlns:a16="http://schemas.microsoft.com/office/drawing/2014/main" id="{BBD2DFD2-7D35-E142-A15C-3C26D040250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grpSp>
        <p:nvGrpSpPr>
          <p:cNvPr id="619" name="Group 618">
            <a:extLst>
              <a:ext uri="{FF2B5EF4-FFF2-40B4-BE49-F238E27FC236}">
                <a16:creationId xmlns:a16="http://schemas.microsoft.com/office/drawing/2014/main" id="{D1342A3D-4316-8746-9CED-7BB8D9F0165F}"/>
              </a:ext>
            </a:extLst>
          </p:cNvPr>
          <p:cNvGrpSpPr/>
          <p:nvPr/>
        </p:nvGrpSpPr>
        <p:grpSpPr>
          <a:xfrm>
            <a:off x="1173083" y="5821625"/>
            <a:ext cx="182880" cy="91440"/>
            <a:chOff x="2536206" y="2915069"/>
            <a:chExt cx="1909533" cy="3053292"/>
          </a:xfrm>
        </p:grpSpPr>
        <p:sp>
          <p:nvSpPr>
            <p:cNvPr id="620" name="Rectangle 619">
              <a:extLst>
                <a:ext uri="{FF2B5EF4-FFF2-40B4-BE49-F238E27FC236}">
                  <a16:creationId xmlns:a16="http://schemas.microsoft.com/office/drawing/2014/main" id="{7F0CE6F7-86B3-AE43-A81B-21166286AB17}"/>
                </a:ext>
              </a:extLst>
            </p:cNvPr>
            <p:cNvSpPr/>
            <p:nvPr/>
          </p:nvSpPr>
          <p:spPr>
            <a:xfrm>
              <a:off x="3392358" y="2915069"/>
              <a:ext cx="212904" cy="2249347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1" name="Freeform 620">
              <a:extLst>
                <a:ext uri="{FF2B5EF4-FFF2-40B4-BE49-F238E27FC236}">
                  <a16:creationId xmlns:a16="http://schemas.microsoft.com/office/drawing/2014/main" id="{F90A6A6E-5B72-BB49-9627-F079857BA68D}"/>
                </a:ext>
              </a:extLst>
            </p:cNvPr>
            <p:cNvSpPr/>
            <p:nvPr/>
          </p:nvSpPr>
          <p:spPr>
            <a:xfrm>
              <a:off x="2536206" y="5140238"/>
              <a:ext cx="875024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2" name="Freeform 621">
              <a:extLst>
                <a:ext uri="{FF2B5EF4-FFF2-40B4-BE49-F238E27FC236}">
                  <a16:creationId xmlns:a16="http://schemas.microsoft.com/office/drawing/2014/main" id="{E13FE353-7B3F-DB48-BB6F-F03C0088961A}"/>
                </a:ext>
              </a:extLst>
            </p:cNvPr>
            <p:cNvSpPr/>
            <p:nvPr/>
          </p:nvSpPr>
          <p:spPr>
            <a:xfrm rot="21085137">
              <a:off x="2597881" y="5171839"/>
              <a:ext cx="1082192" cy="79652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3" name="Freeform 622">
              <a:extLst>
                <a:ext uri="{FF2B5EF4-FFF2-40B4-BE49-F238E27FC236}">
                  <a16:creationId xmlns:a16="http://schemas.microsoft.com/office/drawing/2014/main" id="{2691015D-CD5D-6E4C-BEEB-A8E590E2F50E}"/>
                </a:ext>
              </a:extLst>
            </p:cNvPr>
            <p:cNvSpPr/>
            <p:nvPr/>
          </p:nvSpPr>
          <p:spPr>
            <a:xfrm>
              <a:off x="3042161" y="5140238"/>
              <a:ext cx="544828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8CD02269-68C4-3C4F-86F9-22AE6D55BF3D}"/>
                </a:ext>
              </a:extLst>
            </p:cNvPr>
            <p:cNvSpPr/>
            <p:nvPr/>
          </p:nvSpPr>
          <p:spPr>
            <a:xfrm>
              <a:off x="3229363" y="5140229"/>
              <a:ext cx="282222" cy="81181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5" name="Freeform 624">
              <a:extLst>
                <a:ext uri="{FF2B5EF4-FFF2-40B4-BE49-F238E27FC236}">
                  <a16:creationId xmlns:a16="http://schemas.microsoft.com/office/drawing/2014/main" id="{6CE0EAF4-6DE4-7B4B-89FA-85C2DD1E8124}"/>
                </a:ext>
              </a:extLst>
            </p:cNvPr>
            <p:cNvSpPr/>
            <p:nvPr/>
          </p:nvSpPr>
          <p:spPr>
            <a:xfrm flipH="1">
              <a:off x="3496283" y="5153771"/>
              <a:ext cx="841802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6" name="Freeform 625">
              <a:extLst>
                <a:ext uri="{FF2B5EF4-FFF2-40B4-BE49-F238E27FC236}">
                  <a16:creationId xmlns:a16="http://schemas.microsoft.com/office/drawing/2014/main" id="{61DE76E7-EBBF-9544-B875-DEF887AC8583}"/>
                </a:ext>
              </a:extLst>
            </p:cNvPr>
            <p:cNvSpPr/>
            <p:nvPr/>
          </p:nvSpPr>
          <p:spPr>
            <a:xfrm rot="21085137" flipH="1">
              <a:off x="3628445" y="5107170"/>
              <a:ext cx="817294" cy="78252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7" name="Freeform 626">
              <a:extLst>
                <a:ext uri="{FF2B5EF4-FFF2-40B4-BE49-F238E27FC236}">
                  <a16:creationId xmlns:a16="http://schemas.microsoft.com/office/drawing/2014/main" id="{8DF0A513-9A29-DA42-BE1F-7A5165CA22B5}"/>
                </a:ext>
              </a:extLst>
            </p:cNvPr>
            <p:cNvSpPr/>
            <p:nvPr/>
          </p:nvSpPr>
          <p:spPr>
            <a:xfrm flipH="1">
              <a:off x="3502527" y="5140229"/>
              <a:ext cx="524141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8" name="Freeform 627">
              <a:extLst>
                <a:ext uri="{FF2B5EF4-FFF2-40B4-BE49-F238E27FC236}">
                  <a16:creationId xmlns:a16="http://schemas.microsoft.com/office/drawing/2014/main" id="{2CC30DF2-F265-9241-A321-BD6BE6937E66}"/>
                </a:ext>
              </a:extLst>
            </p:cNvPr>
            <p:cNvSpPr/>
            <p:nvPr/>
          </p:nvSpPr>
          <p:spPr>
            <a:xfrm flipH="1">
              <a:off x="3493092" y="5153771"/>
              <a:ext cx="271508" cy="78098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29" name="Group 628">
            <a:extLst>
              <a:ext uri="{FF2B5EF4-FFF2-40B4-BE49-F238E27FC236}">
                <a16:creationId xmlns:a16="http://schemas.microsoft.com/office/drawing/2014/main" id="{68D2A93B-E92E-9A42-9B0F-75AB7D4A8186}"/>
              </a:ext>
            </a:extLst>
          </p:cNvPr>
          <p:cNvGrpSpPr/>
          <p:nvPr/>
        </p:nvGrpSpPr>
        <p:grpSpPr>
          <a:xfrm>
            <a:off x="3725825" y="4838448"/>
            <a:ext cx="435443" cy="1298448"/>
            <a:chOff x="2947836" y="3055802"/>
            <a:chExt cx="1699226" cy="3547688"/>
          </a:xfrm>
        </p:grpSpPr>
        <p:sp>
          <p:nvSpPr>
            <p:cNvPr id="630" name="Freeform 629">
              <a:extLst>
                <a:ext uri="{FF2B5EF4-FFF2-40B4-BE49-F238E27FC236}">
                  <a16:creationId xmlns:a16="http://schemas.microsoft.com/office/drawing/2014/main" id="{ADBF7D37-3EC6-0F49-9460-53C1FC969F61}"/>
                </a:ext>
              </a:extLst>
            </p:cNvPr>
            <p:cNvSpPr/>
            <p:nvPr/>
          </p:nvSpPr>
          <p:spPr>
            <a:xfrm flipH="1">
              <a:off x="3844197" y="4931002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1" name="Freeform 630">
              <a:extLst>
                <a:ext uri="{FF2B5EF4-FFF2-40B4-BE49-F238E27FC236}">
                  <a16:creationId xmlns:a16="http://schemas.microsoft.com/office/drawing/2014/main" id="{64BB0956-1927-2348-A4D9-D5AE6AD4BC8E}"/>
                </a:ext>
              </a:extLst>
            </p:cNvPr>
            <p:cNvSpPr/>
            <p:nvPr/>
          </p:nvSpPr>
          <p:spPr>
            <a:xfrm>
              <a:off x="3143905" y="4924807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2" name="Rectangle 631">
              <a:extLst>
                <a:ext uri="{FF2B5EF4-FFF2-40B4-BE49-F238E27FC236}">
                  <a16:creationId xmlns:a16="http://schemas.microsoft.com/office/drawing/2014/main" id="{25170F10-BB97-F840-B0D3-E7596DAD9094}"/>
                </a:ext>
              </a:extLst>
            </p:cNvPr>
            <p:cNvSpPr/>
            <p:nvPr/>
          </p:nvSpPr>
          <p:spPr>
            <a:xfrm>
              <a:off x="3767700" y="4062884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3" name="Freeform 632">
              <a:extLst>
                <a:ext uri="{FF2B5EF4-FFF2-40B4-BE49-F238E27FC236}">
                  <a16:creationId xmlns:a16="http://schemas.microsoft.com/office/drawing/2014/main" id="{7B7DEFCE-F6DC-2C47-BBEB-7334535A6707}"/>
                </a:ext>
              </a:extLst>
            </p:cNvPr>
            <p:cNvSpPr/>
            <p:nvPr/>
          </p:nvSpPr>
          <p:spPr>
            <a:xfrm rot="20572658">
              <a:off x="2947836" y="3576215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4" name="Freeform 633">
              <a:extLst>
                <a:ext uri="{FF2B5EF4-FFF2-40B4-BE49-F238E27FC236}">
                  <a16:creationId xmlns:a16="http://schemas.microsoft.com/office/drawing/2014/main" id="{B944FD94-3D76-344D-97FD-5EE6C202BD6A}"/>
                </a:ext>
              </a:extLst>
            </p:cNvPr>
            <p:cNvSpPr/>
            <p:nvPr/>
          </p:nvSpPr>
          <p:spPr>
            <a:xfrm rot="1007770" flipH="1">
              <a:off x="3781853" y="3574188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5" name="Freeform 634">
              <a:extLst>
                <a:ext uri="{FF2B5EF4-FFF2-40B4-BE49-F238E27FC236}">
                  <a16:creationId xmlns:a16="http://schemas.microsoft.com/office/drawing/2014/main" id="{6FCFC199-BFFA-E848-A766-D933E0EF11A7}"/>
                </a:ext>
              </a:extLst>
            </p:cNvPr>
            <p:cNvSpPr/>
            <p:nvPr/>
          </p:nvSpPr>
          <p:spPr>
            <a:xfrm>
              <a:off x="3201977" y="5914417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6" name="Freeform 635">
              <a:extLst>
                <a:ext uri="{FF2B5EF4-FFF2-40B4-BE49-F238E27FC236}">
                  <a16:creationId xmlns:a16="http://schemas.microsoft.com/office/drawing/2014/main" id="{90C7FA30-1F7E-7A4B-B0FA-65B04679FE1D}"/>
                </a:ext>
              </a:extLst>
            </p:cNvPr>
            <p:cNvSpPr/>
            <p:nvPr/>
          </p:nvSpPr>
          <p:spPr>
            <a:xfrm rot="21085137">
              <a:off x="3242730" y="5940712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7" name="Freeform 636">
              <a:extLst>
                <a:ext uri="{FF2B5EF4-FFF2-40B4-BE49-F238E27FC236}">
                  <a16:creationId xmlns:a16="http://schemas.microsoft.com/office/drawing/2014/main" id="{9AF4127D-32A2-664C-B0F3-2A108E766C84}"/>
                </a:ext>
              </a:extLst>
            </p:cNvPr>
            <p:cNvSpPr/>
            <p:nvPr/>
          </p:nvSpPr>
          <p:spPr>
            <a:xfrm>
              <a:off x="3536299" y="5914417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8" name="Freeform 637">
              <a:extLst>
                <a:ext uri="{FF2B5EF4-FFF2-40B4-BE49-F238E27FC236}">
                  <a16:creationId xmlns:a16="http://schemas.microsoft.com/office/drawing/2014/main" id="{5A65C8E7-89A7-7E49-9AD5-93380FD95E0C}"/>
                </a:ext>
              </a:extLst>
            </p:cNvPr>
            <p:cNvSpPr/>
            <p:nvPr/>
          </p:nvSpPr>
          <p:spPr>
            <a:xfrm>
              <a:off x="3659998" y="5914413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9" name="Freeform 638">
              <a:extLst>
                <a:ext uri="{FF2B5EF4-FFF2-40B4-BE49-F238E27FC236}">
                  <a16:creationId xmlns:a16="http://schemas.microsoft.com/office/drawing/2014/main" id="{BB106616-523B-0749-B907-89DD42A98A8B}"/>
                </a:ext>
              </a:extLst>
            </p:cNvPr>
            <p:cNvSpPr/>
            <p:nvPr/>
          </p:nvSpPr>
          <p:spPr>
            <a:xfrm flipH="1">
              <a:off x="3836371" y="5925676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0" name="Freeform 639">
              <a:extLst>
                <a:ext uri="{FF2B5EF4-FFF2-40B4-BE49-F238E27FC236}">
                  <a16:creationId xmlns:a16="http://schemas.microsoft.com/office/drawing/2014/main" id="{FD648C72-37A1-C240-9229-E96FAC85CA52}"/>
                </a:ext>
              </a:extLst>
            </p:cNvPr>
            <p:cNvSpPr/>
            <p:nvPr/>
          </p:nvSpPr>
          <p:spPr>
            <a:xfrm rot="21085137" flipH="1">
              <a:off x="3923701" y="5886901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Freeform 640">
              <a:extLst>
                <a:ext uri="{FF2B5EF4-FFF2-40B4-BE49-F238E27FC236}">
                  <a16:creationId xmlns:a16="http://schemas.microsoft.com/office/drawing/2014/main" id="{A477A21C-47D6-3549-B0C8-B7597CA1DB37}"/>
                </a:ext>
              </a:extLst>
            </p:cNvPr>
            <p:cNvSpPr/>
            <p:nvPr/>
          </p:nvSpPr>
          <p:spPr>
            <a:xfrm flipH="1">
              <a:off x="3840496" y="5914414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Freeform 641">
              <a:extLst>
                <a:ext uri="{FF2B5EF4-FFF2-40B4-BE49-F238E27FC236}">
                  <a16:creationId xmlns:a16="http://schemas.microsoft.com/office/drawing/2014/main" id="{B361CDCB-CE6A-C442-B4DD-8EF51D6574BA}"/>
                </a:ext>
              </a:extLst>
            </p:cNvPr>
            <p:cNvSpPr/>
            <p:nvPr/>
          </p:nvSpPr>
          <p:spPr>
            <a:xfrm flipH="1">
              <a:off x="3834262" y="5925677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3" name="Rectangle 642">
              <a:extLst>
                <a:ext uri="{FF2B5EF4-FFF2-40B4-BE49-F238E27FC236}">
                  <a16:creationId xmlns:a16="http://schemas.microsoft.com/office/drawing/2014/main" id="{68010C73-CB2A-4F4F-9731-6BEB0B04A4D5}"/>
                </a:ext>
              </a:extLst>
            </p:cNvPr>
            <p:cNvSpPr/>
            <p:nvPr/>
          </p:nvSpPr>
          <p:spPr>
            <a:xfrm>
              <a:off x="3796803" y="3055802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44" name="Group 643">
            <a:extLst>
              <a:ext uri="{FF2B5EF4-FFF2-40B4-BE49-F238E27FC236}">
                <a16:creationId xmlns:a16="http://schemas.microsoft.com/office/drawing/2014/main" id="{56D8FCFE-B8BD-E74A-AFFC-F960DAB9E782}"/>
              </a:ext>
            </a:extLst>
          </p:cNvPr>
          <p:cNvGrpSpPr/>
          <p:nvPr/>
        </p:nvGrpSpPr>
        <p:grpSpPr>
          <a:xfrm>
            <a:off x="3891744" y="4693517"/>
            <a:ext cx="481846" cy="1505432"/>
            <a:chOff x="2947836" y="3055802"/>
            <a:chExt cx="1699226" cy="3547688"/>
          </a:xfrm>
        </p:grpSpPr>
        <p:sp>
          <p:nvSpPr>
            <p:cNvPr id="645" name="Freeform 644">
              <a:extLst>
                <a:ext uri="{FF2B5EF4-FFF2-40B4-BE49-F238E27FC236}">
                  <a16:creationId xmlns:a16="http://schemas.microsoft.com/office/drawing/2014/main" id="{ECFE9E57-57DA-BC4F-A248-66151ADE41F2}"/>
                </a:ext>
              </a:extLst>
            </p:cNvPr>
            <p:cNvSpPr/>
            <p:nvPr/>
          </p:nvSpPr>
          <p:spPr>
            <a:xfrm flipH="1">
              <a:off x="3844197" y="4931002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6" name="Freeform 645">
              <a:extLst>
                <a:ext uri="{FF2B5EF4-FFF2-40B4-BE49-F238E27FC236}">
                  <a16:creationId xmlns:a16="http://schemas.microsoft.com/office/drawing/2014/main" id="{B6981B39-5303-504E-9819-6C19F1D40A47}"/>
                </a:ext>
              </a:extLst>
            </p:cNvPr>
            <p:cNvSpPr/>
            <p:nvPr/>
          </p:nvSpPr>
          <p:spPr>
            <a:xfrm>
              <a:off x="3143905" y="4924807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7" name="Rectangle 646">
              <a:extLst>
                <a:ext uri="{FF2B5EF4-FFF2-40B4-BE49-F238E27FC236}">
                  <a16:creationId xmlns:a16="http://schemas.microsoft.com/office/drawing/2014/main" id="{3C04EE6C-25D9-F24A-A5B8-4A0C798B9FBA}"/>
                </a:ext>
              </a:extLst>
            </p:cNvPr>
            <p:cNvSpPr/>
            <p:nvPr/>
          </p:nvSpPr>
          <p:spPr>
            <a:xfrm>
              <a:off x="3767700" y="4062884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8" name="Freeform 647">
              <a:extLst>
                <a:ext uri="{FF2B5EF4-FFF2-40B4-BE49-F238E27FC236}">
                  <a16:creationId xmlns:a16="http://schemas.microsoft.com/office/drawing/2014/main" id="{644C3CEE-02AC-4D41-A2AE-3E744D11DDC4}"/>
                </a:ext>
              </a:extLst>
            </p:cNvPr>
            <p:cNvSpPr/>
            <p:nvPr/>
          </p:nvSpPr>
          <p:spPr>
            <a:xfrm rot="20572658">
              <a:off x="2947836" y="3576215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9" name="Freeform 648">
              <a:extLst>
                <a:ext uri="{FF2B5EF4-FFF2-40B4-BE49-F238E27FC236}">
                  <a16:creationId xmlns:a16="http://schemas.microsoft.com/office/drawing/2014/main" id="{4869ACF1-0FA2-9549-906A-09CAA92ECECE}"/>
                </a:ext>
              </a:extLst>
            </p:cNvPr>
            <p:cNvSpPr/>
            <p:nvPr/>
          </p:nvSpPr>
          <p:spPr>
            <a:xfrm rot="1007770" flipH="1">
              <a:off x="3781853" y="3574188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0" name="Freeform 649">
              <a:extLst>
                <a:ext uri="{FF2B5EF4-FFF2-40B4-BE49-F238E27FC236}">
                  <a16:creationId xmlns:a16="http://schemas.microsoft.com/office/drawing/2014/main" id="{05114F20-2EFB-5B48-B95C-A579D626BCF4}"/>
                </a:ext>
              </a:extLst>
            </p:cNvPr>
            <p:cNvSpPr/>
            <p:nvPr/>
          </p:nvSpPr>
          <p:spPr>
            <a:xfrm>
              <a:off x="3201977" y="5914417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1" name="Freeform 650">
              <a:extLst>
                <a:ext uri="{FF2B5EF4-FFF2-40B4-BE49-F238E27FC236}">
                  <a16:creationId xmlns:a16="http://schemas.microsoft.com/office/drawing/2014/main" id="{8FDEBA26-2D56-B249-9041-2821EBC6A191}"/>
                </a:ext>
              </a:extLst>
            </p:cNvPr>
            <p:cNvSpPr/>
            <p:nvPr/>
          </p:nvSpPr>
          <p:spPr>
            <a:xfrm rot="21085137">
              <a:off x="3242730" y="5940712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2" name="Freeform 651">
              <a:extLst>
                <a:ext uri="{FF2B5EF4-FFF2-40B4-BE49-F238E27FC236}">
                  <a16:creationId xmlns:a16="http://schemas.microsoft.com/office/drawing/2014/main" id="{74D7EB9F-8E82-F844-BDDF-0F13AACF388C}"/>
                </a:ext>
              </a:extLst>
            </p:cNvPr>
            <p:cNvSpPr/>
            <p:nvPr/>
          </p:nvSpPr>
          <p:spPr>
            <a:xfrm>
              <a:off x="3536299" y="5914417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3" name="Freeform 652">
              <a:extLst>
                <a:ext uri="{FF2B5EF4-FFF2-40B4-BE49-F238E27FC236}">
                  <a16:creationId xmlns:a16="http://schemas.microsoft.com/office/drawing/2014/main" id="{824DF0F9-968F-DD4B-B99E-AE02C6FA71CE}"/>
                </a:ext>
              </a:extLst>
            </p:cNvPr>
            <p:cNvSpPr/>
            <p:nvPr/>
          </p:nvSpPr>
          <p:spPr>
            <a:xfrm>
              <a:off x="3659998" y="5914413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4" name="Freeform 653">
              <a:extLst>
                <a:ext uri="{FF2B5EF4-FFF2-40B4-BE49-F238E27FC236}">
                  <a16:creationId xmlns:a16="http://schemas.microsoft.com/office/drawing/2014/main" id="{E3CB4874-FE02-6441-AF4A-443CF3C00270}"/>
                </a:ext>
              </a:extLst>
            </p:cNvPr>
            <p:cNvSpPr/>
            <p:nvPr/>
          </p:nvSpPr>
          <p:spPr>
            <a:xfrm flipH="1">
              <a:off x="3836371" y="5925676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Freeform 654">
              <a:extLst>
                <a:ext uri="{FF2B5EF4-FFF2-40B4-BE49-F238E27FC236}">
                  <a16:creationId xmlns:a16="http://schemas.microsoft.com/office/drawing/2014/main" id="{C098B7FF-0EFD-AB45-AD87-DF045911A57B}"/>
                </a:ext>
              </a:extLst>
            </p:cNvPr>
            <p:cNvSpPr/>
            <p:nvPr/>
          </p:nvSpPr>
          <p:spPr>
            <a:xfrm rot="21085137" flipH="1">
              <a:off x="3923701" y="5886901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Freeform 655">
              <a:extLst>
                <a:ext uri="{FF2B5EF4-FFF2-40B4-BE49-F238E27FC236}">
                  <a16:creationId xmlns:a16="http://schemas.microsoft.com/office/drawing/2014/main" id="{2DFD1781-6CD4-9F4A-A567-AE374D655967}"/>
                </a:ext>
              </a:extLst>
            </p:cNvPr>
            <p:cNvSpPr/>
            <p:nvPr/>
          </p:nvSpPr>
          <p:spPr>
            <a:xfrm flipH="1">
              <a:off x="3840496" y="5914414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Freeform 656">
              <a:extLst>
                <a:ext uri="{FF2B5EF4-FFF2-40B4-BE49-F238E27FC236}">
                  <a16:creationId xmlns:a16="http://schemas.microsoft.com/office/drawing/2014/main" id="{F3BD61F8-FD7A-DD44-B497-E7D9D4D079F3}"/>
                </a:ext>
              </a:extLst>
            </p:cNvPr>
            <p:cNvSpPr/>
            <p:nvPr/>
          </p:nvSpPr>
          <p:spPr>
            <a:xfrm flipH="1">
              <a:off x="3834262" y="5925677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8" name="Rectangle 657">
              <a:extLst>
                <a:ext uri="{FF2B5EF4-FFF2-40B4-BE49-F238E27FC236}">
                  <a16:creationId xmlns:a16="http://schemas.microsoft.com/office/drawing/2014/main" id="{17C83E14-0584-9147-BB70-64B58F6DE15E}"/>
                </a:ext>
              </a:extLst>
            </p:cNvPr>
            <p:cNvSpPr/>
            <p:nvPr/>
          </p:nvSpPr>
          <p:spPr>
            <a:xfrm>
              <a:off x="3796803" y="3055802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59" name="Group 658">
            <a:extLst>
              <a:ext uri="{FF2B5EF4-FFF2-40B4-BE49-F238E27FC236}">
                <a16:creationId xmlns:a16="http://schemas.microsoft.com/office/drawing/2014/main" id="{43078D53-3D8B-824E-ACBB-11826674D492}"/>
              </a:ext>
            </a:extLst>
          </p:cNvPr>
          <p:cNvGrpSpPr/>
          <p:nvPr/>
        </p:nvGrpSpPr>
        <p:grpSpPr>
          <a:xfrm>
            <a:off x="1072380" y="5838816"/>
            <a:ext cx="164592" cy="102827"/>
            <a:chOff x="2536206" y="2915069"/>
            <a:chExt cx="1909533" cy="4291899"/>
          </a:xfrm>
        </p:grpSpPr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4312A0AE-6966-A343-B5F6-087983AE1400}"/>
                </a:ext>
              </a:extLst>
            </p:cNvPr>
            <p:cNvSpPr/>
            <p:nvPr/>
          </p:nvSpPr>
          <p:spPr>
            <a:xfrm>
              <a:off x="3392358" y="2915069"/>
              <a:ext cx="212904" cy="2249347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1" name="Freeform 660">
              <a:extLst>
                <a:ext uri="{FF2B5EF4-FFF2-40B4-BE49-F238E27FC236}">
                  <a16:creationId xmlns:a16="http://schemas.microsoft.com/office/drawing/2014/main" id="{FB8B37BB-A1BB-5041-8B69-AAE89FC01685}"/>
                </a:ext>
              </a:extLst>
            </p:cNvPr>
            <p:cNvSpPr/>
            <p:nvPr/>
          </p:nvSpPr>
          <p:spPr>
            <a:xfrm>
              <a:off x="2536206" y="5140238"/>
              <a:ext cx="875024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2" name="Freeform 661">
              <a:extLst>
                <a:ext uri="{FF2B5EF4-FFF2-40B4-BE49-F238E27FC236}">
                  <a16:creationId xmlns:a16="http://schemas.microsoft.com/office/drawing/2014/main" id="{284A65EB-B6EE-F94E-84DE-C6E3D72AA894}"/>
                </a:ext>
              </a:extLst>
            </p:cNvPr>
            <p:cNvSpPr/>
            <p:nvPr/>
          </p:nvSpPr>
          <p:spPr>
            <a:xfrm rot="21085137">
              <a:off x="2597881" y="5171839"/>
              <a:ext cx="1082192" cy="79652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3" name="Freeform 662">
              <a:extLst>
                <a:ext uri="{FF2B5EF4-FFF2-40B4-BE49-F238E27FC236}">
                  <a16:creationId xmlns:a16="http://schemas.microsoft.com/office/drawing/2014/main" id="{ECE60F5B-5610-7141-A10E-FDDB4914D5F4}"/>
                </a:ext>
              </a:extLst>
            </p:cNvPr>
            <p:cNvSpPr/>
            <p:nvPr/>
          </p:nvSpPr>
          <p:spPr>
            <a:xfrm>
              <a:off x="3042161" y="5140238"/>
              <a:ext cx="544828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4" name="Freeform 663">
              <a:extLst>
                <a:ext uri="{FF2B5EF4-FFF2-40B4-BE49-F238E27FC236}">
                  <a16:creationId xmlns:a16="http://schemas.microsoft.com/office/drawing/2014/main" id="{FE76B479-3D4A-AD46-9145-9F64C7799C6C}"/>
                </a:ext>
              </a:extLst>
            </p:cNvPr>
            <p:cNvSpPr/>
            <p:nvPr/>
          </p:nvSpPr>
          <p:spPr>
            <a:xfrm>
              <a:off x="3229363" y="5140229"/>
              <a:ext cx="282222" cy="81181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Freeform 664">
              <a:extLst>
                <a:ext uri="{FF2B5EF4-FFF2-40B4-BE49-F238E27FC236}">
                  <a16:creationId xmlns:a16="http://schemas.microsoft.com/office/drawing/2014/main" id="{05591FD6-4229-EA44-9553-B81BC2103436}"/>
                </a:ext>
              </a:extLst>
            </p:cNvPr>
            <p:cNvSpPr/>
            <p:nvPr/>
          </p:nvSpPr>
          <p:spPr>
            <a:xfrm flipH="1">
              <a:off x="3496283" y="5153771"/>
              <a:ext cx="841802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Freeform 665">
              <a:extLst>
                <a:ext uri="{FF2B5EF4-FFF2-40B4-BE49-F238E27FC236}">
                  <a16:creationId xmlns:a16="http://schemas.microsoft.com/office/drawing/2014/main" id="{C350FFCF-B54B-CC4E-B311-D98D465AA006}"/>
                </a:ext>
              </a:extLst>
            </p:cNvPr>
            <p:cNvSpPr/>
            <p:nvPr/>
          </p:nvSpPr>
          <p:spPr>
            <a:xfrm rot="21085137" flipH="1">
              <a:off x="3628445" y="5107170"/>
              <a:ext cx="817294" cy="78252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Freeform 666">
              <a:extLst>
                <a:ext uri="{FF2B5EF4-FFF2-40B4-BE49-F238E27FC236}">
                  <a16:creationId xmlns:a16="http://schemas.microsoft.com/office/drawing/2014/main" id="{72A6B1F5-988D-C84F-ACFB-3FB7C4CC3104}"/>
                </a:ext>
              </a:extLst>
            </p:cNvPr>
            <p:cNvSpPr/>
            <p:nvPr/>
          </p:nvSpPr>
          <p:spPr>
            <a:xfrm flipH="1">
              <a:off x="3502527" y="5140229"/>
              <a:ext cx="524141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8" name="Freeform 667">
              <a:extLst>
                <a:ext uri="{FF2B5EF4-FFF2-40B4-BE49-F238E27FC236}">
                  <a16:creationId xmlns:a16="http://schemas.microsoft.com/office/drawing/2014/main" id="{82A649A1-7BBE-B043-940B-05069A115738}"/>
                </a:ext>
              </a:extLst>
            </p:cNvPr>
            <p:cNvSpPr/>
            <p:nvPr/>
          </p:nvSpPr>
          <p:spPr>
            <a:xfrm flipH="1">
              <a:off x="3493096" y="6425989"/>
              <a:ext cx="271513" cy="7809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9" name="Group 668">
            <a:extLst>
              <a:ext uri="{FF2B5EF4-FFF2-40B4-BE49-F238E27FC236}">
                <a16:creationId xmlns:a16="http://schemas.microsoft.com/office/drawing/2014/main" id="{08AE0519-8CBA-8140-BDDD-D44FA0E83439}"/>
              </a:ext>
            </a:extLst>
          </p:cNvPr>
          <p:cNvGrpSpPr/>
          <p:nvPr/>
        </p:nvGrpSpPr>
        <p:grpSpPr>
          <a:xfrm>
            <a:off x="1258851" y="5803549"/>
            <a:ext cx="200739" cy="118066"/>
            <a:chOff x="2536206" y="2915069"/>
            <a:chExt cx="1909533" cy="3053292"/>
          </a:xfrm>
        </p:grpSpPr>
        <p:sp>
          <p:nvSpPr>
            <p:cNvPr id="670" name="Rectangle 669">
              <a:extLst>
                <a:ext uri="{FF2B5EF4-FFF2-40B4-BE49-F238E27FC236}">
                  <a16:creationId xmlns:a16="http://schemas.microsoft.com/office/drawing/2014/main" id="{34BBDE16-601A-7147-995F-0354821AC2ED}"/>
                </a:ext>
              </a:extLst>
            </p:cNvPr>
            <p:cNvSpPr/>
            <p:nvPr/>
          </p:nvSpPr>
          <p:spPr>
            <a:xfrm>
              <a:off x="3392358" y="2915069"/>
              <a:ext cx="212904" cy="2249347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1" name="Freeform 670">
              <a:extLst>
                <a:ext uri="{FF2B5EF4-FFF2-40B4-BE49-F238E27FC236}">
                  <a16:creationId xmlns:a16="http://schemas.microsoft.com/office/drawing/2014/main" id="{50D95636-18EF-D244-92E9-AB58927F0B2B}"/>
                </a:ext>
              </a:extLst>
            </p:cNvPr>
            <p:cNvSpPr/>
            <p:nvPr/>
          </p:nvSpPr>
          <p:spPr>
            <a:xfrm>
              <a:off x="2536206" y="5140238"/>
              <a:ext cx="875024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2" name="Freeform 671">
              <a:extLst>
                <a:ext uri="{FF2B5EF4-FFF2-40B4-BE49-F238E27FC236}">
                  <a16:creationId xmlns:a16="http://schemas.microsoft.com/office/drawing/2014/main" id="{3DDC0E2B-A541-D448-B77A-145CF561D214}"/>
                </a:ext>
              </a:extLst>
            </p:cNvPr>
            <p:cNvSpPr/>
            <p:nvPr/>
          </p:nvSpPr>
          <p:spPr>
            <a:xfrm rot="21085137">
              <a:off x="2597881" y="5171839"/>
              <a:ext cx="1082192" cy="79652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3" name="Freeform 672">
              <a:extLst>
                <a:ext uri="{FF2B5EF4-FFF2-40B4-BE49-F238E27FC236}">
                  <a16:creationId xmlns:a16="http://schemas.microsoft.com/office/drawing/2014/main" id="{D2F5E353-0688-064A-84E2-166AFCBD9923}"/>
                </a:ext>
              </a:extLst>
            </p:cNvPr>
            <p:cNvSpPr/>
            <p:nvPr/>
          </p:nvSpPr>
          <p:spPr>
            <a:xfrm>
              <a:off x="3042161" y="5140238"/>
              <a:ext cx="544828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4" name="Freeform 673">
              <a:extLst>
                <a:ext uri="{FF2B5EF4-FFF2-40B4-BE49-F238E27FC236}">
                  <a16:creationId xmlns:a16="http://schemas.microsoft.com/office/drawing/2014/main" id="{8AFE82D5-E4A0-2345-AA7A-8974E5E7D488}"/>
                </a:ext>
              </a:extLst>
            </p:cNvPr>
            <p:cNvSpPr/>
            <p:nvPr/>
          </p:nvSpPr>
          <p:spPr>
            <a:xfrm>
              <a:off x="3229363" y="5140229"/>
              <a:ext cx="282222" cy="81181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Freeform 674">
              <a:extLst>
                <a:ext uri="{FF2B5EF4-FFF2-40B4-BE49-F238E27FC236}">
                  <a16:creationId xmlns:a16="http://schemas.microsoft.com/office/drawing/2014/main" id="{00543B7D-70CF-704E-81FE-46878570AA19}"/>
                </a:ext>
              </a:extLst>
            </p:cNvPr>
            <p:cNvSpPr/>
            <p:nvPr/>
          </p:nvSpPr>
          <p:spPr>
            <a:xfrm flipH="1">
              <a:off x="3496283" y="5153771"/>
              <a:ext cx="841802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Freeform 675">
              <a:extLst>
                <a:ext uri="{FF2B5EF4-FFF2-40B4-BE49-F238E27FC236}">
                  <a16:creationId xmlns:a16="http://schemas.microsoft.com/office/drawing/2014/main" id="{80A6A393-D6BC-514D-AD2A-4D5ED33AE26A}"/>
                </a:ext>
              </a:extLst>
            </p:cNvPr>
            <p:cNvSpPr/>
            <p:nvPr/>
          </p:nvSpPr>
          <p:spPr>
            <a:xfrm rot="21085137" flipH="1">
              <a:off x="3628445" y="5107170"/>
              <a:ext cx="817294" cy="78252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Freeform 676">
              <a:extLst>
                <a:ext uri="{FF2B5EF4-FFF2-40B4-BE49-F238E27FC236}">
                  <a16:creationId xmlns:a16="http://schemas.microsoft.com/office/drawing/2014/main" id="{C63A2F1F-8549-A748-BA2A-C8C0F68D53A9}"/>
                </a:ext>
              </a:extLst>
            </p:cNvPr>
            <p:cNvSpPr/>
            <p:nvPr/>
          </p:nvSpPr>
          <p:spPr>
            <a:xfrm flipH="1">
              <a:off x="3502527" y="5140229"/>
              <a:ext cx="524141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8" name="Freeform 677">
              <a:extLst>
                <a:ext uri="{FF2B5EF4-FFF2-40B4-BE49-F238E27FC236}">
                  <a16:creationId xmlns:a16="http://schemas.microsoft.com/office/drawing/2014/main" id="{1200D30D-1D4F-2346-B2AC-A1801F301D38}"/>
                </a:ext>
              </a:extLst>
            </p:cNvPr>
            <p:cNvSpPr/>
            <p:nvPr/>
          </p:nvSpPr>
          <p:spPr>
            <a:xfrm flipH="1">
              <a:off x="3493092" y="5153771"/>
              <a:ext cx="271508" cy="78098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79" name="Group 678">
            <a:extLst>
              <a:ext uri="{FF2B5EF4-FFF2-40B4-BE49-F238E27FC236}">
                <a16:creationId xmlns:a16="http://schemas.microsoft.com/office/drawing/2014/main" id="{09E4196F-5BF3-1D47-A2B2-0F411D8905CD}"/>
              </a:ext>
            </a:extLst>
          </p:cNvPr>
          <p:cNvGrpSpPr/>
          <p:nvPr/>
        </p:nvGrpSpPr>
        <p:grpSpPr>
          <a:xfrm>
            <a:off x="3910572" y="4466675"/>
            <a:ext cx="915159" cy="1714659"/>
            <a:chOff x="6613401" y="2803295"/>
            <a:chExt cx="2879972" cy="3910084"/>
          </a:xfrm>
        </p:grpSpPr>
        <p:sp>
          <p:nvSpPr>
            <p:cNvPr id="680" name="Arc 679">
              <a:extLst>
                <a:ext uri="{FF2B5EF4-FFF2-40B4-BE49-F238E27FC236}">
                  <a16:creationId xmlns:a16="http://schemas.microsoft.com/office/drawing/2014/main" id="{4D7BF192-BB37-5341-B5DD-AA5A479E1223}"/>
                </a:ext>
              </a:extLst>
            </p:cNvPr>
            <p:cNvSpPr/>
            <p:nvPr/>
          </p:nvSpPr>
          <p:spPr>
            <a:xfrm>
              <a:off x="6613401" y="2949428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1" name="Arc 680">
              <a:extLst>
                <a:ext uri="{FF2B5EF4-FFF2-40B4-BE49-F238E27FC236}">
                  <a16:creationId xmlns:a16="http://schemas.microsoft.com/office/drawing/2014/main" id="{F68E38FD-457E-0B47-90A0-88B07D71B716}"/>
                </a:ext>
              </a:extLst>
            </p:cNvPr>
            <p:cNvSpPr/>
            <p:nvPr/>
          </p:nvSpPr>
          <p:spPr>
            <a:xfrm rot="1338627">
              <a:off x="6671221" y="2804681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2" name="Rectangle 681">
              <a:extLst>
                <a:ext uri="{FF2B5EF4-FFF2-40B4-BE49-F238E27FC236}">
                  <a16:creationId xmlns:a16="http://schemas.microsoft.com/office/drawing/2014/main" id="{800AA02A-8BFD-3D4F-99A4-C36876EA4087}"/>
                </a:ext>
              </a:extLst>
            </p:cNvPr>
            <p:cNvSpPr/>
            <p:nvPr/>
          </p:nvSpPr>
          <p:spPr>
            <a:xfrm>
              <a:off x="7992182" y="2805809"/>
              <a:ext cx="58909" cy="373291"/>
            </a:xfrm>
            <a:prstGeom prst="rect">
              <a:avLst/>
            </a:prstGeom>
            <a:solidFill>
              <a:srgbClr val="FFEB1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3" name="Arc 682">
              <a:extLst>
                <a:ext uri="{FF2B5EF4-FFF2-40B4-BE49-F238E27FC236}">
                  <a16:creationId xmlns:a16="http://schemas.microsoft.com/office/drawing/2014/main" id="{CF14EC26-CC45-9849-BA7A-6313B1827DF7}"/>
                </a:ext>
              </a:extLst>
            </p:cNvPr>
            <p:cNvSpPr/>
            <p:nvPr/>
          </p:nvSpPr>
          <p:spPr>
            <a:xfrm flipH="1">
              <a:off x="8067956" y="2954566"/>
              <a:ext cx="1224347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4" name="Arc 683">
              <a:extLst>
                <a:ext uri="{FF2B5EF4-FFF2-40B4-BE49-F238E27FC236}">
                  <a16:creationId xmlns:a16="http://schemas.microsoft.com/office/drawing/2014/main" id="{49466B62-1FF4-3F47-B57B-49C36B109AAA}"/>
                </a:ext>
              </a:extLst>
            </p:cNvPr>
            <p:cNvSpPr/>
            <p:nvPr/>
          </p:nvSpPr>
          <p:spPr>
            <a:xfrm rot="20295794" flipH="1">
              <a:off x="7998347" y="2803295"/>
              <a:ext cx="1495026" cy="432629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Freeform 684">
              <a:extLst>
                <a:ext uri="{FF2B5EF4-FFF2-40B4-BE49-F238E27FC236}">
                  <a16:creationId xmlns:a16="http://schemas.microsoft.com/office/drawing/2014/main" id="{1FE452ED-2F8D-CB4F-9F34-CC16A429710C}"/>
                </a:ext>
              </a:extLst>
            </p:cNvPr>
            <p:cNvSpPr/>
            <p:nvPr/>
          </p:nvSpPr>
          <p:spPr>
            <a:xfrm flipH="1">
              <a:off x="8032877" y="5040891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Freeform 685">
              <a:extLst>
                <a:ext uri="{FF2B5EF4-FFF2-40B4-BE49-F238E27FC236}">
                  <a16:creationId xmlns:a16="http://schemas.microsoft.com/office/drawing/2014/main" id="{D34C403F-8E44-D948-B70C-AC1F7E76A6C7}"/>
                </a:ext>
              </a:extLst>
            </p:cNvPr>
            <p:cNvSpPr/>
            <p:nvPr/>
          </p:nvSpPr>
          <p:spPr>
            <a:xfrm>
              <a:off x="7332585" y="5034696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Rectangle 686">
              <a:extLst>
                <a:ext uri="{FF2B5EF4-FFF2-40B4-BE49-F238E27FC236}">
                  <a16:creationId xmlns:a16="http://schemas.microsoft.com/office/drawing/2014/main" id="{98ECB4EB-D184-BC4F-8E1F-7845F51054EF}"/>
                </a:ext>
              </a:extLst>
            </p:cNvPr>
            <p:cNvSpPr/>
            <p:nvPr/>
          </p:nvSpPr>
          <p:spPr>
            <a:xfrm>
              <a:off x="7956380" y="4172773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8" name="Freeform 687">
              <a:extLst>
                <a:ext uri="{FF2B5EF4-FFF2-40B4-BE49-F238E27FC236}">
                  <a16:creationId xmlns:a16="http://schemas.microsoft.com/office/drawing/2014/main" id="{C9D218FA-EE8B-1949-8763-467321CBCB6F}"/>
                </a:ext>
              </a:extLst>
            </p:cNvPr>
            <p:cNvSpPr/>
            <p:nvPr/>
          </p:nvSpPr>
          <p:spPr>
            <a:xfrm>
              <a:off x="6958374" y="4226483"/>
              <a:ext cx="1013509" cy="24226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9" name="Freeform 688">
              <a:extLst>
                <a:ext uri="{FF2B5EF4-FFF2-40B4-BE49-F238E27FC236}">
                  <a16:creationId xmlns:a16="http://schemas.microsoft.com/office/drawing/2014/main" id="{1977C4D6-EFF0-BD44-AEF1-195276138FAD}"/>
                </a:ext>
              </a:extLst>
            </p:cNvPr>
            <p:cNvSpPr/>
            <p:nvPr/>
          </p:nvSpPr>
          <p:spPr>
            <a:xfrm flipH="1">
              <a:off x="8067957" y="4220216"/>
              <a:ext cx="1065946" cy="25479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0" name="Freeform 689">
              <a:extLst>
                <a:ext uri="{FF2B5EF4-FFF2-40B4-BE49-F238E27FC236}">
                  <a16:creationId xmlns:a16="http://schemas.microsoft.com/office/drawing/2014/main" id="{7C76A0C1-D6FE-664F-A39B-CA0D72965AE0}"/>
                </a:ext>
              </a:extLst>
            </p:cNvPr>
            <p:cNvSpPr/>
            <p:nvPr/>
          </p:nvSpPr>
          <p:spPr>
            <a:xfrm rot="20572658">
              <a:off x="7136516" y="3686104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Freeform 690">
              <a:extLst>
                <a:ext uri="{FF2B5EF4-FFF2-40B4-BE49-F238E27FC236}">
                  <a16:creationId xmlns:a16="http://schemas.microsoft.com/office/drawing/2014/main" id="{15654E36-C501-D14A-AAB2-F5D915F8CE0C}"/>
                </a:ext>
              </a:extLst>
            </p:cNvPr>
            <p:cNvSpPr/>
            <p:nvPr/>
          </p:nvSpPr>
          <p:spPr>
            <a:xfrm rot="1007770" flipH="1">
              <a:off x="7970533" y="3684077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2" name="Freeform 691">
              <a:extLst>
                <a:ext uri="{FF2B5EF4-FFF2-40B4-BE49-F238E27FC236}">
                  <a16:creationId xmlns:a16="http://schemas.microsoft.com/office/drawing/2014/main" id="{1AB6B7AC-614A-4747-A834-493D5E0DE959}"/>
                </a:ext>
              </a:extLst>
            </p:cNvPr>
            <p:cNvSpPr/>
            <p:nvPr/>
          </p:nvSpPr>
          <p:spPr>
            <a:xfrm>
              <a:off x="7390657" y="6024306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3" name="Freeform 692">
              <a:extLst>
                <a:ext uri="{FF2B5EF4-FFF2-40B4-BE49-F238E27FC236}">
                  <a16:creationId xmlns:a16="http://schemas.microsoft.com/office/drawing/2014/main" id="{F751A9FE-7761-1E42-9A4B-64169F77A90C}"/>
                </a:ext>
              </a:extLst>
            </p:cNvPr>
            <p:cNvSpPr/>
            <p:nvPr/>
          </p:nvSpPr>
          <p:spPr>
            <a:xfrm rot="21085137">
              <a:off x="7431410" y="6050601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4" name="Freeform 693">
              <a:extLst>
                <a:ext uri="{FF2B5EF4-FFF2-40B4-BE49-F238E27FC236}">
                  <a16:creationId xmlns:a16="http://schemas.microsoft.com/office/drawing/2014/main" id="{C918A311-6AE3-2A4F-89EC-D3F402D1ABE8}"/>
                </a:ext>
              </a:extLst>
            </p:cNvPr>
            <p:cNvSpPr/>
            <p:nvPr/>
          </p:nvSpPr>
          <p:spPr>
            <a:xfrm>
              <a:off x="7724979" y="6024306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5" name="Freeform 694">
              <a:extLst>
                <a:ext uri="{FF2B5EF4-FFF2-40B4-BE49-F238E27FC236}">
                  <a16:creationId xmlns:a16="http://schemas.microsoft.com/office/drawing/2014/main" id="{4B97B1A2-DD1E-F64F-9A6D-C8A0A1F431E6}"/>
                </a:ext>
              </a:extLst>
            </p:cNvPr>
            <p:cNvSpPr/>
            <p:nvPr/>
          </p:nvSpPr>
          <p:spPr>
            <a:xfrm>
              <a:off x="7848678" y="6024302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6" name="Freeform 695">
              <a:extLst>
                <a:ext uri="{FF2B5EF4-FFF2-40B4-BE49-F238E27FC236}">
                  <a16:creationId xmlns:a16="http://schemas.microsoft.com/office/drawing/2014/main" id="{259725A8-F8F8-084A-A92A-0F566983F3EF}"/>
                </a:ext>
              </a:extLst>
            </p:cNvPr>
            <p:cNvSpPr/>
            <p:nvPr/>
          </p:nvSpPr>
          <p:spPr>
            <a:xfrm flipH="1">
              <a:off x="8025051" y="6035565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7" name="Freeform 696">
              <a:extLst>
                <a:ext uri="{FF2B5EF4-FFF2-40B4-BE49-F238E27FC236}">
                  <a16:creationId xmlns:a16="http://schemas.microsoft.com/office/drawing/2014/main" id="{3004B20E-005F-DB4B-9610-E0DC7DDD596C}"/>
                </a:ext>
              </a:extLst>
            </p:cNvPr>
            <p:cNvSpPr/>
            <p:nvPr/>
          </p:nvSpPr>
          <p:spPr>
            <a:xfrm rot="21085137" flipH="1">
              <a:off x="8112381" y="5996790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8" name="Freeform 697">
              <a:extLst>
                <a:ext uri="{FF2B5EF4-FFF2-40B4-BE49-F238E27FC236}">
                  <a16:creationId xmlns:a16="http://schemas.microsoft.com/office/drawing/2014/main" id="{D0C82D00-08C7-5F4C-8885-517F0992C682}"/>
                </a:ext>
              </a:extLst>
            </p:cNvPr>
            <p:cNvSpPr/>
            <p:nvPr/>
          </p:nvSpPr>
          <p:spPr>
            <a:xfrm flipH="1">
              <a:off x="8029176" y="6024303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9" name="Freeform 698">
              <a:extLst>
                <a:ext uri="{FF2B5EF4-FFF2-40B4-BE49-F238E27FC236}">
                  <a16:creationId xmlns:a16="http://schemas.microsoft.com/office/drawing/2014/main" id="{9F93BA91-FF37-AA4C-8DCA-BAFD38E9D359}"/>
                </a:ext>
              </a:extLst>
            </p:cNvPr>
            <p:cNvSpPr/>
            <p:nvPr/>
          </p:nvSpPr>
          <p:spPr>
            <a:xfrm flipH="1">
              <a:off x="8022942" y="6035566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0" name="Freeform 699">
              <a:extLst>
                <a:ext uri="{FF2B5EF4-FFF2-40B4-BE49-F238E27FC236}">
                  <a16:creationId xmlns:a16="http://schemas.microsoft.com/office/drawing/2014/main" id="{B95CBAA1-2015-A94A-ABA1-F417B775CB1E}"/>
                </a:ext>
              </a:extLst>
            </p:cNvPr>
            <p:cNvSpPr/>
            <p:nvPr/>
          </p:nvSpPr>
          <p:spPr>
            <a:xfrm flipV="1">
              <a:off x="7377524" y="3273858"/>
              <a:ext cx="655353" cy="16645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73A63D">
                    <a:shade val="30000"/>
                    <a:satMod val="115000"/>
                  </a:srgbClr>
                </a:gs>
                <a:gs pos="50000">
                  <a:srgbClr val="73A63D">
                    <a:shade val="67500"/>
                    <a:satMod val="115000"/>
                  </a:srgbClr>
                </a:gs>
                <a:gs pos="100000">
                  <a:srgbClr val="73A63D">
                    <a:shade val="100000"/>
                    <a:satMod val="115000"/>
                  </a:srgbClr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Freeform 700">
              <a:extLst>
                <a:ext uri="{FF2B5EF4-FFF2-40B4-BE49-F238E27FC236}">
                  <a16:creationId xmlns:a16="http://schemas.microsoft.com/office/drawing/2014/main" id="{AAB6E30D-4137-464E-8DFD-D17DEEBC9B12}"/>
                </a:ext>
              </a:extLst>
            </p:cNvPr>
            <p:cNvSpPr/>
            <p:nvPr/>
          </p:nvSpPr>
          <p:spPr>
            <a:xfrm flipH="1" flipV="1">
              <a:off x="7999083" y="3284834"/>
              <a:ext cx="561437" cy="14260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Rectangle 701">
              <a:extLst>
                <a:ext uri="{FF2B5EF4-FFF2-40B4-BE49-F238E27FC236}">
                  <a16:creationId xmlns:a16="http://schemas.microsoft.com/office/drawing/2014/main" id="{3B7AA04C-4E27-3A4C-BD0C-71EC6701BC73}"/>
                </a:ext>
              </a:extLst>
            </p:cNvPr>
            <p:cNvSpPr/>
            <p:nvPr/>
          </p:nvSpPr>
          <p:spPr>
            <a:xfrm>
              <a:off x="7985483" y="3165691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03" name="Group 702">
            <a:extLst>
              <a:ext uri="{FF2B5EF4-FFF2-40B4-BE49-F238E27FC236}">
                <a16:creationId xmlns:a16="http://schemas.microsoft.com/office/drawing/2014/main" id="{E64EDCFB-1E38-0B47-A1B9-D12E5957ED7F}"/>
              </a:ext>
            </a:extLst>
          </p:cNvPr>
          <p:cNvGrpSpPr/>
          <p:nvPr/>
        </p:nvGrpSpPr>
        <p:grpSpPr>
          <a:xfrm>
            <a:off x="3966909" y="4320943"/>
            <a:ext cx="1163495" cy="1920787"/>
            <a:chOff x="6613401" y="2803295"/>
            <a:chExt cx="2879972" cy="3910084"/>
          </a:xfrm>
        </p:grpSpPr>
        <p:sp>
          <p:nvSpPr>
            <p:cNvPr id="704" name="Arc 703">
              <a:extLst>
                <a:ext uri="{FF2B5EF4-FFF2-40B4-BE49-F238E27FC236}">
                  <a16:creationId xmlns:a16="http://schemas.microsoft.com/office/drawing/2014/main" id="{11B7FCCA-C0ED-354E-B5EA-0F3D86CDD6A7}"/>
                </a:ext>
              </a:extLst>
            </p:cNvPr>
            <p:cNvSpPr/>
            <p:nvPr/>
          </p:nvSpPr>
          <p:spPr>
            <a:xfrm>
              <a:off x="6613401" y="2949428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5" name="Arc 704">
              <a:extLst>
                <a:ext uri="{FF2B5EF4-FFF2-40B4-BE49-F238E27FC236}">
                  <a16:creationId xmlns:a16="http://schemas.microsoft.com/office/drawing/2014/main" id="{01D1AA8A-12A7-424F-AAB6-1623A8438443}"/>
                </a:ext>
              </a:extLst>
            </p:cNvPr>
            <p:cNvSpPr/>
            <p:nvPr/>
          </p:nvSpPr>
          <p:spPr>
            <a:xfrm rot="1338627">
              <a:off x="6671221" y="2804681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6" name="Rectangle 705">
              <a:extLst>
                <a:ext uri="{FF2B5EF4-FFF2-40B4-BE49-F238E27FC236}">
                  <a16:creationId xmlns:a16="http://schemas.microsoft.com/office/drawing/2014/main" id="{9047F93D-D838-CA41-8FD7-555870B79F72}"/>
                </a:ext>
              </a:extLst>
            </p:cNvPr>
            <p:cNvSpPr/>
            <p:nvPr/>
          </p:nvSpPr>
          <p:spPr>
            <a:xfrm>
              <a:off x="7992182" y="2805809"/>
              <a:ext cx="58909" cy="373291"/>
            </a:xfrm>
            <a:prstGeom prst="rect">
              <a:avLst/>
            </a:prstGeom>
            <a:solidFill>
              <a:srgbClr val="FFEB1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7" name="Arc 706">
              <a:extLst>
                <a:ext uri="{FF2B5EF4-FFF2-40B4-BE49-F238E27FC236}">
                  <a16:creationId xmlns:a16="http://schemas.microsoft.com/office/drawing/2014/main" id="{B3E2C6EB-3EB7-FF46-9BE4-FA09C8A1E4A7}"/>
                </a:ext>
              </a:extLst>
            </p:cNvPr>
            <p:cNvSpPr/>
            <p:nvPr/>
          </p:nvSpPr>
          <p:spPr>
            <a:xfrm flipH="1">
              <a:off x="8067956" y="2954566"/>
              <a:ext cx="1224347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8" name="Arc 707">
              <a:extLst>
                <a:ext uri="{FF2B5EF4-FFF2-40B4-BE49-F238E27FC236}">
                  <a16:creationId xmlns:a16="http://schemas.microsoft.com/office/drawing/2014/main" id="{539C1726-F751-0D42-BB3C-6391D018167C}"/>
                </a:ext>
              </a:extLst>
            </p:cNvPr>
            <p:cNvSpPr/>
            <p:nvPr/>
          </p:nvSpPr>
          <p:spPr>
            <a:xfrm rot="20295794" flipH="1">
              <a:off x="7998347" y="2803295"/>
              <a:ext cx="1495026" cy="432629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9" name="Freeform 708">
              <a:extLst>
                <a:ext uri="{FF2B5EF4-FFF2-40B4-BE49-F238E27FC236}">
                  <a16:creationId xmlns:a16="http://schemas.microsoft.com/office/drawing/2014/main" id="{3ED4A08A-DFC3-8E42-B3F2-E76C2D563232}"/>
                </a:ext>
              </a:extLst>
            </p:cNvPr>
            <p:cNvSpPr/>
            <p:nvPr/>
          </p:nvSpPr>
          <p:spPr>
            <a:xfrm flipH="1">
              <a:off x="8032877" y="5040891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0" name="Freeform 709">
              <a:extLst>
                <a:ext uri="{FF2B5EF4-FFF2-40B4-BE49-F238E27FC236}">
                  <a16:creationId xmlns:a16="http://schemas.microsoft.com/office/drawing/2014/main" id="{7FD5BE36-B86E-9B49-B58D-E75FB53C0D83}"/>
                </a:ext>
              </a:extLst>
            </p:cNvPr>
            <p:cNvSpPr/>
            <p:nvPr/>
          </p:nvSpPr>
          <p:spPr>
            <a:xfrm>
              <a:off x="7332585" y="5034696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1" name="Rectangle 710">
              <a:extLst>
                <a:ext uri="{FF2B5EF4-FFF2-40B4-BE49-F238E27FC236}">
                  <a16:creationId xmlns:a16="http://schemas.microsoft.com/office/drawing/2014/main" id="{DE0F1EFA-C778-834F-A453-20DB262ADAFD}"/>
                </a:ext>
              </a:extLst>
            </p:cNvPr>
            <p:cNvSpPr/>
            <p:nvPr/>
          </p:nvSpPr>
          <p:spPr>
            <a:xfrm>
              <a:off x="7956380" y="4172773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2" name="Freeform 711">
              <a:extLst>
                <a:ext uri="{FF2B5EF4-FFF2-40B4-BE49-F238E27FC236}">
                  <a16:creationId xmlns:a16="http://schemas.microsoft.com/office/drawing/2014/main" id="{9365FB50-1570-0248-B4C6-1AB0B0396CE8}"/>
                </a:ext>
              </a:extLst>
            </p:cNvPr>
            <p:cNvSpPr/>
            <p:nvPr/>
          </p:nvSpPr>
          <p:spPr>
            <a:xfrm>
              <a:off x="6958374" y="4226483"/>
              <a:ext cx="1013509" cy="24226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3" name="Freeform 712">
              <a:extLst>
                <a:ext uri="{FF2B5EF4-FFF2-40B4-BE49-F238E27FC236}">
                  <a16:creationId xmlns:a16="http://schemas.microsoft.com/office/drawing/2014/main" id="{DFF80A13-CBDA-6346-8D57-8E6599B2FEFD}"/>
                </a:ext>
              </a:extLst>
            </p:cNvPr>
            <p:cNvSpPr/>
            <p:nvPr/>
          </p:nvSpPr>
          <p:spPr>
            <a:xfrm flipH="1">
              <a:off x="8067957" y="4220216"/>
              <a:ext cx="1065946" cy="25479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4" name="Freeform 713">
              <a:extLst>
                <a:ext uri="{FF2B5EF4-FFF2-40B4-BE49-F238E27FC236}">
                  <a16:creationId xmlns:a16="http://schemas.microsoft.com/office/drawing/2014/main" id="{80664103-3801-8942-A2E1-8CC717389005}"/>
                </a:ext>
              </a:extLst>
            </p:cNvPr>
            <p:cNvSpPr/>
            <p:nvPr/>
          </p:nvSpPr>
          <p:spPr>
            <a:xfrm rot="20572658">
              <a:off x="7136516" y="3686104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5" name="Freeform 714">
              <a:extLst>
                <a:ext uri="{FF2B5EF4-FFF2-40B4-BE49-F238E27FC236}">
                  <a16:creationId xmlns:a16="http://schemas.microsoft.com/office/drawing/2014/main" id="{5352EF63-73D2-394C-BE74-74C04163E035}"/>
                </a:ext>
              </a:extLst>
            </p:cNvPr>
            <p:cNvSpPr/>
            <p:nvPr/>
          </p:nvSpPr>
          <p:spPr>
            <a:xfrm rot="1007770" flipH="1">
              <a:off x="7970533" y="3684077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6" name="Freeform 715">
              <a:extLst>
                <a:ext uri="{FF2B5EF4-FFF2-40B4-BE49-F238E27FC236}">
                  <a16:creationId xmlns:a16="http://schemas.microsoft.com/office/drawing/2014/main" id="{4AE863A1-9325-5345-A18F-E4347E6528A1}"/>
                </a:ext>
              </a:extLst>
            </p:cNvPr>
            <p:cNvSpPr/>
            <p:nvPr/>
          </p:nvSpPr>
          <p:spPr>
            <a:xfrm>
              <a:off x="7390657" y="6024306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7" name="Freeform 716">
              <a:extLst>
                <a:ext uri="{FF2B5EF4-FFF2-40B4-BE49-F238E27FC236}">
                  <a16:creationId xmlns:a16="http://schemas.microsoft.com/office/drawing/2014/main" id="{180CD7FE-8F2A-FC43-B4DF-CDD76E6C48BE}"/>
                </a:ext>
              </a:extLst>
            </p:cNvPr>
            <p:cNvSpPr/>
            <p:nvPr/>
          </p:nvSpPr>
          <p:spPr>
            <a:xfrm rot="21085137">
              <a:off x="7431410" y="6050601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8" name="Freeform 717">
              <a:extLst>
                <a:ext uri="{FF2B5EF4-FFF2-40B4-BE49-F238E27FC236}">
                  <a16:creationId xmlns:a16="http://schemas.microsoft.com/office/drawing/2014/main" id="{5137116B-057A-8149-B085-D603349D94C4}"/>
                </a:ext>
              </a:extLst>
            </p:cNvPr>
            <p:cNvSpPr/>
            <p:nvPr/>
          </p:nvSpPr>
          <p:spPr>
            <a:xfrm>
              <a:off x="7724979" y="6024306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9" name="Freeform 718">
              <a:extLst>
                <a:ext uri="{FF2B5EF4-FFF2-40B4-BE49-F238E27FC236}">
                  <a16:creationId xmlns:a16="http://schemas.microsoft.com/office/drawing/2014/main" id="{A4B5692A-3006-9645-9DED-CF52A6C221E2}"/>
                </a:ext>
              </a:extLst>
            </p:cNvPr>
            <p:cNvSpPr/>
            <p:nvPr/>
          </p:nvSpPr>
          <p:spPr>
            <a:xfrm>
              <a:off x="7848678" y="6024302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0" name="Freeform 719">
              <a:extLst>
                <a:ext uri="{FF2B5EF4-FFF2-40B4-BE49-F238E27FC236}">
                  <a16:creationId xmlns:a16="http://schemas.microsoft.com/office/drawing/2014/main" id="{91F85884-3202-A64C-8DB3-BD18EB3E948A}"/>
                </a:ext>
              </a:extLst>
            </p:cNvPr>
            <p:cNvSpPr/>
            <p:nvPr/>
          </p:nvSpPr>
          <p:spPr>
            <a:xfrm flipH="1">
              <a:off x="8025051" y="6035565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1" name="Freeform 720">
              <a:extLst>
                <a:ext uri="{FF2B5EF4-FFF2-40B4-BE49-F238E27FC236}">
                  <a16:creationId xmlns:a16="http://schemas.microsoft.com/office/drawing/2014/main" id="{68A836B7-B237-9F40-9100-C4E770EEC2BE}"/>
                </a:ext>
              </a:extLst>
            </p:cNvPr>
            <p:cNvSpPr/>
            <p:nvPr/>
          </p:nvSpPr>
          <p:spPr>
            <a:xfrm rot="21085137" flipH="1">
              <a:off x="8112381" y="5996790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2" name="Freeform 721">
              <a:extLst>
                <a:ext uri="{FF2B5EF4-FFF2-40B4-BE49-F238E27FC236}">
                  <a16:creationId xmlns:a16="http://schemas.microsoft.com/office/drawing/2014/main" id="{00C19CEE-2080-EA4A-B1D2-AB421AB14955}"/>
                </a:ext>
              </a:extLst>
            </p:cNvPr>
            <p:cNvSpPr/>
            <p:nvPr/>
          </p:nvSpPr>
          <p:spPr>
            <a:xfrm flipH="1">
              <a:off x="8029176" y="6024303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3" name="Freeform 722">
              <a:extLst>
                <a:ext uri="{FF2B5EF4-FFF2-40B4-BE49-F238E27FC236}">
                  <a16:creationId xmlns:a16="http://schemas.microsoft.com/office/drawing/2014/main" id="{93BC5C21-7D3B-FA41-B3F7-C72548722E86}"/>
                </a:ext>
              </a:extLst>
            </p:cNvPr>
            <p:cNvSpPr/>
            <p:nvPr/>
          </p:nvSpPr>
          <p:spPr>
            <a:xfrm flipH="1">
              <a:off x="8022942" y="6035566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4" name="Freeform 723">
              <a:extLst>
                <a:ext uri="{FF2B5EF4-FFF2-40B4-BE49-F238E27FC236}">
                  <a16:creationId xmlns:a16="http://schemas.microsoft.com/office/drawing/2014/main" id="{F8D314DD-F837-F248-B8D8-6411B258705E}"/>
                </a:ext>
              </a:extLst>
            </p:cNvPr>
            <p:cNvSpPr/>
            <p:nvPr/>
          </p:nvSpPr>
          <p:spPr>
            <a:xfrm flipV="1">
              <a:off x="7377524" y="3273858"/>
              <a:ext cx="655353" cy="16645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73A63D">
                    <a:shade val="30000"/>
                    <a:satMod val="115000"/>
                  </a:srgbClr>
                </a:gs>
                <a:gs pos="50000">
                  <a:srgbClr val="73A63D">
                    <a:shade val="67500"/>
                    <a:satMod val="115000"/>
                  </a:srgbClr>
                </a:gs>
                <a:gs pos="100000">
                  <a:srgbClr val="73A63D">
                    <a:shade val="100000"/>
                    <a:satMod val="115000"/>
                  </a:srgbClr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5" name="Freeform 724">
              <a:extLst>
                <a:ext uri="{FF2B5EF4-FFF2-40B4-BE49-F238E27FC236}">
                  <a16:creationId xmlns:a16="http://schemas.microsoft.com/office/drawing/2014/main" id="{E715FC74-7DF8-8D46-B2DC-0DB5EBBEF84A}"/>
                </a:ext>
              </a:extLst>
            </p:cNvPr>
            <p:cNvSpPr/>
            <p:nvPr/>
          </p:nvSpPr>
          <p:spPr>
            <a:xfrm flipH="1" flipV="1">
              <a:off x="7999083" y="3284834"/>
              <a:ext cx="561437" cy="14260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6" name="Rectangle 725">
              <a:extLst>
                <a:ext uri="{FF2B5EF4-FFF2-40B4-BE49-F238E27FC236}">
                  <a16:creationId xmlns:a16="http://schemas.microsoft.com/office/drawing/2014/main" id="{A838166C-EDB8-7044-9DD7-24D5E178C248}"/>
                </a:ext>
              </a:extLst>
            </p:cNvPr>
            <p:cNvSpPr/>
            <p:nvPr/>
          </p:nvSpPr>
          <p:spPr>
            <a:xfrm>
              <a:off x="7985483" y="3165691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27" name="Group 726">
            <a:extLst>
              <a:ext uri="{FF2B5EF4-FFF2-40B4-BE49-F238E27FC236}">
                <a16:creationId xmlns:a16="http://schemas.microsoft.com/office/drawing/2014/main" id="{1E62BB21-2F8C-C548-84C4-92AE136D6DD9}"/>
              </a:ext>
            </a:extLst>
          </p:cNvPr>
          <p:cNvGrpSpPr/>
          <p:nvPr/>
        </p:nvGrpSpPr>
        <p:grpSpPr>
          <a:xfrm>
            <a:off x="3990160" y="4309057"/>
            <a:ext cx="1068773" cy="1980229"/>
            <a:chOff x="6613401" y="2803295"/>
            <a:chExt cx="2879972" cy="3910084"/>
          </a:xfrm>
        </p:grpSpPr>
        <p:sp>
          <p:nvSpPr>
            <p:cNvPr id="728" name="Arc 727">
              <a:extLst>
                <a:ext uri="{FF2B5EF4-FFF2-40B4-BE49-F238E27FC236}">
                  <a16:creationId xmlns:a16="http://schemas.microsoft.com/office/drawing/2014/main" id="{82335A9C-1D5E-7A47-8D92-C5EAE38198DA}"/>
                </a:ext>
              </a:extLst>
            </p:cNvPr>
            <p:cNvSpPr/>
            <p:nvPr/>
          </p:nvSpPr>
          <p:spPr>
            <a:xfrm>
              <a:off x="6613401" y="2949428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9" name="Arc 728">
              <a:extLst>
                <a:ext uri="{FF2B5EF4-FFF2-40B4-BE49-F238E27FC236}">
                  <a16:creationId xmlns:a16="http://schemas.microsoft.com/office/drawing/2014/main" id="{34B81643-A756-6B4C-B181-098276B58EB3}"/>
                </a:ext>
              </a:extLst>
            </p:cNvPr>
            <p:cNvSpPr/>
            <p:nvPr/>
          </p:nvSpPr>
          <p:spPr>
            <a:xfrm rot="1338627">
              <a:off x="6671221" y="2804681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0" name="Rectangle 729">
              <a:extLst>
                <a:ext uri="{FF2B5EF4-FFF2-40B4-BE49-F238E27FC236}">
                  <a16:creationId xmlns:a16="http://schemas.microsoft.com/office/drawing/2014/main" id="{54B2E429-9E3F-584D-8E13-D012FDC542E2}"/>
                </a:ext>
              </a:extLst>
            </p:cNvPr>
            <p:cNvSpPr/>
            <p:nvPr/>
          </p:nvSpPr>
          <p:spPr>
            <a:xfrm>
              <a:off x="7992182" y="2805809"/>
              <a:ext cx="58909" cy="373291"/>
            </a:xfrm>
            <a:prstGeom prst="rect">
              <a:avLst/>
            </a:prstGeom>
            <a:solidFill>
              <a:srgbClr val="FFEB1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1" name="Arc 730">
              <a:extLst>
                <a:ext uri="{FF2B5EF4-FFF2-40B4-BE49-F238E27FC236}">
                  <a16:creationId xmlns:a16="http://schemas.microsoft.com/office/drawing/2014/main" id="{FA7296E5-FB0F-5044-AB5C-30B01B54D041}"/>
                </a:ext>
              </a:extLst>
            </p:cNvPr>
            <p:cNvSpPr/>
            <p:nvPr/>
          </p:nvSpPr>
          <p:spPr>
            <a:xfrm flipH="1">
              <a:off x="8067956" y="2954566"/>
              <a:ext cx="1224347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2" name="Arc 731">
              <a:extLst>
                <a:ext uri="{FF2B5EF4-FFF2-40B4-BE49-F238E27FC236}">
                  <a16:creationId xmlns:a16="http://schemas.microsoft.com/office/drawing/2014/main" id="{D6D3D4F2-F35F-344D-9DAD-FC5278BA9634}"/>
                </a:ext>
              </a:extLst>
            </p:cNvPr>
            <p:cNvSpPr/>
            <p:nvPr/>
          </p:nvSpPr>
          <p:spPr>
            <a:xfrm rot="20295794" flipH="1">
              <a:off x="7998347" y="2803295"/>
              <a:ext cx="1495026" cy="432629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3" name="Freeform 732">
              <a:extLst>
                <a:ext uri="{FF2B5EF4-FFF2-40B4-BE49-F238E27FC236}">
                  <a16:creationId xmlns:a16="http://schemas.microsoft.com/office/drawing/2014/main" id="{D2C76966-0BD5-5F4A-B477-FF3C0AFD2F0A}"/>
                </a:ext>
              </a:extLst>
            </p:cNvPr>
            <p:cNvSpPr/>
            <p:nvPr/>
          </p:nvSpPr>
          <p:spPr>
            <a:xfrm flipH="1">
              <a:off x="8032877" y="5040891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4" name="Freeform 733">
              <a:extLst>
                <a:ext uri="{FF2B5EF4-FFF2-40B4-BE49-F238E27FC236}">
                  <a16:creationId xmlns:a16="http://schemas.microsoft.com/office/drawing/2014/main" id="{0AAFF183-D11F-D54D-A6D5-9DF3A914B900}"/>
                </a:ext>
              </a:extLst>
            </p:cNvPr>
            <p:cNvSpPr/>
            <p:nvPr/>
          </p:nvSpPr>
          <p:spPr>
            <a:xfrm>
              <a:off x="7332585" y="5034696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5" name="Rectangle 734">
              <a:extLst>
                <a:ext uri="{FF2B5EF4-FFF2-40B4-BE49-F238E27FC236}">
                  <a16:creationId xmlns:a16="http://schemas.microsoft.com/office/drawing/2014/main" id="{B695E1B6-BAA3-C343-8313-C11DEFC2ADDF}"/>
                </a:ext>
              </a:extLst>
            </p:cNvPr>
            <p:cNvSpPr/>
            <p:nvPr/>
          </p:nvSpPr>
          <p:spPr>
            <a:xfrm>
              <a:off x="7956380" y="4172773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6" name="Freeform 735">
              <a:extLst>
                <a:ext uri="{FF2B5EF4-FFF2-40B4-BE49-F238E27FC236}">
                  <a16:creationId xmlns:a16="http://schemas.microsoft.com/office/drawing/2014/main" id="{05099BB9-D64E-F444-BC90-93DDF9D8AF60}"/>
                </a:ext>
              </a:extLst>
            </p:cNvPr>
            <p:cNvSpPr/>
            <p:nvPr/>
          </p:nvSpPr>
          <p:spPr>
            <a:xfrm>
              <a:off x="6958374" y="4226483"/>
              <a:ext cx="1013509" cy="24226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7" name="Freeform 736">
              <a:extLst>
                <a:ext uri="{FF2B5EF4-FFF2-40B4-BE49-F238E27FC236}">
                  <a16:creationId xmlns:a16="http://schemas.microsoft.com/office/drawing/2014/main" id="{3DB3220F-1A60-8141-80BD-0781DC67D010}"/>
                </a:ext>
              </a:extLst>
            </p:cNvPr>
            <p:cNvSpPr/>
            <p:nvPr/>
          </p:nvSpPr>
          <p:spPr>
            <a:xfrm flipH="1">
              <a:off x="8067957" y="4220216"/>
              <a:ext cx="1065946" cy="25479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8" name="Freeform 737">
              <a:extLst>
                <a:ext uri="{FF2B5EF4-FFF2-40B4-BE49-F238E27FC236}">
                  <a16:creationId xmlns:a16="http://schemas.microsoft.com/office/drawing/2014/main" id="{A417DF76-A8B7-0C41-9E1B-AD283766AE9F}"/>
                </a:ext>
              </a:extLst>
            </p:cNvPr>
            <p:cNvSpPr/>
            <p:nvPr/>
          </p:nvSpPr>
          <p:spPr>
            <a:xfrm rot="20572658">
              <a:off x="7136516" y="3686104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9" name="Freeform 738">
              <a:extLst>
                <a:ext uri="{FF2B5EF4-FFF2-40B4-BE49-F238E27FC236}">
                  <a16:creationId xmlns:a16="http://schemas.microsoft.com/office/drawing/2014/main" id="{286954A2-2E99-5946-85F6-3D7386E345DE}"/>
                </a:ext>
              </a:extLst>
            </p:cNvPr>
            <p:cNvSpPr/>
            <p:nvPr/>
          </p:nvSpPr>
          <p:spPr>
            <a:xfrm rot="1007770" flipH="1">
              <a:off x="7970533" y="3684077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0" name="Freeform 739">
              <a:extLst>
                <a:ext uri="{FF2B5EF4-FFF2-40B4-BE49-F238E27FC236}">
                  <a16:creationId xmlns:a16="http://schemas.microsoft.com/office/drawing/2014/main" id="{41C7A8E6-953C-B24B-AEE6-27B486271E7F}"/>
                </a:ext>
              </a:extLst>
            </p:cNvPr>
            <p:cNvSpPr/>
            <p:nvPr/>
          </p:nvSpPr>
          <p:spPr>
            <a:xfrm>
              <a:off x="7390657" y="6024306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1" name="Freeform 740">
              <a:extLst>
                <a:ext uri="{FF2B5EF4-FFF2-40B4-BE49-F238E27FC236}">
                  <a16:creationId xmlns:a16="http://schemas.microsoft.com/office/drawing/2014/main" id="{3C9285CE-33B9-9442-B653-181AF691B6B8}"/>
                </a:ext>
              </a:extLst>
            </p:cNvPr>
            <p:cNvSpPr/>
            <p:nvPr/>
          </p:nvSpPr>
          <p:spPr>
            <a:xfrm rot="21085137">
              <a:off x="7431410" y="6050601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2" name="Freeform 741">
              <a:extLst>
                <a:ext uri="{FF2B5EF4-FFF2-40B4-BE49-F238E27FC236}">
                  <a16:creationId xmlns:a16="http://schemas.microsoft.com/office/drawing/2014/main" id="{8A2D0C14-1874-2B42-A5FB-5E358248E8F6}"/>
                </a:ext>
              </a:extLst>
            </p:cNvPr>
            <p:cNvSpPr/>
            <p:nvPr/>
          </p:nvSpPr>
          <p:spPr>
            <a:xfrm>
              <a:off x="7724979" y="6024306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3" name="Freeform 742">
              <a:extLst>
                <a:ext uri="{FF2B5EF4-FFF2-40B4-BE49-F238E27FC236}">
                  <a16:creationId xmlns:a16="http://schemas.microsoft.com/office/drawing/2014/main" id="{162B6EB1-04E3-9748-975B-F214D5693603}"/>
                </a:ext>
              </a:extLst>
            </p:cNvPr>
            <p:cNvSpPr/>
            <p:nvPr/>
          </p:nvSpPr>
          <p:spPr>
            <a:xfrm>
              <a:off x="7848678" y="6024302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4" name="Freeform 743">
              <a:extLst>
                <a:ext uri="{FF2B5EF4-FFF2-40B4-BE49-F238E27FC236}">
                  <a16:creationId xmlns:a16="http://schemas.microsoft.com/office/drawing/2014/main" id="{4A22861E-4F19-EC4F-BA91-3936772C6557}"/>
                </a:ext>
              </a:extLst>
            </p:cNvPr>
            <p:cNvSpPr/>
            <p:nvPr/>
          </p:nvSpPr>
          <p:spPr>
            <a:xfrm flipH="1">
              <a:off x="8025051" y="6035565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5" name="Freeform 744">
              <a:extLst>
                <a:ext uri="{FF2B5EF4-FFF2-40B4-BE49-F238E27FC236}">
                  <a16:creationId xmlns:a16="http://schemas.microsoft.com/office/drawing/2014/main" id="{98474254-5DDE-F64C-864D-58B780BF61C2}"/>
                </a:ext>
              </a:extLst>
            </p:cNvPr>
            <p:cNvSpPr/>
            <p:nvPr/>
          </p:nvSpPr>
          <p:spPr>
            <a:xfrm rot="21085137" flipH="1">
              <a:off x="8112381" y="5996790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6" name="Freeform 745">
              <a:extLst>
                <a:ext uri="{FF2B5EF4-FFF2-40B4-BE49-F238E27FC236}">
                  <a16:creationId xmlns:a16="http://schemas.microsoft.com/office/drawing/2014/main" id="{2AA055D1-ED1A-794F-A34D-23409B75D528}"/>
                </a:ext>
              </a:extLst>
            </p:cNvPr>
            <p:cNvSpPr/>
            <p:nvPr/>
          </p:nvSpPr>
          <p:spPr>
            <a:xfrm flipH="1">
              <a:off x="8029176" y="6024303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7" name="Freeform 746">
              <a:extLst>
                <a:ext uri="{FF2B5EF4-FFF2-40B4-BE49-F238E27FC236}">
                  <a16:creationId xmlns:a16="http://schemas.microsoft.com/office/drawing/2014/main" id="{DA7F5C55-9093-C24C-893C-E52033E61241}"/>
                </a:ext>
              </a:extLst>
            </p:cNvPr>
            <p:cNvSpPr/>
            <p:nvPr/>
          </p:nvSpPr>
          <p:spPr>
            <a:xfrm flipH="1">
              <a:off x="8022942" y="6035566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8" name="Freeform 747">
              <a:extLst>
                <a:ext uri="{FF2B5EF4-FFF2-40B4-BE49-F238E27FC236}">
                  <a16:creationId xmlns:a16="http://schemas.microsoft.com/office/drawing/2014/main" id="{704593D1-4301-A74A-947C-751593387270}"/>
                </a:ext>
              </a:extLst>
            </p:cNvPr>
            <p:cNvSpPr/>
            <p:nvPr/>
          </p:nvSpPr>
          <p:spPr>
            <a:xfrm flipV="1">
              <a:off x="7377524" y="3273858"/>
              <a:ext cx="655353" cy="16645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73A63D">
                    <a:shade val="30000"/>
                    <a:satMod val="115000"/>
                  </a:srgbClr>
                </a:gs>
                <a:gs pos="50000">
                  <a:srgbClr val="73A63D">
                    <a:shade val="67500"/>
                    <a:satMod val="115000"/>
                  </a:srgbClr>
                </a:gs>
                <a:gs pos="100000">
                  <a:srgbClr val="73A63D">
                    <a:shade val="100000"/>
                    <a:satMod val="115000"/>
                  </a:srgbClr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9" name="Freeform 748">
              <a:extLst>
                <a:ext uri="{FF2B5EF4-FFF2-40B4-BE49-F238E27FC236}">
                  <a16:creationId xmlns:a16="http://schemas.microsoft.com/office/drawing/2014/main" id="{B53D3071-C3CE-EA46-AE37-9243D35066DB}"/>
                </a:ext>
              </a:extLst>
            </p:cNvPr>
            <p:cNvSpPr/>
            <p:nvPr/>
          </p:nvSpPr>
          <p:spPr>
            <a:xfrm flipH="1" flipV="1">
              <a:off x="7999083" y="3284834"/>
              <a:ext cx="561437" cy="14260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0" name="Rectangle 749">
              <a:extLst>
                <a:ext uri="{FF2B5EF4-FFF2-40B4-BE49-F238E27FC236}">
                  <a16:creationId xmlns:a16="http://schemas.microsoft.com/office/drawing/2014/main" id="{EBABF5A5-0B5B-2947-9DEB-9AC8839A2D5F}"/>
                </a:ext>
              </a:extLst>
            </p:cNvPr>
            <p:cNvSpPr/>
            <p:nvPr/>
          </p:nvSpPr>
          <p:spPr>
            <a:xfrm>
              <a:off x="7985483" y="3165691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51" name="Group 750">
            <a:extLst>
              <a:ext uri="{FF2B5EF4-FFF2-40B4-BE49-F238E27FC236}">
                <a16:creationId xmlns:a16="http://schemas.microsoft.com/office/drawing/2014/main" id="{A00F4FB2-3D77-3C4B-ABD6-425D6EEDFFE6}"/>
              </a:ext>
            </a:extLst>
          </p:cNvPr>
          <p:cNvGrpSpPr/>
          <p:nvPr/>
        </p:nvGrpSpPr>
        <p:grpSpPr>
          <a:xfrm>
            <a:off x="4200949" y="4217880"/>
            <a:ext cx="1150593" cy="1968064"/>
            <a:chOff x="6613401" y="2803295"/>
            <a:chExt cx="2879972" cy="3910084"/>
          </a:xfrm>
        </p:grpSpPr>
        <p:sp>
          <p:nvSpPr>
            <p:cNvPr id="752" name="Arc 751">
              <a:extLst>
                <a:ext uri="{FF2B5EF4-FFF2-40B4-BE49-F238E27FC236}">
                  <a16:creationId xmlns:a16="http://schemas.microsoft.com/office/drawing/2014/main" id="{6CC5666B-8D82-B849-B6A0-82AA6AF8CC69}"/>
                </a:ext>
              </a:extLst>
            </p:cNvPr>
            <p:cNvSpPr/>
            <p:nvPr/>
          </p:nvSpPr>
          <p:spPr>
            <a:xfrm>
              <a:off x="6613401" y="2949428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3" name="Arc 752">
              <a:extLst>
                <a:ext uri="{FF2B5EF4-FFF2-40B4-BE49-F238E27FC236}">
                  <a16:creationId xmlns:a16="http://schemas.microsoft.com/office/drawing/2014/main" id="{5FF73955-7B0E-B24A-A413-EB1BB6851122}"/>
                </a:ext>
              </a:extLst>
            </p:cNvPr>
            <p:cNvSpPr/>
            <p:nvPr/>
          </p:nvSpPr>
          <p:spPr>
            <a:xfrm rot="1338627">
              <a:off x="6671221" y="2804681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4" name="Rectangle 753">
              <a:extLst>
                <a:ext uri="{FF2B5EF4-FFF2-40B4-BE49-F238E27FC236}">
                  <a16:creationId xmlns:a16="http://schemas.microsoft.com/office/drawing/2014/main" id="{04363EF3-929B-CA43-B62A-05F3083D9C97}"/>
                </a:ext>
              </a:extLst>
            </p:cNvPr>
            <p:cNvSpPr/>
            <p:nvPr/>
          </p:nvSpPr>
          <p:spPr>
            <a:xfrm>
              <a:off x="7992182" y="2805809"/>
              <a:ext cx="58909" cy="373291"/>
            </a:xfrm>
            <a:prstGeom prst="rect">
              <a:avLst/>
            </a:prstGeom>
            <a:solidFill>
              <a:srgbClr val="FFEB1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5" name="Arc 754">
              <a:extLst>
                <a:ext uri="{FF2B5EF4-FFF2-40B4-BE49-F238E27FC236}">
                  <a16:creationId xmlns:a16="http://schemas.microsoft.com/office/drawing/2014/main" id="{9D3F3B83-658B-5640-97C5-4162C23724EA}"/>
                </a:ext>
              </a:extLst>
            </p:cNvPr>
            <p:cNvSpPr/>
            <p:nvPr/>
          </p:nvSpPr>
          <p:spPr>
            <a:xfrm flipH="1">
              <a:off x="8067956" y="2954566"/>
              <a:ext cx="1224347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6" name="Arc 755">
              <a:extLst>
                <a:ext uri="{FF2B5EF4-FFF2-40B4-BE49-F238E27FC236}">
                  <a16:creationId xmlns:a16="http://schemas.microsoft.com/office/drawing/2014/main" id="{7C05D3D0-64F3-2943-AC62-DA6F70EAFCEA}"/>
                </a:ext>
              </a:extLst>
            </p:cNvPr>
            <p:cNvSpPr/>
            <p:nvPr/>
          </p:nvSpPr>
          <p:spPr>
            <a:xfrm rot="20295794" flipH="1">
              <a:off x="7998347" y="2803295"/>
              <a:ext cx="1495026" cy="432629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7" name="Freeform 756">
              <a:extLst>
                <a:ext uri="{FF2B5EF4-FFF2-40B4-BE49-F238E27FC236}">
                  <a16:creationId xmlns:a16="http://schemas.microsoft.com/office/drawing/2014/main" id="{97CFF23D-8AE7-6D44-925C-EA38BCBFBD11}"/>
                </a:ext>
              </a:extLst>
            </p:cNvPr>
            <p:cNvSpPr/>
            <p:nvPr/>
          </p:nvSpPr>
          <p:spPr>
            <a:xfrm flipH="1">
              <a:off x="8032877" y="5040891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8" name="Freeform 757">
              <a:extLst>
                <a:ext uri="{FF2B5EF4-FFF2-40B4-BE49-F238E27FC236}">
                  <a16:creationId xmlns:a16="http://schemas.microsoft.com/office/drawing/2014/main" id="{DB270762-C470-A44A-8536-8CF96CB6F7DD}"/>
                </a:ext>
              </a:extLst>
            </p:cNvPr>
            <p:cNvSpPr/>
            <p:nvPr/>
          </p:nvSpPr>
          <p:spPr>
            <a:xfrm>
              <a:off x="7332585" y="5034696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9" name="Rectangle 758">
              <a:extLst>
                <a:ext uri="{FF2B5EF4-FFF2-40B4-BE49-F238E27FC236}">
                  <a16:creationId xmlns:a16="http://schemas.microsoft.com/office/drawing/2014/main" id="{BE37B795-9957-BD4C-922D-8BC2ACE370FB}"/>
                </a:ext>
              </a:extLst>
            </p:cNvPr>
            <p:cNvSpPr/>
            <p:nvPr/>
          </p:nvSpPr>
          <p:spPr>
            <a:xfrm>
              <a:off x="7956380" y="4172773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0" name="Freeform 759">
              <a:extLst>
                <a:ext uri="{FF2B5EF4-FFF2-40B4-BE49-F238E27FC236}">
                  <a16:creationId xmlns:a16="http://schemas.microsoft.com/office/drawing/2014/main" id="{4AE5B7EA-9469-EA43-AF0B-33912438A155}"/>
                </a:ext>
              </a:extLst>
            </p:cNvPr>
            <p:cNvSpPr/>
            <p:nvPr/>
          </p:nvSpPr>
          <p:spPr>
            <a:xfrm>
              <a:off x="6958374" y="4226483"/>
              <a:ext cx="1013509" cy="24226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1" name="Freeform 760">
              <a:extLst>
                <a:ext uri="{FF2B5EF4-FFF2-40B4-BE49-F238E27FC236}">
                  <a16:creationId xmlns:a16="http://schemas.microsoft.com/office/drawing/2014/main" id="{EE36F814-5EDF-8240-A9EA-478B992B24A2}"/>
                </a:ext>
              </a:extLst>
            </p:cNvPr>
            <p:cNvSpPr/>
            <p:nvPr/>
          </p:nvSpPr>
          <p:spPr>
            <a:xfrm flipH="1">
              <a:off x="8067957" y="4220216"/>
              <a:ext cx="1065946" cy="25479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2" name="Freeform 761">
              <a:extLst>
                <a:ext uri="{FF2B5EF4-FFF2-40B4-BE49-F238E27FC236}">
                  <a16:creationId xmlns:a16="http://schemas.microsoft.com/office/drawing/2014/main" id="{2C063C3E-ABDD-2246-9AEB-5963D7B3155C}"/>
                </a:ext>
              </a:extLst>
            </p:cNvPr>
            <p:cNvSpPr/>
            <p:nvPr/>
          </p:nvSpPr>
          <p:spPr>
            <a:xfrm rot="20572658">
              <a:off x="7136516" y="3686104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3" name="Freeform 762">
              <a:extLst>
                <a:ext uri="{FF2B5EF4-FFF2-40B4-BE49-F238E27FC236}">
                  <a16:creationId xmlns:a16="http://schemas.microsoft.com/office/drawing/2014/main" id="{30419CC4-F7F1-9049-9276-CF80BE8DC31C}"/>
                </a:ext>
              </a:extLst>
            </p:cNvPr>
            <p:cNvSpPr/>
            <p:nvPr/>
          </p:nvSpPr>
          <p:spPr>
            <a:xfrm rot="1007770" flipH="1">
              <a:off x="7970533" y="3684077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4" name="Freeform 763">
              <a:extLst>
                <a:ext uri="{FF2B5EF4-FFF2-40B4-BE49-F238E27FC236}">
                  <a16:creationId xmlns:a16="http://schemas.microsoft.com/office/drawing/2014/main" id="{DC308630-A40B-B342-8822-D0718CF19284}"/>
                </a:ext>
              </a:extLst>
            </p:cNvPr>
            <p:cNvSpPr/>
            <p:nvPr/>
          </p:nvSpPr>
          <p:spPr>
            <a:xfrm>
              <a:off x="7390657" y="6024306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5" name="Freeform 764">
              <a:extLst>
                <a:ext uri="{FF2B5EF4-FFF2-40B4-BE49-F238E27FC236}">
                  <a16:creationId xmlns:a16="http://schemas.microsoft.com/office/drawing/2014/main" id="{540ED4D3-8C27-B442-96F9-F9D8FE6EE4EC}"/>
                </a:ext>
              </a:extLst>
            </p:cNvPr>
            <p:cNvSpPr/>
            <p:nvPr/>
          </p:nvSpPr>
          <p:spPr>
            <a:xfrm rot="21085137">
              <a:off x="7431410" y="6050601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6" name="Freeform 765">
              <a:extLst>
                <a:ext uri="{FF2B5EF4-FFF2-40B4-BE49-F238E27FC236}">
                  <a16:creationId xmlns:a16="http://schemas.microsoft.com/office/drawing/2014/main" id="{A289976A-8563-BF4C-A629-FB2D013BA060}"/>
                </a:ext>
              </a:extLst>
            </p:cNvPr>
            <p:cNvSpPr/>
            <p:nvPr/>
          </p:nvSpPr>
          <p:spPr>
            <a:xfrm>
              <a:off x="7724979" y="6024306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7" name="Freeform 766">
              <a:extLst>
                <a:ext uri="{FF2B5EF4-FFF2-40B4-BE49-F238E27FC236}">
                  <a16:creationId xmlns:a16="http://schemas.microsoft.com/office/drawing/2014/main" id="{674A6261-8F2A-8E47-BC52-2C095AC1670F}"/>
                </a:ext>
              </a:extLst>
            </p:cNvPr>
            <p:cNvSpPr/>
            <p:nvPr/>
          </p:nvSpPr>
          <p:spPr>
            <a:xfrm>
              <a:off x="7848678" y="6024302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8" name="Freeform 767">
              <a:extLst>
                <a:ext uri="{FF2B5EF4-FFF2-40B4-BE49-F238E27FC236}">
                  <a16:creationId xmlns:a16="http://schemas.microsoft.com/office/drawing/2014/main" id="{870741AC-A4D3-CD4C-B776-CD076E13DD9B}"/>
                </a:ext>
              </a:extLst>
            </p:cNvPr>
            <p:cNvSpPr/>
            <p:nvPr/>
          </p:nvSpPr>
          <p:spPr>
            <a:xfrm flipH="1">
              <a:off x="8025051" y="6035565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9" name="Freeform 768">
              <a:extLst>
                <a:ext uri="{FF2B5EF4-FFF2-40B4-BE49-F238E27FC236}">
                  <a16:creationId xmlns:a16="http://schemas.microsoft.com/office/drawing/2014/main" id="{CC9D65E5-3DCF-774C-82AB-9C3F869A1B67}"/>
                </a:ext>
              </a:extLst>
            </p:cNvPr>
            <p:cNvSpPr/>
            <p:nvPr/>
          </p:nvSpPr>
          <p:spPr>
            <a:xfrm rot="21085137" flipH="1">
              <a:off x="8112381" y="5996790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0" name="Freeform 769">
              <a:extLst>
                <a:ext uri="{FF2B5EF4-FFF2-40B4-BE49-F238E27FC236}">
                  <a16:creationId xmlns:a16="http://schemas.microsoft.com/office/drawing/2014/main" id="{6C4CC9FC-D517-0242-A9C9-A483FD77DE08}"/>
                </a:ext>
              </a:extLst>
            </p:cNvPr>
            <p:cNvSpPr/>
            <p:nvPr/>
          </p:nvSpPr>
          <p:spPr>
            <a:xfrm flipH="1">
              <a:off x="8029176" y="6024303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1" name="Freeform 770">
              <a:extLst>
                <a:ext uri="{FF2B5EF4-FFF2-40B4-BE49-F238E27FC236}">
                  <a16:creationId xmlns:a16="http://schemas.microsoft.com/office/drawing/2014/main" id="{8EC269AA-9D32-EB46-9C22-9E86871CF866}"/>
                </a:ext>
              </a:extLst>
            </p:cNvPr>
            <p:cNvSpPr/>
            <p:nvPr/>
          </p:nvSpPr>
          <p:spPr>
            <a:xfrm flipH="1">
              <a:off x="8022942" y="6035566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2" name="Freeform 771">
              <a:extLst>
                <a:ext uri="{FF2B5EF4-FFF2-40B4-BE49-F238E27FC236}">
                  <a16:creationId xmlns:a16="http://schemas.microsoft.com/office/drawing/2014/main" id="{B8CF10E5-31F2-6143-BFD8-478B6CAB4B90}"/>
                </a:ext>
              </a:extLst>
            </p:cNvPr>
            <p:cNvSpPr/>
            <p:nvPr/>
          </p:nvSpPr>
          <p:spPr>
            <a:xfrm flipV="1">
              <a:off x="7377524" y="3273858"/>
              <a:ext cx="655353" cy="16645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73A63D">
                    <a:shade val="30000"/>
                    <a:satMod val="115000"/>
                  </a:srgbClr>
                </a:gs>
                <a:gs pos="50000">
                  <a:srgbClr val="73A63D">
                    <a:shade val="67500"/>
                    <a:satMod val="115000"/>
                  </a:srgbClr>
                </a:gs>
                <a:gs pos="100000">
                  <a:srgbClr val="73A63D">
                    <a:shade val="100000"/>
                    <a:satMod val="115000"/>
                  </a:srgbClr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3" name="Freeform 772">
              <a:extLst>
                <a:ext uri="{FF2B5EF4-FFF2-40B4-BE49-F238E27FC236}">
                  <a16:creationId xmlns:a16="http://schemas.microsoft.com/office/drawing/2014/main" id="{B59D7B83-D76E-5C4E-8D6D-3AB91C61526C}"/>
                </a:ext>
              </a:extLst>
            </p:cNvPr>
            <p:cNvSpPr/>
            <p:nvPr/>
          </p:nvSpPr>
          <p:spPr>
            <a:xfrm flipH="1" flipV="1">
              <a:off x="7999083" y="3284834"/>
              <a:ext cx="561437" cy="14260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4" name="Rectangle 773">
              <a:extLst>
                <a:ext uri="{FF2B5EF4-FFF2-40B4-BE49-F238E27FC236}">
                  <a16:creationId xmlns:a16="http://schemas.microsoft.com/office/drawing/2014/main" id="{6893D759-AA76-9048-B288-9FAF3DF36227}"/>
                </a:ext>
              </a:extLst>
            </p:cNvPr>
            <p:cNvSpPr/>
            <p:nvPr/>
          </p:nvSpPr>
          <p:spPr>
            <a:xfrm>
              <a:off x="7985483" y="3165691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775" name="Freeform 774">
            <a:extLst>
              <a:ext uri="{FF2B5EF4-FFF2-40B4-BE49-F238E27FC236}">
                <a16:creationId xmlns:a16="http://schemas.microsoft.com/office/drawing/2014/main" id="{398BB96A-5A83-C147-A120-8FD07283A386}"/>
              </a:ext>
            </a:extLst>
          </p:cNvPr>
          <p:cNvSpPr/>
          <p:nvPr/>
        </p:nvSpPr>
        <p:spPr>
          <a:xfrm rot="2971138">
            <a:off x="562828" y="5939951"/>
            <a:ext cx="158047" cy="198641"/>
          </a:xfrm>
          <a:custGeom>
            <a:avLst/>
            <a:gdLst>
              <a:gd name="connsiteX0" fmla="*/ 113288 w 712099"/>
              <a:gd name="connsiteY0" fmla="*/ 857755 h 873939"/>
              <a:gd name="connsiteX1" fmla="*/ 250853 w 712099"/>
              <a:gd name="connsiteY1" fmla="*/ 873939 h 873939"/>
              <a:gd name="connsiteX2" fmla="*/ 372233 w 712099"/>
              <a:gd name="connsiteY2" fmla="*/ 857755 h 873939"/>
              <a:gd name="connsiteX3" fmla="*/ 517890 w 712099"/>
              <a:gd name="connsiteY3" fmla="*/ 809203 h 873939"/>
              <a:gd name="connsiteX4" fmla="*/ 590718 w 712099"/>
              <a:gd name="connsiteY4" fmla="*/ 728283 h 873939"/>
              <a:gd name="connsiteX5" fmla="*/ 679731 w 712099"/>
              <a:gd name="connsiteY5" fmla="*/ 590718 h 873939"/>
              <a:gd name="connsiteX6" fmla="*/ 712099 w 712099"/>
              <a:gd name="connsiteY6" fmla="*/ 436970 h 873939"/>
              <a:gd name="connsiteX7" fmla="*/ 679731 w 712099"/>
              <a:gd name="connsiteY7" fmla="*/ 258945 h 873939"/>
              <a:gd name="connsiteX8" fmla="*/ 614994 w 712099"/>
              <a:gd name="connsiteY8" fmla="*/ 113288 h 873939"/>
              <a:gd name="connsiteX9" fmla="*/ 525982 w 712099"/>
              <a:gd name="connsiteY9" fmla="*/ 24276 h 873939"/>
              <a:gd name="connsiteX10" fmla="*/ 404601 w 712099"/>
              <a:gd name="connsiteY10" fmla="*/ 0 h 873939"/>
              <a:gd name="connsiteX11" fmla="*/ 258945 w 712099"/>
              <a:gd name="connsiteY11" fmla="*/ 8092 h 873939"/>
              <a:gd name="connsiteX12" fmla="*/ 153748 w 712099"/>
              <a:gd name="connsiteY12" fmla="*/ 64736 h 873939"/>
              <a:gd name="connsiteX13" fmla="*/ 105196 w 712099"/>
              <a:gd name="connsiteY13" fmla="*/ 153748 h 873939"/>
              <a:gd name="connsiteX14" fmla="*/ 97104 w 712099"/>
              <a:gd name="connsiteY14" fmla="*/ 250853 h 873939"/>
              <a:gd name="connsiteX15" fmla="*/ 113288 w 712099"/>
              <a:gd name="connsiteY15" fmla="*/ 356049 h 873939"/>
              <a:gd name="connsiteX16" fmla="*/ 145656 w 712099"/>
              <a:gd name="connsiteY16" fmla="*/ 453154 h 873939"/>
              <a:gd name="connsiteX17" fmla="*/ 137564 w 712099"/>
              <a:gd name="connsiteY17" fmla="*/ 574534 h 873939"/>
              <a:gd name="connsiteX18" fmla="*/ 64736 w 712099"/>
              <a:gd name="connsiteY18" fmla="*/ 647362 h 873939"/>
              <a:gd name="connsiteX19" fmla="*/ 16184 w 712099"/>
              <a:gd name="connsiteY19" fmla="*/ 712099 h 873939"/>
              <a:gd name="connsiteX20" fmla="*/ 0 w 712099"/>
              <a:gd name="connsiteY20" fmla="*/ 793019 h 873939"/>
              <a:gd name="connsiteX21" fmla="*/ 113288 w 712099"/>
              <a:gd name="connsiteY21" fmla="*/ 857755 h 873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12099" h="873939">
                <a:moveTo>
                  <a:pt x="113288" y="857755"/>
                </a:moveTo>
                <a:lnTo>
                  <a:pt x="250853" y="873939"/>
                </a:lnTo>
                <a:lnTo>
                  <a:pt x="372233" y="857755"/>
                </a:lnTo>
                <a:lnTo>
                  <a:pt x="517890" y="809203"/>
                </a:lnTo>
                <a:lnTo>
                  <a:pt x="590718" y="728283"/>
                </a:lnTo>
                <a:lnTo>
                  <a:pt x="679731" y="590718"/>
                </a:lnTo>
                <a:lnTo>
                  <a:pt x="712099" y="436970"/>
                </a:lnTo>
                <a:lnTo>
                  <a:pt x="679731" y="258945"/>
                </a:lnTo>
                <a:lnTo>
                  <a:pt x="614994" y="113288"/>
                </a:lnTo>
                <a:lnTo>
                  <a:pt x="525982" y="24276"/>
                </a:lnTo>
                <a:lnTo>
                  <a:pt x="404601" y="0"/>
                </a:lnTo>
                <a:lnTo>
                  <a:pt x="258945" y="8092"/>
                </a:lnTo>
                <a:lnTo>
                  <a:pt x="153748" y="64736"/>
                </a:lnTo>
                <a:lnTo>
                  <a:pt x="105196" y="153748"/>
                </a:lnTo>
                <a:lnTo>
                  <a:pt x="97104" y="250853"/>
                </a:lnTo>
                <a:lnTo>
                  <a:pt x="113288" y="356049"/>
                </a:lnTo>
                <a:lnTo>
                  <a:pt x="145656" y="453154"/>
                </a:lnTo>
                <a:lnTo>
                  <a:pt x="137564" y="574534"/>
                </a:lnTo>
                <a:lnTo>
                  <a:pt x="64736" y="647362"/>
                </a:lnTo>
                <a:lnTo>
                  <a:pt x="16184" y="712099"/>
                </a:lnTo>
                <a:lnTo>
                  <a:pt x="0" y="793019"/>
                </a:lnTo>
                <a:lnTo>
                  <a:pt x="113288" y="857755"/>
                </a:lnTo>
                <a:close/>
              </a:path>
            </a:pathLst>
          </a:custGeom>
          <a:solidFill>
            <a:srgbClr val="9452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776" name="Group 775">
            <a:extLst>
              <a:ext uri="{FF2B5EF4-FFF2-40B4-BE49-F238E27FC236}">
                <a16:creationId xmlns:a16="http://schemas.microsoft.com/office/drawing/2014/main" id="{FBA1335B-C1F7-864F-AC39-677DFF87C5F0}"/>
              </a:ext>
            </a:extLst>
          </p:cNvPr>
          <p:cNvGrpSpPr/>
          <p:nvPr/>
        </p:nvGrpSpPr>
        <p:grpSpPr>
          <a:xfrm>
            <a:off x="784242" y="5920540"/>
            <a:ext cx="189254" cy="153260"/>
            <a:chOff x="579445" y="246002"/>
            <a:chExt cx="1722367" cy="1917003"/>
          </a:xfrm>
        </p:grpSpPr>
        <p:sp>
          <p:nvSpPr>
            <p:cNvPr id="777" name="Freeform 776">
              <a:extLst>
                <a:ext uri="{FF2B5EF4-FFF2-40B4-BE49-F238E27FC236}">
                  <a16:creationId xmlns:a16="http://schemas.microsoft.com/office/drawing/2014/main" id="{3BDCC191-54C6-E546-94AD-75017FCF0DC6}"/>
                </a:ext>
              </a:extLst>
            </p:cNvPr>
            <p:cNvSpPr/>
            <p:nvPr/>
          </p:nvSpPr>
          <p:spPr>
            <a:xfrm rot="7625041" flipH="1">
              <a:off x="698512" y="1160277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8" name="Freeform 777">
              <a:extLst>
                <a:ext uri="{FF2B5EF4-FFF2-40B4-BE49-F238E27FC236}">
                  <a16:creationId xmlns:a16="http://schemas.microsoft.com/office/drawing/2014/main" id="{1CC20EE3-9F13-5742-AC7D-F58894A50833}"/>
                </a:ext>
              </a:extLst>
            </p:cNvPr>
            <p:cNvSpPr/>
            <p:nvPr/>
          </p:nvSpPr>
          <p:spPr>
            <a:xfrm rot="2971138" flipH="1" flipV="1">
              <a:off x="984916" y="705449"/>
              <a:ext cx="959442" cy="875199"/>
            </a:xfrm>
            <a:custGeom>
              <a:avLst/>
              <a:gdLst>
                <a:gd name="connsiteX0" fmla="*/ 113288 w 712099"/>
                <a:gd name="connsiteY0" fmla="*/ 857755 h 873939"/>
                <a:gd name="connsiteX1" fmla="*/ 250853 w 712099"/>
                <a:gd name="connsiteY1" fmla="*/ 873939 h 873939"/>
                <a:gd name="connsiteX2" fmla="*/ 372233 w 712099"/>
                <a:gd name="connsiteY2" fmla="*/ 857755 h 873939"/>
                <a:gd name="connsiteX3" fmla="*/ 517890 w 712099"/>
                <a:gd name="connsiteY3" fmla="*/ 809203 h 873939"/>
                <a:gd name="connsiteX4" fmla="*/ 590718 w 712099"/>
                <a:gd name="connsiteY4" fmla="*/ 728283 h 873939"/>
                <a:gd name="connsiteX5" fmla="*/ 679731 w 712099"/>
                <a:gd name="connsiteY5" fmla="*/ 590718 h 873939"/>
                <a:gd name="connsiteX6" fmla="*/ 712099 w 712099"/>
                <a:gd name="connsiteY6" fmla="*/ 436970 h 873939"/>
                <a:gd name="connsiteX7" fmla="*/ 679731 w 712099"/>
                <a:gd name="connsiteY7" fmla="*/ 258945 h 873939"/>
                <a:gd name="connsiteX8" fmla="*/ 614994 w 712099"/>
                <a:gd name="connsiteY8" fmla="*/ 113288 h 873939"/>
                <a:gd name="connsiteX9" fmla="*/ 525982 w 712099"/>
                <a:gd name="connsiteY9" fmla="*/ 24276 h 873939"/>
                <a:gd name="connsiteX10" fmla="*/ 404601 w 712099"/>
                <a:gd name="connsiteY10" fmla="*/ 0 h 873939"/>
                <a:gd name="connsiteX11" fmla="*/ 258945 w 712099"/>
                <a:gd name="connsiteY11" fmla="*/ 8092 h 873939"/>
                <a:gd name="connsiteX12" fmla="*/ 153748 w 712099"/>
                <a:gd name="connsiteY12" fmla="*/ 64736 h 873939"/>
                <a:gd name="connsiteX13" fmla="*/ 105196 w 712099"/>
                <a:gd name="connsiteY13" fmla="*/ 153748 h 873939"/>
                <a:gd name="connsiteX14" fmla="*/ 97104 w 712099"/>
                <a:gd name="connsiteY14" fmla="*/ 250853 h 873939"/>
                <a:gd name="connsiteX15" fmla="*/ 113288 w 712099"/>
                <a:gd name="connsiteY15" fmla="*/ 356049 h 873939"/>
                <a:gd name="connsiteX16" fmla="*/ 145656 w 712099"/>
                <a:gd name="connsiteY16" fmla="*/ 453154 h 873939"/>
                <a:gd name="connsiteX17" fmla="*/ 137564 w 712099"/>
                <a:gd name="connsiteY17" fmla="*/ 574534 h 873939"/>
                <a:gd name="connsiteX18" fmla="*/ 64736 w 712099"/>
                <a:gd name="connsiteY18" fmla="*/ 647362 h 873939"/>
                <a:gd name="connsiteX19" fmla="*/ 16184 w 712099"/>
                <a:gd name="connsiteY19" fmla="*/ 712099 h 873939"/>
                <a:gd name="connsiteX20" fmla="*/ 0 w 712099"/>
                <a:gd name="connsiteY20" fmla="*/ 793019 h 873939"/>
                <a:gd name="connsiteX21" fmla="*/ 113288 w 712099"/>
                <a:gd name="connsiteY21" fmla="*/ 857755 h 873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2099" h="873939">
                  <a:moveTo>
                    <a:pt x="113288" y="857755"/>
                  </a:moveTo>
                  <a:lnTo>
                    <a:pt x="250853" y="873939"/>
                  </a:lnTo>
                  <a:lnTo>
                    <a:pt x="372233" y="857755"/>
                  </a:lnTo>
                  <a:lnTo>
                    <a:pt x="517890" y="809203"/>
                  </a:lnTo>
                  <a:lnTo>
                    <a:pt x="590718" y="728283"/>
                  </a:lnTo>
                  <a:lnTo>
                    <a:pt x="679731" y="590718"/>
                  </a:lnTo>
                  <a:lnTo>
                    <a:pt x="712099" y="436970"/>
                  </a:lnTo>
                  <a:lnTo>
                    <a:pt x="679731" y="258945"/>
                  </a:lnTo>
                  <a:lnTo>
                    <a:pt x="614994" y="113288"/>
                  </a:lnTo>
                  <a:lnTo>
                    <a:pt x="525982" y="24276"/>
                  </a:lnTo>
                  <a:lnTo>
                    <a:pt x="404601" y="0"/>
                  </a:lnTo>
                  <a:lnTo>
                    <a:pt x="258945" y="8092"/>
                  </a:lnTo>
                  <a:lnTo>
                    <a:pt x="153748" y="64736"/>
                  </a:lnTo>
                  <a:lnTo>
                    <a:pt x="105196" y="153748"/>
                  </a:lnTo>
                  <a:lnTo>
                    <a:pt x="97104" y="250853"/>
                  </a:lnTo>
                  <a:lnTo>
                    <a:pt x="113288" y="356049"/>
                  </a:lnTo>
                  <a:lnTo>
                    <a:pt x="145656" y="453154"/>
                  </a:lnTo>
                  <a:lnTo>
                    <a:pt x="137564" y="574534"/>
                  </a:lnTo>
                  <a:lnTo>
                    <a:pt x="64736" y="647362"/>
                  </a:lnTo>
                  <a:lnTo>
                    <a:pt x="16184" y="712099"/>
                  </a:lnTo>
                  <a:lnTo>
                    <a:pt x="0" y="793019"/>
                  </a:lnTo>
                  <a:lnTo>
                    <a:pt x="113288" y="857755"/>
                  </a:lnTo>
                  <a:close/>
                </a:path>
              </a:pathLst>
            </a:custGeom>
            <a:solidFill>
              <a:srgbClr val="9452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79" name="Freeform 778">
              <a:extLst>
                <a:ext uri="{FF2B5EF4-FFF2-40B4-BE49-F238E27FC236}">
                  <a16:creationId xmlns:a16="http://schemas.microsoft.com/office/drawing/2014/main" id="{9D4B255D-6943-7843-942F-14C26F834BC8}"/>
                </a:ext>
              </a:extLst>
            </p:cNvPr>
            <p:cNvSpPr/>
            <p:nvPr/>
          </p:nvSpPr>
          <p:spPr>
            <a:xfrm flipH="1">
              <a:off x="1751345" y="1319307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0" name="Freeform 779">
              <a:extLst>
                <a:ext uri="{FF2B5EF4-FFF2-40B4-BE49-F238E27FC236}">
                  <a16:creationId xmlns:a16="http://schemas.microsoft.com/office/drawing/2014/main" id="{FB216C32-A129-DE4A-B591-7FA8F6A535C2}"/>
                </a:ext>
              </a:extLst>
            </p:cNvPr>
            <p:cNvSpPr/>
            <p:nvPr/>
          </p:nvSpPr>
          <p:spPr>
            <a:xfrm rot="2025709" flipH="1">
              <a:off x="1273352" y="1501889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1" name="Freeform 780">
              <a:extLst>
                <a:ext uri="{FF2B5EF4-FFF2-40B4-BE49-F238E27FC236}">
                  <a16:creationId xmlns:a16="http://schemas.microsoft.com/office/drawing/2014/main" id="{431D9AE3-2231-6347-86A9-26D9ECC2A267}"/>
                </a:ext>
              </a:extLst>
            </p:cNvPr>
            <p:cNvSpPr/>
            <p:nvPr/>
          </p:nvSpPr>
          <p:spPr>
            <a:xfrm rot="19343019" flipH="1">
              <a:off x="579445" y="789449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2" name="Freeform 781">
              <a:extLst>
                <a:ext uri="{FF2B5EF4-FFF2-40B4-BE49-F238E27FC236}">
                  <a16:creationId xmlns:a16="http://schemas.microsoft.com/office/drawing/2014/main" id="{30FEDD9C-DE16-6244-9847-B49DADDDDE52}"/>
                </a:ext>
              </a:extLst>
            </p:cNvPr>
            <p:cNvSpPr/>
            <p:nvPr/>
          </p:nvSpPr>
          <p:spPr>
            <a:xfrm rot="19343019" flipH="1">
              <a:off x="720175" y="437630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3" name="Freeform 782">
              <a:extLst>
                <a:ext uri="{FF2B5EF4-FFF2-40B4-BE49-F238E27FC236}">
                  <a16:creationId xmlns:a16="http://schemas.microsoft.com/office/drawing/2014/main" id="{4CD3E23C-D64C-B243-B52B-BA0673077C4E}"/>
                </a:ext>
              </a:extLst>
            </p:cNvPr>
            <p:cNvSpPr/>
            <p:nvPr/>
          </p:nvSpPr>
          <p:spPr>
            <a:xfrm rot="836308" flipH="1">
              <a:off x="1100182" y="246002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4" name="Freeform 783">
              <a:extLst>
                <a:ext uri="{FF2B5EF4-FFF2-40B4-BE49-F238E27FC236}">
                  <a16:creationId xmlns:a16="http://schemas.microsoft.com/office/drawing/2014/main" id="{6F10E239-7CDC-5D4F-8A2E-E16F1AD0376F}"/>
                </a:ext>
              </a:extLst>
            </p:cNvPr>
            <p:cNvSpPr/>
            <p:nvPr/>
          </p:nvSpPr>
          <p:spPr>
            <a:xfrm rot="2319781" flipH="1">
              <a:off x="1512103" y="266789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5" name="Freeform 784">
              <a:extLst>
                <a:ext uri="{FF2B5EF4-FFF2-40B4-BE49-F238E27FC236}">
                  <a16:creationId xmlns:a16="http://schemas.microsoft.com/office/drawing/2014/main" id="{5557D1E0-A40B-3C45-B383-DC9296B3FDC7}"/>
                </a:ext>
              </a:extLst>
            </p:cNvPr>
            <p:cNvSpPr/>
            <p:nvPr/>
          </p:nvSpPr>
          <p:spPr>
            <a:xfrm rot="5133802" flipH="1">
              <a:off x="1798085" y="490103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86" name="Group 785">
            <a:extLst>
              <a:ext uri="{FF2B5EF4-FFF2-40B4-BE49-F238E27FC236}">
                <a16:creationId xmlns:a16="http://schemas.microsoft.com/office/drawing/2014/main" id="{05545854-7F8E-384C-9730-838CB7E8EADA}"/>
              </a:ext>
            </a:extLst>
          </p:cNvPr>
          <p:cNvGrpSpPr/>
          <p:nvPr/>
        </p:nvGrpSpPr>
        <p:grpSpPr>
          <a:xfrm>
            <a:off x="983366" y="5904322"/>
            <a:ext cx="169257" cy="90815"/>
            <a:chOff x="579445" y="246002"/>
            <a:chExt cx="1722367" cy="1917003"/>
          </a:xfrm>
        </p:grpSpPr>
        <p:sp>
          <p:nvSpPr>
            <p:cNvPr id="787" name="Freeform 786">
              <a:extLst>
                <a:ext uri="{FF2B5EF4-FFF2-40B4-BE49-F238E27FC236}">
                  <a16:creationId xmlns:a16="http://schemas.microsoft.com/office/drawing/2014/main" id="{323B9CE9-28C4-7F46-A2FA-824B60A5DCC0}"/>
                </a:ext>
              </a:extLst>
            </p:cNvPr>
            <p:cNvSpPr/>
            <p:nvPr/>
          </p:nvSpPr>
          <p:spPr>
            <a:xfrm rot="7625041" flipH="1">
              <a:off x="698512" y="1160277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8" name="Freeform 787">
              <a:extLst>
                <a:ext uri="{FF2B5EF4-FFF2-40B4-BE49-F238E27FC236}">
                  <a16:creationId xmlns:a16="http://schemas.microsoft.com/office/drawing/2014/main" id="{0BDFBAFA-C093-E445-9F6C-4BB83FE16B54}"/>
                </a:ext>
              </a:extLst>
            </p:cNvPr>
            <p:cNvSpPr/>
            <p:nvPr/>
          </p:nvSpPr>
          <p:spPr>
            <a:xfrm rot="2971138" flipH="1" flipV="1">
              <a:off x="984916" y="705449"/>
              <a:ext cx="959442" cy="875199"/>
            </a:xfrm>
            <a:custGeom>
              <a:avLst/>
              <a:gdLst>
                <a:gd name="connsiteX0" fmla="*/ 113288 w 712099"/>
                <a:gd name="connsiteY0" fmla="*/ 857755 h 873939"/>
                <a:gd name="connsiteX1" fmla="*/ 250853 w 712099"/>
                <a:gd name="connsiteY1" fmla="*/ 873939 h 873939"/>
                <a:gd name="connsiteX2" fmla="*/ 372233 w 712099"/>
                <a:gd name="connsiteY2" fmla="*/ 857755 h 873939"/>
                <a:gd name="connsiteX3" fmla="*/ 517890 w 712099"/>
                <a:gd name="connsiteY3" fmla="*/ 809203 h 873939"/>
                <a:gd name="connsiteX4" fmla="*/ 590718 w 712099"/>
                <a:gd name="connsiteY4" fmla="*/ 728283 h 873939"/>
                <a:gd name="connsiteX5" fmla="*/ 679731 w 712099"/>
                <a:gd name="connsiteY5" fmla="*/ 590718 h 873939"/>
                <a:gd name="connsiteX6" fmla="*/ 712099 w 712099"/>
                <a:gd name="connsiteY6" fmla="*/ 436970 h 873939"/>
                <a:gd name="connsiteX7" fmla="*/ 679731 w 712099"/>
                <a:gd name="connsiteY7" fmla="*/ 258945 h 873939"/>
                <a:gd name="connsiteX8" fmla="*/ 614994 w 712099"/>
                <a:gd name="connsiteY8" fmla="*/ 113288 h 873939"/>
                <a:gd name="connsiteX9" fmla="*/ 525982 w 712099"/>
                <a:gd name="connsiteY9" fmla="*/ 24276 h 873939"/>
                <a:gd name="connsiteX10" fmla="*/ 404601 w 712099"/>
                <a:gd name="connsiteY10" fmla="*/ 0 h 873939"/>
                <a:gd name="connsiteX11" fmla="*/ 258945 w 712099"/>
                <a:gd name="connsiteY11" fmla="*/ 8092 h 873939"/>
                <a:gd name="connsiteX12" fmla="*/ 153748 w 712099"/>
                <a:gd name="connsiteY12" fmla="*/ 64736 h 873939"/>
                <a:gd name="connsiteX13" fmla="*/ 105196 w 712099"/>
                <a:gd name="connsiteY13" fmla="*/ 153748 h 873939"/>
                <a:gd name="connsiteX14" fmla="*/ 97104 w 712099"/>
                <a:gd name="connsiteY14" fmla="*/ 250853 h 873939"/>
                <a:gd name="connsiteX15" fmla="*/ 113288 w 712099"/>
                <a:gd name="connsiteY15" fmla="*/ 356049 h 873939"/>
                <a:gd name="connsiteX16" fmla="*/ 145656 w 712099"/>
                <a:gd name="connsiteY16" fmla="*/ 453154 h 873939"/>
                <a:gd name="connsiteX17" fmla="*/ 137564 w 712099"/>
                <a:gd name="connsiteY17" fmla="*/ 574534 h 873939"/>
                <a:gd name="connsiteX18" fmla="*/ 64736 w 712099"/>
                <a:gd name="connsiteY18" fmla="*/ 647362 h 873939"/>
                <a:gd name="connsiteX19" fmla="*/ 16184 w 712099"/>
                <a:gd name="connsiteY19" fmla="*/ 712099 h 873939"/>
                <a:gd name="connsiteX20" fmla="*/ 0 w 712099"/>
                <a:gd name="connsiteY20" fmla="*/ 793019 h 873939"/>
                <a:gd name="connsiteX21" fmla="*/ 113288 w 712099"/>
                <a:gd name="connsiteY21" fmla="*/ 857755 h 873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2099" h="873939">
                  <a:moveTo>
                    <a:pt x="113288" y="857755"/>
                  </a:moveTo>
                  <a:lnTo>
                    <a:pt x="250853" y="873939"/>
                  </a:lnTo>
                  <a:lnTo>
                    <a:pt x="372233" y="857755"/>
                  </a:lnTo>
                  <a:lnTo>
                    <a:pt x="517890" y="809203"/>
                  </a:lnTo>
                  <a:lnTo>
                    <a:pt x="590718" y="728283"/>
                  </a:lnTo>
                  <a:lnTo>
                    <a:pt x="679731" y="590718"/>
                  </a:lnTo>
                  <a:lnTo>
                    <a:pt x="712099" y="436970"/>
                  </a:lnTo>
                  <a:lnTo>
                    <a:pt x="679731" y="258945"/>
                  </a:lnTo>
                  <a:lnTo>
                    <a:pt x="614994" y="113288"/>
                  </a:lnTo>
                  <a:lnTo>
                    <a:pt x="525982" y="24276"/>
                  </a:lnTo>
                  <a:lnTo>
                    <a:pt x="404601" y="0"/>
                  </a:lnTo>
                  <a:lnTo>
                    <a:pt x="258945" y="8092"/>
                  </a:lnTo>
                  <a:lnTo>
                    <a:pt x="153748" y="64736"/>
                  </a:lnTo>
                  <a:lnTo>
                    <a:pt x="105196" y="153748"/>
                  </a:lnTo>
                  <a:lnTo>
                    <a:pt x="97104" y="250853"/>
                  </a:lnTo>
                  <a:lnTo>
                    <a:pt x="113288" y="356049"/>
                  </a:lnTo>
                  <a:lnTo>
                    <a:pt x="145656" y="453154"/>
                  </a:lnTo>
                  <a:lnTo>
                    <a:pt x="137564" y="574534"/>
                  </a:lnTo>
                  <a:lnTo>
                    <a:pt x="64736" y="647362"/>
                  </a:lnTo>
                  <a:lnTo>
                    <a:pt x="16184" y="712099"/>
                  </a:lnTo>
                  <a:lnTo>
                    <a:pt x="0" y="793019"/>
                  </a:lnTo>
                  <a:lnTo>
                    <a:pt x="113288" y="857755"/>
                  </a:lnTo>
                  <a:close/>
                </a:path>
              </a:pathLst>
            </a:custGeom>
            <a:solidFill>
              <a:srgbClr val="9452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89" name="Freeform 788">
              <a:extLst>
                <a:ext uri="{FF2B5EF4-FFF2-40B4-BE49-F238E27FC236}">
                  <a16:creationId xmlns:a16="http://schemas.microsoft.com/office/drawing/2014/main" id="{AA5773E8-284F-704D-A89D-E5C026BD208B}"/>
                </a:ext>
              </a:extLst>
            </p:cNvPr>
            <p:cNvSpPr/>
            <p:nvPr/>
          </p:nvSpPr>
          <p:spPr>
            <a:xfrm flipH="1">
              <a:off x="1751345" y="1319307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0" name="Freeform 789">
              <a:extLst>
                <a:ext uri="{FF2B5EF4-FFF2-40B4-BE49-F238E27FC236}">
                  <a16:creationId xmlns:a16="http://schemas.microsoft.com/office/drawing/2014/main" id="{562F535F-D00C-6F4B-B6A2-E05A2523645B}"/>
                </a:ext>
              </a:extLst>
            </p:cNvPr>
            <p:cNvSpPr/>
            <p:nvPr/>
          </p:nvSpPr>
          <p:spPr>
            <a:xfrm rot="2025709" flipH="1">
              <a:off x="1273352" y="1501889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1" name="Freeform 790">
              <a:extLst>
                <a:ext uri="{FF2B5EF4-FFF2-40B4-BE49-F238E27FC236}">
                  <a16:creationId xmlns:a16="http://schemas.microsoft.com/office/drawing/2014/main" id="{3ACA2FF6-C38A-FE41-9862-2758591747DC}"/>
                </a:ext>
              </a:extLst>
            </p:cNvPr>
            <p:cNvSpPr/>
            <p:nvPr/>
          </p:nvSpPr>
          <p:spPr>
            <a:xfrm rot="19343019" flipH="1">
              <a:off x="579445" y="789449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2" name="Freeform 791">
              <a:extLst>
                <a:ext uri="{FF2B5EF4-FFF2-40B4-BE49-F238E27FC236}">
                  <a16:creationId xmlns:a16="http://schemas.microsoft.com/office/drawing/2014/main" id="{F1354BB5-BC3E-D145-92BF-4B3CD527D8CB}"/>
                </a:ext>
              </a:extLst>
            </p:cNvPr>
            <p:cNvSpPr/>
            <p:nvPr/>
          </p:nvSpPr>
          <p:spPr>
            <a:xfrm rot="19343019" flipH="1">
              <a:off x="720175" y="437630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3" name="Freeform 792">
              <a:extLst>
                <a:ext uri="{FF2B5EF4-FFF2-40B4-BE49-F238E27FC236}">
                  <a16:creationId xmlns:a16="http://schemas.microsoft.com/office/drawing/2014/main" id="{4400744E-0A80-4147-ABA4-22A0CF485DC1}"/>
                </a:ext>
              </a:extLst>
            </p:cNvPr>
            <p:cNvSpPr/>
            <p:nvPr/>
          </p:nvSpPr>
          <p:spPr>
            <a:xfrm rot="836308" flipH="1">
              <a:off x="1100182" y="246002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4" name="Freeform 793">
              <a:extLst>
                <a:ext uri="{FF2B5EF4-FFF2-40B4-BE49-F238E27FC236}">
                  <a16:creationId xmlns:a16="http://schemas.microsoft.com/office/drawing/2014/main" id="{7E99E361-6827-FE41-ADF3-7C78A9DCB868}"/>
                </a:ext>
              </a:extLst>
            </p:cNvPr>
            <p:cNvSpPr/>
            <p:nvPr/>
          </p:nvSpPr>
          <p:spPr>
            <a:xfrm rot="2319781" flipH="1">
              <a:off x="1512103" y="266789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5" name="Freeform 794">
              <a:extLst>
                <a:ext uri="{FF2B5EF4-FFF2-40B4-BE49-F238E27FC236}">
                  <a16:creationId xmlns:a16="http://schemas.microsoft.com/office/drawing/2014/main" id="{2FCBB869-7C21-A545-B153-E912D39FF577}"/>
                </a:ext>
              </a:extLst>
            </p:cNvPr>
            <p:cNvSpPr/>
            <p:nvPr/>
          </p:nvSpPr>
          <p:spPr>
            <a:xfrm rot="5133802" flipH="1">
              <a:off x="1798085" y="490103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96" name="Group 795">
            <a:extLst>
              <a:ext uri="{FF2B5EF4-FFF2-40B4-BE49-F238E27FC236}">
                <a16:creationId xmlns:a16="http://schemas.microsoft.com/office/drawing/2014/main" id="{88EFADF7-9774-0246-88DA-2A9A09F4BB17}"/>
              </a:ext>
            </a:extLst>
          </p:cNvPr>
          <p:cNvGrpSpPr>
            <a:grpSpLocks noChangeAspect="1"/>
          </p:cNvGrpSpPr>
          <p:nvPr/>
        </p:nvGrpSpPr>
        <p:grpSpPr>
          <a:xfrm>
            <a:off x="1303425" y="5769075"/>
            <a:ext cx="279844" cy="164592"/>
            <a:chOff x="2536206" y="2915069"/>
            <a:chExt cx="1909533" cy="3053292"/>
          </a:xfrm>
        </p:grpSpPr>
        <p:sp>
          <p:nvSpPr>
            <p:cNvPr id="797" name="Rectangle 796">
              <a:extLst>
                <a:ext uri="{FF2B5EF4-FFF2-40B4-BE49-F238E27FC236}">
                  <a16:creationId xmlns:a16="http://schemas.microsoft.com/office/drawing/2014/main" id="{4A7427C4-8D20-E249-8898-1B00D6668510}"/>
                </a:ext>
              </a:extLst>
            </p:cNvPr>
            <p:cNvSpPr/>
            <p:nvPr/>
          </p:nvSpPr>
          <p:spPr>
            <a:xfrm>
              <a:off x="3392358" y="2915069"/>
              <a:ext cx="212904" cy="2249347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Freeform 797">
              <a:extLst>
                <a:ext uri="{FF2B5EF4-FFF2-40B4-BE49-F238E27FC236}">
                  <a16:creationId xmlns:a16="http://schemas.microsoft.com/office/drawing/2014/main" id="{266AD610-7BC2-2042-9A57-AE0B6E2FCBAF}"/>
                </a:ext>
              </a:extLst>
            </p:cNvPr>
            <p:cNvSpPr/>
            <p:nvPr/>
          </p:nvSpPr>
          <p:spPr>
            <a:xfrm>
              <a:off x="2536206" y="5140238"/>
              <a:ext cx="875024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9" name="Freeform 798">
              <a:extLst>
                <a:ext uri="{FF2B5EF4-FFF2-40B4-BE49-F238E27FC236}">
                  <a16:creationId xmlns:a16="http://schemas.microsoft.com/office/drawing/2014/main" id="{2E99ED34-1E63-7C4D-B0AD-16F004D28C7A}"/>
                </a:ext>
              </a:extLst>
            </p:cNvPr>
            <p:cNvSpPr/>
            <p:nvPr/>
          </p:nvSpPr>
          <p:spPr>
            <a:xfrm rot="21085137">
              <a:off x="2597881" y="5171839"/>
              <a:ext cx="1082192" cy="79652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0" name="Freeform 799">
              <a:extLst>
                <a:ext uri="{FF2B5EF4-FFF2-40B4-BE49-F238E27FC236}">
                  <a16:creationId xmlns:a16="http://schemas.microsoft.com/office/drawing/2014/main" id="{D4BC67E7-0B99-DB46-833D-37CFCE377931}"/>
                </a:ext>
              </a:extLst>
            </p:cNvPr>
            <p:cNvSpPr/>
            <p:nvPr/>
          </p:nvSpPr>
          <p:spPr>
            <a:xfrm>
              <a:off x="3042161" y="5140238"/>
              <a:ext cx="544828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1" name="Freeform 800">
              <a:extLst>
                <a:ext uri="{FF2B5EF4-FFF2-40B4-BE49-F238E27FC236}">
                  <a16:creationId xmlns:a16="http://schemas.microsoft.com/office/drawing/2014/main" id="{D35588A3-8629-8E46-A534-46052B263EDE}"/>
                </a:ext>
              </a:extLst>
            </p:cNvPr>
            <p:cNvSpPr/>
            <p:nvPr/>
          </p:nvSpPr>
          <p:spPr>
            <a:xfrm>
              <a:off x="3229363" y="5140229"/>
              <a:ext cx="282222" cy="81181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2" name="Freeform 801">
              <a:extLst>
                <a:ext uri="{FF2B5EF4-FFF2-40B4-BE49-F238E27FC236}">
                  <a16:creationId xmlns:a16="http://schemas.microsoft.com/office/drawing/2014/main" id="{F8FDE22A-3447-C740-9388-7A7EE4A497D8}"/>
                </a:ext>
              </a:extLst>
            </p:cNvPr>
            <p:cNvSpPr/>
            <p:nvPr/>
          </p:nvSpPr>
          <p:spPr>
            <a:xfrm flipH="1">
              <a:off x="3496283" y="5153771"/>
              <a:ext cx="841802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3" name="Freeform 802">
              <a:extLst>
                <a:ext uri="{FF2B5EF4-FFF2-40B4-BE49-F238E27FC236}">
                  <a16:creationId xmlns:a16="http://schemas.microsoft.com/office/drawing/2014/main" id="{180933AD-E3AB-F34F-A11B-F73841D44F98}"/>
                </a:ext>
              </a:extLst>
            </p:cNvPr>
            <p:cNvSpPr/>
            <p:nvPr/>
          </p:nvSpPr>
          <p:spPr>
            <a:xfrm rot="21085137" flipH="1">
              <a:off x="3628445" y="5107170"/>
              <a:ext cx="817294" cy="78252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4" name="Freeform 803">
              <a:extLst>
                <a:ext uri="{FF2B5EF4-FFF2-40B4-BE49-F238E27FC236}">
                  <a16:creationId xmlns:a16="http://schemas.microsoft.com/office/drawing/2014/main" id="{64318190-ECFA-FE4F-BFBF-6666CCCD134B}"/>
                </a:ext>
              </a:extLst>
            </p:cNvPr>
            <p:cNvSpPr/>
            <p:nvPr/>
          </p:nvSpPr>
          <p:spPr>
            <a:xfrm flipH="1">
              <a:off x="3502527" y="5140229"/>
              <a:ext cx="524141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5" name="Freeform 804">
              <a:extLst>
                <a:ext uri="{FF2B5EF4-FFF2-40B4-BE49-F238E27FC236}">
                  <a16:creationId xmlns:a16="http://schemas.microsoft.com/office/drawing/2014/main" id="{59C0C8C1-204C-0B43-A307-4C9D96FFAFB3}"/>
                </a:ext>
              </a:extLst>
            </p:cNvPr>
            <p:cNvSpPr/>
            <p:nvPr/>
          </p:nvSpPr>
          <p:spPr>
            <a:xfrm flipH="1">
              <a:off x="3493092" y="5153771"/>
              <a:ext cx="271508" cy="78098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ACFCD656-CDA7-0D45-9FC4-CCEB43E69671}"/>
              </a:ext>
            </a:extLst>
          </p:cNvPr>
          <p:cNvGrpSpPr>
            <a:grpSpLocks noChangeAspect="1"/>
          </p:cNvGrpSpPr>
          <p:nvPr/>
        </p:nvGrpSpPr>
        <p:grpSpPr>
          <a:xfrm>
            <a:off x="1391819" y="5754724"/>
            <a:ext cx="310938" cy="182880"/>
            <a:chOff x="2536206" y="2915069"/>
            <a:chExt cx="1909533" cy="3053292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3351F74E-8405-8A46-9773-D70B407D473F}"/>
                </a:ext>
              </a:extLst>
            </p:cNvPr>
            <p:cNvSpPr/>
            <p:nvPr/>
          </p:nvSpPr>
          <p:spPr>
            <a:xfrm>
              <a:off x="3392358" y="2915069"/>
              <a:ext cx="212904" cy="2249347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Freeform 807">
              <a:extLst>
                <a:ext uri="{FF2B5EF4-FFF2-40B4-BE49-F238E27FC236}">
                  <a16:creationId xmlns:a16="http://schemas.microsoft.com/office/drawing/2014/main" id="{FD0B33E7-1D23-AA46-8CD7-221351F37CEE}"/>
                </a:ext>
              </a:extLst>
            </p:cNvPr>
            <p:cNvSpPr/>
            <p:nvPr/>
          </p:nvSpPr>
          <p:spPr>
            <a:xfrm>
              <a:off x="2536206" y="5140238"/>
              <a:ext cx="875024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Freeform 808">
              <a:extLst>
                <a:ext uri="{FF2B5EF4-FFF2-40B4-BE49-F238E27FC236}">
                  <a16:creationId xmlns:a16="http://schemas.microsoft.com/office/drawing/2014/main" id="{B06DFD5B-BC9E-9049-BBD2-958C91FF46FD}"/>
                </a:ext>
              </a:extLst>
            </p:cNvPr>
            <p:cNvSpPr/>
            <p:nvPr/>
          </p:nvSpPr>
          <p:spPr>
            <a:xfrm rot="21085137">
              <a:off x="2597881" y="5171839"/>
              <a:ext cx="1082192" cy="79652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0" name="Freeform 809">
              <a:extLst>
                <a:ext uri="{FF2B5EF4-FFF2-40B4-BE49-F238E27FC236}">
                  <a16:creationId xmlns:a16="http://schemas.microsoft.com/office/drawing/2014/main" id="{F6ED8C38-F3D6-F243-975E-9EB0C11E1D12}"/>
                </a:ext>
              </a:extLst>
            </p:cNvPr>
            <p:cNvSpPr/>
            <p:nvPr/>
          </p:nvSpPr>
          <p:spPr>
            <a:xfrm>
              <a:off x="3042161" y="5140238"/>
              <a:ext cx="544828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1" name="Freeform 810">
              <a:extLst>
                <a:ext uri="{FF2B5EF4-FFF2-40B4-BE49-F238E27FC236}">
                  <a16:creationId xmlns:a16="http://schemas.microsoft.com/office/drawing/2014/main" id="{8E1D9940-F209-4742-8F70-EDA91273A077}"/>
                </a:ext>
              </a:extLst>
            </p:cNvPr>
            <p:cNvSpPr/>
            <p:nvPr/>
          </p:nvSpPr>
          <p:spPr>
            <a:xfrm>
              <a:off x="3229363" y="5140229"/>
              <a:ext cx="282222" cy="81181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2" name="Freeform 811">
              <a:extLst>
                <a:ext uri="{FF2B5EF4-FFF2-40B4-BE49-F238E27FC236}">
                  <a16:creationId xmlns:a16="http://schemas.microsoft.com/office/drawing/2014/main" id="{34B9B1BD-DD94-5746-9DBB-DEE917B69627}"/>
                </a:ext>
              </a:extLst>
            </p:cNvPr>
            <p:cNvSpPr/>
            <p:nvPr/>
          </p:nvSpPr>
          <p:spPr>
            <a:xfrm flipH="1">
              <a:off x="3496283" y="5153771"/>
              <a:ext cx="841802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3" name="Freeform 812">
              <a:extLst>
                <a:ext uri="{FF2B5EF4-FFF2-40B4-BE49-F238E27FC236}">
                  <a16:creationId xmlns:a16="http://schemas.microsoft.com/office/drawing/2014/main" id="{E4D10CAF-0CDE-234B-9973-BB96C18AAB8D}"/>
                </a:ext>
              </a:extLst>
            </p:cNvPr>
            <p:cNvSpPr/>
            <p:nvPr/>
          </p:nvSpPr>
          <p:spPr>
            <a:xfrm rot="21085137" flipH="1">
              <a:off x="3628445" y="5107170"/>
              <a:ext cx="817294" cy="78252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4" name="Freeform 813">
              <a:extLst>
                <a:ext uri="{FF2B5EF4-FFF2-40B4-BE49-F238E27FC236}">
                  <a16:creationId xmlns:a16="http://schemas.microsoft.com/office/drawing/2014/main" id="{1724ECD6-DF81-DB4F-B32F-4E1F38392E34}"/>
                </a:ext>
              </a:extLst>
            </p:cNvPr>
            <p:cNvSpPr/>
            <p:nvPr/>
          </p:nvSpPr>
          <p:spPr>
            <a:xfrm flipH="1">
              <a:off x="3502527" y="5140229"/>
              <a:ext cx="524141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Freeform 814">
              <a:extLst>
                <a:ext uri="{FF2B5EF4-FFF2-40B4-BE49-F238E27FC236}">
                  <a16:creationId xmlns:a16="http://schemas.microsoft.com/office/drawing/2014/main" id="{9681FE91-2CF1-364E-BD31-0314FB22F6CF}"/>
                </a:ext>
              </a:extLst>
            </p:cNvPr>
            <p:cNvSpPr/>
            <p:nvPr/>
          </p:nvSpPr>
          <p:spPr>
            <a:xfrm flipH="1">
              <a:off x="3493092" y="5153771"/>
              <a:ext cx="271508" cy="78098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C76A4464-969B-DA4A-8D35-8BB3DEB47AA2}"/>
              </a:ext>
            </a:extLst>
          </p:cNvPr>
          <p:cNvGrpSpPr>
            <a:grpSpLocks noChangeAspect="1"/>
          </p:cNvGrpSpPr>
          <p:nvPr/>
        </p:nvGrpSpPr>
        <p:grpSpPr>
          <a:xfrm>
            <a:off x="1475391" y="5729748"/>
            <a:ext cx="373126" cy="219456"/>
            <a:chOff x="2536206" y="2915069"/>
            <a:chExt cx="1909533" cy="3053292"/>
          </a:xfrm>
        </p:grpSpPr>
        <p:sp>
          <p:nvSpPr>
            <p:cNvPr id="817" name="Rectangle 816">
              <a:extLst>
                <a:ext uri="{FF2B5EF4-FFF2-40B4-BE49-F238E27FC236}">
                  <a16:creationId xmlns:a16="http://schemas.microsoft.com/office/drawing/2014/main" id="{E7A05482-9F13-984D-B956-A233293A1335}"/>
                </a:ext>
              </a:extLst>
            </p:cNvPr>
            <p:cNvSpPr/>
            <p:nvPr/>
          </p:nvSpPr>
          <p:spPr>
            <a:xfrm>
              <a:off x="3392358" y="2915069"/>
              <a:ext cx="212904" cy="2249347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8" name="Freeform 817">
              <a:extLst>
                <a:ext uri="{FF2B5EF4-FFF2-40B4-BE49-F238E27FC236}">
                  <a16:creationId xmlns:a16="http://schemas.microsoft.com/office/drawing/2014/main" id="{460523BD-21E1-D44D-8BD7-07502295C8DB}"/>
                </a:ext>
              </a:extLst>
            </p:cNvPr>
            <p:cNvSpPr/>
            <p:nvPr/>
          </p:nvSpPr>
          <p:spPr>
            <a:xfrm>
              <a:off x="2536206" y="5140238"/>
              <a:ext cx="875024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A9C8F3CB-5AC5-C348-B2B3-BEE1698733E4}"/>
                </a:ext>
              </a:extLst>
            </p:cNvPr>
            <p:cNvSpPr/>
            <p:nvPr/>
          </p:nvSpPr>
          <p:spPr>
            <a:xfrm rot="21085137">
              <a:off x="2597881" y="5171839"/>
              <a:ext cx="1082192" cy="79652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CF3FCE2F-70F0-E34E-9ABD-225EA1D0C9CF}"/>
                </a:ext>
              </a:extLst>
            </p:cNvPr>
            <p:cNvSpPr/>
            <p:nvPr/>
          </p:nvSpPr>
          <p:spPr>
            <a:xfrm>
              <a:off x="3042161" y="5140238"/>
              <a:ext cx="544828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Freeform 820">
              <a:extLst>
                <a:ext uri="{FF2B5EF4-FFF2-40B4-BE49-F238E27FC236}">
                  <a16:creationId xmlns:a16="http://schemas.microsoft.com/office/drawing/2014/main" id="{BF720832-C291-A446-8E14-D8D821105626}"/>
                </a:ext>
              </a:extLst>
            </p:cNvPr>
            <p:cNvSpPr/>
            <p:nvPr/>
          </p:nvSpPr>
          <p:spPr>
            <a:xfrm>
              <a:off x="3229363" y="5140229"/>
              <a:ext cx="282222" cy="81181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Freeform 821">
              <a:extLst>
                <a:ext uri="{FF2B5EF4-FFF2-40B4-BE49-F238E27FC236}">
                  <a16:creationId xmlns:a16="http://schemas.microsoft.com/office/drawing/2014/main" id="{816EEE18-3351-304B-BBD7-0D1A0CCA3971}"/>
                </a:ext>
              </a:extLst>
            </p:cNvPr>
            <p:cNvSpPr/>
            <p:nvPr/>
          </p:nvSpPr>
          <p:spPr>
            <a:xfrm flipH="1">
              <a:off x="3496283" y="5153771"/>
              <a:ext cx="841802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3" name="Freeform 822">
              <a:extLst>
                <a:ext uri="{FF2B5EF4-FFF2-40B4-BE49-F238E27FC236}">
                  <a16:creationId xmlns:a16="http://schemas.microsoft.com/office/drawing/2014/main" id="{D8D81A37-2C77-9549-A4D1-9B918292EA5F}"/>
                </a:ext>
              </a:extLst>
            </p:cNvPr>
            <p:cNvSpPr/>
            <p:nvPr/>
          </p:nvSpPr>
          <p:spPr>
            <a:xfrm rot="21085137" flipH="1">
              <a:off x="3628445" y="5107170"/>
              <a:ext cx="817294" cy="78252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4" name="Freeform 823">
              <a:extLst>
                <a:ext uri="{FF2B5EF4-FFF2-40B4-BE49-F238E27FC236}">
                  <a16:creationId xmlns:a16="http://schemas.microsoft.com/office/drawing/2014/main" id="{F72F62CE-2969-B244-8FE4-A1218903DB63}"/>
                </a:ext>
              </a:extLst>
            </p:cNvPr>
            <p:cNvSpPr/>
            <p:nvPr/>
          </p:nvSpPr>
          <p:spPr>
            <a:xfrm flipH="1">
              <a:off x="3502527" y="5140229"/>
              <a:ext cx="524141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Freeform 824">
              <a:extLst>
                <a:ext uri="{FF2B5EF4-FFF2-40B4-BE49-F238E27FC236}">
                  <a16:creationId xmlns:a16="http://schemas.microsoft.com/office/drawing/2014/main" id="{7CB5B4AD-F373-1048-9812-F540B783C1EE}"/>
                </a:ext>
              </a:extLst>
            </p:cNvPr>
            <p:cNvSpPr/>
            <p:nvPr/>
          </p:nvSpPr>
          <p:spPr>
            <a:xfrm flipH="1">
              <a:off x="3493092" y="5153771"/>
              <a:ext cx="271508" cy="78098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826" name="Group 825">
            <a:extLst>
              <a:ext uri="{FF2B5EF4-FFF2-40B4-BE49-F238E27FC236}">
                <a16:creationId xmlns:a16="http://schemas.microsoft.com/office/drawing/2014/main" id="{E67A580C-52D1-704B-BCBA-09D6E79D6929}"/>
              </a:ext>
            </a:extLst>
          </p:cNvPr>
          <p:cNvGrpSpPr>
            <a:grpSpLocks noChangeAspect="1"/>
          </p:cNvGrpSpPr>
          <p:nvPr/>
        </p:nvGrpSpPr>
        <p:grpSpPr>
          <a:xfrm>
            <a:off x="1548622" y="5705046"/>
            <a:ext cx="435314" cy="256032"/>
            <a:chOff x="2536206" y="2915069"/>
            <a:chExt cx="1909533" cy="3053292"/>
          </a:xfrm>
        </p:grpSpPr>
        <p:sp>
          <p:nvSpPr>
            <p:cNvPr id="827" name="Rectangle 826">
              <a:extLst>
                <a:ext uri="{FF2B5EF4-FFF2-40B4-BE49-F238E27FC236}">
                  <a16:creationId xmlns:a16="http://schemas.microsoft.com/office/drawing/2014/main" id="{6A664D0F-24DF-394F-BD03-6ACACF94FFCB}"/>
                </a:ext>
              </a:extLst>
            </p:cNvPr>
            <p:cNvSpPr/>
            <p:nvPr/>
          </p:nvSpPr>
          <p:spPr>
            <a:xfrm>
              <a:off x="3392358" y="2915069"/>
              <a:ext cx="212904" cy="2249347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8" name="Freeform 827">
              <a:extLst>
                <a:ext uri="{FF2B5EF4-FFF2-40B4-BE49-F238E27FC236}">
                  <a16:creationId xmlns:a16="http://schemas.microsoft.com/office/drawing/2014/main" id="{65422040-7FEF-0A42-A78A-3ED05A4705E0}"/>
                </a:ext>
              </a:extLst>
            </p:cNvPr>
            <p:cNvSpPr/>
            <p:nvPr/>
          </p:nvSpPr>
          <p:spPr>
            <a:xfrm>
              <a:off x="2536206" y="5140238"/>
              <a:ext cx="875024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9" name="Freeform 828">
              <a:extLst>
                <a:ext uri="{FF2B5EF4-FFF2-40B4-BE49-F238E27FC236}">
                  <a16:creationId xmlns:a16="http://schemas.microsoft.com/office/drawing/2014/main" id="{EF3423CA-0370-4D41-8411-EE2A3DB4CEED}"/>
                </a:ext>
              </a:extLst>
            </p:cNvPr>
            <p:cNvSpPr/>
            <p:nvPr/>
          </p:nvSpPr>
          <p:spPr>
            <a:xfrm rot="21085137">
              <a:off x="2597881" y="5171839"/>
              <a:ext cx="1082192" cy="79652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0" name="Freeform 829">
              <a:extLst>
                <a:ext uri="{FF2B5EF4-FFF2-40B4-BE49-F238E27FC236}">
                  <a16:creationId xmlns:a16="http://schemas.microsoft.com/office/drawing/2014/main" id="{7DF42EAE-50B6-4341-92A4-21141BEEDBFA}"/>
                </a:ext>
              </a:extLst>
            </p:cNvPr>
            <p:cNvSpPr/>
            <p:nvPr/>
          </p:nvSpPr>
          <p:spPr>
            <a:xfrm>
              <a:off x="3042161" y="5140238"/>
              <a:ext cx="544828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Freeform 830">
              <a:extLst>
                <a:ext uri="{FF2B5EF4-FFF2-40B4-BE49-F238E27FC236}">
                  <a16:creationId xmlns:a16="http://schemas.microsoft.com/office/drawing/2014/main" id="{CF0CEECB-9139-2B44-85BA-2BDBF033619F}"/>
                </a:ext>
              </a:extLst>
            </p:cNvPr>
            <p:cNvSpPr/>
            <p:nvPr/>
          </p:nvSpPr>
          <p:spPr>
            <a:xfrm>
              <a:off x="3229363" y="5140229"/>
              <a:ext cx="282222" cy="81181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Freeform 831">
              <a:extLst>
                <a:ext uri="{FF2B5EF4-FFF2-40B4-BE49-F238E27FC236}">
                  <a16:creationId xmlns:a16="http://schemas.microsoft.com/office/drawing/2014/main" id="{72D6150B-B3C9-A046-9220-1B06A38964F6}"/>
                </a:ext>
              </a:extLst>
            </p:cNvPr>
            <p:cNvSpPr/>
            <p:nvPr/>
          </p:nvSpPr>
          <p:spPr>
            <a:xfrm flipH="1">
              <a:off x="3496283" y="5153771"/>
              <a:ext cx="841802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3" name="Freeform 832">
              <a:extLst>
                <a:ext uri="{FF2B5EF4-FFF2-40B4-BE49-F238E27FC236}">
                  <a16:creationId xmlns:a16="http://schemas.microsoft.com/office/drawing/2014/main" id="{BC881695-7B10-AD46-87C0-575CCD44BB43}"/>
                </a:ext>
              </a:extLst>
            </p:cNvPr>
            <p:cNvSpPr/>
            <p:nvPr/>
          </p:nvSpPr>
          <p:spPr>
            <a:xfrm rot="21085137" flipH="1">
              <a:off x="3628445" y="5107170"/>
              <a:ext cx="817294" cy="78252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4" name="Freeform 833">
              <a:extLst>
                <a:ext uri="{FF2B5EF4-FFF2-40B4-BE49-F238E27FC236}">
                  <a16:creationId xmlns:a16="http://schemas.microsoft.com/office/drawing/2014/main" id="{6A968F51-D786-0741-97CE-29A54AD15692}"/>
                </a:ext>
              </a:extLst>
            </p:cNvPr>
            <p:cNvSpPr/>
            <p:nvPr/>
          </p:nvSpPr>
          <p:spPr>
            <a:xfrm flipH="1">
              <a:off x="3502527" y="5140229"/>
              <a:ext cx="524141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5" name="Freeform 834">
              <a:extLst>
                <a:ext uri="{FF2B5EF4-FFF2-40B4-BE49-F238E27FC236}">
                  <a16:creationId xmlns:a16="http://schemas.microsoft.com/office/drawing/2014/main" id="{CEC559F9-43FE-5B45-9B7A-D2674D6CDEE9}"/>
                </a:ext>
              </a:extLst>
            </p:cNvPr>
            <p:cNvSpPr/>
            <p:nvPr/>
          </p:nvSpPr>
          <p:spPr>
            <a:xfrm flipH="1">
              <a:off x="3493092" y="5153771"/>
              <a:ext cx="271508" cy="78098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836" name="Group 835">
            <a:extLst>
              <a:ext uri="{FF2B5EF4-FFF2-40B4-BE49-F238E27FC236}">
                <a16:creationId xmlns:a16="http://schemas.microsoft.com/office/drawing/2014/main" id="{33643FC5-C384-7643-B3FB-C952891FD340}"/>
              </a:ext>
            </a:extLst>
          </p:cNvPr>
          <p:cNvGrpSpPr>
            <a:grpSpLocks noChangeAspect="1"/>
          </p:cNvGrpSpPr>
          <p:nvPr/>
        </p:nvGrpSpPr>
        <p:grpSpPr>
          <a:xfrm>
            <a:off x="1630860" y="5676753"/>
            <a:ext cx="497501" cy="292608"/>
            <a:chOff x="2536206" y="2915069"/>
            <a:chExt cx="1909533" cy="3053292"/>
          </a:xfrm>
        </p:grpSpPr>
        <p:sp>
          <p:nvSpPr>
            <p:cNvPr id="837" name="Rectangle 836">
              <a:extLst>
                <a:ext uri="{FF2B5EF4-FFF2-40B4-BE49-F238E27FC236}">
                  <a16:creationId xmlns:a16="http://schemas.microsoft.com/office/drawing/2014/main" id="{B4233ED2-03AE-EE43-A968-72BC9179A77F}"/>
                </a:ext>
              </a:extLst>
            </p:cNvPr>
            <p:cNvSpPr/>
            <p:nvPr/>
          </p:nvSpPr>
          <p:spPr>
            <a:xfrm>
              <a:off x="3392358" y="2915069"/>
              <a:ext cx="212904" cy="2249347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8" name="Freeform 837">
              <a:extLst>
                <a:ext uri="{FF2B5EF4-FFF2-40B4-BE49-F238E27FC236}">
                  <a16:creationId xmlns:a16="http://schemas.microsoft.com/office/drawing/2014/main" id="{DCE171EE-54F9-ED45-B922-B4AC76D50F8F}"/>
                </a:ext>
              </a:extLst>
            </p:cNvPr>
            <p:cNvSpPr/>
            <p:nvPr/>
          </p:nvSpPr>
          <p:spPr>
            <a:xfrm>
              <a:off x="2536206" y="5140238"/>
              <a:ext cx="875024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9" name="Freeform 838">
              <a:extLst>
                <a:ext uri="{FF2B5EF4-FFF2-40B4-BE49-F238E27FC236}">
                  <a16:creationId xmlns:a16="http://schemas.microsoft.com/office/drawing/2014/main" id="{99EC126C-EB30-F74B-8A61-AB5E4B637F94}"/>
                </a:ext>
              </a:extLst>
            </p:cNvPr>
            <p:cNvSpPr/>
            <p:nvPr/>
          </p:nvSpPr>
          <p:spPr>
            <a:xfrm rot="21085137">
              <a:off x="2597881" y="5171839"/>
              <a:ext cx="1082192" cy="79652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0" name="Freeform 839">
              <a:extLst>
                <a:ext uri="{FF2B5EF4-FFF2-40B4-BE49-F238E27FC236}">
                  <a16:creationId xmlns:a16="http://schemas.microsoft.com/office/drawing/2014/main" id="{E99C4AF7-DD10-3E42-B132-104441E11BEC}"/>
                </a:ext>
              </a:extLst>
            </p:cNvPr>
            <p:cNvSpPr/>
            <p:nvPr/>
          </p:nvSpPr>
          <p:spPr>
            <a:xfrm>
              <a:off x="3042161" y="5140238"/>
              <a:ext cx="544828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Freeform 840">
              <a:extLst>
                <a:ext uri="{FF2B5EF4-FFF2-40B4-BE49-F238E27FC236}">
                  <a16:creationId xmlns:a16="http://schemas.microsoft.com/office/drawing/2014/main" id="{2971FB6B-AD6D-F34D-85D9-94C4DA882C7F}"/>
                </a:ext>
              </a:extLst>
            </p:cNvPr>
            <p:cNvSpPr/>
            <p:nvPr/>
          </p:nvSpPr>
          <p:spPr>
            <a:xfrm>
              <a:off x="3229363" y="5140229"/>
              <a:ext cx="282222" cy="81181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Freeform 841">
              <a:extLst>
                <a:ext uri="{FF2B5EF4-FFF2-40B4-BE49-F238E27FC236}">
                  <a16:creationId xmlns:a16="http://schemas.microsoft.com/office/drawing/2014/main" id="{8F695DE6-602F-EB4D-9D7A-BC5B3517462F}"/>
                </a:ext>
              </a:extLst>
            </p:cNvPr>
            <p:cNvSpPr/>
            <p:nvPr/>
          </p:nvSpPr>
          <p:spPr>
            <a:xfrm flipH="1">
              <a:off x="3496283" y="5153771"/>
              <a:ext cx="841802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Freeform 842">
              <a:extLst>
                <a:ext uri="{FF2B5EF4-FFF2-40B4-BE49-F238E27FC236}">
                  <a16:creationId xmlns:a16="http://schemas.microsoft.com/office/drawing/2014/main" id="{688D013B-4ED7-FB4B-A7ED-6E42495B1444}"/>
                </a:ext>
              </a:extLst>
            </p:cNvPr>
            <p:cNvSpPr/>
            <p:nvPr/>
          </p:nvSpPr>
          <p:spPr>
            <a:xfrm rot="21085137" flipH="1">
              <a:off x="3628445" y="5107170"/>
              <a:ext cx="817294" cy="78252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4" name="Freeform 843">
              <a:extLst>
                <a:ext uri="{FF2B5EF4-FFF2-40B4-BE49-F238E27FC236}">
                  <a16:creationId xmlns:a16="http://schemas.microsoft.com/office/drawing/2014/main" id="{D8E9D3A1-C0CD-5A4F-BA81-7A060C3F9983}"/>
                </a:ext>
              </a:extLst>
            </p:cNvPr>
            <p:cNvSpPr/>
            <p:nvPr/>
          </p:nvSpPr>
          <p:spPr>
            <a:xfrm flipH="1">
              <a:off x="3502527" y="5140229"/>
              <a:ext cx="524141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5" name="Freeform 844">
              <a:extLst>
                <a:ext uri="{FF2B5EF4-FFF2-40B4-BE49-F238E27FC236}">
                  <a16:creationId xmlns:a16="http://schemas.microsoft.com/office/drawing/2014/main" id="{37D9DF2D-AFCE-7443-9220-1898109F3726}"/>
                </a:ext>
              </a:extLst>
            </p:cNvPr>
            <p:cNvSpPr/>
            <p:nvPr/>
          </p:nvSpPr>
          <p:spPr>
            <a:xfrm flipH="1">
              <a:off x="3493092" y="5153771"/>
              <a:ext cx="271508" cy="78098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846" name="Group 845">
            <a:extLst>
              <a:ext uri="{FF2B5EF4-FFF2-40B4-BE49-F238E27FC236}">
                <a16:creationId xmlns:a16="http://schemas.microsoft.com/office/drawing/2014/main" id="{CF0B7885-8654-844D-9E0E-83ADAE115DB9}"/>
              </a:ext>
            </a:extLst>
          </p:cNvPr>
          <p:cNvGrpSpPr>
            <a:grpSpLocks noChangeAspect="1"/>
          </p:cNvGrpSpPr>
          <p:nvPr/>
        </p:nvGrpSpPr>
        <p:grpSpPr>
          <a:xfrm>
            <a:off x="1891980" y="5579829"/>
            <a:ext cx="175187" cy="365760"/>
            <a:chOff x="4706388" y="3023873"/>
            <a:chExt cx="1699226" cy="3547688"/>
          </a:xfrm>
        </p:grpSpPr>
        <p:sp>
          <p:nvSpPr>
            <p:cNvPr id="847" name="Rectangle 846">
              <a:extLst>
                <a:ext uri="{FF2B5EF4-FFF2-40B4-BE49-F238E27FC236}">
                  <a16:creationId xmlns:a16="http://schemas.microsoft.com/office/drawing/2014/main" id="{D16A8EDF-B305-6545-B1DE-D4B075733C27}"/>
                </a:ext>
              </a:extLst>
            </p:cNvPr>
            <p:cNvSpPr/>
            <p:nvPr/>
          </p:nvSpPr>
          <p:spPr>
            <a:xfrm>
              <a:off x="5526252" y="403095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8" name="Freeform 847">
              <a:extLst>
                <a:ext uri="{FF2B5EF4-FFF2-40B4-BE49-F238E27FC236}">
                  <a16:creationId xmlns:a16="http://schemas.microsoft.com/office/drawing/2014/main" id="{876AEA78-0173-5743-9D89-3703629E6978}"/>
                </a:ext>
              </a:extLst>
            </p:cNvPr>
            <p:cNvSpPr/>
            <p:nvPr/>
          </p:nvSpPr>
          <p:spPr>
            <a:xfrm rot="20572658">
              <a:off x="4706388" y="354428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9" name="Freeform 848">
              <a:extLst>
                <a:ext uri="{FF2B5EF4-FFF2-40B4-BE49-F238E27FC236}">
                  <a16:creationId xmlns:a16="http://schemas.microsoft.com/office/drawing/2014/main" id="{B222F963-A255-9145-AB63-8FCC4055A4A2}"/>
                </a:ext>
              </a:extLst>
            </p:cNvPr>
            <p:cNvSpPr/>
            <p:nvPr/>
          </p:nvSpPr>
          <p:spPr>
            <a:xfrm rot="1007770" flipH="1">
              <a:off x="5540405" y="354225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0" name="Freeform 849">
              <a:extLst>
                <a:ext uri="{FF2B5EF4-FFF2-40B4-BE49-F238E27FC236}">
                  <a16:creationId xmlns:a16="http://schemas.microsoft.com/office/drawing/2014/main" id="{D93B8AC0-14CA-1640-8F0C-CFD8AA2639A4}"/>
                </a:ext>
              </a:extLst>
            </p:cNvPr>
            <p:cNvSpPr/>
            <p:nvPr/>
          </p:nvSpPr>
          <p:spPr>
            <a:xfrm>
              <a:off x="4960529" y="588248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Freeform 850">
              <a:extLst>
                <a:ext uri="{FF2B5EF4-FFF2-40B4-BE49-F238E27FC236}">
                  <a16:creationId xmlns:a16="http://schemas.microsoft.com/office/drawing/2014/main" id="{05164E68-8171-3C44-BA80-AB836CB89774}"/>
                </a:ext>
              </a:extLst>
            </p:cNvPr>
            <p:cNvSpPr/>
            <p:nvPr/>
          </p:nvSpPr>
          <p:spPr>
            <a:xfrm rot="21085137">
              <a:off x="5001282" y="590878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Freeform 851">
              <a:extLst>
                <a:ext uri="{FF2B5EF4-FFF2-40B4-BE49-F238E27FC236}">
                  <a16:creationId xmlns:a16="http://schemas.microsoft.com/office/drawing/2014/main" id="{38DFAE7E-A3A3-EB41-A5F0-B92AE9E8A4CD}"/>
                </a:ext>
              </a:extLst>
            </p:cNvPr>
            <p:cNvSpPr/>
            <p:nvPr/>
          </p:nvSpPr>
          <p:spPr>
            <a:xfrm>
              <a:off x="5294851" y="588248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Freeform 852">
              <a:extLst>
                <a:ext uri="{FF2B5EF4-FFF2-40B4-BE49-F238E27FC236}">
                  <a16:creationId xmlns:a16="http://schemas.microsoft.com/office/drawing/2014/main" id="{58D95E6B-0075-EB45-BA6A-F9257FAA1CEE}"/>
                </a:ext>
              </a:extLst>
            </p:cNvPr>
            <p:cNvSpPr/>
            <p:nvPr/>
          </p:nvSpPr>
          <p:spPr>
            <a:xfrm>
              <a:off x="5418550" y="588248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Freeform 853">
              <a:extLst>
                <a:ext uri="{FF2B5EF4-FFF2-40B4-BE49-F238E27FC236}">
                  <a16:creationId xmlns:a16="http://schemas.microsoft.com/office/drawing/2014/main" id="{CE557B38-6064-5A42-8391-B9130590D862}"/>
                </a:ext>
              </a:extLst>
            </p:cNvPr>
            <p:cNvSpPr/>
            <p:nvPr/>
          </p:nvSpPr>
          <p:spPr>
            <a:xfrm flipH="1">
              <a:off x="5594923" y="589374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5" name="Freeform 854">
              <a:extLst>
                <a:ext uri="{FF2B5EF4-FFF2-40B4-BE49-F238E27FC236}">
                  <a16:creationId xmlns:a16="http://schemas.microsoft.com/office/drawing/2014/main" id="{225252AA-50A5-BC44-A413-E1C8E6B1B756}"/>
                </a:ext>
              </a:extLst>
            </p:cNvPr>
            <p:cNvSpPr/>
            <p:nvPr/>
          </p:nvSpPr>
          <p:spPr>
            <a:xfrm rot="21085137" flipH="1">
              <a:off x="5682253" y="5854972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6" name="Freeform 855">
              <a:extLst>
                <a:ext uri="{FF2B5EF4-FFF2-40B4-BE49-F238E27FC236}">
                  <a16:creationId xmlns:a16="http://schemas.microsoft.com/office/drawing/2014/main" id="{67DA51A7-D143-5742-ACD3-698B8506A54D}"/>
                </a:ext>
              </a:extLst>
            </p:cNvPr>
            <p:cNvSpPr/>
            <p:nvPr/>
          </p:nvSpPr>
          <p:spPr>
            <a:xfrm flipH="1">
              <a:off x="5599048" y="588248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Freeform 856">
              <a:extLst>
                <a:ext uri="{FF2B5EF4-FFF2-40B4-BE49-F238E27FC236}">
                  <a16:creationId xmlns:a16="http://schemas.microsoft.com/office/drawing/2014/main" id="{E23C5585-0709-3E4D-982D-A655A9488872}"/>
                </a:ext>
              </a:extLst>
            </p:cNvPr>
            <p:cNvSpPr/>
            <p:nvPr/>
          </p:nvSpPr>
          <p:spPr>
            <a:xfrm flipH="1">
              <a:off x="5592814" y="589374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Rectangle 857">
              <a:extLst>
                <a:ext uri="{FF2B5EF4-FFF2-40B4-BE49-F238E27FC236}">
                  <a16:creationId xmlns:a16="http://schemas.microsoft.com/office/drawing/2014/main" id="{9FBEFAC6-2423-1748-8FDF-E4D0402EFB0E}"/>
                </a:ext>
              </a:extLst>
            </p:cNvPr>
            <p:cNvSpPr/>
            <p:nvPr/>
          </p:nvSpPr>
          <p:spPr>
            <a:xfrm>
              <a:off x="5555355" y="302387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8A887DE4-8515-784A-9CD2-9C311A9AE82A}"/>
              </a:ext>
            </a:extLst>
          </p:cNvPr>
          <p:cNvGrpSpPr>
            <a:grpSpLocks noChangeAspect="1"/>
          </p:cNvGrpSpPr>
          <p:nvPr/>
        </p:nvGrpSpPr>
        <p:grpSpPr>
          <a:xfrm>
            <a:off x="1965212" y="5590787"/>
            <a:ext cx="175187" cy="365760"/>
            <a:chOff x="4706388" y="3023873"/>
            <a:chExt cx="1699226" cy="3547688"/>
          </a:xfrm>
        </p:grpSpPr>
        <p:sp>
          <p:nvSpPr>
            <p:cNvPr id="860" name="Rectangle 859">
              <a:extLst>
                <a:ext uri="{FF2B5EF4-FFF2-40B4-BE49-F238E27FC236}">
                  <a16:creationId xmlns:a16="http://schemas.microsoft.com/office/drawing/2014/main" id="{8908C0C4-0487-0D4E-845C-C5FF72F4422B}"/>
                </a:ext>
              </a:extLst>
            </p:cNvPr>
            <p:cNvSpPr/>
            <p:nvPr/>
          </p:nvSpPr>
          <p:spPr>
            <a:xfrm>
              <a:off x="5526252" y="403095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1" name="Freeform 860">
              <a:extLst>
                <a:ext uri="{FF2B5EF4-FFF2-40B4-BE49-F238E27FC236}">
                  <a16:creationId xmlns:a16="http://schemas.microsoft.com/office/drawing/2014/main" id="{BF6B34F8-B8C3-DF4A-98E5-DF7FD48BB1BD}"/>
                </a:ext>
              </a:extLst>
            </p:cNvPr>
            <p:cNvSpPr/>
            <p:nvPr/>
          </p:nvSpPr>
          <p:spPr>
            <a:xfrm rot="20572658">
              <a:off x="4706388" y="354428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2" name="Freeform 861">
              <a:extLst>
                <a:ext uri="{FF2B5EF4-FFF2-40B4-BE49-F238E27FC236}">
                  <a16:creationId xmlns:a16="http://schemas.microsoft.com/office/drawing/2014/main" id="{8446BA2E-271E-CA46-A12E-8E8E12EEA594}"/>
                </a:ext>
              </a:extLst>
            </p:cNvPr>
            <p:cNvSpPr/>
            <p:nvPr/>
          </p:nvSpPr>
          <p:spPr>
            <a:xfrm rot="1007770" flipH="1">
              <a:off x="5540405" y="354225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3" name="Freeform 862">
              <a:extLst>
                <a:ext uri="{FF2B5EF4-FFF2-40B4-BE49-F238E27FC236}">
                  <a16:creationId xmlns:a16="http://schemas.microsoft.com/office/drawing/2014/main" id="{37A90875-941E-6F4F-B6B0-4A2163731D65}"/>
                </a:ext>
              </a:extLst>
            </p:cNvPr>
            <p:cNvSpPr/>
            <p:nvPr/>
          </p:nvSpPr>
          <p:spPr>
            <a:xfrm>
              <a:off x="4960529" y="588248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4" name="Freeform 863">
              <a:extLst>
                <a:ext uri="{FF2B5EF4-FFF2-40B4-BE49-F238E27FC236}">
                  <a16:creationId xmlns:a16="http://schemas.microsoft.com/office/drawing/2014/main" id="{4032C13F-7F96-ED44-AD73-5121AA650D40}"/>
                </a:ext>
              </a:extLst>
            </p:cNvPr>
            <p:cNvSpPr/>
            <p:nvPr/>
          </p:nvSpPr>
          <p:spPr>
            <a:xfrm rot="21085137">
              <a:off x="5001282" y="590878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5" name="Freeform 864">
              <a:extLst>
                <a:ext uri="{FF2B5EF4-FFF2-40B4-BE49-F238E27FC236}">
                  <a16:creationId xmlns:a16="http://schemas.microsoft.com/office/drawing/2014/main" id="{11BB9C34-B95D-E243-BC10-024D672C1B6D}"/>
                </a:ext>
              </a:extLst>
            </p:cNvPr>
            <p:cNvSpPr/>
            <p:nvPr/>
          </p:nvSpPr>
          <p:spPr>
            <a:xfrm>
              <a:off x="5294851" y="588248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6" name="Freeform 865">
              <a:extLst>
                <a:ext uri="{FF2B5EF4-FFF2-40B4-BE49-F238E27FC236}">
                  <a16:creationId xmlns:a16="http://schemas.microsoft.com/office/drawing/2014/main" id="{29A511AB-D885-7B4B-9FA0-EC3752D67209}"/>
                </a:ext>
              </a:extLst>
            </p:cNvPr>
            <p:cNvSpPr/>
            <p:nvPr/>
          </p:nvSpPr>
          <p:spPr>
            <a:xfrm>
              <a:off x="5418550" y="588248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Freeform 866">
              <a:extLst>
                <a:ext uri="{FF2B5EF4-FFF2-40B4-BE49-F238E27FC236}">
                  <a16:creationId xmlns:a16="http://schemas.microsoft.com/office/drawing/2014/main" id="{01DA343D-1DDA-4245-8B49-46C9F4B8DEE7}"/>
                </a:ext>
              </a:extLst>
            </p:cNvPr>
            <p:cNvSpPr/>
            <p:nvPr/>
          </p:nvSpPr>
          <p:spPr>
            <a:xfrm flipH="1">
              <a:off x="5594923" y="589374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Freeform 867">
              <a:extLst>
                <a:ext uri="{FF2B5EF4-FFF2-40B4-BE49-F238E27FC236}">
                  <a16:creationId xmlns:a16="http://schemas.microsoft.com/office/drawing/2014/main" id="{5CB96EDB-FC24-A14C-89C8-768DDF65767C}"/>
                </a:ext>
              </a:extLst>
            </p:cNvPr>
            <p:cNvSpPr/>
            <p:nvPr/>
          </p:nvSpPr>
          <p:spPr>
            <a:xfrm rot="21085137" flipH="1">
              <a:off x="5682253" y="5854972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Freeform 868">
              <a:extLst>
                <a:ext uri="{FF2B5EF4-FFF2-40B4-BE49-F238E27FC236}">
                  <a16:creationId xmlns:a16="http://schemas.microsoft.com/office/drawing/2014/main" id="{8EE18FE2-A396-E047-8EDA-3BDFA34196CF}"/>
                </a:ext>
              </a:extLst>
            </p:cNvPr>
            <p:cNvSpPr/>
            <p:nvPr/>
          </p:nvSpPr>
          <p:spPr>
            <a:xfrm flipH="1">
              <a:off x="5599048" y="588248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0" name="Freeform 869">
              <a:extLst>
                <a:ext uri="{FF2B5EF4-FFF2-40B4-BE49-F238E27FC236}">
                  <a16:creationId xmlns:a16="http://schemas.microsoft.com/office/drawing/2014/main" id="{EF14CFC1-97F8-8B4E-962B-0F941670D25A}"/>
                </a:ext>
              </a:extLst>
            </p:cNvPr>
            <p:cNvSpPr/>
            <p:nvPr/>
          </p:nvSpPr>
          <p:spPr>
            <a:xfrm flipH="1">
              <a:off x="5592814" y="589374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1" name="Rectangle 870">
              <a:extLst>
                <a:ext uri="{FF2B5EF4-FFF2-40B4-BE49-F238E27FC236}">
                  <a16:creationId xmlns:a16="http://schemas.microsoft.com/office/drawing/2014/main" id="{750EC337-53C1-824D-A58F-259B624DB04A}"/>
                </a:ext>
              </a:extLst>
            </p:cNvPr>
            <p:cNvSpPr/>
            <p:nvPr/>
          </p:nvSpPr>
          <p:spPr>
            <a:xfrm>
              <a:off x="5555355" y="302387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F78D43F4-53DB-8845-8A79-55DD310FD69F}"/>
              </a:ext>
            </a:extLst>
          </p:cNvPr>
          <p:cNvGrpSpPr>
            <a:grpSpLocks noChangeAspect="1"/>
          </p:cNvGrpSpPr>
          <p:nvPr/>
        </p:nvGrpSpPr>
        <p:grpSpPr>
          <a:xfrm>
            <a:off x="2028546" y="5556277"/>
            <a:ext cx="192706" cy="402336"/>
            <a:chOff x="4706388" y="3023873"/>
            <a:chExt cx="1699226" cy="3547688"/>
          </a:xfrm>
        </p:grpSpPr>
        <p:sp>
          <p:nvSpPr>
            <p:cNvPr id="873" name="Rectangle 872">
              <a:extLst>
                <a:ext uri="{FF2B5EF4-FFF2-40B4-BE49-F238E27FC236}">
                  <a16:creationId xmlns:a16="http://schemas.microsoft.com/office/drawing/2014/main" id="{BB09F84B-59DE-AB4E-8D8C-DA37473BB5E7}"/>
                </a:ext>
              </a:extLst>
            </p:cNvPr>
            <p:cNvSpPr/>
            <p:nvPr/>
          </p:nvSpPr>
          <p:spPr>
            <a:xfrm>
              <a:off x="5526252" y="403095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4" name="Freeform 873">
              <a:extLst>
                <a:ext uri="{FF2B5EF4-FFF2-40B4-BE49-F238E27FC236}">
                  <a16:creationId xmlns:a16="http://schemas.microsoft.com/office/drawing/2014/main" id="{71EB8903-080A-344F-B5D9-7DB9645AFFCA}"/>
                </a:ext>
              </a:extLst>
            </p:cNvPr>
            <p:cNvSpPr/>
            <p:nvPr/>
          </p:nvSpPr>
          <p:spPr>
            <a:xfrm rot="20572658">
              <a:off x="4706388" y="354428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5" name="Freeform 874">
              <a:extLst>
                <a:ext uri="{FF2B5EF4-FFF2-40B4-BE49-F238E27FC236}">
                  <a16:creationId xmlns:a16="http://schemas.microsoft.com/office/drawing/2014/main" id="{46649B70-833F-2345-B2F1-1F5D412452DC}"/>
                </a:ext>
              </a:extLst>
            </p:cNvPr>
            <p:cNvSpPr/>
            <p:nvPr/>
          </p:nvSpPr>
          <p:spPr>
            <a:xfrm rot="1007770" flipH="1">
              <a:off x="5540405" y="354225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6" name="Freeform 875">
              <a:extLst>
                <a:ext uri="{FF2B5EF4-FFF2-40B4-BE49-F238E27FC236}">
                  <a16:creationId xmlns:a16="http://schemas.microsoft.com/office/drawing/2014/main" id="{2AEB5CD6-7A08-DE4A-A53D-960D7A8B77D7}"/>
                </a:ext>
              </a:extLst>
            </p:cNvPr>
            <p:cNvSpPr/>
            <p:nvPr/>
          </p:nvSpPr>
          <p:spPr>
            <a:xfrm>
              <a:off x="4960529" y="588248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2866685B-E882-3E40-A688-2D39959A4C10}"/>
                </a:ext>
              </a:extLst>
            </p:cNvPr>
            <p:cNvSpPr/>
            <p:nvPr/>
          </p:nvSpPr>
          <p:spPr>
            <a:xfrm rot="21085137">
              <a:off x="5001282" y="590878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Freeform 877">
              <a:extLst>
                <a:ext uri="{FF2B5EF4-FFF2-40B4-BE49-F238E27FC236}">
                  <a16:creationId xmlns:a16="http://schemas.microsoft.com/office/drawing/2014/main" id="{C0462163-1F3A-2341-9892-55A21F7473EB}"/>
                </a:ext>
              </a:extLst>
            </p:cNvPr>
            <p:cNvSpPr/>
            <p:nvPr/>
          </p:nvSpPr>
          <p:spPr>
            <a:xfrm>
              <a:off x="5294851" y="588248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9" name="Freeform 878">
              <a:extLst>
                <a:ext uri="{FF2B5EF4-FFF2-40B4-BE49-F238E27FC236}">
                  <a16:creationId xmlns:a16="http://schemas.microsoft.com/office/drawing/2014/main" id="{0DF5A54E-61C7-804E-BC60-03BC09B52520}"/>
                </a:ext>
              </a:extLst>
            </p:cNvPr>
            <p:cNvSpPr/>
            <p:nvPr/>
          </p:nvSpPr>
          <p:spPr>
            <a:xfrm>
              <a:off x="5418550" y="588248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0" name="Freeform 879">
              <a:extLst>
                <a:ext uri="{FF2B5EF4-FFF2-40B4-BE49-F238E27FC236}">
                  <a16:creationId xmlns:a16="http://schemas.microsoft.com/office/drawing/2014/main" id="{FB9899D4-55F8-BB47-B11A-8992F8B61183}"/>
                </a:ext>
              </a:extLst>
            </p:cNvPr>
            <p:cNvSpPr/>
            <p:nvPr/>
          </p:nvSpPr>
          <p:spPr>
            <a:xfrm flipH="1">
              <a:off x="5594923" y="589374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1" name="Freeform 880">
              <a:extLst>
                <a:ext uri="{FF2B5EF4-FFF2-40B4-BE49-F238E27FC236}">
                  <a16:creationId xmlns:a16="http://schemas.microsoft.com/office/drawing/2014/main" id="{E0A46AFF-5C87-974B-8EF3-798DA98340C1}"/>
                </a:ext>
              </a:extLst>
            </p:cNvPr>
            <p:cNvSpPr/>
            <p:nvPr/>
          </p:nvSpPr>
          <p:spPr>
            <a:xfrm rot="21085137" flipH="1">
              <a:off x="5682253" y="5854972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2" name="Freeform 881">
              <a:extLst>
                <a:ext uri="{FF2B5EF4-FFF2-40B4-BE49-F238E27FC236}">
                  <a16:creationId xmlns:a16="http://schemas.microsoft.com/office/drawing/2014/main" id="{7EE015F8-0373-FE4A-9EA3-C7A55CA43147}"/>
                </a:ext>
              </a:extLst>
            </p:cNvPr>
            <p:cNvSpPr/>
            <p:nvPr/>
          </p:nvSpPr>
          <p:spPr>
            <a:xfrm flipH="1">
              <a:off x="5599048" y="588248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3" name="Freeform 882">
              <a:extLst>
                <a:ext uri="{FF2B5EF4-FFF2-40B4-BE49-F238E27FC236}">
                  <a16:creationId xmlns:a16="http://schemas.microsoft.com/office/drawing/2014/main" id="{A2C0E167-AC96-6047-8777-638A9F011073}"/>
                </a:ext>
              </a:extLst>
            </p:cNvPr>
            <p:cNvSpPr/>
            <p:nvPr/>
          </p:nvSpPr>
          <p:spPr>
            <a:xfrm flipH="1">
              <a:off x="5592814" y="589374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4" name="Rectangle 883">
              <a:extLst>
                <a:ext uri="{FF2B5EF4-FFF2-40B4-BE49-F238E27FC236}">
                  <a16:creationId xmlns:a16="http://schemas.microsoft.com/office/drawing/2014/main" id="{2E9FE0FF-504B-3E4B-8F5D-FDFB92CC8473}"/>
                </a:ext>
              </a:extLst>
            </p:cNvPr>
            <p:cNvSpPr/>
            <p:nvPr/>
          </p:nvSpPr>
          <p:spPr>
            <a:xfrm>
              <a:off x="5555355" y="302387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A87A5A21-1AFB-3B4A-84C9-0E1B7461740B}"/>
              </a:ext>
            </a:extLst>
          </p:cNvPr>
          <p:cNvGrpSpPr>
            <a:grpSpLocks noChangeAspect="1"/>
          </p:cNvGrpSpPr>
          <p:nvPr/>
        </p:nvGrpSpPr>
        <p:grpSpPr>
          <a:xfrm>
            <a:off x="2105725" y="5564877"/>
            <a:ext cx="192706" cy="402336"/>
            <a:chOff x="4706388" y="3023873"/>
            <a:chExt cx="1699226" cy="3547688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D2E723E8-347F-9842-9D80-3B0C4ACCE936}"/>
                </a:ext>
              </a:extLst>
            </p:cNvPr>
            <p:cNvSpPr/>
            <p:nvPr/>
          </p:nvSpPr>
          <p:spPr>
            <a:xfrm>
              <a:off x="5526252" y="403095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Freeform 886">
              <a:extLst>
                <a:ext uri="{FF2B5EF4-FFF2-40B4-BE49-F238E27FC236}">
                  <a16:creationId xmlns:a16="http://schemas.microsoft.com/office/drawing/2014/main" id="{6F483201-A290-AC47-A94A-55DB1A933E2E}"/>
                </a:ext>
              </a:extLst>
            </p:cNvPr>
            <p:cNvSpPr/>
            <p:nvPr/>
          </p:nvSpPr>
          <p:spPr>
            <a:xfrm rot="20572658">
              <a:off x="4706388" y="354428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Freeform 887">
              <a:extLst>
                <a:ext uri="{FF2B5EF4-FFF2-40B4-BE49-F238E27FC236}">
                  <a16:creationId xmlns:a16="http://schemas.microsoft.com/office/drawing/2014/main" id="{98779DFE-7D57-A241-A002-8DBFC0E4C4E2}"/>
                </a:ext>
              </a:extLst>
            </p:cNvPr>
            <p:cNvSpPr/>
            <p:nvPr/>
          </p:nvSpPr>
          <p:spPr>
            <a:xfrm rot="1007770" flipH="1">
              <a:off x="5540405" y="354225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9" name="Freeform 888">
              <a:extLst>
                <a:ext uri="{FF2B5EF4-FFF2-40B4-BE49-F238E27FC236}">
                  <a16:creationId xmlns:a16="http://schemas.microsoft.com/office/drawing/2014/main" id="{BB465051-6115-D243-9424-14693F3115F6}"/>
                </a:ext>
              </a:extLst>
            </p:cNvPr>
            <p:cNvSpPr/>
            <p:nvPr/>
          </p:nvSpPr>
          <p:spPr>
            <a:xfrm>
              <a:off x="4960529" y="588248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0" name="Freeform 889">
              <a:extLst>
                <a:ext uri="{FF2B5EF4-FFF2-40B4-BE49-F238E27FC236}">
                  <a16:creationId xmlns:a16="http://schemas.microsoft.com/office/drawing/2014/main" id="{E92DDFC6-4048-A049-9AC1-0D0C9AA1CD6B}"/>
                </a:ext>
              </a:extLst>
            </p:cNvPr>
            <p:cNvSpPr/>
            <p:nvPr/>
          </p:nvSpPr>
          <p:spPr>
            <a:xfrm rot="21085137">
              <a:off x="5001282" y="590878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FEFAD802-9915-2048-8D87-9C3B20FCD942}"/>
                </a:ext>
              </a:extLst>
            </p:cNvPr>
            <p:cNvSpPr/>
            <p:nvPr/>
          </p:nvSpPr>
          <p:spPr>
            <a:xfrm>
              <a:off x="5294851" y="588248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2" name="Freeform 891">
              <a:extLst>
                <a:ext uri="{FF2B5EF4-FFF2-40B4-BE49-F238E27FC236}">
                  <a16:creationId xmlns:a16="http://schemas.microsoft.com/office/drawing/2014/main" id="{8E1D84E1-007C-2C43-A0DE-D7BEFEEAD109}"/>
                </a:ext>
              </a:extLst>
            </p:cNvPr>
            <p:cNvSpPr/>
            <p:nvPr/>
          </p:nvSpPr>
          <p:spPr>
            <a:xfrm>
              <a:off x="5418550" y="588248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3" name="Freeform 892">
              <a:extLst>
                <a:ext uri="{FF2B5EF4-FFF2-40B4-BE49-F238E27FC236}">
                  <a16:creationId xmlns:a16="http://schemas.microsoft.com/office/drawing/2014/main" id="{3C7D6E92-A973-984C-864B-BE5894EAC437}"/>
                </a:ext>
              </a:extLst>
            </p:cNvPr>
            <p:cNvSpPr/>
            <p:nvPr/>
          </p:nvSpPr>
          <p:spPr>
            <a:xfrm flipH="1">
              <a:off x="5594923" y="589374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4" name="Freeform 893">
              <a:extLst>
                <a:ext uri="{FF2B5EF4-FFF2-40B4-BE49-F238E27FC236}">
                  <a16:creationId xmlns:a16="http://schemas.microsoft.com/office/drawing/2014/main" id="{701C8F6D-489F-B24C-951B-18DD614A3E04}"/>
                </a:ext>
              </a:extLst>
            </p:cNvPr>
            <p:cNvSpPr/>
            <p:nvPr/>
          </p:nvSpPr>
          <p:spPr>
            <a:xfrm rot="21085137" flipH="1">
              <a:off x="5682253" y="5854972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5" name="Freeform 894">
              <a:extLst>
                <a:ext uri="{FF2B5EF4-FFF2-40B4-BE49-F238E27FC236}">
                  <a16:creationId xmlns:a16="http://schemas.microsoft.com/office/drawing/2014/main" id="{A4C3C79A-9A46-564B-B82C-A66C1C4AE932}"/>
                </a:ext>
              </a:extLst>
            </p:cNvPr>
            <p:cNvSpPr/>
            <p:nvPr/>
          </p:nvSpPr>
          <p:spPr>
            <a:xfrm flipH="1">
              <a:off x="5599048" y="588248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Freeform 895">
              <a:extLst>
                <a:ext uri="{FF2B5EF4-FFF2-40B4-BE49-F238E27FC236}">
                  <a16:creationId xmlns:a16="http://schemas.microsoft.com/office/drawing/2014/main" id="{244C1CC3-0C97-0B45-AC9E-A105C4396ABC}"/>
                </a:ext>
              </a:extLst>
            </p:cNvPr>
            <p:cNvSpPr/>
            <p:nvPr/>
          </p:nvSpPr>
          <p:spPr>
            <a:xfrm flipH="1">
              <a:off x="5592814" y="589374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Rectangle 896">
              <a:extLst>
                <a:ext uri="{FF2B5EF4-FFF2-40B4-BE49-F238E27FC236}">
                  <a16:creationId xmlns:a16="http://schemas.microsoft.com/office/drawing/2014/main" id="{0B18E8A3-4759-1444-939D-9742C7DE3EF0}"/>
                </a:ext>
              </a:extLst>
            </p:cNvPr>
            <p:cNvSpPr/>
            <p:nvPr/>
          </p:nvSpPr>
          <p:spPr>
            <a:xfrm>
              <a:off x="5555355" y="302387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898" name="Group 897">
            <a:extLst>
              <a:ext uri="{FF2B5EF4-FFF2-40B4-BE49-F238E27FC236}">
                <a16:creationId xmlns:a16="http://schemas.microsoft.com/office/drawing/2014/main" id="{AA9DDBDF-7732-0B4B-93B0-95A5D6210BDC}"/>
              </a:ext>
            </a:extLst>
          </p:cNvPr>
          <p:cNvGrpSpPr>
            <a:grpSpLocks noChangeAspect="1"/>
          </p:cNvGrpSpPr>
          <p:nvPr/>
        </p:nvGrpSpPr>
        <p:grpSpPr>
          <a:xfrm>
            <a:off x="2178725" y="5534288"/>
            <a:ext cx="210225" cy="438912"/>
            <a:chOff x="4706388" y="3023873"/>
            <a:chExt cx="1699226" cy="3547688"/>
          </a:xfrm>
        </p:grpSpPr>
        <p:sp>
          <p:nvSpPr>
            <p:cNvPr id="899" name="Rectangle 898">
              <a:extLst>
                <a:ext uri="{FF2B5EF4-FFF2-40B4-BE49-F238E27FC236}">
                  <a16:creationId xmlns:a16="http://schemas.microsoft.com/office/drawing/2014/main" id="{87456C08-9B06-EE41-84B8-90A56FFFF4AA}"/>
                </a:ext>
              </a:extLst>
            </p:cNvPr>
            <p:cNvSpPr/>
            <p:nvPr/>
          </p:nvSpPr>
          <p:spPr>
            <a:xfrm>
              <a:off x="5526252" y="403095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0" name="Freeform 899">
              <a:extLst>
                <a:ext uri="{FF2B5EF4-FFF2-40B4-BE49-F238E27FC236}">
                  <a16:creationId xmlns:a16="http://schemas.microsoft.com/office/drawing/2014/main" id="{89FEB61B-F67C-8249-B37A-6BE54489F88E}"/>
                </a:ext>
              </a:extLst>
            </p:cNvPr>
            <p:cNvSpPr/>
            <p:nvPr/>
          </p:nvSpPr>
          <p:spPr>
            <a:xfrm rot="20572658">
              <a:off x="4706388" y="354428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1" name="Freeform 900">
              <a:extLst>
                <a:ext uri="{FF2B5EF4-FFF2-40B4-BE49-F238E27FC236}">
                  <a16:creationId xmlns:a16="http://schemas.microsoft.com/office/drawing/2014/main" id="{98186285-79A9-CA47-B4FE-3C92EA062865}"/>
                </a:ext>
              </a:extLst>
            </p:cNvPr>
            <p:cNvSpPr/>
            <p:nvPr/>
          </p:nvSpPr>
          <p:spPr>
            <a:xfrm rot="1007770" flipH="1">
              <a:off x="5540405" y="354225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2" name="Freeform 901">
              <a:extLst>
                <a:ext uri="{FF2B5EF4-FFF2-40B4-BE49-F238E27FC236}">
                  <a16:creationId xmlns:a16="http://schemas.microsoft.com/office/drawing/2014/main" id="{F75AED29-6982-FB47-99BB-8B6ADAA619C2}"/>
                </a:ext>
              </a:extLst>
            </p:cNvPr>
            <p:cNvSpPr/>
            <p:nvPr/>
          </p:nvSpPr>
          <p:spPr>
            <a:xfrm>
              <a:off x="4960529" y="588248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Freeform 902">
              <a:extLst>
                <a:ext uri="{FF2B5EF4-FFF2-40B4-BE49-F238E27FC236}">
                  <a16:creationId xmlns:a16="http://schemas.microsoft.com/office/drawing/2014/main" id="{6742EDC3-3D18-4C45-91E7-9E06C95EF718}"/>
                </a:ext>
              </a:extLst>
            </p:cNvPr>
            <p:cNvSpPr/>
            <p:nvPr/>
          </p:nvSpPr>
          <p:spPr>
            <a:xfrm rot="21085137">
              <a:off x="5001282" y="590878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Freeform 903">
              <a:extLst>
                <a:ext uri="{FF2B5EF4-FFF2-40B4-BE49-F238E27FC236}">
                  <a16:creationId xmlns:a16="http://schemas.microsoft.com/office/drawing/2014/main" id="{A68D1D40-8464-AB49-8430-CCBBE4994BC7}"/>
                </a:ext>
              </a:extLst>
            </p:cNvPr>
            <p:cNvSpPr/>
            <p:nvPr/>
          </p:nvSpPr>
          <p:spPr>
            <a:xfrm>
              <a:off x="5294851" y="588248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CC238AFA-977D-E743-ADC6-5ED23F3F9BE6}"/>
                </a:ext>
              </a:extLst>
            </p:cNvPr>
            <p:cNvSpPr/>
            <p:nvPr/>
          </p:nvSpPr>
          <p:spPr>
            <a:xfrm>
              <a:off x="5418550" y="588248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6" name="Freeform 905">
              <a:extLst>
                <a:ext uri="{FF2B5EF4-FFF2-40B4-BE49-F238E27FC236}">
                  <a16:creationId xmlns:a16="http://schemas.microsoft.com/office/drawing/2014/main" id="{E23CB50D-8D58-6C4C-B5E4-57780C261A4C}"/>
                </a:ext>
              </a:extLst>
            </p:cNvPr>
            <p:cNvSpPr/>
            <p:nvPr/>
          </p:nvSpPr>
          <p:spPr>
            <a:xfrm flipH="1">
              <a:off x="5594923" y="589374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Freeform 906">
              <a:extLst>
                <a:ext uri="{FF2B5EF4-FFF2-40B4-BE49-F238E27FC236}">
                  <a16:creationId xmlns:a16="http://schemas.microsoft.com/office/drawing/2014/main" id="{F636ED99-DF59-9342-9144-5C6ADFBFECE8}"/>
                </a:ext>
              </a:extLst>
            </p:cNvPr>
            <p:cNvSpPr/>
            <p:nvPr/>
          </p:nvSpPr>
          <p:spPr>
            <a:xfrm rot="21085137" flipH="1">
              <a:off x="5682253" y="5854972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Freeform 907">
              <a:extLst>
                <a:ext uri="{FF2B5EF4-FFF2-40B4-BE49-F238E27FC236}">
                  <a16:creationId xmlns:a16="http://schemas.microsoft.com/office/drawing/2014/main" id="{12DCDF8B-1835-F94D-A115-FDABFBD8F096}"/>
                </a:ext>
              </a:extLst>
            </p:cNvPr>
            <p:cNvSpPr/>
            <p:nvPr/>
          </p:nvSpPr>
          <p:spPr>
            <a:xfrm flipH="1">
              <a:off x="5599048" y="588248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9" name="Freeform 908">
              <a:extLst>
                <a:ext uri="{FF2B5EF4-FFF2-40B4-BE49-F238E27FC236}">
                  <a16:creationId xmlns:a16="http://schemas.microsoft.com/office/drawing/2014/main" id="{FC8D5D92-5DE3-9546-8003-C829ACCCB949}"/>
                </a:ext>
              </a:extLst>
            </p:cNvPr>
            <p:cNvSpPr/>
            <p:nvPr/>
          </p:nvSpPr>
          <p:spPr>
            <a:xfrm flipH="1">
              <a:off x="5592814" y="589374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0" name="Rectangle 909">
              <a:extLst>
                <a:ext uri="{FF2B5EF4-FFF2-40B4-BE49-F238E27FC236}">
                  <a16:creationId xmlns:a16="http://schemas.microsoft.com/office/drawing/2014/main" id="{73B9CDFD-8240-2842-9A6B-02E7681A4C0B}"/>
                </a:ext>
              </a:extLst>
            </p:cNvPr>
            <p:cNvSpPr/>
            <p:nvPr/>
          </p:nvSpPr>
          <p:spPr>
            <a:xfrm>
              <a:off x="5555355" y="302387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11" name="Group 910">
            <a:extLst>
              <a:ext uri="{FF2B5EF4-FFF2-40B4-BE49-F238E27FC236}">
                <a16:creationId xmlns:a16="http://schemas.microsoft.com/office/drawing/2014/main" id="{3CBB6698-9DAF-724A-B947-590091CE2DA5}"/>
              </a:ext>
            </a:extLst>
          </p:cNvPr>
          <p:cNvGrpSpPr>
            <a:grpSpLocks noChangeAspect="1"/>
          </p:cNvGrpSpPr>
          <p:nvPr/>
        </p:nvGrpSpPr>
        <p:grpSpPr>
          <a:xfrm>
            <a:off x="2259751" y="5501355"/>
            <a:ext cx="227743" cy="475488"/>
            <a:chOff x="4706388" y="3023873"/>
            <a:chExt cx="1699226" cy="3547688"/>
          </a:xfrm>
        </p:grpSpPr>
        <p:sp>
          <p:nvSpPr>
            <p:cNvPr id="912" name="Rectangle 911">
              <a:extLst>
                <a:ext uri="{FF2B5EF4-FFF2-40B4-BE49-F238E27FC236}">
                  <a16:creationId xmlns:a16="http://schemas.microsoft.com/office/drawing/2014/main" id="{7C368619-0636-1740-AE14-B7B2CC12241B}"/>
                </a:ext>
              </a:extLst>
            </p:cNvPr>
            <p:cNvSpPr/>
            <p:nvPr/>
          </p:nvSpPr>
          <p:spPr>
            <a:xfrm>
              <a:off x="5526252" y="403095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3" name="Freeform 912">
              <a:extLst>
                <a:ext uri="{FF2B5EF4-FFF2-40B4-BE49-F238E27FC236}">
                  <a16:creationId xmlns:a16="http://schemas.microsoft.com/office/drawing/2014/main" id="{2BAFC7BB-4B62-574C-985C-2CDF1AE9009B}"/>
                </a:ext>
              </a:extLst>
            </p:cNvPr>
            <p:cNvSpPr/>
            <p:nvPr/>
          </p:nvSpPr>
          <p:spPr>
            <a:xfrm rot="20572658">
              <a:off x="4706388" y="354428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Freeform 913">
              <a:extLst>
                <a:ext uri="{FF2B5EF4-FFF2-40B4-BE49-F238E27FC236}">
                  <a16:creationId xmlns:a16="http://schemas.microsoft.com/office/drawing/2014/main" id="{946FF495-8365-F54F-AA6A-4D0C60DC580F}"/>
                </a:ext>
              </a:extLst>
            </p:cNvPr>
            <p:cNvSpPr/>
            <p:nvPr/>
          </p:nvSpPr>
          <p:spPr>
            <a:xfrm rot="1007770" flipH="1">
              <a:off x="5540405" y="354225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Freeform 914">
              <a:extLst>
                <a:ext uri="{FF2B5EF4-FFF2-40B4-BE49-F238E27FC236}">
                  <a16:creationId xmlns:a16="http://schemas.microsoft.com/office/drawing/2014/main" id="{7FEC1BDD-0987-E248-92A0-952C0BAF4C31}"/>
                </a:ext>
              </a:extLst>
            </p:cNvPr>
            <p:cNvSpPr/>
            <p:nvPr/>
          </p:nvSpPr>
          <p:spPr>
            <a:xfrm>
              <a:off x="4960529" y="588248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6" name="Freeform 915">
              <a:extLst>
                <a:ext uri="{FF2B5EF4-FFF2-40B4-BE49-F238E27FC236}">
                  <a16:creationId xmlns:a16="http://schemas.microsoft.com/office/drawing/2014/main" id="{85DA110F-0040-DB40-B197-E6EE602CFAB0}"/>
                </a:ext>
              </a:extLst>
            </p:cNvPr>
            <p:cNvSpPr/>
            <p:nvPr/>
          </p:nvSpPr>
          <p:spPr>
            <a:xfrm rot="21085137">
              <a:off x="5001282" y="590878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Freeform 916">
              <a:extLst>
                <a:ext uri="{FF2B5EF4-FFF2-40B4-BE49-F238E27FC236}">
                  <a16:creationId xmlns:a16="http://schemas.microsoft.com/office/drawing/2014/main" id="{69FBE049-4AA0-984D-99E8-7A29D6159177}"/>
                </a:ext>
              </a:extLst>
            </p:cNvPr>
            <p:cNvSpPr/>
            <p:nvPr/>
          </p:nvSpPr>
          <p:spPr>
            <a:xfrm>
              <a:off x="5294851" y="588248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Freeform 917">
              <a:extLst>
                <a:ext uri="{FF2B5EF4-FFF2-40B4-BE49-F238E27FC236}">
                  <a16:creationId xmlns:a16="http://schemas.microsoft.com/office/drawing/2014/main" id="{3BD5ADFD-1C16-6A46-948E-67BD46A3DCAD}"/>
                </a:ext>
              </a:extLst>
            </p:cNvPr>
            <p:cNvSpPr/>
            <p:nvPr/>
          </p:nvSpPr>
          <p:spPr>
            <a:xfrm>
              <a:off x="5418550" y="588248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6F67A246-1631-2642-BB5D-53F36129378A}"/>
                </a:ext>
              </a:extLst>
            </p:cNvPr>
            <p:cNvSpPr/>
            <p:nvPr/>
          </p:nvSpPr>
          <p:spPr>
            <a:xfrm flipH="1">
              <a:off x="5594923" y="589374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0" name="Freeform 919">
              <a:extLst>
                <a:ext uri="{FF2B5EF4-FFF2-40B4-BE49-F238E27FC236}">
                  <a16:creationId xmlns:a16="http://schemas.microsoft.com/office/drawing/2014/main" id="{2D6EE48A-AB03-D74E-9AB4-4C1AD6281BDC}"/>
                </a:ext>
              </a:extLst>
            </p:cNvPr>
            <p:cNvSpPr/>
            <p:nvPr/>
          </p:nvSpPr>
          <p:spPr>
            <a:xfrm rot="21085137" flipH="1">
              <a:off x="5682253" y="5854972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1" name="Freeform 920">
              <a:extLst>
                <a:ext uri="{FF2B5EF4-FFF2-40B4-BE49-F238E27FC236}">
                  <a16:creationId xmlns:a16="http://schemas.microsoft.com/office/drawing/2014/main" id="{200198D4-3C41-5A46-A1B9-C64CDD906B0F}"/>
                </a:ext>
              </a:extLst>
            </p:cNvPr>
            <p:cNvSpPr/>
            <p:nvPr/>
          </p:nvSpPr>
          <p:spPr>
            <a:xfrm flipH="1">
              <a:off x="5599048" y="588248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2" name="Freeform 921">
              <a:extLst>
                <a:ext uri="{FF2B5EF4-FFF2-40B4-BE49-F238E27FC236}">
                  <a16:creationId xmlns:a16="http://schemas.microsoft.com/office/drawing/2014/main" id="{24A99C0C-AB9C-ED44-8B1D-BC300CE96D4E}"/>
                </a:ext>
              </a:extLst>
            </p:cNvPr>
            <p:cNvSpPr/>
            <p:nvPr/>
          </p:nvSpPr>
          <p:spPr>
            <a:xfrm flipH="1">
              <a:off x="5592814" y="589374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9C55E7BB-935F-D249-936D-AED37F72FF85}"/>
                </a:ext>
              </a:extLst>
            </p:cNvPr>
            <p:cNvSpPr/>
            <p:nvPr/>
          </p:nvSpPr>
          <p:spPr>
            <a:xfrm>
              <a:off x="5555355" y="302387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24" name="Group 923">
            <a:extLst>
              <a:ext uri="{FF2B5EF4-FFF2-40B4-BE49-F238E27FC236}">
                <a16:creationId xmlns:a16="http://schemas.microsoft.com/office/drawing/2014/main" id="{CED6FDF1-DB1B-6B4C-9EEE-B4032E4C45C0}"/>
              </a:ext>
            </a:extLst>
          </p:cNvPr>
          <p:cNvGrpSpPr>
            <a:grpSpLocks noChangeAspect="1"/>
          </p:cNvGrpSpPr>
          <p:nvPr/>
        </p:nvGrpSpPr>
        <p:grpSpPr>
          <a:xfrm>
            <a:off x="2336539" y="5473606"/>
            <a:ext cx="245262" cy="512064"/>
            <a:chOff x="4706388" y="3023873"/>
            <a:chExt cx="1699226" cy="3547688"/>
          </a:xfrm>
        </p:grpSpPr>
        <p:sp>
          <p:nvSpPr>
            <p:cNvPr id="925" name="Rectangle 924">
              <a:extLst>
                <a:ext uri="{FF2B5EF4-FFF2-40B4-BE49-F238E27FC236}">
                  <a16:creationId xmlns:a16="http://schemas.microsoft.com/office/drawing/2014/main" id="{2A64A13B-2176-A54A-AE62-566615F5AFC0}"/>
                </a:ext>
              </a:extLst>
            </p:cNvPr>
            <p:cNvSpPr/>
            <p:nvPr/>
          </p:nvSpPr>
          <p:spPr>
            <a:xfrm>
              <a:off x="5526252" y="403095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1EBC0F73-E4C5-A34B-B004-354A21E53737}"/>
                </a:ext>
              </a:extLst>
            </p:cNvPr>
            <p:cNvSpPr/>
            <p:nvPr/>
          </p:nvSpPr>
          <p:spPr>
            <a:xfrm rot="20572658">
              <a:off x="4706388" y="354428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18D8C53D-8FCF-914C-B188-E2CD69B3D266}"/>
                </a:ext>
              </a:extLst>
            </p:cNvPr>
            <p:cNvSpPr/>
            <p:nvPr/>
          </p:nvSpPr>
          <p:spPr>
            <a:xfrm rot="1007770" flipH="1">
              <a:off x="5540405" y="354225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9FD7CEC7-1A1A-3F4A-852F-2960E26664C3}"/>
                </a:ext>
              </a:extLst>
            </p:cNvPr>
            <p:cNvSpPr/>
            <p:nvPr/>
          </p:nvSpPr>
          <p:spPr>
            <a:xfrm>
              <a:off x="4960529" y="588248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F94B8A41-057F-3F47-801E-41E8DE4318A6}"/>
                </a:ext>
              </a:extLst>
            </p:cNvPr>
            <p:cNvSpPr/>
            <p:nvPr/>
          </p:nvSpPr>
          <p:spPr>
            <a:xfrm rot="21085137">
              <a:off x="5001282" y="590878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A2D25809-F9B5-AA4C-8194-B5E4CE27F769}"/>
                </a:ext>
              </a:extLst>
            </p:cNvPr>
            <p:cNvSpPr/>
            <p:nvPr/>
          </p:nvSpPr>
          <p:spPr>
            <a:xfrm>
              <a:off x="5294851" y="588248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03712991-CBB4-F240-8FEC-3A4439639EEC}"/>
                </a:ext>
              </a:extLst>
            </p:cNvPr>
            <p:cNvSpPr/>
            <p:nvPr/>
          </p:nvSpPr>
          <p:spPr>
            <a:xfrm>
              <a:off x="5418550" y="588248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2" name="Freeform 931">
              <a:extLst>
                <a:ext uri="{FF2B5EF4-FFF2-40B4-BE49-F238E27FC236}">
                  <a16:creationId xmlns:a16="http://schemas.microsoft.com/office/drawing/2014/main" id="{7CFD45D9-FB4A-8045-9ACE-16331B05DC03}"/>
                </a:ext>
              </a:extLst>
            </p:cNvPr>
            <p:cNvSpPr/>
            <p:nvPr/>
          </p:nvSpPr>
          <p:spPr>
            <a:xfrm flipH="1">
              <a:off x="5594923" y="589374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15F6C7F6-28A7-D145-AA4D-4660BEDA30D4}"/>
                </a:ext>
              </a:extLst>
            </p:cNvPr>
            <p:cNvSpPr/>
            <p:nvPr/>
          </p:nvSpPr>
          <p:spPr>
            <a:xfrm rot="21085137" flipH="1">
              <a:off x="5682253" y="5854972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Freeform 933">
              <a:extLst>
                <a:ext uri="{FF2B5EF4-FFF2-40B4-BE49-F238E27FC236}">
                  <a16:creationId xmlns:a16="http://schemas.microsoft.com/office/drawing/2014/main" id="{3A50764C-67EF-EE41-AABB-F7FEDEB7859C}"/>
                </a:ext>
              </a:extLst>
            </p:cNvPr>
            <p:cNvSpPr/>
            <p:nvPr/>
          </p:nvSpPr>
          <p:spPr>
            <a:xfrm flipH="1">
              <a:off x="5599048" y="588248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5" name="Freeform 934">
              <a:extLst>
                <a:ext uri="{FF2B5EF4-FFF2-40B4-BE49-F238E27FC236}">
                  <a16:creationId xmlns:a16="http://schemas.microsoft.com/office/drawing/2014/main" id="{B42EBABF-1B3C-F846-9A2A-209F0BD7FD29}"/>
                </a:ext>
              </a:extLst>
            </p:cNvPr>
            <p:cNvSpPr/>
            <p:nvPr/>
          </p:nvSpPr>
          <p:spPr>
            <a:xfrm flipH="1">
              <a:off x="5592814" y="589374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Rectangle 935">
              <a:extLst>
                <a:ext uri="{FF2B5EF4-FFF2-40B4-BE49-F238E27FC236}">
                  <a16:creationId xmlns:a16="http://schemas.microsoft.com/office/drawing/2014/main" id="{15A3A79E-71B1-A944-8F0D-6ACEA4D424A9}"/>
                </a:ext>
              </a:extLst>
            </p:cNvPr>
            <p:cNvSpPr/>
            <p:nvPr/>
          </p:nvSpPr>
          <p:spPr>
            <a:xfrm>
              <a:off x="5555355" y="302387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37" name="Group 936">
            <a:extLst>
              <a:ext uri="{FF2B5EF4-FFF2-40B4-BE49-F238E27FC236}">
                <a16:creationId xmlns:a16="http://schemas.microsoft.com/office/drawing/2014/main" id="{E89D3996-D107-3648-803E-D11D1BE39762}"/>
              </a:ext>
            </a:extLst>
          </p:cNvPr>
          <p:cNvGrpSpPr>
            <a:grpSpLocks noChangeAspect="1"/>
          </p:cNvGrpSpPr>
          <p:nvPr/>
        </p:nvGrpSpPr>
        <p:grpSpPr>
          <a:xfrm>
            <a:off x="2429329" y="5440428"/>
            <a:ext cx="262781" cy="548640"/>
            <a:chOff x="4706388" y="3023873"/>
            <a:chExt cx="1699226" cy="3547688"/>
          </a:xfrm>
        </p:grpSpPr>
        <p:sp>
          <p:nvSpPr>
            <p:cNvPr id="938" name="Rectangle 937">
              <a:extLst>
                <a:ext uri="{FF2B5EF4-FFF2-40B4-BE49-F238E27FC236}">
                  <a16:creationId xmlns:a16="http://schemas.microsoft.com/office/drawing/2014/main" id="{2DA13FF4-5947-9847-8FB1-BE4C17C4C480}"/>
                </a:ext>
              </a:extLst>
            </p:cNvPr>
            <p:cNvSpPr/>
            <p:nvPr/>
          </p:nvSpPr>
          <p:spPr>
            <a:xfrm>
              <a:off x="5526252" y="403095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9" name="Freeform 938">
              <a:extLst>
                <a:ext uri="{FF2B5EF4-FFF2-40B4-BE49-F238E27FC236}">
                  <a16:creationId xmlns:a16="http://schemas.microsoft.com/office/drawing/2014/main" id="{C7422AB6-800A-384A-9BA4-DBC91B366202}"/>
                </a:ext>
              </a:extLst>
            </p:cNvPr>
            <p:cNvSpPr/>
            <p:nvPr/>
          </p:nvSpPr>
          <p:spPr>
            <a:xfrm rot="20572658">
              <a:off x="4706388" y="354428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E89672D9-A1DF-1C41-A30D-46BFC2210200}"/>
                </a:ext>
              </a:extLst>
            </p:cNvPr>
            <p:cNvSpPr/>
            <p:nvPr/>
          </p:nvSpPr>
          <p:spPr>
            <a:xfrm rot="1007770" flipH="1">
              <a:off x="5540405" y="354225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1" name="Freeform 940">
              <a:extLst>
                <a:ext uri="{FF2B5EF4-FFF2-40B4-BE49-F238E27FC236}">
                  <a16:creationId xmlns:a16="http://schemas.microsoft.com/office/drawing/2014/main" id="{E724411E-7C09-384C-A3A4-CA2EBB235170}"/>
                </a:ext>
              </a:extLst>
            </p:cNvPr>
            <p:cNvSpPr/>
            <p:nvPr/>
          </p:nvSpPr>
          <p:spPr>
            <a:xfrm>
              <a:off x="4960529" y="588248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Freeform 941">
              <a:extLst>
                <a:ext uri="{FF2B5EF4-FFF2-40B4-BE49-F238E27FC236}">
                  <a16:creationId xmlns:a16="http://schemas.microsoft.com/office/drawing/2014/main" id="{BB57FE95-4BDC-C242-88A5-9169075F1066}"/>
                </a:ext>
              </a:extLst>
            </p:cNvPr>
            <p:cNvSpPr/>
            <p:nvPr/>
          </p:nvSpPr>
          <p:spPr>
            <a:xfrm rot="21085137">
              <a:off x="5001282" y="590878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Freeform 942">
              <a:extLst>
                <a:ext uri="{FF2B5EF4-FFF2-40B4-BE49-F238E27FC236}">
                  <a16:creationId xmlns:a16="http://schemas.microsoft.com/office/drawing/2014/main" id="{BC584817-A203-7D47-AB13-91528D184C7A}"/>
                </a:ext>
              </a:extLst>
            </p:cNvPr>
            <p:cNvSpPr/>
            <p:nvPr/>
          </p:nvSpPr>
          <p:spPr>
            <a:xfrm>
              <a:off x="5294851" y="588248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4" name="Freeform 943">
              <a:extLst>
                <a:ext uri="{FF2B5EF4-FFF2-40B4-BE49-F238E27FC236}">
                  <a16:creationId xmlns:a16="http://schemas.microsoft.com/office/drawing/2014/main" id="{CFFC852B-7B7B-704F-A213-D026DEFC4106}"/>
                </a:ext>
              </a:extLst>
            </p:cNvPr>
            <p:cNvSpPr/>
            <p:nvPr/>
          </p:nvSpPr>
          <p:spPr>
            <a:xfrm>
              <a:off x="5418550" y="588248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5" name="Freeform 944">
              <a:extLst>
                <a:ext uri="{FF2B5EF4-FFF2-40B4-BE49-F238E27FC236}">
                  <a16:creationId xmlns:a16="http://schemas.microsoft.com/office/drawing/2014/main" id="{57E935C9-199A-E34D-8227-086AD49F120C}"/>
                </a:ext>
              </a:extLst>
            </p:cNvPr>
            <p:cNvSpPr/>
            <p:nvPr/>
          </p:nvSpPr>
          <p:spPr>
            <a:xfrm flipH="1">
              <a:off x="5594923" y="589374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Freeform 945">
              <a:extLst>
                <a:ext uri="{FF2B5EF4-FFF2-40B4-BE49-F238E27FC236}">
                  <a16:creationId xmlns:a16="http://schemas.microsoft.com/office/drawing/2014/main" id="{DB13FF25-636C-E44C-9B31-B524C7DFBDE5}"/>
                </a:ext>
              </a:extLst>
            </p:cNvPr>
            <p:cNvSpPr/>
            <p:nvPr/>
          </p:nvSpPr>
          <p:spPr>
            <a:xfrm rot="21085137" flipH="1">
              <a:off x="5682253" y="5854972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802FF27D-A281-5A40-81DD-D27DB6247901}"/>
                </a:ext>
              </a:extLst>
            </p:cNvPr>
            <p:cNvSpPr/>
            <p:nvPr/>
          </p:nvSpPr>
          <p:spPr>
            <a:xfrm flipH="1">
              <a:off x="5599048" y="588248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8" name="Freeform 947">
              <a:extLst>
                <a:ext uri="{FF2B5EF4-FFF2-40B4-BE49-F238E27FC236}">
                  <a16:creationId xmlns:a16="http://schemas.microsoft.com/office/drawing/2014/main" id="{732D7F42-45DD-9F40-A443-520526397198}"/>
                </a:ext>
              </a:extLst>
            </p:cNvPr>
            <p:cNvSpPr/>
            <p:nvPr/>
          </p:nvSpPr>
          <p:spPr>
            <a:xfrm flipH="1">
              <a:off x="5592814" y="589374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9" name="Rectangle 948">
              <a:extLst>
                <a:ext uri="{FF2B5EF4-FFF2-40B4-BE49-F238E27FC236}">
                  <a16:creationId xmlns:a16="http://schemas.microsoft.com/office/drawing/2014/main" id="{556188F0-92AA-A540-97F7-3941A2E0FEDE}"/>
                </a:ext>
              </a:extLst>
            </p:cNvPr>
            <p:cNvSpPr/>
            <p:nvPr/>
          </p:nvSpPr>
          <p:spPr>
            <a:xfrm>
              <a:off x="5555355" y="302387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50" name="Group 949">
            <a:extLst>
              <a:ext uri="{FF2B5EF4-FFF2-40B4-BE49-F238E27FC236}">
                <a16:creationId xmlns:a16="http://schemas.microsoft.com/office/drawing/2014/main" id="{B2196AFE-19F7-FA46-BA55-51A99EA84F34}"/>
              </a:ext>
            </a:extLst>
          </p:cNvPr>
          <p:cNvGrpSpPr>
            <a:grpSpLocks noChangeAspect="1"/>
          </p:cNvGrpSpPr>
          <p:nvPr/>
        </p:nvGrpSpPr>
        <p:grpSpPr>
          <a:xfrm>
            <a:off x="2518387" y="5412147"/>
            <a:ext cx="280300" cy="585216"/>
            <a:chOff x="4706388" y="3023873"/>
            <a:chExt cx="1699226" cy="3547688"/>
          </a:xfrm>
        </p:grpSpPr>
        <p:sp>
          <p:nvSpPr>
            <p:cNvPr id="951" name="Rectangle 950">
              <a:extLst>
                <a:ext uri="{FF2B5EF4-FFF2-40B4-BE49-F238E27FC236}">
                  <a16:creationId xmlns:a16="http://schemas.microsoft.com/office/drawing/2014/main" id="{7D1E0B65-113F-2648-A4E2-F7807DC21478}"/>
                </a:ext>
              </a:extLst>
            </p:cNvPr>
            <p:cNvSpPr/>
            <p:nvPr/>
          </p:nvSpPr>
          <p:spPr>
            <a:xfrm>
              <a:off x="5526252" y="403095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Freeform 951">
              <a:extLst>
                <a:ext uri="{FF2B5EF4-FFF2-40B4-BE49-F238E27FC236}">
                  <a16:creationId xmlns:a16="http://schemas.microsoft.com/office/drawing/2014/main" id="{115C81D2-D5D0-8E4D-A603-4B60B0C39CE6}"/>
                </a:ext>
              </a:extLst>
            </p:cNvPr>
            <p:cNvSpPr/>
            <p:nvPr/>
          </p:nvSpPr>
          <p:spPr>
            <a:xfrm rot="20572658">
              <a:off x="4706388" y="354428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Freeform 952">
              <a:extLst>
                <a:ext uri="{FF2B5EF4-FFF2-40B4-BE49-F238E27FC236}">
                  <a16:creationId xmlns:a16="http://schemas.microsoft.com/office/drawing/2014/main" id="{922E99F3-2444-8E4C-8E24-3C984AEA4ECB}"/>
                </a:ext>
              </a:extLst>
            </p:cNvPr>
            <p:cNvSpPr/>
            <p:nvPr/>
          </p:nvSpPr>
          <p:spPr>
            <a:xfrm rot="1007770" flipH="1">
              <a:off x="5540405" y="354225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D7F6179F-C427-3445-B7E4-1DE45D81901F}"/>
                </a:ext>
              </a:extLst>
            </p:cNvPr>
            <p:cNvSpPr/>
            <p:nvPr/>
          </p:nvSpPr>
          <p:spPr>
            <a:xfrm>
              <a:off x="4960529" y="588248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5" name="Freeform 954">
              <a:extLst>
                <a:ext uri="{FF2B5EF4-FFF2-40B4-BE49-F238E27FC236}">
                  <a16:creationId xmlns:a16="http://schemas.microsoft.com/office/drawing/2014/main" id="{0D89D3A2-451B-9F4D-A15E-D64160D75333}"/>
                </a:ext>
              </a:extLst>
            </p:cNvPr>
            <p:cNvSpPr/>
            <p:nvPr/>
          </p:nvSpPr>
          <p:spPr>
            <a:xfrm rot="21085137">
              <a:off x="5001282" y="590878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Freeform 955">
              <a:extLst>
                <a:ext uri="{FF2B5EF4-FFF2-40B4-BE49-F238E27FC236}">
                  <a16:creationId xmlns:a16="http://schemas.microsoft.com/office/drawing/2014/main" id="{7DE0A1B5-50CA-6046-8FC2-126BE2991C4A}"/>
                </a:ext>
              </a:extLst>
            </p:cNvPr>
            <p:cNvSpPr/>
            <p:nvPr/>
          </p:nvSpPr>
          <p:spPr>
            <a:xfrm>
              <a:off x="5294851" y="588248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Freeform 956">
              <a:extLst>
                <a:ext uri="{FF2B5EF4-FFF2-40B4-BE49-F238E27FC236}">
                  <a16:creationId xmlns:a16="http://schemas.microsoft.com/office/drawing/2014/main" id="{9B73F4DD-DB61-AE46-A1C5-A66D74495D9C}"/>
                </a:ext>
              </a:extLst>
            </p:cNvPr>
            <p:cNvSpPr/>
            <p:nvPr/>
          </p:nvSpPr>
          <p:spPr>
            <a:xfrm>
              <a:off x="5418550" y="588248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8" name="Freeform 957">
              <a:extLst>
                <a:ext uri="{FF2B5EF4-FFF2-40B4-BE49-F238E27FC236}">
                  <a16:creationId xmlns:a16="http://schemas.microsoft.com/office/drawing/2014/main" id="{0211941F-D671-4041-9750-C23A24D1FFCF}"/>
                </a:ext>
              </a:extLst>
            </p:cNvPr>
            <p:cNvSpPr/>
            <p:nvPr/>
          </p:nvSpPr>
          <p:spPr>
            <a:xfrm flipH="1">
              <a:off x="5594923" y="589374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9" name="Freeform 958">
              <a:extLst>
                <a:ext uri="{FF2B5EF4-FFF2-40B4-BE49-F238E27FC236}">
                  <a16:creationId xmlns:a16="http://schemas.microsoft.com/office/drawing/2014/main" id="{0749E3C1-D51E-7648-BF29-763E8FDD4C1A}"/>
                </a:ext>
              </a:extLst>
            </p:cNvPr>
            <p:cNvSpPr/>
            <p:nvPr/>
          </p:nvSpPr>
          <p:spPr>
            <a:xfrm rot="21085137" flipH="1">
              <a:off x="5682253" y="5854972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0" name="Freeform 959">
              <a:extLst>
                <a:ext uri="{FF2B5EF4-FFF2-40B4-BE49-F238E27FC236}">
                  <a16:creationId xmlns:a16="http://schemas.microsoft.com/office/drawing/2014/main" id="{E7118943-6A59-2C42-8BCA-41088DC4DA93}"/>
                </a:ext>
              </a:extLst>
            </p:cNvPr>
            <p:cNvSpPr/>
            <p:nvPr/>
          </p:nvSpPr>
          <p:spPr>
            <a:xfrm flipH="1">
              <a:off x="5599048" y="588248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ADF9B3A3-62E7-8E46-9EBD-775C1F2FB4C8}"/>
                </a:ext>
              </a:extLst>
            </p:cNvPr>
            <p:cNvSpPr/>
            <p:nvPr/>
          </p:nvSpPr>
          <p:spPr>
            <a:xfrm flipH="1">
              <a:off x="5592814" y="589374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025537F9-C95A-6D40-B1DE-1ED5954614DA}"/>
                </a:ext>
              </a:extLst>
            </p:cNvPr>
            <p:cNvSpPr/>
            <p:nvPr/>
          </p:nvSpPr>
          <p:spPr>
            <a:xfrm>
              <a:off x="5555355" y="302387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63" name="Group 962">
            <a:extLst>
              <a:ext uri="{FF2B5EF4-FFF2-40B4-BE49-F238E27FC236}">
                <a16:creationId xmlns:a16="http://schemas.microsoft.com/office/drawing/2014/main" id="{2BCCBFBB-ACB3-7245-98B4-4F1260657368}"/>
              </a:ext>
            </a:extLst>
          </p:cNvPr>
          <p:cNvGrpSpPr>
            <a:grpSpLocks noChangeAspect="1"/>
          </p:cNvGrpSpPr>
          <p:nvPr/>
        </p:nvGrpSpPr>
        <p:grpSpPr>
          <a:xfrm>
            <a:off x="2618956" y="5414010"/>
            <a:ext cx="275032" cy="594360"/>
            <a:chOff x="2343051" y="3067343"/>
            <a:chExt cx="1699226" cy="3672128"/>
          </a:xfrm>
        </p:grpSpPr>
        <p:sp>
          <p:nvSpPr>
            <p:cNvPr id="964" name="Freeform 963">
              <a:extLst>
                <a:ext uri="{FF2B5EF4-FFF2-40B4-BE49-F238E27FC236}">
                  <a16:creationId xmlns:a16="http://schemas.microsoft.com/office/drawing/2014/main" id="{0F8ED5ED-4022-6241-BEEE-6799699F30A4}"/>
                </a:ext>
              </a:extLst>
            </p:cNvPr>
            <p:cNvSpPr/>
            <p:nvPr/>
          </p:nvSpPr>
          <p:spPr>
            <a:xfrm flipH="1">
              <a:off x="3239412" y="4942543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5" name="Freeform 964">
              <a:extLst>
                <a:ext uri="{FF2B5EF4-FFF2-40B4-BE49-F238E27FC236}">
                  <a16:creationId xmlns:a16="http://schemas.microsoft.com/office/drawing/2014/main" id="{1AC51130-6B5A-FA4D-8D53-FAD430B0EE7B}"/>
                </a:ext>
              </a:extLst>
            </p:cNvPr>
            <p:cNvSpPr/>
            <p:nvPr/>
          </p:nvSpPr>
          <p:spPr>
            <a:xfrm>
              <a:off x="2539120" y="4936348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Rectangle 965">
              <a:extLst>
                <a:ext uri="{FF2B5EF4-FFF2-40B4-BE49-F238E27FC236}">
                  <a16:creationId xmlns:a16="http://schemas.microsoft.com/office/drawing/2014/main" id="{0BD46044-959F-5A42-ABAF-8D6C9BD0FA1E}"/>
                </a:ext>
              </a:extLst>
            </p:cNvPr>
            <p:cNvSpPr/>
            <p:nvPr/>
          </p:nvSpPr>
          <p:spPr>
            <a:xfrm>
              <a:off x="3162915" y="407442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Freeform 966">
              <a:extLst>
                <a:ext uri="{FF2B5EF4-FFF2-40B4-BE49-F238E27FC236}">
                  <a16:creationId xmlns:a16="http://schemas.microsoft.com/office/drawing/2014/main" id="{6D8B359D-D502-0C45-9387-BDFC98FCA62F}"/>
                </a:ext>
              </a:extLst>
            </p:cNvPr>
            <p:cNvSpPr/>
            <p:nvPr/>
          </p:nvSpPr>
          <p:spPr>
            <a:xfrm rot="20572658">
              <a:off x="2343051" y="358775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4249D0A9-0A82-6049-8CC7-A072B7098200}"/>
                </a:ext>
              </a:extLst>
            </p:cNvPr>
            <p:cNvSpPr/>
            <p:nvPr/>
          </p:nvSpPr>
          <p:spPr>
            <a:xfrm rot="1007770" flipH="1">
              <a:off x="3177068" y="358572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9" name="Freeform 968">
              <a:extLst>
                <a:ext uri="{FF2B5EF4-FFF2-40B4-BE49-F238E27FC236}">
                  <a16:creationId xmlns:a16="http://schemas.microsoft.com/office/drawing/2014/main" id="{7C15F966-C785-A540-8A69-BA6EE77574A9}"/>
                </a:ext>
              </a:extLst>
            </p:cNvPr>
            <p:cNvSpPr/>
            <p:nvPr/>
          </p:nvSpPr>
          <p:spPr>
            <a:xfrm>
              <a:off x="2597192" y="592595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0" name="Freeform 969">
              <a:extLst>
                <a:ext uri="{FF2B5EF4-FFF2-40B4-BE49-F238E27FC236}">
                  <a16:creationId xmlns:a16="http://schemas.microsoft.com/office/drawing/2014/main" id="{86ECD31A-2F9B-3D4C-A132-8690506181EA}"/>
                </a:ext>
              </a:extLst>
            </p:cNvPr>
            <p:cNvSpPr/>
            <p:nvPr/>
          </p:nvSpPr>
          <p:spPr>
            <a:xfrm rot="21085137">
              <a:off x="2637945" y="595225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1" name="Freeform 970">
              <a:extLst>
                <a:ext uri="{FF2B5EF4-FFF2-40B4-BE49-F238E27FC236}">
                  <a16:creationId xmlns:a16="http://schemas.microsoft.com/office/drawing/2014/main" id="{1C27FA1A-BCE9-7747-A39B-7A96F39AC1C7}"/>
                </a:ext>
              </a:extLst>
            </p:cNvPr>
            <p:cNvSpPr/>
            <p:nvPr/>
          </p:nvSpPr>
          <p:spPr>
            <a:xfrm>
              <a:off x="2931514" y="592595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2" name="Freeform 971">
              <a:extLst>
                <a:ext uri="{FF2B5EF4-FFF2-40B4-BE49-F238E27FC236}">
                  <a16:creationId xmlns:a16="http://schemas.microsoft.com/office/drawing/2014/main" id="{B0DA1163-32E4-8B43-AB5B-C56BD1A70E29}"/>
                </a:ext>
              </a:extLst>
            </p:cNvPr>
            <p:cNvSpPr/>
            <p:nvPr/>
          </p:nvSpPr>
          <p:spPr>
            <a:xfrm>
              <a:off x="3055213" y="592595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3" name="Freeform 972">
              <a:extLst>
                <a:ext uri="{FF2B5EF4-FFF2-40B4-BE49-F238E27FC236}">
                  <a16:creationId xmlns:a16="http://schemas.microsoft.com/office/drawing/2014/main" id="{5B15A7C7-8203-3C4B-A016-DC4748E1D68B}"/>
                </a:ext>
              </a:extLst>
            </p:cNvPr>
            <p:cNvSpPr/>
            <p:nvPr/>
          </p:nvSpPr>
          <p:spPr>
            <a:xfrm flipH="1">
              <a:off x="3231586" y="593721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4" name="Freeform 973">
              <a:extLst>
                <a:ext uri="{FF2B5EF4-FFF2-40B4-BE49-F238E27FC236}">
                  <a16:creationId xmlns:a16="http://schemas.microsoft.com/office/drawing/2014/main" id="{8C6A4A89-FDDF-7042-9611-5E1A5EB9DEC6}"/>
                </a:ext>
              </a:extLst>
            </p:cNvPr>
            <p:cNvSpPr/>
            <p:nvPr/>
          </p:nvSpPr>
          <p:spPr>
            <a:xfrm flipH="1">
              <a:off x="3235711" y="59259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CB726C3-12E3-D64E-B0F8-9EBE1E194E4D}"/>
                </a:ext>
              </a:extLst>
            </p:cNvPr>
            <p:cNvSpPr/>
            <p:nvPr/>
          </p:nvSpPr>
          <p:spPr>
            <a:xfrm flipH="1">
              <a:off x="3229477" y="593721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Rectangle 975">
              <a:extLst>
                <a:ext uri="{FF2B5EF4-FFF2-40B4-BE49-F238E27FC236}">
                  <a16:creationId xmlns:a16="http://schemas.microsoft.com/office/drawing/2014/main" id="{788D9850-8BC5-A14F-BBB2-261014DD94AE}"/>
                </a:ext>
              </a:extLst>
            </p:cNvPr>
            <p:cNvSpPr/>
            <p:nvPr/>
          </p:nvSpPr>
          <p:spPr>
            <a:xfrm>
              <a:off x="3192018" y="306734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Freeform 976">
              <a:extLst>
                <a:ext uri="{FF2B5EF4-FFF2-40B4-BE49-F238E27FC236}">
                  <a16:creationId xmlns:a16="http://schemas.microsoft.com/office/drawing/2014/main" id="{D28BFB1D-BAF8-BE45-BCCA-CB0C4124CD2B}"/>
                </a:ext>
              </a:extLst>
            </p:cNvPr>
            <p:cNvSpPr/>
            <p:nvPr/>
          </p:nvSpPr>
          <p:spPr>
            <a:xfrm flipH="1">
              <a:off x="3388111" y="60783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78" name="Group 977">
            <a:extLst>
              <a:ext uri="{FF2B5EF4-FFF2-40B4-BE49-F238E27FC236}">
                <a16:creationId xmlns:a16="http://schemas.microsoft.com/office/drawing/2014/main" id="{A4DFCB46-7B89-B24A-9257-AFC507C62373}"/>
              </a:ext>
            </a:extLst>
          </p:cNvPr>
          <p:cNvGrpSpPr>
            <a:grpSpLocks noChangeAspect="1"/>
          </p:cNvGrpSpPr>
          <p:nvPr/>
        </p:nvGrpSpPr>
        <p:grpSpPr>
          <a:xfrm>
            <a:off x="2716951" y="5375540"/>
            <a:ext cx="296188" cy="640080"/>
            <a:chOff x="2343051" y="3067343"/>
            <a:chExt cx="1699226" cy="3672128"/>
          </a:xfrm>
        </p:grpSpPr>
        <p:sp>
          <p:nvSpPr>
            <p:cNvPr id="979" name="Freeform 978">
              <a:extLst>
                <a:ext uri="{FF2B5EF4-FFF2-40B4-BE49-F238E27FC236}">
                  <a16:creationId xmlns:a16="http://schemas.microsoft.com/office/drawing/2014/main" id="{56FC97F7-820B-3A4C-91E4-7D68C576F898}"/>
                </a:ext>
              </a:extLst>
            </p:cNvPr>
            <p:cNvSpPr/>
            <p:nvPr/>
          </p:nvSpPr>
          <p:spPr>
            <a:xfrm flipH="1">
              <a:off x="3239412" y="4942543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0" name="Freeform 979">
              <a:extLst>
                <a:ext uri="{FF2B5EF4-FFF2-40B4-BE49-F238E27FC236}">
                  <a16:creationId xmlns:a16="http://schemas.microsoft.com/office/drawing/2014/main" id="{FA770E35-6993-A04B-B9D9-3670FB5703DB}"/>
                </a:ext>
              </a:extLst>
            </p:cNvPr>
            <p:cNvSpPr/>
            <p:nvPr/>
          </p:nvSpPr>
          <p:spPr>
            <a:xfrm>
              <a:off x="2539120" y="4936348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1" name="Rectangle 980">
              <a:extLst>
                <a:ext uri="{FF2B5EF4-FFF2-40B4-BE49-F238E27FC236}">
                  <a16:creationId xmlns:a16="http://schemas.microsoft.com/office/drawing/2014/main" id="{58D513E6-F2E8-9E4E-82F0-007A55BFFC3B}"/>
                </a:ext>
              </a:extLst>
            </p:cNvPr>
            <p:cNvSpPr/>
            <p:nvPr/>
          </p:nvSpPr>
          <p:spPr>
            <a:xfrm>
              <a:off x="3162915" y="407442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95A84F78-BB40-C740-A145-842748A500D1}"/>
                </a:ext>
              </a:extLst>
            </p:cNvPr>
            <p:cNvSpPr/>
            <p:nvPr/>
          </p:nvSpPr>
          <p:spPr>
            <a:xfrm rot="20572658">
              <a:off x="2343051" y="358775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3" name="Freeform 982">
              <a:extLst>
                <a:ext uri="{FF2B5EF4-FFF2-40B4-BE49-F238E27FC236}">
                  <a16:creationId xmlns:a16="http://schemas.microsoft.com/office/drawing/2014/main" id="{1002C497-C546-D44F-9BC9-CCAA69416913}"/>
                </a:ext>
              </a:extLst>
            </p:cNvPr>
            <p:cNvSpPr/>
            <p:nvPr/>
          </p:nvSpPr>
          <p:spPr>
            <a:xfrm rot="1007770" flipH="1">
              <a:off x="3177068" y="358572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Freeform 983">
              <a:extLst>
                <a:ext uri="{FF2B5EF4-FFF2-40B4-BE49-F238E27FC236}">
                  <a16:creationId xmlns:a16="http://schemas.microsoft.com/office/drawing/2014/main" id="{DCC60B15-EB02-EE45-9277-AD4CC5030315}"/>
                </a:ext>
              </a:extLst>
            </p:cNvPr>
            <p:cNvSpPr/>
            <p:nvPr/>
          </p:nvSpPr>
          <p:spPr>
            <a:xfrm>
              <a:off x="2597192" y="592595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5" name="Freeform 984">
              <a:extLst>
                <a:ext uri="{FF2B5EF4-FFF2-40B4-BE49-F238E27FC236}">
                  <a16:creationId xmlns:a16="http://schemas.microsoft.com/office/drawing/2014/main" id="{12C0C148-38EA-BE4D-9D28-30E3452A40B2}"/>
                </a:ext>
              </a:extLst>
            </p:cNvPr>
            <p:cNvSpPr/>
            <p:nvPr/>
          </p:nvSpPr>
          <p:spPr>
            <a:xfrm rot="21085137">
              <a:off x="2637945" y="595225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6" name="Freeform 985">
              <a:extLst>
                <a:ext uri="{FF2B5EF4-FFF2-40B4-BE49-F238E27FC236}">
                  <a16:creationId xmlns:a16="http://schemas.microsoft.com/office/drawing/2014/main" id="{5EDF60A4-94FB-E848-BE09-7DFD791E32D4}"/>
                </a:ext>
              </a:extLst>
            </p:cNvPr>
            <p:cNvSpPr/>
            <p:nvPr/>
          </p:nvSpPr>
          <p:spPr>
            <a:xfrm>
              <a:off x="2931514" y="592595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Freeform 986">
              <a:extLst>
                <a:ext uri="{FF2B5EF4-FFF2-40B4-BE49-F238E27FC236}">
                  <a16:creationId xmlns:a16="http://schemas.microsoft.com/office/drawing/2014/main" id="{CC5C25A6-ADD7-B541-9CBC-E7629E23FD5C}"/>
                </a:ext>
              </a:extLst>
            </p:cNvPr>
            <p:cNvSpPr/>
            <p:nvPr/>
          </p:nvSpPr>
          <p:spPr>
            <a:xfrm>
              <a:off x="3055213" y="592595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Freeform 987">
              <a:extLst>
                <a:ext uri="{FF2B5EF4-FFF2-40B4-BE49-F238E27FC236}">
                  <a16:creationId xmlns:a16="http://schemas.microsoft.com/office/drawing/2014/main" id="{14DF10AC-40EC-BE42-93DD-2C14132FF3C2}"/>
                </a:ext>
              </a:extLst>
            </p:cNvPr>
            <p:cNvSpPr/>
            <p:nvPr/>
          </p:nvSpPr>
          <p:spPr>
            <a:xfrm flipH="1">
              <a:off x="3231586" y="593721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0F5FA648-6532-4643-B3BE-1EB328508400}"/>
                </a:ext>
              </a:extLst>
            </p:cNvPr>
            <p:cNvSpPr/>
            <p:nvPr/>
          </p:nvSpPr>
          <p:spPr>
            <a:xfrm flipH="1">
              <a:off x="3235711" y="59259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0" name="Freeform 989">
              <a:extLst>
                <a:ext uri="{FF2B5EF4-FFF2-40B4-BE49-F238E27FC236}">
                  <a16:creationId xmlns:a16="http://schemas.microsoft.com/office/drawing/2014/main" id="{06CEADA7-26FE-144D-9BF2-4751B9E75D30}"/>
                </a:ext>
              </a:extLst>
            </p:cNvPr>
            <p:cNvSpPr/>
            <p:nvPr/>
          </p:nvSpPr>
          <p:spPr>
            <a:xfrm flipH="1">
              <a:off x="3229477" y="593721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1" name="Rectangle 990">
              <a:extLst>
                <a:ext uri="{FF2B5EF4-FFF2-40B4-BE49-F238E27FC236}">
                  <a16:creationId xmlns:a16="http://schemas.microsoft.com/office/drawing/2014/main" id="{0AF10D50-8E87-3447-B25C-9E0FC4DA9850}"/>
                </a:ext>
              </a:extLst>
            </p:cNvPr>
            <p:cNvSpPr/>
            <p:nvPr/>
          </p:nvSpPr>
          <p:spPr>
            <a:xfrm>
              <a:off x="3192018" y="306734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2" name="Freeform 991">
              <a:extLst>
                <a:ext uri="{FF2B5EF4-FFF2-40B4-BE49-F238E27FC236}">
                  <a16:creationId xmlns:a16="http://schemas.microsoft.com/office/drawing/2014/main" id="{F0237DFD-6EF8-2F45-9CBA-9010E9B7E37E}"/>
                </a:ext>
              </a:extLst>
            </p:cNvPr>
            <p:cNvSpPr/>
            <p:nvPr/>
          </p:nvSpPr>
          <p:spPr>
            <a:xfrm flipH="1">
              <a:off x="3388111" y="60783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93" name="Group 992">
            <a:extLst>
              <a:ext uri="{FF2B5EF4-FFF2-40B4-BE49-F238E27FC236}">
                <a16:creationId xmlns:a16="http://schemas.microsoft.com/office/drawing/2014/main" id="{D981A9A3-4F7B-5C44-978C-7AEA0E38BC99}"/>
              </a:ext>
            </a:extLst>
          </p:cNvPr>
          <p:cNvGrpSpPr>
            <a:grpSpLocks noChangeAspect="1"/>
          </p:cNvGrpSpPr>
          <p:nvPr/>
        </p:nvGrpSpPr>
        <p:grpSpPr>
          <a:xfrm>
            <a:off x="2833729" y="5345854"/>
            <a:ext cx="317344" cy="685800"/>
            <a:chOff x="2343051" y="3067343"/>
            <a:chExt cx="1699226" cy="3672128"/>
          </a:xfrm>
        </p:grpSpPr>
        <p:sp>
          <p:nvSpPr>
            <p:cNvPr id="994" name="Freeform 993">
              <a:extLst>
                <a:ext uri="{FF2B5EF4-FFF2-40B4-BE49-F238E27FC236}">
                  <a16:creationId xmlns:a16="http://schemas.microsoft.com/office/drawing/2014/main" id="{8290D319-0864-E647-B947-3EE7B791584E}"/>
                </a:ext>
              </a:extLst>
            </p:cNvPr>
            <p:cNvSpPr/>
            <p:nvPr/>
          </p:nvSpPr>
          <p:spPr>
            <a:xfrm flipH="1">
              <a:off x="3239412" y="4942543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5" name="Freeform 994">
              <a:extLst>
                <a:ext uri="{FF2B5EF4-FFF2-40B4-BE49-F238E27FC236}">
                  <a16:creationId xmlns:a16="http://schemas.microsoft.com/office/drawing/2014/main" id="{8997ADD3-4270-3440-93FE-EB5FF22FFBB8}"/>
                </a:ext>
              </a:extLst>
            </p:cNvPr>
            <p:cNvSpPr/>
            <p:nvPr/>
          </p:nvSpPr>
          <p:spPr>
            <a:xfrm>
              <a:off x="2539120" y="4936348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6" name="Rectangle 995">
              <a:extLst>
                <a:ext uri="{FF2B5EF4-FFF2-40B4-BE49-F238E27FC236}">
                  <a16:creationId xmlns:a16="http://schemas.microsoft.com/office/drawing/2014/main" id="{B816E352-71D6-B04A-9EFC-9135C55B64CD}"/>
                </a:ext>
              </a:extLst>
            </p:cNvPr>
            <p:cNvSpPr/>
            <p:nvPr/>
          </p:nvSpPr>
          <p:spPr>
            <a:xfrm>
              <a:off x="3162915" y="407442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7" name="Freeform 996">
              <a:extLst>
                <a:ext uri="{FF2B5EF4-FFF2-40B4-BE49-F238E27FC236}">
                  <a16:creationId xmlns:a16="http://schemas.microsoft.com/office/drawing/2014/main" id="{959948D4-3022-E545-812A-59A812941AA2}"/>
                </a:ext>
              </a:extLst>
            </p:cNvPr>
            <p:cNvSpPr/>
            <p:nvPr/>
          </p:nvSpPr>
          <p:spPr>
            <a:xfrm rot="20572658">
              <a:off x="2343051" y="358775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8" name="Freeform 997">
              <a:extLst>
                <a:ext uri="{FF2B5EF4-FFF2-40B4-BE49-F238E27FC236}">
                  <a16:creationId xmlns:a16="http://schemas.microsoft.com/office/drawing/2014/main" id="{B3AB0386-BAF7-6847-9CDD-12B0087AB073}"/>
                </a:ext>
              </a:extLst>
            </p:cNvPr>
            <p:cNvSpPr/>
            <p:nvPr/>
          </p:nvSpPr>
          <p:spPr>
            <a:xfrm rot="1007770" flipH="1">
              <a:off x="3177068" y="358572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9" name="Freeform 998">
              <a:extLst>
                <a:ext uri="{FF2B5EF4-FFF2-40B4-BE49-F238E27FC236}">
                  <a16:creationId xmlns:a16="http://schemas.microsoft.com/office/drawing/2014/main" id="{733CD5F0-A4C9-EB40-B274-AD2C623A3F84}"/>
                </a:ext>
              </a:extLst>
            </p:cNvPr>
            <p:cNvSpPr/>
            <p:nvPr/>
          </p:nvSpPr>
          <p:spPr>
            <a:xfrm>
              <a:off x="2597192" y="592595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0" name="Freeform 999">
              <a:extLst>
                <a:ext uri="{FF2B5EF4-FFF2-40B4-BE49-F238E27FC236}">
                  <a16:creationId xmlns:a16="http://schemas.microsoft.com/office/drawing/2014/main" id="{183B541B-2CDC-CC4A-BD44-8280F3A72A89}"/>
                </a:ext>
              </a:extLst>
            </p:cNvPr>
            <p:cNvSpPr/>
            <p:nvPr/>
          </p:nvSpPr>
          <p:spPr>
            <a:xfrm rot="21085137">
              <a:off x="2637945" y="595225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1" name="Freeform 1000">
              <a:extLst>
                <a:ext uri="{FF2B5EF4-FFF2-40B4-BE49-F238E27FC236}">
                  <a16:creationId xmlns:a16="http://schemas.microsoft.com/office/drawing/2014/main" id="{3F4CB0F7-B951-C142-BFFB-816B485A17B5}"/>
                </a:ext>
              </a:extLst>
            </p:cNvPr>
            <p:cNvSpPr/>
            <p:nvPr/>
          </p:nvSpPr>
          <p:spPr>
            <a:xfrm>
              <a:off x="2931514" y="592595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2" name="Freeform 1001">
              <a:extLst>
                <a:ext uri="{FF2B5EF4-FFF2-40B4-BE49-F238E27FC236}">
                  <a16:creationId xmlns:a16="http://schemas.microsoft.com/office/drawing/2014/main" id="{7DA7BBA9-4144-6146-B193-5E1506BAEB51}"/>
                </a:ext>
              </a:extLst>
            </p:cNvPr>
            <p:cNvSpPr/>
            <p:nvPr/>
          </p:nvSpPr>
          <p:spPr>
            <a:xfrm>
              <a:off x="3055213" y="592595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D63EA059-5F78-DA43-A552-819D6658A858}"/>
                </a:ext>
              </a:extLst>
            </p:cNvPr>
            <p:cNvSpPr/>
            <p:nvPr/>
          </p:nvSpPr>
          <p:spPr>
            <a:xfrm flipH="1">
              <a:off x="3231586" y="593721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Freeform 1003">
              <a:extLst>
                <a:ext uri="{FF2B5EF4-FFF2-40B4-BE49-F238E27FC236}">
                  <a16:creationId xmlns:a16="http://schemas.microsoft.com/office/drawing/2014/main" id="{7731797C-C09B-6B4C-8028-DF0AACA8667F}"/>
                </a:ext>
              </a:extLst>
            </p:cNvPr>
            <p:cNvSpPr/>
            <p:nvPr/>
          </p:nvSpPr>
          <p:spPr>
            <a:xfrm flipH="1">
              <a:off x="3235711" y="59259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5" name="Freeform 1004">
              <a:extLst>
                <a:ext uri="{FF2B5EF4-FFF2-40B4-BE49-F238E27FC236}">
                  <a16:creationId xmlns:a16="http://schemas.microsoft.com/office/drawing/2014/main" id="{1A1EFE81-4DDC-E142-A59D-E46E236098B9}"/>
                </a:ext>
              </a:extLst>
            </p:cNvPr>
            <p:cNvSpPr/>
            <p:nvPr/>
          </p:nvSpPr>
          <p:spPr>
            <a:xfrm flipH="1">
              <a:off x="3229477" y="593721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6" name="Rectangle 1005">
              <a:extLst>
                <a:ext uri="{FF2B5EF4-FFF2-40B4-BE49-F238E27FC236}">
                  <a16:creationId xmlns:a16="http://schemas.microsoft.com/office/drawing/2014/main" id="{B50CA544-DB35-F745-962F-9C38F7A237FB}"/>
                </a:ext>
              </a:extLst>
            </p:cNvPr>
            <p:cNvSpPr/>
            <p:nvPr/>
          </p:nvSpPr>
          <p:spPr>
            <a:xfrm>
              <a:off x="3192018" y="306734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7" name="Freeform 1006">
              <a:extLst>
                <a:ext uri="{FF2B5EF4-FFF2-40B4-BE49-F238E27FC236}">
                  <a16:creationId xmlns:a16="http://schemas.microsoft.com/office/drawing/2014/main" id="{1F260F52-D5F9-AB43-8F5B-8D735BB175A2}"/>
                </a:ext>
              </a:extLst>
            </p:cNvPr>
            <p:cNvSpPr/>
            <p:nvPr/>
          </p:nvSpPr>
          <p:spPr>
            <a:xfrm flipH="1">
              <a:off x="3388111" y="60783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008" name="Group 1007">
            <a:extLst>
              <a:ext uri="{FF2B5EF4-FFF2-40B4-BE49-F238E27FC236}">
                <a16:creationId xmlns:a16="http://schemas.microsoft.com/office/drawing/2014/main" id="{A5F50F27-77EE-364B-8FFC-1572C6359A64}"/>
              </a:ext>
            </a:extLst>
          </p:cNvPr>
          <p:cNvGrpSpPr>
            <a:grpSpLocks noChangeAspect="1"/>
          </p:cNvGrpSpPr>
          <p:nvPr/>
        </p:nvGrpSpPr>
        <p:grpSpPr>
          <a:xfrm>
            <a:off x="2958421" y="5314685"/>
            <a:ext cx="338500" cy="731520"/>
            <a:chOff x="2343051" y="3067343"/>
            <a:chExt cx="1699226" cy="3672128"/>
          </a:xfrm>
        </p:grpSpPr>
        <p:sp>
          <p:nvSpPr>
            <p:cNvPr id="1009" name="Freeform 1008">
              <a:extLst>
                <a:ext uri="{FF2B5EF4-FFF2-40B4-BE49-F238E27FC236}">
                  <a16:creationId xmlns:a16="http://schemas.microsoft.com/office/drawing/2014/main" id="{6D0EB4E5-495E-1341-AF9C-9030DBAB510B}"/>
                </a:ext>
              </a:extLst>
            </p:cNvPr>
            <p:cNvSpPr/>
            <p:nvPr/>
          </p:nvSpPr>
          <p:spPr>
            <a:xfrm flipH="1">
              <a:off x="3239412" y="4942543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444DE55A-71E8-684F-B8DA-B88BF35EBAB2}"/>
                </a:ext>
              </a:extLst>
            </p:cNvPr>
            <p:cNvSpPr/>
            <p:nvPr/>
          </p:nvSpPr>
          <p:spPr>
            <a:xfrm>
              <a:off x="2539120" y="4936348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1" name="Rectangle 1010">
              <a:extLst>
                <a:ext uri="{FF2B5EF4-FFF2-40B4-BE49-F238E27FC236}">
                  <a16:creationId xmlns:a16="http://schemas.microsoft.com/office/drawing/2014/main" id="{ADE8A95F-7FB3-1A43-8C9D-69B5B80272A1}"/>
                </a:ext>
              </a:extLst>
            </p:cNvPr>
            <p:cNvSpPr/>
            <p:nvPr/>
          </p:nvSpPr>
          <p:spPr>
            <a:xfrm>
              <a:off x="3162915" y="407442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2" name="Freeform 1011">
              <a:extLst>
                <a:ext uri="{FF2B5EF4-FFF2-40B4-BE49-F238E27FC236}">
                  <a16:creationId xmlns:a16="http://schemas.microsoft.com/office/drawing/2014/main" id="{DE21C7B2-C64D-1844-8174-9B79987F7829}"/>
                </a:ext>
              </a:extLst>
            </p:cNvPr>
            <p:cNvSpPr/>
            <p:nvPr/>
          </p:nvSpPr>
          <p:spPr>
            <a:xfrm rot="20572658">
              <a:off x="2343051" y="358775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Freeform 1012">
              <a:extLst>
                <a:ext uri="{FF2B5EF4-FFF2-40B4-BE49-F238E27FC236}">
                  <a16:creationId xmlns:a16="http://schemas.microsoft.com/office/drawing/2014/main" id="{5D1C6553-FD46-CE4B-90F0-9B7704218A70}"/>
                </a:ext>
              </a:extLst>
            </p:cNvPr>
            <p:cNvSpPr/>
            <p:nvPr/>
          </p:nvSpPr>
          <p:spPr>
            <a:xfrm rot="1007770" flipH="1">
              <a:off x="3177068" y="358572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Freeform 1013">
              <a:extLst>
                <a:ext uri="{FF2B5EF4-FFF2-40B4-BE49-F238E27FC236}">
                  <a16:creationId xmlns:a16="http://schemas.microsoft.com/office/drawing/2014/main" id="{0AEE39B8-9067-0C43-B753-4242631F4325}"/>
                </a:ext>
              </a:extLst>
            </p:cNvPr>
            <p:cNvSpPr/>
            <p:nvPr/>
          </p:nvSpPr>
          <p:spPr>
            <a:xfrm>
              <a:off x="2597192" y="592595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5" name="Freeform 1014">
              <a:extLst>
                <a:ext uri="{FF2B5EF4-FFF2-40B4-BE49-F238E27FC236}">
                  <a16:creationId xmlns:a16="http://schemas.microsoft.com/office/drawing/2014/main" id="{05891221-7129-354D-89E7-2EC1D301E7BA}"/>
                </a:ext>
              </a:extLst>
            </p:cNvPr>
            <p:cNvSpPr/>
            <p:nvPr/>
          </p:nvSpPr>
          <p:spPr>
            <a:xfrm rot="21085137">
              <a:off x="2637945" y="595225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6" name="Freeform 1015">
              <a:extLst>
                <a:ext uri="{FF2B5EF4-FFF2-40B4-BE49-F238E27FC236}">
                  <a16:creationId xmlns:a16="http://schemas.microsoft.com/office/drawing/2014/main" id="{CEBF44F8-9C2F-C540-8A78-9CA7074F34A1}"/>
                </a:ext>
              </a:extLst>
            </p:cNvPr>
            <p:cNvSpPr/>
            <p:nvPr/>
          </p:nvSpPr>
          <p:spPr>
            <a:xfrm>
              <a:off x="2931514" y="592595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F08E3987-CB18-1D41-B5E3-DDD39D59C0BC}"/>
                </a:ext>
              </a:extLst>
            </p:cNvPr>
            <p:cNvSpPr/>
            <p:nvPr/>
          </p:nvSpPr>
          <p:spPr>
            <a:xfrm>
              <a:off x="3055213" y="592595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Freeform 1017">
              <a:extLst>
                <a:ext uri="{FF2B5EF4-FFF2-40B4-BE49-F238E27FC236}">
                  <a16:creationId xmlns:a16="http://schemas.microsoft.com/office/drawing/2014/main" id="{0D3D6C24-6AC4-7341-AEBA-E539AEDBDBFB}"/>
                </a:ext>
              </a:extLst>
            </p:cNvPr>
            <p:cNvSpPr/>
            <p:nvPr/>
          </p:nvSpPr>
          <p:spPr>
            <a:xfrm flipH="1">
              <a:off x="3231586" y="593721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9" name="Freeform 1018">
              <a:extLst>
                <a:ext uri="{FF2B5EF4-FFF2-40B4-BE49-F238E27FC236}">
                  <a16:creationId xmlns:a16="http://schemas.microsoft.com/office/drawing/2014/main" id="{184E52B9-4476-5E4D-855E-C3E99BDF455E}"/>
                </a:ext>
              </a:extLst>
            </p:cNvPr>
            <p:cNvSpPr/>
            <p:nvPr/>
          </p:nvSpPr>
          <p:spPr>
            <a:xfrm flipH="1">
              <a:off x="3235711" y="59259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0" name="Freeform 1019">
              <a:extLst>
                <a:ext uri="{FF2B5EF4-FFF2-40B4-BE49-F238E27FC236}">
                  <a16:creationId xmlns:a16="http://schemas.microsoft.com/office/drawing/2014/main" id="{59BA395E-6587-3842-A2E4-FBF21C3D0D5F}"/>
                </a:ext>
              </a:extLst>
            </p:cNvPr>
            <p:cNvSpPr/>
            <p:nvPr/>
          </p:nvSpPr>
          <p:spPr>
            <a:xfrm flipH="1">
              <a:off x="3229477" y="593721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1" name="Rectangle 1020">
              <a:extLst>
                <a:ext uri="{FF2B5EF4-FFF2-40B4-BE49-F238E27FC236}">
                  <a16:creationId xmlns:a16="http://schemas.microsoft.com/office/drawing/2014/main" id="{2D0877EA-399B-AD42-896A-CB567FE6EF95}"/>
                </a:ext>
              </a:extLst>
            </p:cNvPr>
            <p:cNvSpPr/>
            <p:nvPr/>
          </p:nvSpPr>
          <p:spPr>
            <a:xfrm>
              <a:off x="3192018" y="306734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2" name="Freeform 1021">
              <a:extLst>
                <a:ext uri="{FF2B5EF4-FFF2-40B4-BE49-F238E27FC236}">
                  <a16:creationId xmlns:a16="http://schemas.microsoft.com/office/drawing/2014/main" id="{204C31E6-BAB0-DF4F-B6B9-682793DC8C3C}"/>
                </a:ext>
              </a:extLst>
            </p:cNvPr>
            <p:cNvSpPr/>
            <p:nvPr/>
          </p:nvSpPr>
          <p:spPr>
            <a:xfrm flipH="1">
              <a:off x="3388111" y="60783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023" name="Group 1022">
            <a:extLst>
              <a:ext uri="{FF2B5EF4-FFF2-40B4-BE49-F238E27FC236}">
                <a16:creationId xmlns:a16="http://schemas.microsoft.com/office/drawing/2014/main" id="{69D8CC3F-7613-F141-87A4-F41D45FD31D4}"/>
              </a:ext>
            </a:extLst>
          </p:cNvPr>
          <p:cNvGrpSpPr>
            <a:grpSpLocks noChangeAspect="1"/>
          </p:cNvGrpSpPr>
          <p:nvPr/>
        </p:nvGrpSpPr>
        <p:grpSpPr>
          <a:xfrm>
            <a:off x="3085090" y="5259404"/>
            <a:ext cx="372350" cy="804672"/>
            <a:chOff x="2343051" y="3067343"/>
            <a:chExt cx="1699226" cy="3672128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2E208710-1D9E-7D41-98AF-CA327CD5DDA9}"/>
                </a:ext>
              </a:extLst>
            </p:cNvPr>
            <p:cNvSpPr/>
            <p:nvPr/>
          </p:nvSpPr>
          <p:spPr>
            <a:xfrm flipH="1">
              <a:off x="3239412" y="4942543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5" name="Freeform 1024">
              <a:extLst>
                <a:ext uri="{FF2B5EF4-FFF2-40B4-BE49-F238E27FC236}">
                  <a16:creationId xmlns:a16="http://schemas.microsoft.com/office/drawing/2014/main" id="{09BD3E1E-A3D8-2049-AEB6-77120289CE15}"/>
                </a:ext>
              </a:extLst>
            </p:cNvPr>
            <p:cNvSpPr/>
            <p:nvPr/>
          </p:nvSpPr>
          <p:spPr>
            <a:xfrm>
              <a:off x="2539120" y="4936348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A7C76BA4-A32E-6B4A-9636-9FE938CB0904}"/>
                </a:ext>
              </a:extLst>
            </p:cNvPr>
            <p:cNvSpPr/>
            <p:nvPr/>
          </p:nvSpPr>
          <p:spPr>
            <a:xfrm>
              <a:off x="3162915" y="407442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Freeform 1026">
              <a:extLst>
                <a:ext uri="{FF2B5EF4-FFF2-40B4-BE49-F238E27FC236}">
                  <a16:creationId xmlns:a16="http://schemas.microsoft.com/office/drawing/2014/main" id="{234032C3-057F-4E4A-A8FA-745D31A8A384}"/>
                </a:ext>
              </a:extLst>
            </p:cNvPr>
            <p:cNvSpPr/>
            <p:nvPr/>
          </p:nvSpPr>
          <p:spPr>
            <a:xfrm rot="20572658">
              <a:off x="2343051" y="358775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Freeform 1027">
              <a:extLst>
                <a:ext uri="{FF2B5EF4-FFF2-40B4-BE49-F238E27FC236}">
                  <a16:creationId xmlns:a16="http://schemas.microsoft.com/office/drawing/2014/main" id="{8CBAF302-945A-014C-9F46-E40139618C06}"/>
                </a:ext>
              </a:extLst>
            </p:cNvPr>
            <p:cNvSpPr/>
            <p:nvPr/>
          </p:nvSpPr>
          <p:spPr>
            <a:xfrm rot="1007770" flipH="1">
              <a:off x="3177068" y="358572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9" name="Freeform 1028">
              <a:extLst>
                <a:ext uri="{FF2B5EF4-FFF2-40B4-BE49-F238E27FC236}">
                  <a16:creationId xmlns:a16="http://schemas.microsoft.com/office/drawing/2014/main" id="{44C6A453-079F-BD4E-8BD1-B129592FBF15}"/>
                </a:ext>
              </a:extLst>
            </p:cNvPr>
            <p:cNvSpPr/>
            <p:nvPr/>
          </p:nvSpPr>
          <p:spPr>
            <a:xfrm>
              <a:off x="2597192" y="592595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0" name="Freeform 1029">
              <a:extLst>
                <a:ext uri="{FF2B5EF4-FFF2-40B4-BE49-F238E27FC236}">
                  <a16:creationId xmlns:a16="http://schemas.microsoft.com/office/drawing/2014/main" id="{CD3C88DB-D9FD-B34E-81F1-D737FF64556E}"/>
                </a:ext>
              </a:extLst>
            </p:cNvPr>
            <p:cNvSpPr/>
            <p:nvPr/>
          </p:nvSpPr>
          <p:spPr>
            <a:xfrm rot="21085137">
              <a:off x="2637945" y="595225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9FBD3C15-0401-6040-938C-5A55BE7C471A}"/>
                </a:ext>
              </a:extLst>
            </p:cNvPr>
            <p:cNvSpPr/>
            <p:nvPr/>
          </p:nvSpPr>
          <p:spPr>
            <a:xfrm>
              <a:off x="2931514" y="592595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2" name="Freeform 1031">
              <a:extLst>
                <a:ext uri="{FF2B5EF4-FFF2-40B4-BE49-F238E27FC236}">
                  <a16:creationId xmlns:a16="http://schemas.microsoft.com/office/drawing/2014/main" id="{6D75BD92-7293-5B44-B5B2-718804CA4CD0}"/>
                </a:ext>
              </a:extLst>
            </p:cNvPr>
            <p:cNvSpPr/>
            <p:nvPr/>
          </p:nvSpPr>
          <p:spPr>
            <a:xfrm>
              <a:off x="3055213" y="592595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3" name="Freeform 1032">
              <a:extLst>
                <a:ext uri="{FF2B5EF4-FFF2-40B4-BE49-F238E27FC236}">
                  <a16:creationId xmlns:a16="http://schemas.microsoft.com/office/drawing/2014/main" id="{206FB56F-0C56-6740-B9EE-B446C8FA6F79}"/>
                </a:ext>
              </a:extLst>
            </p:cNvPr>
            <p:cNvSpPr/>
            <p:nvPr/>
          </p:nvSpPr>
          <p:spPr>
            <a:xfrm flipH="1">
              <a:off x="3231586" y="593721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4" name="Freeform 1033">
              <a:extLst>
                <a:ext uri="{FF2B5EF4-FFF2-40B4-BE49-F238E27FC236}">
                  <a16:creationId xmlns:a16="http://schemas.microsoft.com/office/drawing/2014/main" id="{9393FE6C-729D-5541-BC99-762010143EB0}"/>
                </a:ext>
              </a:extLst>
            </p:cNvPr>
            <p:cNvSpPr/>
            <p:nvPr/>
          </p:nvSpPr>
          <p:spPr>
            <a:xfrm flipH="1">
              <a:off x="3235711" y="59259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5" name="Freeform 1034">
              <a:extLst>
                <a:ext uri="{FF2B5EF4-FFF2-40B4-BE49-F238E27FC236}">
                  <a16:creationId xmlns:a16="http://schemas.microsoft.com/office/drawing/2014/main" id="{E26220BD-04BB-564E-BBCD-AB9E1642E4C5}"/>
                </a:ext>
              </a:extLst>
            </p:cNvPr>
            <p:cNvSpPr/>
            <p:nvPr/>
          </p:nvSpPr>
          <p:spPr>
            <a:xfrm flipH="1">
              <a:off x="3229477" y="593721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6" name="Rectangle 1035">
              <a:extLst>
                <a:ext uri="{FF2B5EF4-FFF2-40B4-BE49-F238E27FC236}">
                  <a16:creationId xmlns:a16="http://schemas.microsoft.com/office/drawing/2014/main" id="{776B8CF8-9894-684D-9851-70682950C0F8}"/>
                </a:ext>
              </a:extLst>
            </p:cNvPr>
            <p:cNvSpPr/>
            <p:nvPr/>
          </p:nvSpPr>
          <p:spPr>
            <a:xfrm>
              <a:off x="3192018" y="306734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7" name="Freeform 1036">
              <a:extLst>
                <a:ext uri="{FF2B5EF4-FFF2-40B4-BE49-F238E27FC236}">
                  <a16:creationId xmlns:a16="http://schemas.microsoft.com/office/drawing/2014/main" id="{5F4DAF1D-090C-044B-A6BD-344E66652284}"/>
                </a:ext>
              </a:extLst>
            </p:cNvPr>
            <p:cNvSpPr/>
            <p:nvPr/>
          </p:nvSpPr>
          <p:spPr>
            <a:xfrm flipH="1">
              <a:off x="3388111" y="60783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038" name="Group 1037">
            <a:extLst>
              <a:ext uri="{FF2B5EF4-FFF2-40B4-BE49-F238E27FC236}">
                <a16:creationId xmlns:a16="http://schemas.microsoft.com/office/drawing/2014/main" id="{451957AB-DEA2-E345-88F4-707E86DA4BFE}"/>
              </a:ext>
            </a:extLst>
          </p:cNvPr>
          <p:cNvGrpSpPr>
            <a:grpSpLocks noChangeAspect="1"/>
          </p:cNvGrpSpPr>
          <p:nvPr/>
        </p:nvGrpSpPr>
        <p:grpSpPr>
          <a:xfrm>
            <a:off x="3223874" y="5211568"/>
            <a:ext cx="401969" cy="868680"/>
            <a:chOff x="2343051" y="3067343"/>
            <a:chExt cx="1699226" cy="3672128"/>
          </a:xfrm>
        </p:grpSpPr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723B6907-BEF7-0844-8E70-8FE9008ABBBE}"/>
                </a:ext>
              </a:extLst>
            </p:cNvPr>
            <p:cNvSpPr/>
            <p:nvPr/>
          </p:nvSpPr>
          <p:spPr>
            <a:xfrm flipH="1">
              <a:off x="3239412" y="4942543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0" name="Freeform 1039">
              <a:extLst>
                <a:ext uri="{FF2B5EF4-FFF2-40B4-BE49-F238E27FC236}">
                  <a16:creationId xmlns:a16="http://schemas.microsoft.com/office/drawing/2014/main" id="{4CE818E8-DFB0-D84B-9E12-4181D1425252}"/>
                </a:ext>
              </a:extLst>
            </p:cNvPr>
            <p:cNvSpPr/>
            <p:nvPr/>
          </p:nvSpPr>
          <p:spPr>
            <a:xfrm>
              <a:off x="2539120" y="4936348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1" name="Rectangle 1040">
              <a:extLst>
                <a:ext uri="{FF2B5EF4-FFF2-40B4-BE49-F238E27FC236}">
                  <a16:creationId xmlns:a16="http://schemas.microsoft.com/office/drawing/2014/main" id="{8823B828-8163-1C4D-9170-D2FBED9B226A}"/>
                </a:ext>
              </a:extLst>
            </p:cNvPr>
            <p:cNvSpPr/>
            <p:nvPr/>
          </p:nvSpPr>
          <p:spPr>
            <a:xfrm>
              <a:off x="3162915" y="407442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2" name="Freeform 1041">
              <a:extLst>
                <a:ext uri="{FF2B5EF4-FFF2-40B4-BE49-F238E27FC236}">
                  <a16:creationId xmlns:a16="http://schemas.microsoft.com/office/drawing/2014/main" id="{21D949EA-091C-7B48-B32C-E75188CC301D}"/>
                </a:ext>
              </a:extLst>
            </p:cNvPr>
            <p:cNvSpPr/>
            <p:nvPr/>
          </p:nvSpPr>
          <p:spPr>
            <a:xfrm rot="20572658">
              <a:off x="2343051" y="358775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3" name="Freeform 1042">
              <a:extLst>
                <a:ext uri="{FF2B5EF4-FFF2-40B4-BE49-F238E27FC236}">
                  <a16:creationId xmlns:a16="http://schemas.microsoft.com/office/drawing/2014/main" id="{17127F7F-6F41-7547-B49D-07C38551F65C}"/>
                </a:ext>
              </a:extLst>
            </p:cNvPr>
            <p:cNvSpPr/>
            <p:nvPr/>
          </p:nvSpPr>
          <p:spPr>
            <a:xfrm rot="1007770" flipH="1">
              <a:off x="3177068" y="358572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4" name="Freeform 1043">
              <a:extLst>
                <a:ext uri="{FF2B5EF4-FFF2-40B4-BE49-F238E27FC236}">
                  <a16:creationId xmlns:a16="http://schemas.microsoft.com/office/drawing/2014/main" id="{8082EF30-7886-5F43-B86B-DA682564E837}"/>
                </a:ext>
              </a:extLst>
            </p:cNvPr>
            <p:cNvSpPr/>
            <p:nvPr/>
          </p:nvSpPr>
          <p:spPr>
            <a:xfrm>
              <a:off x="2597192" y="592595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5" name="Freeform 1044">
              <a:extLst>
                <a:ext uri="{FF2B5EF4-FFF2-40B4-BE49-F238E27FC236}">
                  <a16:creationId xmlns:a16="http://schemas.microsoft.com/office/drawing/2014/main" id="{7ABB6FA3-2FCA-964D-B6BB-A972144B44DE}"/>
                </a:ext>
              </a:extLst>
            </p:cNvPr>
            <p:cNvSpPr/>
            <p:nvPr/>
          </p:nvSpPr>
          <p:spPr>
            <a:xfrm rot="21085137">
              <a:off x="2637945" y="595225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6" name="Freeform 1045">
              <a:extLst>
                <a:ext uri="{FF2B5EF4-FFF2-40B4-BE49-F238E27FC236}">
                  <a16:creationId xmlns:a16="http://schemas.microsoft.com/office/drawing/2014/main" id="{6A538A08-4F2B-3540-A895-F0E4E2F46DC4}"/>
                </a:ext>
              </a:extLst>
            </p:cNvPr>
            <p:cNvSpPr/>
            <p:nvPr/>
          </p:nvSpPr>
          <p:spPr>
            <a:xfrm>
              <a:off x="2931514" y="592595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Freeform 1046">
              <a:extLst>
                <a:ext uri="{FF2B5EF4-FFF2-40B4-BE49-F238E27FC236}">
                  <a16:creationId xmlns:a16="http://schemas.microsoft.com/office/drawing/2014/main" id="{061E4D14-61BF-6E4A-A2D0-ED98CDF1C6A5}"/>
                </a:ext>
              </a:extLst>
            </p:cNvPr>
            <p:cNvSpPr/>
            <p:nvPr/>
          </p:nvSpPr>
          <p:spPr>
            <a:xfrm>
              <a:off x="3055213" y="592595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Freeform 1047">
              <a:extLst>
                <a:ext uri="{FF2B5EF4-FFF2-40B4-BE49-F238E27FC236}">
                  <a16:creationId xmlns:a16="http://schemas.microsoft.com/office/drawing/2014/main" id="{8BCE2E1A-F10A-AE49-8B80-CF5D503F70DE}"/>
                </a:ext>
              </a:extLst>
            </p:cNvPr>
            <p:cNvSpPr/>
            <p:nvPr/>
          </p:nvSpPr>
          <p:spPr>
            <a:xfrm flipH="1">
              <a:off x="3231586" y="593721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9" name="Freeform 1048">
              <a:extLst>
                <a:ext uri="{FF2B5EF4-FFF2-40B4-BE49-F238E27FC236}">
                  <a16:creationId xmlns:a16="http://schemas.microsoft.com/office/drawing/2014/main" id="{35EEEE85-7B63-B840-B8BA-3EC49B13C47D}"/>
                </a:ext>
              </a:extLst>
            </p:cNvPr>
            <p:cNvSpPr/>
            <p:nvPr/>
          </p:nvSpPr>
          <p:spPr>
            <a:xfrm flipH="1">
              <a:off x="3235711" y="59259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0" name="Freeform 1049">
              <a:extLst>
                <a:ext uri="{FF2B5EF4-FFF2-40B4-BE49-F238E27FC236}">
                  <a16:creationId xmlns:a16="http://schemas.microsoft.com/office/drawing/2014/main" id="{C1A26619-E73B-D24D-A907-FFB710E01423}"/>
                </a:ext>
              </a:extLst>
            </p:cNvPr>
            <p:cNvSpPr/>
            <p:nvPr/>
          </p:nvSpPr>
          <p:spPr>
            <a:xfrm flipH="1">
              <a:off x="3229477" y="593721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1" name="Rectangle 1050">
              <a:extLst>
                <a:ext uri="{FF2B5EF4-FFF2-40B4-BE49-F238E27FC236}">
                  <a16:creationId xmlns:a16="http://schemas.microsoft.com/office/drawing/2014/main" id="{6068E3BE-242B-134C-9041-5A8D01E77D58}"/>
                </a:ext>
              </a:extLst>
            </p:cNvPr>
            <p:cNvSpPr/>
            <p:nvPr/>
          </p:nvSpPr>
          <p:spPr>
            <a:xfrm>
              <a:off x="3192018" y="306734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2" name="Freeform 1051">
              <a:extLst>
                <a:ext uri="{FF2B5EF4-FFF2-40B4-BE49-F238E27FC236}">
                  <a16:creationId xmlns:a16="http://schemas.microsoft.com/office/drawing/2014/main" id="{44096DD8-76BD-AA44-A0A5-92D3D272EAE1}"/>
                </a:ext>
              </a:extLst>
            </p:cNvPr>
            <p:cNvSpPr/>
            <p:nvPr/>
          </p:nvSpPr>
          <p:spPr>
            <a:xfrm flipH="1">
              <a:off x="3388111" y="60783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053" name="Group 1052">
            <a:extLst>
              <a:ext uri="{FF2B5EF4-FFF2-40B4-BE49-F238E27FC236}">
                <a16:creationId xmlns:a16="http://schemas.microsoft.com/office/drawing/2014/main" id="{AB30B52C-B528-384D-8150-BB462215BE13}"/>
              </a:ext>
            </a:extLst>
          </p:cNvPr>
          <p:cNvGrpSpPr>
            <a:grpSpLocks noChangeAspect="1"/>
          </p:cNvGrpSpPr>
          <p:nvPr/>
        </p:nvGrpSpPr>
        <p:grpSpPr>
          <a:xfrm>
            <a:off x="3358222" y="5142151"/>
            <a:ext cx="444282" cy="960120"/>
            <a:chOff x="2343051" y="3067343"/>
            <a:chExt cx="1699226" cy="3672128"/>
          </a:xfrm>
        </p:grpSpPr>
        <p:sp>
          <p:nvSpPr>
            <p:cNvPr id="1054" name="Freeform 1053">
              <a:extLst>
                <a:ext uri="{FF2B5EF4-FFF2-40B4-BE49-F238E27FC236}">
                  <a16:creationId xmlns:a16="http://schemas.microsoft.com/office/drawing/2014/main" id="{C71ECB41-9BEE-534F-A06F-7A583D9DE4C3}"/>
                </a:ext>
              </a:extLst>
            </p:cNvPr>
            <p:cNvSpPr/>
            <p:nvPr/>
          </p:nvSpPr>
          <p:spPr>
            <a:xfrm flipH="1">
              <a:off x="3239412" y="4942543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5" name="Freeform 1054">
              <a:extLst>
                <a:ext uri="{FF2B5EF4-FFF2-40B4-BE49-F238E27FC236}">
                  <a16:creationId xmlns:a16="http://schemas.microsoft.com/office/drawing/2014/main" id="{A0875BB4-7592-9A42-B069-9DCC818DDD1A}"/>
                </a:ext>
              </a:extLst>
            </p:cNvPr>
            <p:cNvSpPr/>
            <p:nvPr/>
          </p:nvSpPr>
          <p:spPr>
            <a:xfrm>
              <a:off x="2539120" y="4936348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0206E7B1-1CD7-0946-8A9A-F321E4BBAAC2}"/>
                </a:ext>
              </a:extLst>
            </p:cNvPr>
            <p:cNvSpPr/>
            <p:nvPr/>
          </p:nvSpPr>
          <p:spPr>
            <a:xfrm>
              <a:off x="3162915" y="407442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Freeform 1056">
              <a:extLst>
                <a:ext uri="{FF2B5EF4-FFF2-40B4-BE49-F238E27FC236}">
                  <a16:creationId xmlns:a16="http://schemas.microsoft.com/office/drawing/2014/main" id="{E1D52007-8898-E846-8AC9-DF094E669D28}"/>
                </a:ext>
              </a:extLst>
            </p:cNvPr>
            <p:cNvSpPr/>
            <p:nvPr/>
          </p:nvSpPr>
          <p:spPr>
            <a:xfrm rot="20572658">
              <a:off x="2343051" y="358775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Freeform 1057">
              <a:extLst>
                <a:ext uri="{FF2B5EF4-FFF2-40B4-BE49-F238E27FC236}">
                  <a16:creationId xmlns:a16="http://schemas.microsoft.com/office/drawing/2014/main" id="{5E70453B-EA22-9B48-837A-E624CEEFDABB}"/>
                </a:ext>
              </a:extLst>
            </p:cNvPr>
            <p:cNvSpPr/>
            <p:nvPr/>
          </p:nvSpPr>
          <p:spPr>
            <a:xfrm rot="1007770" flipH="1">
              <a:off x="3177068" y="358572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9" name="Freeform 1058">
              <a:extLst>
                <a:ext uri="{FF2B5EF4-FFF2-40B4-BE49-F238E27FC236}">
                  <a16:creationId xmlns:a16="http://schemas.microsoft.com/office/drawing/2014/main" id="{A9674D3D-6E58-A743-9146-D603AA6D2E0B}"/>
                </a:ext>
              </a:extLst>
            </p:cNvPr>
            <p:cNvSpPr/>
            <p:nvPr/>
          </p:nvSpPr>
          <p:spPr>
            <a:xfrm>
              <a:off x="2597192" y="592595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0" name="Freeform 1059">
              <a:extLst>
                <a:ext uri="{FF2B5EF4-FFF2-40B4-BE49-F238E27FC236}">
                  <a16:creationId xmlns:a16="http://schemas.microsoft.com/office/drawing/2014/main" id="{1E079186-616A-854D-A3EE-DDB35A0E4A55}"/>
                </a:ext>
              </a:extLst>
            </p:cNvPr>
            <p:cNvSpPr/>
            <p:nvPr/>
          </p:nvSpPr>
          <p:spPr>
            <a:xfrm rot="21085137">
              <a:off x="2637945" y="595225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1" name="Freeform 1060">
              <a:extLst>
                <a:ext uri="{FF2B5EF4-FFF2-40B4-BE49-F238E27FC236}">
                  <a16:creationId xmlns:a16="http://schemas.microsoft.com/office/drawing/2014/main" id="{EDDC486A-EFE4-CB44-A690-FC8BD24ADE46}"/>
                </a:ext>
              </a:extLst>
            </p:cNvPr>
            <p:cNvSpPr/>
            <p:nvPr/>
          </p:nvSpPr>
          <p:spPr>
            <a:xfrm>
              <a:off x="2931514" y="592595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2" name="Freeform 1061">
              <a:extLst>
                <a:ext uri="{FF2B5EF4-FFF2-40B4-BE49-F238E27FC236}">
                  <a16:creationId xmlns:a16="http://schemas.microsoft.com/office/drawing/2014/main" id="{57B42311-6CDD-BD44-8A35-C1803F7530D6}"/>
                </a:ext>
              </a:extLst>
            </p:cNvPr>
            <p:cNvSpPr/>
            <p:nvPr/>
          </p:nvSpPr>
          <p:spPr>
            <a:xfrm>
              <a:off x="3055213" y="592595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3" name="Freeform 1062">
              <a:extLst>
                <a:ext uri="{FF2B5EF4-FFF2-40B4-BE49-F238E27FC236}">
                  <a16:creationId xmlns:a16="http://schemas.microsoft.com/office/drawing/2014/main" id="{6FD49664-8696-2F43-B06F-FD99ED53DAB7}"/>
                </a:ext>
              </a:extLst>
            </p:cNvPr>
            <p:cNvSpPr/>
            <p:nvPr/>
          </p:nvSpPr>
          <p:spPr>
            <a:xfrm flipH="1">
              <a:off x="3231586" y="593721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4" name="Freeform 1063">
              <a:extLst>
                <a:ext uri="{FF2B5EF4-FFF2-40B4-BE49-F238E27FC236}">
                  <a16:creationId xmlns:a16="http://schemas.microsoft.com/office/drawing/2014/main" id="{831FCAC3-0670-CF46-BEC9-9BC2AE593670}"/>
                </a:ext>
              </a:extLst>
            </p:cNvPr>
            <p:cNvSpPr/>
            <p:nvPr/>
          </p:nvSpPr>
          <p:spPr>
            <a:xfrm flipH="1">
              <a:off x="3235711" y="59259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5" name="Freeform 1064">
              <a:extLst>
                <a:ext uri="{FF2B5EF4-FFF2-40B4-BE49-F238E27FC236}">
                  <a16:creationId xmlns:a16="http://schemas.microsoft.com/office/drawing/2014/main" id="{5C279AC1-CB3E-DB4C-9D21-9E860A0B3CF8}"/>
                </a:ext>
              </a:extLst>
            </p:cNvPr>
            <p:cNvSpPr/>
            <p:nvPr/>
          </p:nvSpPr>
          <p:spPr>
            <a:xfrm flipH="1">
              <a:off x="3229477" y="593721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CF02549E-BD9E-FB4F-868E-3CC2D73D5B30}"/>
                </a:ext>
              </a:extLst>
            </p:cNvPr>
            <p:cNvSpPr/>
            <p:nvPr/>
          </p:nvSpPr>
          <p:spPr>
            <a:xfrm>
              <a:off x="3192018" y="306734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Freeform 1066">
              <a:extLst>
                <a:ext uri="{FF2B5EF4-FFF2-40B4-BE49-F238E27FC236}">
                  <a16:creationId xmlns:a16="http://schemas.microsoft.com/office/drawing/2014/main" id="{19589916-36E9-E64A-A2BD-337848DE32F3}"/>
                </a:ext>
              </a:extLst>
            </p:cNvPr>
            <p:cNvSpPr/>
            <p:nvPr/>
          </p:nvSpPr>
          <p:spPr>
            <a:xfrm flipH="1">
              <a:off x="3388111" y="60783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068" name="Group 1067">
            <a:extLst>
              <a:ext uri="{FF2B5EF4-FFF2-40B4-BE49-F238E27FC236}">
                <a16:creationId xmlns:a16="http://schemas.microsoft.com/office/drawing/2014/main" id="{67C5EC94-44CA-E945-9750-28EA623F5405}"/>
              </a:ext>
            </a:extLst>
          </p:cNvPr>
          <p:cNvGrpSpPr>
            <a:grpSpLocks noChangeAspect="1"/>
          </p:cNvGrpSpPr>
          <p:nvPr/>
        </p:nvGrpSpPr>
        <p:grpSpPr>
          <a:xfrm>
            <a:off x="3510981" y="5076446"/>
            <a:ext cx="486594" cy="1051560"/>
            <a:chOff x="2343051" y="3067343"/>
            <a:chExt cx="1699226" cy="3672128"/>
          </a:xfrm>
        </p:grpSpPr>
        <p:sp>
          <p:nvSpPr>
            <p:cNvPr id="1069" name="Freeform 1068">
              <a:extLst>
                <a:ext uri="{FF2B5EF4-FFF2-40B4-BE49-F238E27FC236}">
                  <a16:creationId xmlns:a16="http://schemas.microsoft.com/office/drawing/2014/main" id="{EF6E33C0-188C-9E48-BBC6-929AC9C72452}"/>
                </a:ext>
              </a:extLst>
            </p:cNvPr>
            <p:cNvSpPr/>
            <p:nvPr/>
          </p:nvSpPr>
          <p:spPr>
            <a:xfrm flipH="1">
              <a:off x="3239412" y="4942543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0" name="Freeform 1069">
              <a:extLst>
                <a:ext uri="{FF2B5EF4-FFF2-40B4-BE49-F238E27FC236}">
                  <a16:creationId xmlns:a16="http://schemas.microsoft.com/office/drawing/2014/main" id="{5CE997C5-24B8-AD43-8821-F43CF940870A}"/>
                </a:ext>
              </a:extLst>
            </p:cNvPr>
            <p:cNvSpPr/>
            <p:nvPr/>
          </p:nvSpPr>
          <p:spPr>
            <a:xfrm>
              <a:off x="2539120" y="4936348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1" name="Rectangle 1070">
              <a:extLst>
                <a:ext uri="{FF2B5EF4-FFF2-40B4-BE49-F238E27FC236}">
                  <a16:creationId xmlns:a16="http://schemas.microsoft.com/office/drawing/2014/main" id="{1083E8B1-5D0E-B343-9FC4-F4A8E3FD3271}"/>
                </a:ext>
              </a:extLst>
            </p:cNvPr>
            <p:cNvSpPr/>
            <p:nvPr/>
          </p:nvSpPr>
          <p:spPr>
            <a:xfrm>
              <a:off x="3162915" y="407442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2" name="Freeform 1071">
              <a:extLst>
                <a:ext uri="{FF2B5EF4-FFF2-40B4-BE49-F238E27FC236}">
                  <a16:creationId xmlns:a16="http://schemas.microsoft.com/office/drawing/2014/main" id="{7F9C1180-E75D-4240-B791-F5349A8E5BEB}"/>
                </a:ext>
              </a:extLst>
            </p:cNvPr>
            <p:cNvSpPr/>
            <p:nvPr/>
          </p:nvSpPr>
          <p:spPr>
            <a:xfrm rot="20572658">
              <a:off x="2343051" y="358775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5DB67504-1CB4-FF48-A078-E1144122FCDA}"/>
                </a:ext>
              </a:extLst>
            </p:cNvPr>
            <p:cNvSpPr/>
            <p:nvPr/>
          </p:nvSpPr>
          <p:spPr>
            <a:xfrm rot="1007770" flipH="1">
              <a:off x="3177068" y="358572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9F939759-A6F3-FE4B-94D4-6F1DA4DAAB23}"/>
                </a:ext>
              </a:extLst>
            </p:cNvPr>
            <p:cNvSpPr/>
            <p:nvPr/>
          </p:nvSpPr>
          <p:spPr>
            <a:xfrm>
              <a:off x="2597192" y="592595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9396BB9D-BB75-E146-AC40-928EC34CC818}"/>
                </a:ext>
              </a:extLst>
            </p:cNvPr>
            <p:cNvSpPr/>
            <p:nvPr/>
          </p:nvSpPr>
          <p:spPr>
            <a:xfrm rot="21085137">
              <a:off x="2637945" y="595225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569A4721-1CAF-7948-ADAA-F74C1F1EF363}"/>
                </a:ext>
              </a:extLst>
            </p:cNvPr>
            <p:cNvSpPr/>
            <p:nvPr/>
          </p:nvSpPr>
          <p:spPr>
            <a:xfrm>
              <a:off x="2931514" y="592595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Freeform 1076">
              <a:extLst>
                <a:ext uri="{FF2B5EF4-FFF2-40B4-BE49-F238E27FC236}">
                  <a16:creationId xmlns:a16="http://schemas.microsoft.com/office/drawing/2014/main" id="{AFABE35B-037A-6549-B1C5-B0823F52D61C}"/>
                </a:ext>
              </a:extLst>
            </p:cNvPr>
            <p:cNvSpPr/>
            <p:nvPr/>
          </p:nvSpPr>
          <p:spPr>
            <a:xfrm>
              <a:off x="3055213" y="592595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Freeform 1077">
              <a:extLst>
                <a:ext uri="{FF2B5EF4-FFF2-40B4-BE49-F238E27FC236}">
                  <a16:creationId xmlns:a16="http://schemas.microsoft.com/office/drawing/2014/main" id="{5E684B62-C518-504D-A871-01AB19114BE7}"/>
                </a:ext>
              </a:extLst>
            </p:cNvPr>
            <p:cNvSpPr/>
            <p:nvPr/>
          </p:nvSpPr>
          <p:spPr>
            <a:xfrm flipH="1">
              <a:off x="3231586" y="593721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9" name="Freeform 1078">
              <a:extLst>
                <a:ext uri="{FF2B5EF4-FFF2-40B4-BE49-F238E27FC236}">
                  <a16:creationId xmlns:a16="http://schemas.microsoft.com/office/drawing/2014/main" id="{00C96BFF-CE0F-FA4D-8199-D43D8D641CC4}"/>
                </a:ext>
              </a:extLst>
            </p:cNvPr>
            <p:cNvSpPr/>
            <p:nvPr/>
          </p:nvSpPr>
          <p:spPr>
            <a:xfrm flipH="1">
              <a:off x="3235711" y="59259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0" name="Freeform 1079">
              <a:extLst>
                <a:ext uri="{FF2B5EF4-FFF2-40B4-BE49-F238E27FC236}">
                  <a16:creationId xmlns:a16="http://schemas.microsoft.com/office/drawing/2014/main" id="{0D565A9C-47AC-E345-95BA-90E27849DA25}"/>
                </a:ext>
              </a:extLst>
            </p:cNvPr>
            <p:cNvSpPr/>
            <p:nvPr/>
          </p:nvSpPr>
          <p:spPr>
            <a:xfrm flipH="1">
              <a:off x="3229477" y="593721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4045EABF-B69D-7249-8E0A-448DE80B69CC}"/>
                </a:ext>
              </a:extLst>
            </p:cNvPr>
            <p:cNvSpPr/>
            <p:nvPr/>
          </p:nvSpPr>
          <p:spPr>
            <a:xfrm>
              <a:off x="3192018" y="306734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2" name="Freeform 1081">
              <a:extLst>
                <a:ext uri="{FF2B5EF4-FFF2-40B4-BE49-F238E27FC236}">
                  <a16:creationId xmlns:a16="http://schemas.microsoft.com/office/drawing/2014/main" id="{6E107DE8-6A9B-A843-803C-E21D124744D0}"/>
                </a:ext>
              </a:extLst>
            </p:cNvPr>
            <p:cNvSpPr/>
            <p:nvPr/>
          </p:nvSpPr>
          <p:spPr>
            <a:xfrm flipH="1">
              <a:off x="3388111" y="60783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083" name="Group 1082">
            <a:extLst>
              <a:ext uri="{FF2B5EF4-FFF2-40B4-BE49-F238E27FC236}">
                <a16:creationId xmlns:a16="http://schemas.microsoft.com/office/drawing/2014/main" id="{A9738E5D-0265-C745-B92A-C6397F79BB9C}"/>
              </a:ext>
            </a:extLst>
          </p:cNvPr>
          <p:cNvGrpSpPr>
            <a:grpSpLocks noChangeAspect="1"/>
          </p:cNvGrpSpPr>
          <p:nvPr/>
        </p:nvGrpSpPr>
        <p:grpSpPr>
          <a:xfrm>
            <a:off x="4372427" y="4304644"/>
            <a:ext cx="1239337" cy="1920240"/>
            <a:chOff x="6613401" y="3067343"/>
            <a:chExt cx="2353178" cy="3646036"/>
          </a:xfrm>
        </p:grpSpPr>
        <p:grpSp>
          <p:nvGrpSpPr>
            <p:cNvPr id="1084" name="Group 1083">
              <a:extLst>
                <a:ext uri="{FF2B5EF4-FFF2-40B4-BE49-F238E27FC236}">
                  <a16:creationId xmlns:a16="http://schemas.microsoft.com/office/drawing/2014/main" id="{FACC3FDE-22B7-2340-A0E6-4497D99EBD0A}"/>
                </a:ext>
              </a:extLst>
            </p:cNvPr>
            <p:cNvGrpSpPr/>
            <p:nvPr/>
          </p:nvGrpSpPr>
          <p:grpSpPr>
            <a:xfrm>
              <a:off x="6613401" y="3067343"/>
              <a:ext cx="2353178" cy="3646036"/>
              <a:chOff x="6613401" y="2803295"/>
              <a:chExt cx="2879972" cy="3910084"/>
            </a:xfrm>
          </p:grpSpPr>
          <p:sp>
            <p:nvSpPr>
              <p:cNvPr id="1091" name="Arc 1090">
                <a:extLst>
                  <a:ext uri="{FF2B5EF4-FFF2-40B4-BE49-F238E27FC236}">
                    <a16:creationId xmlns:a16="http://schemas.microsoft.com/office/drawing/2014/main" id="{FE19ECB0-98AA-9D42-88C7-D7ABC9694546}"/>
                  </a:ext>
                </a:extLst>
              </p:cNvPr>
              <p:cNvSpPr/>
              <p:nvPr/>
            </p:nvSpPr>
            <p:spPr>
              <a:xfrm>
                <a:off x="6613401" y="2949428"/>
                <a:ext cx="1372082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2" name="Arc 1091">
                <a:extLst>
                  <a:ext uri="{FF2B5EF4-FFF2-40B4-BE49-F238E27FC236}">
                    <a16:creationId xmlns:a16="http://schemas.microsoft.com/office/drawing/2014/main" id="{1A4A8F51-466A-3A44-AF83-3CBC8C3DC2F3}"/>
                  </a:ext>
                </a:extLst>
              </p:cNvPr>
              <p:cNvSpPr/>
              <p:nvPr/>
            </p:nvSpPr>
            <p:spPr>
              <a:xfrm rot="1338627">
                <a:off x="6671221" y="2804681"/>
                <a:ext cx="1372082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3" name="Rectangle 1092">
                <a:extLst>
                  <a:ext uri="{FF2B5EF4-FFF2-40B4-BE49-F238E27FC236}">
                    <a16:creationId xmlns:a16="http://schemas.microsoft.com/office/drawing/2014/main" id="{61E70929-5181-E841-B85A-6AADC42FCBED}"/>
                  </a:ext>
                </a:extLst>
              </p:cNvPr>
              <p:cNvSpPr/>
              <p:nvPr/>
            </p:nvSpPr>
            <p:spPr>
              <a:xfrm>
                <a:off x="7992182" y="2805809"/>
                <a:ext cx="58909" cy="373291"/>
              </a:xfrm>
              <a:prstGeom prst="rect">
                <a:avLst/>
              </a:prstGeom>
              <a:solidFill>
                <a:srgbClr val="FFEB1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4" name="Arc 1093">
                <a:extLst>
                  <a:ext uri="{FF2B5EF4-FFF2-40B4-BE49-F238E27FC236}">
                    <a16:creationId xmlns:a16="http://schemas.microsoft.com/office/drawing/2014/main" id="{3273EA6F-AE5D-F245-95F5-D6B08458ED22}"/>
                  </a:ext>
                </a:extLst>
              </p:cNvPr>
              <p:cNvSpPr/>
              <p:nvPr/>
            </p:nvSpPr>
            <p:spPr>
              <a:xfrm flipH="1">
                <a:off x="8067956" y="2954566"/>
                <a:ext cx="1224347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5" name="Arc 1094">
                <a:extLst>
                  <a:ext uri="{FF2B5EF4-FFF2-40B4-BE49-F238E27FC236}">
                    <a16:creationId xmlns:a16="http://schemas.microsoft.com/office/drawing/2014/main" id="{107814F1-ADB4-AF4C-B2ED-EAE98AE87CEF}"/>
                  </a:ext>
                </a:extLst>
              </p:cNvPr>
              <p:cNvSpPr/>
              <p:nvPr/>
            </p:nvSpPr>
            <p:spPr>
              <a:xfrm rot="20295794" flipH="1">
                <a:off x="7998347" y="2803295"/>
                <a:ext cx="1495026" cy="432629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6" name="Freeform 1095">
                <a:extLst>
                  <a:ext uri="{FF2B5EF4-FFF2-40B4-BE49-F238E27FC236}">
                    <a16:creationId xmlns:a16="http://schemas.microsoft.com/office/drawing/2014/main" id="{10A56372-1DAF-6F46-BD61-2A3277C8014A}"/>
                  </a:ext>
                </a:extLst>
              </p:cNvPr>
              <p:cNvSpPr/>
              <p:nvPr/>
            </p:nvSpPr>
            <p:spPr>
              <a:xfrm flipH="1">
                <a:off x="8032877" y="5040891"/>
                <a:ext cx="687979" cy="417492"/>
              </a:xfrm>
              <a:custGeom>
                <a:avLst/>
                <a:gdLst>
                  <a:gd name="connsiteX0" fmla="*/ 538716 w 538716"/>
                  <a:gd name="connsiteY0" fmla="*/ 177209 h 581246"/>
                  <a:gd name="connsiteX1" fmla="*/ 482009 w 538716"/>
                  <a:gd name="connsiteY1" fmla="*/ 92148 h 581246"/>
                  <a:gd name="connsiteX2" fmla="*/ 453656 w 538716"/>
                  <a:gd name="connsiteY2" fmla="*/ 49618 h 581246"/>
                  <a:gd name="connsiteX3" fmla="*/ 396949 w 538716"/>
                  <a:gd name="connsiteY3" fmla="*/ 21265 h 581246"/>
                  <a:gd name="connsiteX4" fmla="*/ 396949 w 538716"/>
                  <a:gd name="connsiteY4" fmla="*/ 21265 h 581246"/>
                  <a:gd name="connsiteX5" fmla="*/ 290623 w 538716"/>
                  <a:gd name="connsiteY5" fmla="*/ 0 h 581246"/>
                  <a:gd name="connsiteX6" fmla="*/ 290623 w 538716"/>
                  <a:gd name="connsiteY6" fmla="*/ 0 h 581246"/>
                  <a:gd name="connsiteX7" fmla="*/ 191386 w 538716"/>
                  <a:gd name="connsiteY7" fmla="*/ 28353 h 581246"/>
                  <a:gd name="connsiteX8" fmla="*/ 191386 w 538716"/>
                  <a:gd name="connsiteY8" fmla="*/ 28353 h 581246"/>
                  <a:gd name="connsiteX9" fmla="*/ 120502 w 538716"/>
                  <a:gd name="connsiteY9" fmla="*/ 77972 h 581246"/>
                  <a:gd name="connsiteX10" fmla="*/ 92149 w 538716"/>
                  <a:gd name="connsiteY10" fmla="*/ 106325 h 581246"/>
                  <a:gd name="connsiteX11" fmla="*/ 92149 w 538716"/>
                  <a:gd name="connsiteY11" fmla="*/ 106325 h 581246"/>
                  <a:gd name="connsiteX12" fmla="*/ 56707 w 538716"/>
                  <a:gd name="connsiteY12" fmla="*/ 198474 h 581246"/>
                  <a:gd name="connsiteX13" fmla="*/ 28354 w 538716"/>
                  <a:gd name="connsiteY13" fmla="*/ 290623 h 581246"/>
                  <a:gd name="connsiteX14" fmla="*/ 14177 w 538716"/>
                  <a:gd name="connsiteY14" fmla="*/ 361507 h 581246"/>
                  <a:gd name="connsiteX15" fmla="*/ 7088 w 538716"/>
                  <a:gd name="connsiteY15" fmla="*/ 453655 h 581246"/>
                  <a:gd name="connsiteX16" fmla="*/ 0 w 538716"/>
                  <a:gd name="connsiteY16" fmla="*/ 510362 h 581246"/>
                  <a:gd name="connsiteX17" fmla="*/ 14177 w 538716"/>
                  <a:gd name="connsiteY17" fmla="*/ 581246 h 581246"/>
                  <a:gd name="connsiteX18" fmla="*/ 21265 w 538716"/>
                  <a:gd name="connsiteY18" fmla="*/ 545804 h 581246"/>
                  <a:gd name="connsiteX19" fmla="*/ 35442 w 538716"/>
                  <a:gd name="connsiteY19" fmla="*/ 496186 h 581246"/>
                  <a:gd name="connsiteX20" fmla="*/ 42530 w 538716"/>
                  <a:gd name="connsiteY20" fmla="*/ 482009 h 581246"/>
                  <a:gd name="connsiteX21" fmla="*/ 56707 w 538716"/>
                  <a:gd name="connsiteY21" fmla="*/ 425302 h 581246"/>
                  <a:gd name="connsiteX22" fmla="*/ 70884 w 538716"/>
                  <a:gd name="connsiteY22" fmla="*/ 389860 h 581246"/>
                  <a:gd name="connsiteX23" fmla="*/ 99237 w 538716"/>
                  <a:gd name="connsiteY23" fmla="*/ 333153 h 581246"/>
                  <a:gd name="connsiteX24" fmla="*/ 134679 w 538716"/>
                  <a:gd name="connsiteY24" fmla="*/ 283535 h 581246"/>
                  <a:gd name="connsiteX25" fmla="*/ 170121 w 538716"/>
                  <a:gd name="connsiteY25" fmla="*/ 248093 h 581246"/>
                  <a:gd name="connsiteX26" fmla="*/ 191386 w 538716"/>
                  <a:gd name="connsiteY26" fmla="*/ 219739 h 581246"/>
                  <a:gd name="connsiteX27" fmla="*/ 219740 w 538716"/>
                  <a:gd name="connsiteY27" fmla="*/ 205562 h 581246"/>
                  <a:gd name="connsiteX28" fmla="*/ 262270 w 538716"/>
                  <a:gd name="connsiteY28" fmla="*/ 177209 h 581246"/>
                  <a:gd name="connsiteX29" fmla="*/ 290623 w 538716"/>
                  <a:gd name="connsiteY29" fmla="*/ 170121 h 581246"/>
                  <a:gd name="connsiteX30" fmla="*/ 326065 w 538716"/>
                  <a:gd name="connsiteY30" fmla="*/ 170121 h 581246"/>
                  <a:gd name="connsiteX31" fmla="*/ 375684 w 538716"/>
                  <a:gd name="connsiteY31" fmla="*/ 177209 h 581246"/>
                  <a:gd name="connsiteX32" fmla="*/ 432391 w 538716"/>
                  <a:gd name="connsiteY32" fmla="*/ 191386 h 581246"/>
                  <a:gd name="connsiteX33" fmla="*/ 474921 w 538716"/>
                  <a:gd name="connsiteY33" fmla="*/ 205562 h 581246"/>
                  <a:gd name="connsiteX34" fmla="*/ 538716 w 538716"/>
                  <a:gd name="connsiteY34" fmla="*/ 177209 h 58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8716" h="581246">
                    <a:moveTo>
                      <a:pt x="538716" y="177209"/>
                    </a:moveTo>
                    <a:lnTo>
                      <a:pt x="482009" y="92148"/>
                    </a:lnTo>
                    <a:lnTo>
                      <a:pt x="453656" y="49618"/>
                    </a:lnTo>
                    <a:lnTo>
                      <a:pt x="396949" y="21265"/>
                    </a:lnTo>
                    <a:lnTo>
                      <a:pt x="396949" y="21265"/>
                    </a:lnTo>
                    <a:lnTo>
                      <a:pt x="290623" y="0"/>
                    </a:lnTo>
                    <a:lnTo>
                      <a:pt x="290623" y="0"/>
                    </a:lnTo>
                    <a:lnTo>
                      <a:pt x="191386" y="28353"/>
                    </a:lnTo>
                    <a:lnTo>
                      <a:pt x="191386" y="28353"/>
                    </a:lnTo>
                    <a:lnTo>
                      <a:pt x="120502" y="77972"/>
                    </a:lnTo>
                    <a:lnTo>
                      <a:pt x="92149" y="106325"/>
                    </a:lnTo>
                    <a:lnTo>
                      <a:pt x="92149" y="106325"/>
                    </a:lnTo>
                    <a:lnTo>
                      <a:pt x="56707" y="198474"/>
                    </a:lnTo>
                    <a:lnTo>
                      <a:pt x="28354" y="290623"/>
                    </a:lnTo>
                    <a:lnTo>
                      <a:pt x="14177" y="361507"/>
                    </a:lnTo>
                    <a:lnTo>
                      <a:pt x="7088" y="453655"/>
                    </a:lnTo>
                    <a:lnTo>
                      <a:pt x="0" y="510362"/>
                    </a:lnTo>
                    <a:lnTo>
                      <a:pt x="14177" y="581246"/>
                    </a:lnTo>
                    <a:lnTo>
                      <a:pt x="21265" y="545804"/>
                    </a:lnTo>
                    <a:lnTo>
                      <a:pt x="35442" y="496186"/>
                    </a:lnTo>
                    <a:lnTo>
                      <a:pt x="42530" y="482009"/>
                    </a:lnTo>
                    <a:lnTo>
                      <a:pt x="56707" y="425302"/>
                    </a:lnTo>
                    <a:lnTo>
                      <a:pt x="70884" y="389860"/>
                    </a:lnTo>
                    <a:lnTo>
                      <a:pt x="99237" y="333153"/>
                    </a:lnTo>
                    <a:lnTo>
                      <a:pt x="134679" y="283535"/>
                    </a:lnTo>
                    <a:lnTo>
                      <a:pt x="170121" y="248093"/>
                    </a:lnTo>
                    <a:lnTo>
                      <a:pt x="191386" y="219739"/>
                    </a:lnTo>
                    <a:lnTo>
                      <a:pt x="219740" y="205562"/>
                    </a:lnTo>
                    <a:lnTo>
                      <a:pt x="262270" y="177209"/>
                    </a:lnTo>
                    <a:lnTo>
                      <a:pt x="290623" y="170121"/>
                    </a:lnTo>
                    <a:lnTo>
                      <a:pt x="326065" y="170121"/>
                    </a:lnTo>
                    <a:lnTo>
                      <a:pt x="375684" y="177209"/>
                    </a:lnTo>
                    <a:lnTo>
                      <a:pt x="432391" y="191386"/>
                    </a:lnTo>
                    <a:lnTo>
                      <a:pt x="474921" y="205562"/>
                    </a:lnTo>
                    <a:lnTo>
                      <a:pt x="538716" y="177209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7" name="Freeform 1096">
                <a:extLst>
                  <a:ext uri="{FF2B5EF4-FFF2-40B4-BE49-F238E27FC236}">
                    <a16:creationId xmlns:a16="http://schemas.microsoft.com/office/drawing/2014/main" id="{FA3B00AE-3134-1440-A3C6-CEA5CAFFD4E0}"/>
                  </a:ext>
                </a:extLst>
              </p:cNvPr>
              <p:cNvSpPr/>
              <p:nvPr/>
            </p:nvSpPr>
            <p:spPr>
              <a:xfrm>
                <a:off x="7332585" y="5034696"/>
                <a:ext cx="694135" cy="421228"/>
              </a:xfrm>
              <a:custGeom>
                <a:avLst/>
                <a:gdLst>
                  <a:gd name="connsiteX0" fmla="*/ 538716 w 538716"/>
                  <a:gd name="connsiteY0" fmla="*/ 177209 h 581246"/>
                  <a:gd name="connsiteX1" fmla="*/ 482009 w 538716"/>
                  <a:gd name="connsiteY1" fmla="*/ 92148 h 581246"/>
                  <a:gd name="connsiteX2" fmla="*/ 453656 w 538716"/>
                  <a:gd name="connsiteY2" fmla="*/ 49618 h 581246"/>
                  <a:gd name="connsiteX3" fmla="*/ 396949 w 538716"/>
                  <a:gd name="connsiteY3" fmla="*/ 21265 h 581246"/>
                  <a:gd name="connsiteX4" fmla="*/ 396949 w 538716"/>
                  <a:gd name="connsiteY4" fmla="*/ 21265 h 581246"/>
                  <a:gd name="connsiteX5" fmla="*/ 290623 w 538716"/>
                  <a:gd name="connsiteY5" fmla="*/ 0 h 581246"/>
                  <a:gd name="connsiteX6" fmla="*/ 290623 w 538716"/>
                  <a:gd name="connsiteY6" fmla="*/ 0 h 581246"/>
                  <a:gd name="connsiteX7" fmla="*/ 191386 w 538716"/>
                  <a:gd name="connsiteY7" fmla="*/ 28353 h 581246"/>
                  <a:gd name="connsiteX8" fmla="*/ 191386 w 538716"/>
                  <a:gd name="connsiteY8" fmla="*/ 28353 h 581246"/>
                  <a:gd name="connsiteX9" fmla="*/ 120502 w 538716"/>
                  <a:gd name="connsiteY9" fmla="*/ 77972 h 581246"/>
                  <a:gd name="connsiteX10" fmla="*/ 92149 w 538716"/>
                  <a:gd name="connsiteY10" fmla="*/ 106325 h 581246"/>
                  <a:gd name="connsiteX11" fmla="*/ 92149 w 538716"/>
                  <a:gd name="connsiteY11" fmla="*/ 106325 h 581246"/>
                  <a:gd name="connsiteX12" fmla="*/ 56707 w 538716"/>
                  <a:gd name="connsiteY12" fmla="*/ 198474 h 581246"/>
                  <a:gd name="connsiteX13" fmla="*/ 28354 w 538716"/>
                  <a:gd name="connsiteY13" fmla="*/ 290623 h 581246"/>
                  <a:gd name="connsiteX14" fmla="*/ 14177 w 538716"/>
                  <a:gd name="connsiteY14" fmla="*/ 361507 h 581246"/>
                  <a:gd name="connsiteX15" fmla="*/ 7088 w 538716"/>
                  <a:gd name="connsiteY15" fmla="*/ 453655 h 581246"/>
                  <a:gd name="connsiteX16" fmla="*/ 0 w 538716"/>
                  <a:gd name="connsiteY16" fmla="*/ 510362 h 581246"/>
                  <a:gd name="connsiteX17" fmla="*/ 14177 w 538716"/>
                  <a:gd name="connsiteY17" fmla="*/ 581246 h 581246"/>
                  <a:gd name="connsiteX18" fmla="*/ 21265 w 538716"/>
                  <a:gd name="connsiteY18" fmla="*/ 545804 h 581246"/>
                  <a:gd name="connsiteX19" fmla="*/ 35442 w 538716"/>
                  <a:gd name="connsiteY19" fmla="*/ 496186 h 581246"/>
                  <a:gd name="connsiteX20" fmla="*/ 42530 w 538716"/>
                  <a:gd name="connsiteY20" fmla="*/ 482009 h 581246"/>
                  <a:gd name="connsiteX21" fmla="*/ 56707 w 538716"/>
                  <a:gd name="connsiteY21" fmla="*/ 425302 h 581246"/>
                  <a:gd name="connsiteX22" fmla="*/ 70884 w 538716"/>
                  <a:gd name="connsiteY22" fmla="*/ 389860 h 581246"/>
                  <a:gd name="connsiteX23" fmla="*/ 99237 w 538716"/>
                  <a:gd name="connsiteY23" fmla="*/ 333153 h 581246"/>
                  <a:gd name="connsiteX24" fmla="*/ 134679 w 538716"/>
                  <a:gd name="connsiteY24" fmla="*/ 283535 h 581246"/>
                  <a:gd name="connsiteX25" fmla="*/ 170121 w 538716"/>
                  <a:gd name="connsiteY25" fmla="*/ 248093 h 581246"/>
                  <a:gd name="connsiteX26" fmla="*/ 191386 w 538716"/>
                  <a:gd name="connsiteY26" fmla="*/ 219739 h 581246"/>
                  <a:gd name="connsiteX27" fmla="*/ 219740 w 538716"/>
                  <a:gd name="connsiteY27" fmla="*/ 205562 h 581246"/>
                  <a:gd name="connsiteX28" fmla="*/ 262270 w 538716"/>
                  <a:gd name="connsiteY28" fmla="*/ 177209 h 581246"/>
                  <a:gd name="connsiteX29" fmla="*/ 290623 w 538716"/>
                  <a:gd name="connsiteY29" fmla="*/ 170121 h 581246"/>
                  <a:gd name="connsiteX30" fmla="*/ 326065 w 538716"/>
                  <a:gd name="connsiteY30" fmla="*/ 170121 h 581246"/>
                  <a:gd name="connsiteX31" fmla="*/ 375684 w 538716"/>
                  <a:gd name="connsiteY31" fmla="*/ 177209 h 581246"/>
                  <a:gd name="connsiteX32" fmla="*/ 432391 w 538716"/>
                  <a:gd name="connsiteY32" fmla="*/ 191386 h 581246"/>
                  <a:gd name="connsiteX33" fmla="*/ 474921 w 538716"/>
                  <a:gd name="connsiteY33" fmla="*/ 205562 h 581246"/>
                  <a:gd name="connsiteX34" fmla="*/ 538716 w 538716"/>
                  <a:gd name="connsiteY34" fmla="*/ 177209 h 58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8716" h="581246">
                    <a:moveTo>
                      <a:pt x="538716" y="177209"/>
                    </a:moveTo>
                    <a:lnTo>
                      <a:pt x="482009" y="92148"/>
                    </a:lnTo>
                    <a:lnTo>
                      <a:pt x="453656" y="49618"/>
                    </a:lnTo>
                    <a:lnTo>
                      <a:pt x="396949" y="21265"/>
                    </a:lnTo>
                    <a:lnTo>
                      <a:pt x="396949" y="21265"/>
                    </a:lnTo>
                    <a:lnTo>
                      <a:pt x="290623" y="0"/>
                    </a:lnTo>
                    <a:lnTo>
                      <a:pt x="290623" y="0"/>
                    </a:lnTo>
                    <a:lnTo>
                      <a:pt x="191386" y="28353"/>
                    </a:lnTo>
                    <a:lnTo>
                      <a:pt x="191386" y="28353"/>
                    </a:lnTo>
                    <a:lnTo>
                      <a:pt x="120502" y="77972"/>
                    </a:lnTo>
                    <a:lnTo>
                      <a:pt x="92149" y="106325"/>
                    </a:lnTo>
                    <a:lnTo>
                      <a:pt x="92149" y="106325"/>
                    </a:lnTo>
                    <a:lnTo>
                      <a:pt x="56707" y="198474"/>
                    </a:lnTo>
                    <a:lnTo>
                      <a:pt x="28354" y="290623"/>
                    </a:lnTo>
                    <a:lnTo>
                      <a:pt x="14177" y="361507"/>
                    </a:lnTo>
                    <a:lnTo>
                      <a:pt x="7088" y="453655"/>
                    </a:lnTo>
                    <a:lnTo>
                      <a:pt x="0" y="510362"/>
                    </a:lnTo>
                    <a:lnTo>
                      <a:pt x="14177" y="581246"/>
                    </a:lnTo>
                    <a:lnTo>
                      <a:pt x="21265" y="545804"/>
                    </a:lnTo>
                    <a:lnTo>
                      <a:pt x="35442" y="496186"/>
                    </a:lnTo>
                    <a:lnTo>
                      <a:pt x="42530" y="482009"/>
                    </a:lnTo>
                    <a:lnTo>
                      <a:pt x="56707" y="425302"/>
                    </a:lnTo>
                    <a:lnTo>
                      <a:pt x="70884" y="389860"/>
                    </a:lnTo>
                    <a:lnTo>
                      <a:pt x="99237" y="333153"/>
                    </a:lnTo>
                    <a:lnTo>
                      <a:pt x="134679" y="283535"/>
                    </a:lnTo>
                    <a:lnTo>
                      <a:pt x="170121" y="248093"/>
                    </a:lnTo>
                    <a:lnTo>
                      <a:pt x="191386" y="219739"/>
                    </a:lnTo>
                    <a:lnTo>
                      <a:pt x="219740" y="205562"/>
                    </a:lnTo>
                    <a:lnTo>
                      <a:pt x="262270" y="177209"/>
                    </a:lnTo>
                    <a:lnTo>
                      <a:pt x="290623" y="170121"/>
                    </a:lnTo>
                    <a:lnTo>
                      <a:pt x="326065" y="170121"/>
                    </a:lnTo>
                    <a:lnTo>
                      <a:pt x="375684" y="177209"/>
                    </a:lnTo>
                    <a:lnTo>
                      <a:pt x="432391" y="191386"/>
                    </a:lnTo>
                    <a:lnTo>
                      <a:pt x="474921" y="205562"/>
                    </a:lnTo>
                    <a:lnTo>
                      <a:pt x="538716" y="177209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8" name="Rectangle 1097">
                <a:extLst>
                  <a:ext uri="{FF2B5EF4-FFF2-40B4-BE49-F238E27FC236}">
                    <a16:creationId xmlns:a16="http://schemas.microsoft.com/office/drawing/2014/main" id="{581701FC-8561-2A4B-A0B0-720D85D2B644}"/>
                  </a:ext>
                </a:extLst>
              </p:cNvPr>
              <p:cNvSpPr/>
              <p:nvPr/>
            </p:nvSpPr>
            <p:spPr>
              <a:xfrm>
                <a:off x="7956380" y="4172773"/>
                <a:ext cx="140681" cy="1871659"/>
              </a:xfrm>
              <a:prstGeom prst="rect">
                <a:avLst/>
              </a:pr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9" name="Freeform 1098">
                <a:extLst>
                  <a:ext uri="{FF2B5EF4-FFF2-40B4-BE49-F238E27FC236}">
                    <a16:creationId xmlns:a16="http://schemas.microsoft.com/office/drawing/2014/main" id="{528A0FDC-9D22-8848-BB38-7AE472384CFF}"/>
                  </a:ext>
                </a:extLst>
              </p:cNvPr>
              <p:cNvSpPr/>
              <p:nvPr/>
            </p:nvSpPr>
            <p:spPr>
              <a:xfrm>
                <a:off x="6958374" y="4226483"/>
                <a:ext cx="1013509" cy="242264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0" name="Freeform 1099">
                <a:extLst>
                  <a:ext uri="{FF2B5EF4-FFF2-40B4-BE49-F238E27FC236}">
                    <a16:creationId xmlns:a16="http://schemas.microsoft.com/office/drawing/2014/main" id="{DD1AA102-99FA-7D42-A0F1-624DE10C0904}"/>
                  </a:ext>
                </a:extLst>
              </p:cNvPr>
              <p:cNvSpPr/>
              <p:nvPr/>
            </p:nvSpPr>
            <p:spPr>
              <a:xfrm flipH="1">
                <a:off x="8067957" y="4220216"/>
                <a:ext cx="1065946" cy="254799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1" name="Freeform 1100">
                <a:extLst>
                  <a:ext uri="{FF2B5EF4-FFF2-40B4-BE49-F238E27FC236}">
                    <a16:creationId xmlns:a16="http://schemas.microsoft.com/office/drawing/2014/main" id="{CFE667F2-7864-5141-B8D3-2A0F92617DD4}"/>
                  </a:ext>
                </a:extLst>
              </p:cNvPr>
              <p:cNvSpPr/>
              <p:nvPr/>
            </p:nvSpPr>
            <p:spPr>
              <a:xfrm rot="20572658">
                <a:off x="7136516" y="3686104"/>
                <a:ext cx="894487" cy="152483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2" name="Freeform 1101">
                <a:extLst>
                  <a:ext uri="{FF2B5EF4-FFF2-40B4-BE49-F238E27FC236}">
                    <a16:creationId xmlns:a16="http://schemas.microsoft.com/office/drawing/2014/main" id="{7854F2B1-243D-3245-BBB6-3D5CE3503A1D}"/>
                  </a:ext>
                </a:extLst>
              </p:cNvPr>
              <p:cNvSpPr/>
              <p:nvPr/>
            </p:nvSpPr>
            <p:spPr>
              <a:xfrm rot="1007770" flipH="1">
                <a:off x="7970533" y="3684077"/>
                <a:ext cx="865209" cy="147492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3" name="Freeform 1102">
                <a:extLst>
                  <a:ext uri="{FF2B5EF4-FFF2-40B4-BE49-F238E27FC236}">
                    <a16:creationId xmlns:a16="http://schemas.microsoft.com/office/drawing/2014/main" id="{0CECEB05-C443-5540-BAE0-5919E248ABAF}"/>
                  </a:ext>
                </a:extLst>
              </p:cNvPr>
              <p:cNvSpPr/>
              <p:nvPr/>
            </p:nvSpPr>
            <p:spPr>
              <a:xfrm>
                <a:off x="7390657" y="6024306"/>
                <a:ext cx="578192" cy="687207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4" name="Freeform 1103">
                <a:extLst>
                  <a:ext uri="{FF2B5EF4-FFF2-40B4-BE49-F238E27FC236}">
                    <a16:creationId xmlns:a16="http://schemas.microsoft.com/office/drawing/2014/main" id="{70803432-AAED-0D45-8504-ECD2F87B75CB}"/>
                  </a:ext>
                </a:extLst>
              </p:cNvPr>
              <p:cNvSpPr/>
              <p:nvPr/>
            </p:nvSpPr>
            <p:spPr>
              <a:xfrm rot="21085137">
                <a:off x="7431410" y="6050601"/>
                <a:ext cx="715084" cy="662778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5" name="Freeform 1104">
                <a:extLst>
                  <a:ext uri="{FF2B5EF4-FFF2-40B4-BE49-F238E27FC236}">
                    <a16:creationId xmlns:a16="http://schemas.microsoft.com/office/drawing/2014/main" id="{8A3B9F7A-B97C-C74A-A2DF-EDA588AB5364}"/>
                  </a:ext>
                </a:extLst>
              </p:cNvPr>
              <p:cNvSpPr/>
              <p:nvPr/>
            </p:nvSpPr>
            <p:spPr>
              <a:xfrm>
                <a:off x="7724979" y="6024306"/>
                <a:ext cx="360007" cy="687207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6" name="Freeform 1105">
                <a:extLst>
                  <a:ext uri="{FF2B5EF4-FFF2-40B4-BE49-F238E27FC236}">
                    <a16:creationId xmlns:a16="http://schemas.microsoft.com/office/drawing/2014/main" id="{16EE9394-3F4B-074B-9541-A5283A131001}"/>
                  </a:ext>
                </a:extLst>
              </p:cNvPr>
              <p:cNvSpPr/>
              <p:nvPr/>
            </p:nvSpPr>
            <p:spPr>
              <a:xfrm>
                <a:off x="7848678" y="6024302"/>
                <a:ext cx="186483" cy="675500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7" name="Freeform 1106">
                <a:extLst>
                  <a:ext uri="{FF2B5EF4-FFF2-40B4-BE49-F238E27FC236}">
                    <a16:creationId xmlns:a16="http://schemas.microsoft.com/office/drawing/2014/main" id="{854BB65C-D3CE-8B4C-9A75-28D61539987C}"/>
                  </a:ext>
                </a:extLst>
              </p:cNvPr>
              <p:cNvSpPr/>
              <p:nvPr/>
            </p:nvSpPr>
            <p:spPr>
              <a:xfrm flipH="1">
                <a:off x="8025051" y="6035565"/>
                <a:ext cx="556240" cy="661116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8" name="Freeform 1107">
                <a:extLst>
                  <a:ext uri="{FF2B5EF4-FFF2-40B4-BE49-F238E27FC236}">
                    <a16:creationId xmlns:a16="http://schemas.microsoft.com/office/drawing/2014/main" id="{6300CF2A-B03D-1A49-B719-605DB478BF35}"/>
                  </a:ext>
                </a:extLst>
              </p:cNvPr>
              <p:cNvSpPr/>
              <p:nvPr/>
            </p:nvSpPr>
            <p:spPr>
              <a:xfrm rot="21085137" flipH="1">
                <a:off x="8112381" y="5996790"/>
                <a:ext cx="540044" cy="651130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9" name="Freeform 1108">
                <a:extLst>
                  <a:ext uri="{FF2B5EF4-FFF2-40B4-BE49-F238E27FC236}">
                    <a16:creationId xmlns:a16="http://schemas.microsoft.com/office/drawing/2014/main" id="{12032B0F-A8A5-F34B-B183-F8434CC2473B}"/>
                  </a:ext>
                </a:extLst>
              </p:cNvPr>
              <p:cNvSpPr/>
              <p:nvPr/>
            </p:nvSpPr>
            <p:spPr>
              <a:xfrm flipH="1">
                <a:off x="8029176" y="6024303"/>
                <a:ext cx="346338" cy="661116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10" name="Freeform 1109">
                <a:extLst>
                  <a:ext uri="{FF2B5EF4-FFF2-40B4-BE49-F238E27FC236}">
                    <a16:creationId xmlns:a16="http://schemas.microsoft.com/office/drawing/2014/main" id="{B537EB65-5F9E-9249-BB8C-0DCF0E71AD0B}"/>
                  </a:ext>
                </a:extLst>
              </p:cNvPr>
              <p:cNvSpPr/>
              <p:nvPr/>
            </p:nvSpPr>
            <p:spPr>
              <a:xfrm flipH="1">
                <a:off x="8022942" y="6035566"/>
                <a:ext cx="179403" cy="649854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11" name="Freeform 1110">
                <a:extLst>
                  <a:ext uri="{FF2B5EF4-FFF2-40B4-BE49-F238E27FC236}">
                    <a16:creationId xmlns:a16="http://schemas.microsoft.com/office/drawing/2014/main" id="{0FD1427C-E252-074D-8012-C223B85A367E}"/>
                  </a:ext>
                </a:extLst>
              </p:cNvPr>
              <p:cNvSpPr/>
              <p:nvPr/>
            </p:nvSpPr>
            <p:spPr>
              <a:xfrm flipV="1">
                <a:off x="7377524" y="3273858"/>
                <a:ext cx="655353" cy="166459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73A63D">
                      <a:shade val="30000"/>
                      <a:satMod val="115000"/>
                    </a:srgbClr>
                  </a:gs>
                  <a:gs pos="50000">
                    <a:srgbClr val="73A63D">
                      <a:shade val="67500"/>
                      <a:satMod val="115000"/>
                    </a:srgbClr>
                  </a:gs>
                  <a:gs pos="100000">
                    <a:srgbClr val="73A63D">
                      <a:shade val="100000"/>
                      <a:satMod val="115000"/>
                    </a:srgb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12" name="Freeform 1111">
                <a:extLst>
                  <a:ext uri="{FF2B5EF4-FFF2-40B4-BE49-F238E27FC236}">
                    <a16:creationId xmlns:a16="http://schemas.microsoft.com/office/drawing/2014/main" id="{886BA889-8BE4-9C40-BE65-5636A15113EE}"/>
                  </a:ext>
                </a:extLst>
              </p:cNvPr>
              <p:cNvSpPr/>
              <p:nvPr/>
            </p:nvSpPr>
            <p:spPr>
              <a:xfrm flipH="1" flipV="1">
                <a:off x="7999083" y="3284834"/>
                <a:ext cx="561437" cy="142604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13" name="Rectangle 1112">
                <a:extLst>
                  <a:ext uri="{FF2B5EF4-FFF2-40B4-BE49-F238E27FC236}">
                    <a16:creationId xmlns:a16="http://schemas.microsoft.com/office/drawing/2014/main" id="{4FD4C224-ACE8-F24E-8849-2A99802E1A46}"/>
                  </a:ext>
                </a:extLst>
              </p:cNvPr>
              <p:cNvSpPr/>
              <p:nvPr/>
            </p:nvSpPr>
            <p:spPr>
              <a:xfrm>
                <a:off x="7985483" y="3165691"/>
                <a:ext cx="82474" cy="1871659"/>
              </a:xfrm>
              <a:prstGeom prst="rect">
                <a:avLst/>
              </a:pr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85" name="Group 1084">
              <a:extLst>
                <a:ext uri="{FF2B5EF4-FFF2-40B4-BE49-F238E27FC236}">
                  <a16:creationId xmlns:a16="http://schemas.microsoft.com/office/drawing/2014/main" id="{A445FAC6-1EF2-044B-B70C-A892CACE0D5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700260" y="4116259"/>
              <a:ext cx="451286" cy="451286"/>
              <a:chOff x="6083320" y="140760"/>
              <a:chExt cx="2072925" cy="2072925"/>
            </a:xfrm>
          </p:grpSpPr>
          <p:sp>
            <p:nvSpPr>
              <p:cNvPr id="1089" name="Freeform 1088">
                <a:extLst>
                  <a:ext uri="{FF2B5EF4-FFF2-40B4-BE49-F238E27FC236}">
                    <a16:creationId xmlns:a16="http://schemas.microsoft.com/office/drawing/2014/main" id="{F3DFC65C-F30A-3B4B-81ED-90DA92EADA67}"/>
                  </a:ext>
                </a:extLst>
              </p:cNvPr>
              <p:cNvSpPr/>
              <p:nvPr/>
            </p:nvSpPr>
            <p:spPr>
              <a:xfrm rot="3110300">
                <a:off x="6707124" y="-59881"/>
                <a:ext cx="825318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0" name="Freeform 1089">
                <a:extLst>
                  <a:ext uri="{FF2B5EF4-FFF2-40B4-BE49-F238E27FC236}">
                    <a16:creationId xmlns:a16="http://schemas.microsoft.com/office/drawing/2014/main" id="{F10B6D5B-D241-E042-8635-54D71D521212}"/>
                  </a:ext>
                </a:extLst>
              </p:cNvPr>
              <p:cNvSpPr/>
              <p:nvPr/>
            </p:nvSpPr>
            <p:spPr>
              <a:xfrm rot="1932819" flipH="1">
                <a:off x="6985922" y="140760"/>
                <a:ext cx="692901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86" name="Group 1085">
              <a:extLst>
                <a:ext uri="{FF2B5EF4-FFF2-40B4-BE49-F238E27FC236}">
                  <a16:creationId xmlns:a16="http://schemas.microsoft.com/office/drawing/2014/main" id="{EFE0B6DA-B59E-AB49-9AB6-D9C9D70B8945}"/>
                </a:ext>
              </a:extLst>
            </p:cNvPr>
            <p:cNvGrpSpPr>
              <a:grpSpLocks noChangeAspect="1"/>
            </p:cNvGrpSpPr>
            <p:nvPr/>
          </p:nvGrpSpPr>
          <p:grpSpPr>
            <a:xfrm rot="16930512">
              <a:off x="7361342" y="4867389"/>
              <a:ext cx="451286" cy="451286"/>
              <a:chOff x="6083320" y="140760"/>
              <a:chExt cx="2072925" cy="2072925"/>
            </a:xfrm>
          </p:grpSpPr>
          <p:sp>
            <p:nvSpPr>
              <p:cNvPr id="1087" name="Freeform 1086">
                <a:extLst>
                  <a:ext uri="{FF2B5EF4-FFF2-40B4-BE49-F238E27FC236}">
                    <a16:creationId xmlns:a16="http://schemas.microsoft.com/office/drawing/2014/main" id="{9CAE2600-8D75-6B42-9215-173BDA3C06D1}"/>
                  </a:ext>
                </a:extLst>
              </p:cNvPr>
              <p:cNvSpPr/>
              <p:nvPr/>
            </p:nvSpPr>
            <p:spPr>
              <a:xfrm rot="3110300">
                <a:off x="6707124" y="-59881"/>
                <a:ext cx="825318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88" name="Freeform 1087">
                <a:extLst>
                  <a:ext uri="{FF2B5EF4-FFF2-40B4-BE49-F238E27FC236}">
                    <a16:creationId xmlns:a16="http://schemas.microsoft.com/office/drawing/2014/main" id="{1FE1FF99-880F-1746-A8A8-B9BE682B08A9}"/>
                  </a:ext>
                </a:extLst>
              </p:cNvPr>
              <p:cNvSpPr/>
              <p:nvPr/>
            </p:nvSpPr>
            <p:spPr>
              <a:xfrm rot="1932819" flipH="1">
                <a:off x="6985922" y="140760"/>
                <a:ext cx="692901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114" name="Group 1113">
            <a:extLst>
              <a:ext uri="{FF2B5EF4-FFF2-40B4-BE49-F238E27FC236}">
                <a16:creationId xmlns:a16="http://schemas.microsoft.com/office/drawing/2014/main" id="{FEE9FFB5-B470-C94E-B7C0-E4D6E4EAA4A0}"/>
              </a:ext>
            </a:extLst>
          </p:cNvPr>
          <p:cNvGrpSpPr>
            <a:grpSpLocks noChangeAspect="1"/>
          </p:cNvGrpSpPr>
          <p:nvPr/>
        </p:nvGrpSpPr>
        <p:grpSpPr>
          <a:xfrm>
            <a:off x="4518579" y="4301509"/>
            <a:ext cx="1298353" cy="2011680"/>
            <a:chOff x="6613401" y="3067343"/>
            <a:chExt cx="2353178" cy="3646036"/>
          </a:xfrm>
        </p:grpSpPr>
        <p:grpSp>
          <p:nvGrpSpPr>
            <p:cNvPr id="1115" name="Group 1114">
              <a:extLst>
                <a:ext uri="{FF2B5EF4-FFF2-40B4-BE49-F238E27FC236}">
                  <a16:creationId xmlns:a16="http://schemas.microsoft.com/office/drawing/2014/main" id="{38AD41AD-7805-4A43-B987-AF4C40951027}"/>
                </a:ext>
              </a:extLst>
            </p:cNvPr>
            <p:cNvGrpSpPr/>
            <p:nvPr/>
          </p:nvGrpSpPr>
          <p:grpSpPr>
            <a:xfrm>
              <a:off x="6613401" y="3067343"/>
              <a:ext cx="2353178" cy="3646036"/>
              <a:chOff x="6613401" y="2803295"/>
              <a:chExt cx="2879972" cy="3910084"/>
            </a:xfrm>
          </p:grpSpPr>
          <p:sp>
            <p:nvSpPr>
              <p:cNvPr id="1122" name="Arc 1121">
                <a:extLst>
                  <a:ext uri="{FF2B5EF4-FFF2-40B4-BE49-F238E27FC236}">
                    <a16:creationId xmlns:a16="http://schemas.microsoft.com/office/drawing/2014/main" id="{6678A1C4-4BC2-2E49-8EBB-D7AB869E04D2}"/>
                  </a:ext>
                </a:extLst>
              </p:cNvPr>
              <p:cNvSpPr/>
              <p:nvPr/>
            </p:nvSpPr>
            <p:spPr>
              <a:xfrm>
                <a:off x="6613401" y="2949428"/>
                <a:ext cx="1372082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3" name="Arc 1122">
                <a:extLst>
                  <a:ext uri="{FF2B5EF4-FFF2-40B4-BE49-F238E27FC236}">
                    <a16:creationId xmlns:a16="http://schemas.microsoft.com/office/drawing/2014/main" id="{A63FB185-CB4E-8444-A8CE-66591F574CE8}"/>
                  </a:ext>
                </a:extLst>
              </p:cNvPr>
              <p:cNvSpPr/>
              <p:nvPr/>
            </p:nvSpPr>
            <p:spPr>
              <a:xfrm rot="1338627">
                <a:off x="6671221" y="2804681"/>
                <a:ext cx="1372082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4" name="Rectangle 1123">
                <a:extLst>
                  <a:ext uri="{FF2B5EF4-FFF2-40B4-BE49-F238E27FC236}">
                    <a16:creationId xmlns:a16="http://schemas.microsoft.com/office/drawing/2014/main" id="{2F835F12-F02D-9E4C-B4B9-A42131FFD5BB}"/>
                  </a:ext>
                </a:extLst>
              </p:cNvPr>
              <p:cNvSpPr/>
              <p:nvPr/>
            </p:nvSpPr>
            <p:spPr>
              <a:xfrm>
                <a:off x="7992182" y="2805809"/>
                <a:ext cx="58909" cy="373291"/>
              </a:xfrm>
              <a:prstGeom prst="rect">
                <a:avLst/>
              </a:prstGeom>
              <a:solidFill>
                <a:srgbClr val="FFEB1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5" name="Arc 1124">
                <a:extLst>
                  <a:ext uri="{FF2B5EF4-FFF2-40B4-BE49-F238E27FC236}">
                    <a16:creationId xmlns:a16="http://schemas.microsoft.com/office/drawing/2014/main" id="{BAFA413E-7145-7844-8363-C30EEEC521EA}"/>
                  </a:ext>
                </a:extLst>
              </p:cNvPr>
              <p:cNvSpPr/>
              <p:nvPr/>
            </p:nvSpPr>
            <p:spPr>
              <a:xfrm flipH="1">
                <a:off x="8067956" y="2954566"/>
                <a:ext cx="1224347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6" name="Arc 1125">
                <a:extLst>
                  <a:ext uri="{FF2B5EF4-FFF2-40B4-BE49-F238E27FC236}">
                    <a16:creationId xmlns:a16="http://schemas.microsoft.com/office/drawing/2014/main" id="{DB726948-C9F0-8346-9A30-EEB72E628017}"/>
                  </a:ext>
                </a:extLst>
              </p:cNvPr>
              <p:cNvSpPr/>
              <p:nvPr/>
            </p:nvSpPr>
            <p:spPr>
              <a:xfrm rot="20295794" flipH="1">
                <a:off x="7998347" y="2803295"/>
                <a:ext cx="1495026" cy="432629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7" name="Freeform 1126">
                <a:extLst>
                  <a:ext uri="{FF2B5EF4-FFF2-40B4-BE49-F238E27FC236}">
                    <a16:creationId xmlns:a16="http://schemas.microsoft.com/office/drawing/2014/main" id="{98245E45-6208-B64D-BAF2-E74AB9B93AE2}"/>
                  </a:ext>
                </a:extLst>
              </p:cNvPr>
              <p:cNvSpPr/>
              <p:nvPr/>
            </p:nvSpPr>
            <p:spPr>
              <a:xfrm flipH="1">
                <a:off x="8032877" y="5040891"/>
                <a:ext cx="687979" cy="417492"/>
              </a:xfrm>
              <a:custGeom>
                <a:avLst/>
                <a:gdLst>
                  <a:gd name="connsiteX0" fmla="*/ 538716 w 538716"/>
                  <a:gd name="connsiteY0" fmla="*/ 177209 h 581246"/>
                  <a:gd name="connsiteX1" fmla="*/ 482009 w 538716"/>
                  <a:gd name="connsiteY1" fmla="*/ 92148 h 581246"/>
                  <a:gd name="connsiteX2" fmla="*/ 453656 w 538716"/>
                  <a:gd name="connsiteY2" fmla="*/ 49618 h 581246"/>
                  <a:gd name="connsiteX3" fmla="*/ 396949 w 538716"/>
                  <a:gd name="connsiteY3" fmla="*/ 21265 h 581246"/>
                  <a:gd name="connsiteX4" fmla="*/ 396949 w 538716"/>
                  <a:gd name="connsiteY4" fmla="*/ 21265 h 581246"/>
                  <a:gd name="connsiteX5" fmla="*/ 290623 w 538716"/>
                  <a:gd name="connsiteY5" fmla="*/ 0 h 581246"/>
                  <a:gd name="connsiteX6" fmla="*/ 290623 w 538716"/>
                  <a:gd name="connsiteY6" fmla="*/ 0 h 581246"/>
                  <a:gd name="connsiteX7" fmla="*/ 191386 w 538716"/>
                  <a:gd name="connsiteY7" fmla="*/ 28353 h 581246"/>
                  <a:gd name="connsiteX8" fmla="*/ 191386 w 538716"/>
                  <a:gd name="connsiteY8" fmla="*/ 28353 h 581246"/>
                  <a:gd name="connsiteX9" fmla="*/ 120502 w 538716"/>
                  <a:gd name="connsiteY9" fmla="*/ 77972 h 581246"/>
                  <a:gd name="connsiteX10" fmla="*/ 92149 w 538716"/>
                  <a:gd name="connsiteY10" fmla="*/ 106325 h 581246"/>
                  <a:gd name="connsiteX11" fmla="*/ 92149 w 538716"/>
                  <a:gd name="connsiteY11" fmla="*/ 106325 h 581246"/>
                  <a:gd name="connsiteX12" fmla="*/ 56707 w 538716"/>
                  <a:gd name="connsiteY12" fmla="*/ 198474 h 581246"/>
                  <a:gd name="connsiteX13" fmla="*/ 28354 w 538716"/>
                  <a:gd name="connsiteY13" fmla="*/ 290623 h 581246"/>
                  <a:gd name="connsiteX14" fmla="*/ 14177 w 538716"/>
                  <a:gd name="connsiteY14" fmla="*/ 361507 h 581246"/>
                  <a:gd name="connsiteX15" fmla="*/ 7088 w 538716"/>
                  <a:gd name="connsiteY15" fmla="*/ 453655 h 581246"/>
                  <a:gd name="connsiteX16" fmla="*/ 0 w 538716"/>
                  <a:gd name="connsiteY16" fmla="*/ 510362 h 581246"/>
                  <a:gd name="connsiteX17" fmla="*/ 14177 w 538716"/>
                  <a:gd name="connsiteY17" fmla="*/ 581246 h 581246"/>
                  <a:gd name="connsiteX18" fmla="*/ 21265 w 538716"/>
                  <a:gd name="connsiteY18" fmla="*/ 545804 h 581246"/>
                  <a:gd name="connsiteX19" fmla="*/ 35442 w 538716"/>
                  <a:gd name="connsiteY19" fmla="*/ 496186 h 581246"/>
                  <a:gd name="connsiteX20" fmla="*/ 42530 w 538716"/>
                  <a:gd name="connsiteY20" fmla="*/ 482009 h 581246"/>
                  <a:gd name="connsiteX21" fmla="*/ 56707 w 538716"/>
                  <a:gd name="connsiteY21" fmla="*/ 425302 h 581246"/>
                  <a:gd name="connsiteX22" fmla="*/ 70884 w 538716"/>
                  <a:gd name="connsiteY22" fmla="*/ 389860 h 581246"/>
                  <a:gd name="connsiteX23" fmla="*/ 99237 w 538716"/>
                  <a:gd name="connsiteY23" fmla="*/ 333153 h 581246"/>
                  <a:gd name="connsiteX24" fmla="*/ 134679 w 538716"/>
                  <a:gd name="connsiteY24" fmla="*/ 283535 h 581246"/>
                  <a:gd name="connsiteX25" fmla="*/ 170121 w 538716"/>
                  <a:gd name="connsiteY25" fmla="*/ 248093 h 581246"/>
                  <a:gd name="connsiteX26" fmla="*/ 191386 w 538716"/>
                  <a:gd name="connsiteY26" fmla="*/ 219739 h 581246"/>
                  <a:gd name="connsiteX27" fmla="*/ 219740 w 538716"/>
                  <a:gd name="connsiteY27" fmla="*/ 205562 h 581246"/>
                  <a:gd name="connsiteX28" fmla="*/ 262270 w 538716"/>
                  <a:gd name="connsiteY28" fmla="*/ 177209 h 581246"/>
                  <a:gd name="connsiteX29" fmla="*/ 290623 w 538716"/>
                  <a:gd name="connsiteY29" fmla="*/ 170121 h 581246"/>
                  <a:gd name="connsiteX30" fmla="*/ 326065 w 538716"/>
                  <a:gd name="connsiteY30" fmla="*/ 170121 h 581246"/>
                  <a:gd name="connsiteX31" fmla="*/ 375684 w 538716"/>
                  <a:gd name="connsiteY31" fmla="*/ 177209 h 581246"/>
                  <a:gd name="connsiteX32" fmla="*/ 432391 w 538716"/>
                  <a:gd name="connsiteY32" fmla="*/ 191386 h 581246"/>
                  <a:gd name="connsiteX33" fmla="*/ 474921 w 538716"/>
                  <a:gd name="connsiteY33" fmla="*/ 205562 h 581246"/>
                  <a:gd name="connsiteX34" fmla="*/ 538716 w 538716"/>
                  <a:gd name="connsiteY34" fmla="*/ 177209 h 58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8716" h="581246">
                    <a:moveTo>
                      <a:pt x="538716" y="177209"/>
                    </a:moveTo>
                    <a:lnTo>
                      <a:pt x="482009" y="92148"/>
                    </a:lnTo>
                    <a:lnTo>
                      <a:pt x="453656" y="49618"/>
                    </a:lnTo>
                    <a:lnTo>
                      <a:pt x="396949" y="21265"/>
                    </a:lnTo>
                    <a:lnTo>
                      <a:pt x="396949" y="21265"/>
                    </a:lnTo>
                    <a:lnTo>
                      <a:pt x="290623" y="0"/>
                    </a:lnTo>
                    <a:lnTo>
                      <a:pt x="290623" y="0"/>
                    </a:lnTo>
                    <a:lnTo>
                      <a:pt x="191386" y="28353"/>
                    </a:lnTo>
                    <a:lnTo>
                      <a:pt x="191386" y="28353"/>
                    </a:lnTo>
                    <a:lnTo>
                      <a:pt x="120502" y="77972"/>
                    </a:lnTo>
                    <a:lnTo>
                      <a:pt x="92149" y="106325"/>
                    </a:lnTo>
                    <a:lnTo>
                      <a:pt x="92149" y="106325"/>
                    </a:lnTo>
                    <a:lnTo>
                      <a:pt x="56707" y="198474"/>
                    </a:lnTo>
                    <a:lnTo>
                      <a:pt x="28354" y="290623"/>
                    </a:lnTo>
                    <a:lnTo>
                      <a:pt x="14177" y="361507"/>
                    </a:lnTo>
                    <a:lnTo>
                      <a:pt x="7088" y="453655"/>
                    </a:lnTo>
                    <a:lnTo>
                      <a:pt x="0" y="510362"/>
                    </a:lnTo>
                    <a:lnTo>
                      <a:pt x="14177" y="581246"/>
                    </a:lnTo>
                    <a:lnTo>
                      <a:pt x="21265" y="545804"/>
                    </a:lnTo>
                    <a:lnTo>
                      <a:pt x="35442" y="496186"/>
                    </a:lnTo>
                    <a:lnTo>
                      <a:pt x="42530" y="482009"/>
                    </a:lnTo>
                    <a:lnTo>
                      <a:pt x="56707" y="425302"/>
                    </a:lnTo>
                    <a:lnTo>
                      <a:pt x="70884" y="389860"/>
                    </a:lnTo>
                    <a:lnTo>
                      <a:pt x="99237" y="333153"/>
                    </a:lnTo>
                    <a:lnTo>
                      <a:pt x="134679" y="283535"/>
                    </a:lnTo>
                    <a:lnTo>
                      <a:pt x="170121" y="248093"/>
                    </a:lnTo>
                    <a:lnTo>
                      <a:pt x="191386" y="219739"/>
                    </a:lnTo>
                    <a:lnTo>
                      <a:pt x="219740" y="205562"/>
                    </a:lnTo>
                    <a:lnTo>
                      <a:pt x="262270" y="177209"/>
                    </a:lnTo>
                    <a:lnTo>
                      <a:pt x="290623" y="170121"/>
                    </a:lnTo>
                    <a:lnTo>
                      <a:pt x="326065" y="170121"/>
                    </a:lnTo>
                    <a:lnTo>
                      <a:pt x="375684" y="177209"/>
                    </a:lnTo>
                    <a:lnTo>
                      <a:pt x="432391" y="191386"/>
                    </a:lnTo>
                    <a:lnTo>
                      <a:pt x="474921" y="205562"/>
                    </a:lnTo>
                    <a:lnTo>
                      <a:pt x="538716" y="177209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8" name="Freeform 1127">
                <a:extLst>
                  <a:ext uri="{FF2B5EF4-FFF2-40B4-BE49-F238E27FC236}">
                    <a16:creationId xmlns:a16="http://schemas.microsoft.com/office/drawing/2014/main" id="{198F4836-47F9-C444-B927-354A922F2446}"/>
                  </a:ext>
                </a:extLst>
              </p:cNvPr>
              <p:cNvSpPr/>
              <p:nvPr/>
            </p:nvSpPr>
            <p:spPr>
              <a:xfrm>
                <a:off x="7332585" y="5034696"/>
                <a:ext cx="694135" cy="421228"/>
              </a:xfrm>
              <a:custGeom>
                <a:avLst/>
                <a:gdLst>
                  <a:gd name="connsiteX0" fmla="*/ 538716 w 538716"/>
                  <a:gd name="connsiteY0" fmla="*/ 177209 h 581246"/>
                  <a:gd name="connsiteX1" fmla="*/ 482009 w 538716"/>
                  <a:gd name="connsiteY1" fmla="*/ 92148 h 581246"/>
                  <a:gd name="connsiteX2" fmla="*/ 453656 w 538716"/>
                  <a:gd name="connsiteY2" fmla="*/ 49618 h 581246"/>
                  <a:gd name="connsiteX3" fmla="*/ 396949 w 538716"/>
                  <a:gd name="connsiteY3" fmla="*/ 21265 h 581246"/>
                  <a:gd name="connsiteX4" fmla="*/ 396949 w 538716"/>
                  <a:gd name="connsiteY4" fmla="*/ 21265 h 581246"/>
                  <a:gd name="connsiteX5" fmla="*/ 290623 w 538716"/>
                  <a:gd name="connsiteY5" fmla="*/ 0 h 581246"/>
                  <a:gd name="connsiteX6" fmla="*/ 290623 w 538716"/>
                  <a:gd name="connsiteY6" fmla="*/ 0 h 581246"/>
                  <a:gd name="connsiteX7" fmla="*/ 191386 w 538716"/>
                  <a:gd name="connsiteY7" fmla="*/ 28353 h 581246"/>
                  <a:gd name="connsiteX8" fmla="*/ 191386 w 538716"/>
                  <a:gd name="connsiteY8" fmla="*/ 28353 h 581246"/>
                  <a:gd name="connsiteX9" fmla="*/ 120502 w 538716"/>
                  <a:gd name="connsiteY9" fmla="*/ 77972 h 581246"/>
                  <a:gd name="connsiteX10" fmla="*/ 92149 w 538716"/>
                  <a:gd name="connsiteY10" fmla="*/ 106325 h 581246"/>
                  <a:gd name="connsiteX11" fmla="*/ 92149 w 538716"/>
                  <a:gd name="connsiteY11" fmla="*/ 106325 h 581246"/>
                  <a:gd name="connsiteX12" fmla="*/ 56707 w 538716"/>
                  <a:gd name="connsiteY12" fmla="*/ 198474 h 581246"/>
                  <a:gd name="connsiteX13" fmla="*/ 28354 w 538716"/>
                  <a:gd name="connsiteY13" fmla="*/ 290623 h 581246"/>
                  <a:gd name="connsiteX14" fmla="*/ 14177 w 538716"/>
                  <a:gd name="connsiteY14" fmla="*/ 361507 h 581246"/>
                  <a:gd name="connsiteX15" fmla="*/ 7088 w 538716"/>
                  <a:gd name="connsiteY15" fmla="*/ 453655 h 581246"/>
                  <a:gd name="connsiteX16" fmla="*/ 0 w 538716"/>
                  <a:gd name="connsiteY16" fmla="*/ 510362 h 581246"/>
                  <a:gd name="connsiteX17" fmla="*/ 14177 w 538716"/>
                  <a:gd name="connsiteY17" fmla="*/ 581246 h 581246"/>
                  <a:gd name="connsiteX18" fmla="*/ 21265 w 538716"/>
                  <a:gd name="connsiteY18" fmla="*/ 545804 h 581246"/>
                  <a:gd name="connsiteX19" fmla="*/ 35442 w 538716"/>
                  <a:gd name="connsiteY19" fmla="*/ 496186 h 581246"/>
                  <a:gd name="connsiteX20" fmla="*/ 42530 w 538716"/>
                  <a:gd name="connsiteY20" fmla="*/ 482009 h 581246"/>
                  <a:gd name="connsiteX21" fmla="*/ 56707 w 538716"/>
                  <a:gd name="connsiteY21" fmla="*/ 425302 h 581246"/>
                  <a:gd name="connsiteX22" fmla="*/ 70884 w 538716"/>
                  <a:gd name="connsiteY22" fmla="*/ 389860 h 581246"/>
                  <a:gd name="connsiteX23" fmla="*/ 99237 w 538716"/>
                  <a:gd name="connsiteY23" fmla="*/ 333153 h 581246"/>
                  <a:gd name="connsiteX24" fmla="*/ 134679 w 538716"/>
                  <a:gd name="connsiteY24" fmla="*/ 283535 h 581246"/>
                  <a:gd name="connsiteX25" fmla="*/ 170121 w 538716"/>
                  <a:gd name="connsiteY25" fmla="*/ 248093 h 581246"/>
                  <a:gd name="connsiteX26" fmla="*/ 191386 w 538716"/>
                  <a:gd name="connsiteY26" fmla="*/ 219739 h 581246"/>
                  <a:gd name="connsiteX27" fmla="*/ 219740 w 538716"/>
                  <a:gd name="connsiteY27" fmla="*/ 205562 h 581246"/>
                  <a:gd name="connsiteX28" fmla="*/ 262270 w 538716"/>
                  <a:gd name="connsiteY28" fmla="*/ 177209 h 581246"/>
                  <a:gd name="connsiteX29" fmla="*/ 290623 w 538716"/>
                  <a:gd name="connsiteY29" fmla="*/ 170121 h 581246"/>
                  <a:gd name="connsiteX30" fmla="*/ 326065 w 538716"/>
                  <a:gd name="connsiteY30" fmla="*/ 170121 h 581246"/>
                  <a:gd name="connsiteX31" fmla="*/ 375684 w 538716"/>
                  <a:gd name="connsiteY31" fmla="*/ 177209 h 581246"/>
                  <a:gd name="connsiteX32" fmla="*/ 432391 w 538716"/>
                  <a:gd name="connsiteY32" fmla="*/ 191386 h 581246"/>
                  <a:gd name="connsiteX33" fmla="*/ 474921 w 538716"/>
                  <a:gd name="connsiteY33" fmla="*/ 205562 h 581246"/>
                  <a:gd name="connsiteX34" fmla="*/ 538716 w 538716"/>
                  <a:gd name="connsiteY34" fmla="*/ 177209 h 58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8716" h="581246">
                    <a:moveTo>
                      <a:pt x="538716" y="177209"/>
                    </a:moveTo>
                    <a:lnTo>
                      <a:pt x="482009" y="92148"/>
                    </a:lnTo>
                    <a:lnTo>
                      <a:pt x="453656" y="49618"/>
                    </a:lnTo>
                    <a:lnTo>
                      <a:pt x="396949" y="21265"/>
                    </a:lnTo>
                    <a:lnTo>
                      <a:pt x="396949" y="21265"/>
                    </a:lnTo>
                    <a:lnTo>
                      <a:pt x="290623" y="0"/>
                    </a:lnTo>
                    <a:lnTo>
                      <a:pt x="290623" y="0"/>
                    </a:lnTo>
                    <a:lnTo>
                      <a:pt x="191386" y="28353"/>
                    </a:lnTo>
                    <a:lnTo>
                      <a:pt x="191386" y="28353"/>
                    </a:lnTo>
                    <a:lnTo>
                      <a:pt x="120502" y="77972"/>
                    </a:lnTo>
                    <a:lnTo>
                      <a:pt x="92149" y="106325"/>
                    </a:lnTo>
                    <a:lnTo>
                      <a:pt x="92149" y="106325"/>
                    </a:lnTo>
                    <a:lnTo>
                      <a:pt x="56707" y="198474"/>
                    </a:lnTo>
                    <a:lnTo>
                      <a:pt x="28354" y="290623"/>
                    </a:lnTo>
                    <a:lnTo>
                      <a:pt x="14177" y="361507"/>
                    </a:lnTo>
                    <a:lnTo>
                      <a:pt x="7088" y="453655"/>
                    </a:lnTo>
                    <a:lnTo>
                      <a:pt x="0" y="510362"/>
                    </a:lnTo>
                    <a:lnTo>
                      <a:pt x="14177" y="581246"/>
                    </a:lnTo>
                    <a:lnTo>
                      <a:pt x="21265" y="545804"/>
                    </a:lnTo>
                    <a:lnTo>
                      <a:pt x="35442" y="496186"/>
                    </a:lnTo>
                    <a:lnTo>
                      <a:pt x="42530" y="482009"/>
                    </a:lnTo>
                    <a:lnTo>
                      <a:pt x="56707" y="425302"/>
                    </a:lnTo>
                    <a:lnTo>
                      <a:pt x="70884" y="389860"/>
                    </a:lnTo>
                    <a:lnTo>
                      <a:pt x="99237" y="333153"/>
                    </a:lnTo>
                    <a:lnTo>
                      <a:pt x="134679" y="283535"/>
                    </a:lnTo>
                    <a:lnTo>
                      <a:pt x="170121" y="248093"/>
                    </a:lnTo>
                    <a:lnTo>
                      <a:pt x="191386" y="219739"/>
                    </a:lnTo>
                    <a:lnTo>
                      <a:pt x="219740" y="205562"/>
                    </a:lnTo>
                    <a:lnTo>
                      <a:pt x="262270" y="177209"/>
                    </a:lnTo>
                    <a:lnTo>
                      <a:pt x="290623" y="170121"/>
                    </a:lnTo>
                    <a:lnTo>
                      <a:pt x="326065" y="170121"/>
                    </a:lnTo>
                    <a:lnTo>
                      <a:pt x="375684" y="177209"/>
                    </a:lnTo>
                    <a:lnTo>
                      <a:pt x="432391" y="191386"/>
                    </a:lnTo>
                    <a:lnTo>
                      <a:pt x="474921" y="205562"/>
                    </a:lnTo>
                    <a:lnTo>
                      <a:pt x="538716" y="177209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9" name="Rectangle 1128">
                <a:extLst>
                  <a:ext uri="{FF2B5EF4-FFF2-40B4-BE49-F238E27FC236}">
                    <a16:creationId xmlns:a16="http://schemas.microsoft.com/office/drawing/2014/main" id="{62573BC6-3D56-6F45-82E0-FB8255C1BA5A}"/>
                  </a:ext>
                </a:extLst>
              </p:cNvPr>
              <p:cNvSpPr/>
              <p:nvPr/>
            </p:nvSpPr>
            <p:spPr>
              <a:xfrm>
                <a:off x="7956380" y="4172773"/>
                <a:ext cx="140681" cy="1871659"/>
              </a:xfrm>
              <a:prstGeom prst="rect">
                <a:avLst/>
              </a:pr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0" name="Freeform 1129">
                <a:extLst>
                  <a:ext uri="{FF2B5EF4-FFF2-40B4-BE49-F238E27FC236}">
                    <a16:creationId xmlns:a16="http://schemas.microsoft.com/office/drawing/2014/main" id="{3738DAA3-B540-8941-AAF5-AAA723EDF9FC}"/>
                  </a:ext>
                </a:extLst>
              </p:cNvPr>
              <p:cNvSpPr/>
              <p:nvPr/>
            </p:nvSpPr>
            <p:spPr>
              <a:xfrm>
                <a:off x="6958374" y="4226483"/>
                <a:ext cx="1013509" cy="242264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1" name="Freeform 1130">
                <a:extLst>
                  <a:ext uri="{FF2B5EF4-FFF2-40B4-BE49-F238E27FC236}">
                    <a16:creationId xmlns:a16="http://schemas.microsoft.com/office/drawing/2014/main" id="{B7F86691-4189-1C42-9F51-A48E7E4326E7}"/>
                  </a:ext>
                </a:extLst>
              </p:cNvPr>
              <p:cNvSpPr/>
              <p:nvPr/>
            </p:nvSpPr>
            <p:spPr>
              <a:xfrm flipH="1">
                <a:off x="8067957" y="4220216"/>
                <a:ext cx="1065946" cy="254799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2" name="Freeform 1131">
                <a:extLst>
                  <a:ext uri="{FF2B5EF4-FFF2-40B4-BE49-F238E27FC236}">
                    <a16:creationId xmlns:a16="http://schemas.microsoft.com/office/drawing/2014/main" id="{3AAEE4CD-B1E6-F647-8C46-808E59F8F505}"/>
                  </a:ext>
                </a:extLst>
              </p:cNvPr>
              <p:cNvSpPr/>
              <p:nvPr/>
            </p:nvSpPr>
            <p:spPr>
              <a:xfrm rot="20572658">
                <a:off x="7136516" y="3686104"/>
                <a:ext cx="894487" cy="152483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3" name="Freeform 1132">
                <a:extLst>
                  <a:ext uri="{FF2B5EF4-FFF2-40B4-BE49-F238E27FC236}">
                    <a16:creationId xmlns:a16="http://schemas.microsoft.com/office/drawing/2014/main" id="{0FC3FE59-2E88-6143-AD0A-A9BFC71F933F}"/>
                  </a:ext>
                </a:extLst>
              </p:cNvPr>
              <p:cNvSpPr/>
              <p:nvPr/>
            </p:nvSpPr>
            <p:spPr>
              <a:xfrm rot="1007770" flipH="1">
                <a:off x="7970533" y="3684077"/>
                <a:ext cx="865209" cy="147492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4" name="Freeform 1133">
                <a:extLst>
                  <a:ext uri="{FF2B5EF4-FFF2-40B4-BE49-F238E27FC236}">
                    <a16:creationId xmlns:a16="http://schemas.microsoft.com/office/drawing/2014/main" id="{D4DEC4D5-31BE-9A44-8F2D-4338FB47B6F3}"/>
                  </a:ext>
                </a:extLst>
              </p:cNvPr>
              <p:cNvSpPr/>
              <p:nvPr/>
            </p:nvSpPr>
            <p:spPr>
              <a:xfrm>
                <a:off x="7390657" y="6024306"/>
                <a:ext cx="578192" cy="687207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5" name="Freeform 1134">
                <a:extLst>
                  <a:ext uri="{FF2B5EF4-FFF2-40B4-BE49-F238E27FC236}">
                    <a16:creationId xmlns:a16="http://schemas.microsoft.com/office/drawing/2014/main" id="{2F42AAF2-0EDF-FA4D-9293-4A205D251A46}"/>
                  </a:ext>
                </a:extLst>
              </p:cNvPr>
              <p:cNvSpPr/>
              <p:nvPr/>
            </p:nvSpPr>
            <p:spPr>
              <a:xfrm rot="21085137">
                <a:off x="7431410" y="6050601"/>
                <a:ext cx="715084" cy="662778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6" name="Freeform 1135">
                <a:extLst>
                  <a:ext uri="{FF2B5EF4-FFF2-40B4-BE49-F238E27FC236}">
                    <a16:creationId xmlns:a16="http://schemas.microsoft.com/office/drawing/2014/main" id="{B35160FB-6943-6946-89A6-2DE298177317}"/>
                  </a:ext>
                </a:extLst>
              </p:cNvPr>
              <p:cNvSpPr/>
              <p:nvPr/>
            </p:nvSpPr>
            <p:spPr>
              <a:xfrm>
                <a:off x="7724979" y="6024306"/>
                <a:ext cx="360007" cy="687207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7" name="Freeform 1136">
                <a:extLst>
                  <a:ext uri="{FF2B5EF4-FFF2-40B4-BE49-F238E27FC236}">
                    <a16:creationId xmlns:a16="http://schemas.microsoft.com/office/drawing/2014/main" id="{AE60E6C6-F7FD-0342-B44E-02223CC45A20}"/>
                  </a:ext>
                </a:extLst>
              </p:cNvPr>
              <p:cNvSpPr/>
              <p:nvPr/>
            </p:nvSpPr>
            <p:spPr>
              <a:xfrm>
                <a:off x="7848678" y="6024302"/>
                <a:ext cx="186483" cy="675500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8" name="Freeform 1137">
                <a:extLst>
                  <a:ext uri="{FF2B5EF4-FFF2-40B4-BE49-F238E27FC236}">
                    <a16:creationId xmlns:a16="http://schemas.microsoft.com/office/drawing/2014/main" id="{054FF333-6144-7A4E-8222-AE87F97B2157}"/>
                  </a:ext>
                </a:extLst>
              </p:cNvPr>
              <p:cNvSpPr/>
              <p:nvPr/>
            </p:nvSpPr>
            <p:spPr>
              <a:xfrm flipH="1">
                <a:off x="8025051" y="6035565"/>
                <a:ext cx="556240" cy="661116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9" name="Freeform 1138">
                <a:extLst>
                  <a:ext uri="{FF2B5EF4-FFF2-40B4-BE49-F238E27FC236}">
                    <a16:creationId xmlns:a16="http://schemas.microsoft.com/office/drawing/2014/main" id="{49BC9F40-7D43-584D-BD39-F096E4D73A00}"/>
                  </a:ext>
                </a:extLst>
              </p:cNvPr>
              <p:cNvSpPr/>
              <p:nvPr/>
            </p:nvSpPr>
            <p:spPr>
              <a:xfrm rot="21085137" flipH="1">
                <a:off x="8112381" y="5996790"/>
                <a:ext cx="540044" cy="651130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0" name="Freeform 1139">
                <a:extLst>
                  <a:ext uri="{FF2B5EF4-FFF2-40B4-BE49-F238E27FC236}">
                    <a16:creationId xmlns:a16="http://schemas.microsoft.com/office/drawing/2014/main" id="{15D2B0FA-B7F4-854A-81BC-F2ED7F671912}"/>
                  </a:ext>
                </a:extLst>
              </p:cNvPr>
              <p:cNvSpPr/>
              <p:nvPr/>
            </p:nvSpPr>
            <p:spPr>
              <a:xfrm flipH="1">
                <a:off x="8029176" y="6024303"/>
                <a:ext cx="346338" cy="661116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1" name="Freeform 1140">
                <a:extLst>
                  <a:ext uri="{FF2B5EF4-FFF2-40B4-BE49-F238E27FC236}">
                    <a16:creationId xmlns:a16="http://schemas.microsoft.com/office/drawing/2014/main" id="{EADD2C28-0500-DE43-AB0F-1F2BA3AE0912}"/>
                  </a:ext>
                </a:extLst>
              </p:cNvPr>
              <p:cNvSpPr/>
              <p:nvPr/>
            </p:nvSpPr>
            <p:spPr>
              <a:xfrm flipH="1">
                <a:off x="8022942" y="6035566"/>
                <a:ext cx="179403" cy="649854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2" name="Freeform 1141">
                <a:extLst>
                  <a:ext uri="{FF2B5EF4-FFF2-40B4-BE49-F238E27FC236}">
                    <a16:creationId xmlns:a16="http://schemas.microsoft.com/office/drawing/2014/main" id="{BF05BD74-849D-334A-A416-5CF0698A902F}"/>
                  </a:ext>
                </a:extLst>
              </p:cNvPr>
              <p:cNvSpPr/>
              <p:nvPr/>
            </p:nvSpPr>
            <p:spPr>
              <a:xfrm flipV="1">
                <a:off x="7377524" y="3273858"/>
                <a:ext cx="655353" cy="166459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73A63D">
                      <a:shade val="30000"/>
                      <a:satMod val="115000"/>
                    </a:srgbClr>
                  </a:gs>
                  <a:gs pos="50000">
                    <a:srgbClr val="73A63D">
                      <a:shade val="67500"/>
                      <a:satMod val="115000"/>
                    </a:srgbClr>
                  </a:gs>
                  <a:gs pos="100000">
                    <a:srgbClr val="73A63D">
                      <a:shade val="100000"/>
                      <a:satMod val="115000"/>
                    </a:srgb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3" name="Freeform 1142">
                <a:extLst>
                  <a:ext uri="{FF2B5EF4-FFF2-40B4-BE49-F238E27FC236}">
                    <a16:creationId xmlns:a16="http://schemas.microsoft.com/office/drawing/2014/main" id="{68795DB5-ECD6-194B-93B5-6593D3D167F9}"/>
                  </a:ext>
                </a:extLst>
              </p:cNvPr>
              <p:cNvSpPr/>
              <p:nvPr/>
            </p:nvSpPr>
            <p:spPr>
              <a:xfrm flipH="1" flipV="1">
                <a:off x="7999083" y="3284834"/>
                <a:ext cx="561437" cy="142604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4" name="Rectangle 1143">
                <a:extLst>
                  <a:ext uri="{FF2B5EF4-FFF2-40B4-BE49-F238E27FC236}">
                    <a16:creationId xmlns:a16="http://schemas.microsoft.com/office/drawing/2014/main" id="{73694EB9-9B45-DE4E-889E-F2755CC6DFC6}"/>
                  </a:ext>
                </a:extLst>
              </p:cNvPr>
              <p:cNvSpPr/>
              <p:nvPr/>
            </p:nvSpPr>
            <p:spPr>
              <a:xfrm>
                <a:off x="7985483" y="3165691"/>
                <a:ext cx="82474" cy="1871659"/>
              </a:xfrm>
              <a:prstGeom prst="rect">
                <a:avLst/>
              </a:pr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16" name="Group 1115">
              <a:extLst>
                <a:ext uri="{FF2B5EF4-FFF2-40B4-BE49-F238E27FC236}">
                  <a16:creationId xmlns:a16="http://schemas.microsoft.com/office/drawing/2014/main" id="{0FE25FEC-F2C3-CB44-8261-2E70B587554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700260" y="4116259"/>
              <a:ext cx="451286" cy="451286"/>
              <a:chOff x="6083320" y="140760"/>
              <a:chExt cx="2072925" cy="2072925"/>
            </a:xfrm>
          </p:grpSpPr>
          <p:sp>
            <p:nvSpPr>
              <p:cNvPr id="1120" name="Freeform 1119">
                <a:extLst>
                  <a:ext uri="{FF2B5EF4-FFF2-40B4-BE49-F238E27FC236}">
                    <a16:creationId xmlns:a16="http://schemas.microsoft.com/office/drawing/2014/main" id="{489B829A-F57D-034F-9F8A-9CA008F47F71}"/>
                  </a:ext>
                </a:extLst>
              </p:cNvPr>
              <p:cNvSpPr/>
              <p:nvPr/>
            </p:nvSpPr>
            <p:spPr>
              <a:xfrm rot="3110300">
                <a:off x="6707124" y="-59881"/>
                <a:ext cx="825318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1" name="Freeform 1120">
                <a:extLst>
                  <a:ext uri="{FF2B5EF4-FFF2-40B4-BE49-F238E27FC236}">
                    <a16:creationId xmlns:a16="http://schemas.microsoft.com/office/drawing/2014/main" id="{ECFE4527-4AF6-8143-85D2-31FD68AF7817}"/>
                  </a:ext>
                </a:extLst>
              </p:cNvPr>
              <p:cNvSpPr/>
              <p:nvPr/>
            </p:nvSpPr>
            <p:spPr>
              <a:xfrm rot="1932819" flipH="1">
                <a:off x="6985922" y="140760"/>
                <a:ext cx="692901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17" name="Group 1116">
              <a:extLst>
                <a:ext uri="{FF2B5EF4-FFF2-40B4-BE49-F238E27FC236}">
                  <a16:creationId xmlns:a16="http://schemas.microsoft.com/office/drawing/2014/main" id="{95E5772A-CDE1-984C-9E19-97EAACD0EB4E}"/>
                </a:ext>
              </a:extLst>
            </p:cNvPr>
            <p:cNvGrpSpPr>
              <a:grpSpLocks noChangeAspect="1"/>
            </p:cNvGrpSpPr>
            <p:nvPr/>
          </p:nvGrpSpPr>
          <p:grpSpPr>
            <a:xfrm rot="16930512">
              <a:off x="7361342" y="4867389"/>
              <a:ext cx="451286" cy="451286"/>
              <a:chOff x="6083320" y="140760"/>
              <a:chExt cx="2072925" cy="2072925"/>
            </a:xfrm>
          </p:grpSpPr>
          <p:sp>
            <p:nvSpPr>
              <p:cNvPr id="1118" name="Freeform 1117">
                <a:extLst>
                  <a:ext uri="{FF2B5EF4-FFF2-40B4-BE49-F238E27FC236}">
                    <a16:creationId xmlns:a16="http://schemas.microsoft.com/office/drawing/2014/main" id="{1A201C48-C4D4-344E-93A7-065740CBFE73}"/>
                  </a:ext>
                </a:extLst>
              </p:cNvPr>
              <p:cNvSpPr/>
              <p:nvPr/>
            </p:nvSpPr>
            <p:spPr>
              <a:xfrm rot="3110300">
                <a:off x="6707124" y="-59881"/>
                <a:ext cx="825318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19" name="Freeform 1118">
                <a:extLst>
                  <a:ext uri="{FF2B5EF4-FFF2-40B4-BE49-F238E27FC236}">
                    <a16:creationId xmlns:a16="http://schemas.microsoft.com/office/drawing/2014/main" id="{77E3E209-84F5-904A-B538-E543802E7E4E}"/>
                  </a:ext>
                </a:extLst>
              </p:cNvPr>
              <p:cNvSpPr/>
              <p:nvPr/>
            </p:nvSpPr>
            <p:spPr>
              <a:xfrm rot="1932819" flipH="1">
                <a:off x="6985922" y="140760"/>
                <a:ext cx="692901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9B96480B-61D2-5940-B762-E45601DD64F2}"/>
              </a:ext>
            </a:extLst>
          </p:cNvPr>
          <p:cNvGrpSpPr>
            <a:grpSpLocks noChangeAspect="1"/>
          </p:cNvGrpSpPr>
          <p:nvPr/>
        </p:nvGrpSpPr>
        <p:grpSpPr>
          <a:xfrm>
            <a:off x="4666642" y="4089829"/>
            <a:ext cx="1416385" cy="2194560"/>
            <a:chOff x="6613401" y="3067343"/>
            <a:chExt cx="2353178" cy="3646036"/>
          </a:xfrm>
        </p:grpSpPr>
        <p:grpSp>
          <p:nvGrpSpPr>
            <p:cNvPr id="1146" name="Group 1145">
              <a:extLst>
                <a:ext uri="{FF2B5EF4-FFF2-40B4-BE49-F238E27FC236}">
                  <a16:creationId xmlns:a16="http://schemas.microsoft.com/office/drawing/2014/main" id="{F59F6C2B-8933-CF4D-BED2-F7756C7FD4CE}"/>
                </a:ext>
              </a:extLst>
            </p:cNvPr>
            <p:cNvGrpSpPr/>
            <p:nvPr/>
          </p:nvGrpSpPr>
          <p:grpSpPr>
            <a:xfrm>
              <a:off x="6613401" y="3067343"/>
              <a:ext cx="2353178" cy="3646036"/>
              <a:chOff x="6613401" y="2803295"/>
              <a:chExt cx="2879972" cy="3910084"/>
            </a:xfrm>
          </p:grpSpPr>
          <p:sp>
            <p:nvSpPr>
              <p:cNvPr id="1153" name="Arc 1152">
                <a:extLst>
                  <a:ext uri="{FF2B5EF4-FFF2-40B4-BE49-F238E27FC236}">
                    <a16:creationId xmlns:a16="http://schemas.microsoft.com/office/drawing/2014/main" id="{2070FB23-2CFC-9243-90BC-68BC12F7E3C9}"/>
                  </a:ext>
                </a:extLst>
              </p:cNvPr>
              <p:cNvSpPr/>
              <p:nvPr/>
            </p:nvSpPr>
            <p:spPr>
              <a:xfrm>
                <a:off x="6613401" y="2949428"/>
                <a:ext cx="1372082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4" name="Arc 1153">
                <a:extLst>
                  <a:ext uri="{FF2B5EF4-FFF2-40B4-BE49-F238E27FC236}">
                    <a16:creationId xmlns:a16="http://schemas.microsoft.com/office/drawing/2014/main" id="{9C7C5F8A-8522-E94B-AEF3-691B6B0E992E}"/>
                  </a:ext>
                </a:extLst>
              </p:cNvPr>
              <p:cNvSpPr/>
              <p:nvPr/>
            </p:nvSpPr>
            <p:spPr>
              <a:xfrm rot="1338627">
                <a:off x="6671221" y="2804681"/>
                <a:ext cx="1372082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5" name="Rectangle 1154">
                <a:extLst>
                  <a:ext uri="{FF2B5EF4-FFF2-40B4-BE49-F238E27FC236}">
                    <a16:creationId xmlns:a16="http://schemas.microsoft.com/office/drawing/2014/main" id="{2D7A3231-9865-AA4A-81B9-B2AA0C0F0507}"/>
                  </a:ext>
                </a:extLst>
              </p:cNvPr>
              <p:cNvSpPr/>
              <p:nvPr/>
            </p:nvSpPr>
            <p:spPr>
              <a:xfrm>
                <a:off x="7992182" y="2805809"/>
                <a:ext cx="58909" cy="373291"/>
              </a:xfrm>
              <a:prstGeom prst="rect">
                <a:avLst/>
              </a:prstGeom>
              <a:solidFill>
                <a:srgbClr val="FFEB1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6" name="Arc 1155">
                <a:extLst>
                  <a:ext uri="{FF2B5EF4-FFF2-40B4-BE49-F238E27FC236}">
                    <a16:creationId xmlns:a16="http://schemas.microsoft.com/office/drawing/2014/main" id="{5B220B1C-0904-C342-8074-55FD7FA1202B}"/>
                  </a:ext>
                </a:extLst>
              </p:cNvPr>
              <p:cNvSpPr/>
              <p:nvPr/>
            </p:nvSpPr>
            <p:spPr>
              <a:xfrm flipH="1">
                <a:off x="8067956" y="2954566"/>
                <a:ext cx="1224347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7" name="Arc 1156">
                <a:extLst>
                  <a:ext uri="{FF2B5EF4-FFF2-40B4-BE49-F238E27FC236}">
                    <a16:creationId xmlns:a16="http://schemas.microsoft.com/office/drawing/2014/main" id="{DA82C27E-EB1E-2143-9CA6-B363ECFC345B}"/>
                  </a:ext>
                </a:extLst>
              </p:cNvPr>
              <p:cNvSpPr/>
              <p:nvPr/>
            </p:nvSpPr>
            <p:spPr>
              <a:xfrm rot="20295794" flipH="1">
                <a:off x="7998347" y="2803295"/>
                <a:ext cx="1495026" cy="432629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8" name="Freeform 1157">
                <a:extLst>
                  <a:ext uri="{FF2B5EF4-FFF2-40B4-BE49-F238E27FC236}">
                    <a16:creationId xmlns:a16="http://schemas.microsoft.com/office/drawing/2014/main" id="{2305377A-1C09-A04A-812C-996EB1503937}"/>
                  </a:ext>
                </a:extLst>
              </p:cNvPr>
              <p:cNvSpPr/>
              <p:nvPr/>
            </p:nvSpPr>
            <p:spPr>
              <a:xfrm flipH="1">
                <a:off x="8032877" y="5040891"/>
                <a:ext cx="687979" cy="417492"/>
              </a:xfrm>
              <a:custGeom>
                <a:avLst/>
                <a:gdLst>
                  <a:gd name="connsiteX0" fmla="*/ 538716 w 538716"/>
                  <a:gd name="connsiteY0" fmla="*/ 177209 h 581246"/>
                  <a:gd name="connsiteX1" fmla="*/ 482009 w 538716"/>
                  <a:gd name="connsiteY1" fmla="*/ 92148 h 581246"/>
                  <a:gd name="connsiteX2" fmla="*/ 453656 w 538716"/>
                  <a:gd name="connsiteY2" fmla="*/ 49618 h 581246"/>
                  <a:gd name="connsiteX3" fmla="*/ 396949 w 538716"/>
                  <a:gd name="connsiteY3" fmla="*/ 21265 h 581246"/>
                  <a:gd name="connsiteX4" fmla="*/ 396949 w 538716"/>
                  <a:gd name="connsiteY4" fmla="*/ 21265 h 581246"/>
                  <a:gd name="connsiteX5" fmla="*/ 290623 w 538716"/>
                  <a:gd name="connsiteY5" fmla="*/ 0 h 581246"/>
                  <a:gd name="connsiteX6" fmla="*/ 290623 w 538716"/>
                  <a:gd name="connsiteY6" fmla="*/ 0 h 581246"/>
                  <a:gd name="connsiteX7" fmla="*/ 191386 w 538716"/>
                  <a:gd name="connsiteY7" fmla="*/ 28353 h 581246"/>
                  <a:gd name="connsiteX8" fmla="*/ 191386 w 538716"/>
                  <a:gd name="connsiteY8" fmla="*/ 28353 h 581246"/>
                  <a:gd name="connsiteX9" fmla="*/ 120502 w 538716"/>
                  <a:gd name="connsiteY9" fmla="*/ 77972 h 581246"/>
                  <a:gd name="connsiteX10" fmla="*/ 92149 w 538716"/>
                  <a:gd name="connsiteY10" fmla="*/ 106325 h 581246"/>
                  <a:gd name="connsiteX11" fmla="*/ 92149 w 538716"/>
                  <a:gd name="connsiteY11" fmla="*/ 106325 h 581246"/>
                  <a:gd name="connsiteX12" fmla="*/ 56707 w 538716"/>
                  <a:gd name="connsiteY12" fmla="*/ 198474 h 581246"/>
                  <a:gd name="connsiteX13" fmla="*/ 28354 w 538716"/>
                  <a:gd name="connsiteY13" fmla="*/ 290623 h 581246"/>
                  <a:gd name="connsiteX14" fmla="*/ 14177 w 538716"/>
                  <a:gd name="connsiteY14" fmla="*/ 361507 h 581246"/>
                  <a:gd name="connsiteX15" fmla="*/ 7088 w 538716"/>
                  <a:gd name="connsiteY15" fmla="*/ 453655 h 581246"/>
                  <a:gd name="connsiteX16" fmla="*/ 0 w 538716"/>
                  <a:gd name="connsiteY16" fmla="*/ 510362 h 581246"/>
                  <a:gd name="connsiteX17" fmla="*/ 14177 w 538716"/>
                  <a:gd name="connsiteY17" fmla="*/ 581246 h 581246"/>
                  <a:gd name="connsiteX18" fmla="*/ 21265 w 538716"/>
                  <a:gd name="connsiteY18" fmla="*/ 545804 h 581246"/>
                  <a:gd name="connsiteX19" fmla="*/ 35442 w 538716"/>
                  <a:gd name="connsiteY19" fmla="*/ 496186 h 581246"/>
                  <a:gd name="connsiteX20" fmla="*/ 42530 w 538716"/>
                  <a:gd name="connsiteY20" fmla="*/ 482009 h 581246"/>
                  <a:gd name="connsiteX21" fmla="*/ 56707 w 538716"/>
                  <a:gd name="connsiteY21" fmla="*/ 425302 h 581246"/>
                  <a:gd name="connsiteX22" fmla="*/ 70884 w 538716"/>
                  <a:gd name="connsiteY22" fmla="*/ 389860 h 581246"/>
                  <a:gd name="connsiteX23" fmla="*/ 99237 w 538716"/>
                  <a:gd name="connsiteY23" fmla="*/ 333153 h 581246"/>
                  <a:gd name="connsiteX24" fmla="*/ 134679 w 538716"/>
                  <a:gd name="connsiteY24" fmla="*/ 283535 h 581246"/>
                  <a:gd name="connsiteX25" fmla="*/ 170121 w 538716"/>
                  <a:gd name="connsiteY25" fmla="*/ 248093 h 581246"/>
                  <a:gd name="connsiteX26" fmla="*/ 191386 w 538716"/>
                  <a:gd name="connsiteY26" fmla="*/ 219739 h 581246"/>
                  <a:gd name="connsiteX27" fmla="*/ 219740 w 538716"/>
                  <a:gd name="connsiteY27" fmla="*/ 205562 h 581246"/>
                  <a:gd name="connsiteX28" fmla="*/ 262270 w 538716"/>
                  <a:gd name="connsiteY28" fmla="*/ 177209 h 581246"/>
                  <a:gd name="connsiteX29" fmla="*/ 290623 w 538716"/>
                  <a:gd name="connsiteY29" fmla="*/ 170121 h 581246"/>
                  <a:gd name="connsiteX30" fmla="*/ 326065 w 538716"/>
                  <a:gd name="connsiteY30" fmla="*/ 170121 h 581246"/>
                  <a:gd name="connsiteX31" fmla="*/ 375684 w 538716"/>
                  <a:gd name="connsiteY31" fmla="*/ 177209 h 581246"/>
                  <a:gd name="connsiteX32" fmla="*/ 432391 w 538716"/>
                  <a:gd name="connsiteY32" fmla="*/ 191386 h 581246"/>
                  <a:gd name="connsiteX33" fmla="*/ 474921 w 538716"/>
                  <a:gd name="connsiteY33" fmla="*/ 205562 h 581246"/>
                  <a:gd name="connsiteX34" fmla="*/ 538716 w 538716"/>
                  <a:gd name="connsiteY34" fmla="*/ 177209 h 58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8716" h="581246">
                    <a:moveTo>
                      <a:pt x="538716" y="177209"/>
                    </a:moveTo>
                    <a:lnTo>
                      <a:pt x="482009" y="92148"/>
                    </a:lnTo>
                    <a:lnTo>
                      <a:pt x="453656" y="49618"/>
                    </a:lnTo>
                    <a:lnTo>
                      <a:pt x="396949" y="21265"/>
                    </a:lnTo>
                    <a:lnTo>
                      <a:pt x="396949" y="21265"/>
                    </a:lnTo>
                    <a:lnTo>
                      <a:pt x="290623" y="0"/>
                    </a:lnTo>
                    <a:lnTo>
                      <a:pt x="290623" y="0"/>
                    </a:lnTo>
                    <a:lnTo>
                      <a:pt x="191386" y="28353"/>
                    </a:lnTo>
                    <a:lnTo>
                      <a:pt x="191386" y="28353"/>
                    </a:lnTo>
                    <a:lnTo>
                      <a:pt x="120502" y="77972"/>
                    </a:lnTo>
                    <a:lnTo>
                      <a:pt x="92149" y="106325"/>
                    </a:lnTo>
                    <a:lnTo>
                      <a:pt x="92149" y="106325"/>
                    </a:lnTo>
                    <a:lnTo>
                      <a:pt x="56707" y="198474"/>
                    </a:lnTo>
                    <a:lnTo>
                      <a:pt x="28354" y="290623"/>
                    </a:lnTo>
                    <a:lnTo>
                      <a:pt x="14177" y="361507"/>
                    </a:lnTo>
                    <a:lnTo>
                      <a:pt x="7088" y="453655"/>
                    </a:lnTo>
                    <a:lnTo>
                      <a:pt x="0" y="510362"/>
                    </a:lnTo>
                    <a:lnTo>
                      <a:pt x="14177" y="581246"/>
                    </a:lnTo>
                    <a:lnTo>
                      <a:pt x="21265" y="545804"/>
                    </a:lnTo>
                    <a:lnTo>
                      <a:pt x="35442" y="496186"/>
                    </a:lnTo>
                    <a:lnTo>
                      <a:pt x="42530" y="482009"/>
                    </a:lnTo>
                    <a:lnTo>
                      <a:pt x="56707" y="425302"/>
                    </a:lnTo>
                    <a:lnTo>
                      <a:pt x="70884" y="389860"/>
                    </a:lnTo>
                    <a:lnTo>
                      <a:pt x="99237" y="333153"/>
                    </a:lnTo>
                    <a:lnTo>
                      <a:pt x="134679" y="283535"/>
                    </a:lnTo>
                    <a:lnTo>
                      <a:pt x="170121" y="248093"/>
                    </a:lnTo>
                    <a:lnTo>
                      <a:pt x="191386" y="219739"/>
                    </a:lnTo>
                    <a:lnTo>
                      <a:pt x="219740" y="205562"/>
                    </a:lnTo>
                    <a:lnTo>
                      <a:pt x="262270" y="177209"/>
                    </a:lnTo>
                    <a:lnTo>
                      <a:pt x="290623" y="170121"/>
                    </a:lnTo>
                    <a:lnTo>
                      <a:pt x="326065" y="170121"/>
                    </a:lnTo>
                    <a:lnTo>
                      <a:pt x="375684" y="177209"/>
                    </a:lnTo>
                    <a:lnTo>
                      <a:pt x="432391" y="191386"/>
                    </a:lnTo>
                    <a:lnTo>
                      <a:pt x="474921" y="205562"/>
                    </a:lnTo>
                    <a:lnTo>
                      <a:pt x="538716" y="177209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9" name="Freeform 1158">
                <a:extLst>
                  <a:ext uri="{FF2B5EF4-FFF2-40B4-BE49-F238E27FC236}">
                    <a16:creationId xmlns:a16="http://schemas.microsoft.com/office/drawing/2014/main" id="{130F1AF2-EC1E-7143-B5FD-F9ACCBDA3BC9}"/>
                  </a:ext>
                </a:extLst>
              </p:cNvPr>
              <p:cNvSpPr/>
              <p:nvPr/>
            </p:nvSpPr>
            <p:spPr>
              <a:xfrm>
                <a:off x="7332585" y="5034696"/>
                <a:ext cx="694135" cy="421228"/>
              </a:xfrm>
              <a:custGeom>
                <a:avLst/>
                <a:gdLst>
                  <a:gd name="connsiteX0" fmla="*/ 538716 w 538716"/>
                  <a:gd name="connsiteY0" fmla="*/ 177209 h 581246"/>
                  <a:gd name="connsiteX1" fmla="*/ 482009 w 538716"/>
                  <a:gd name="connsiteY1" fmla="*/ 92148 h 581246"/>
                  <a:gd name="connsiteX2" fmla="*/ 453656 w 538716"/>
                  <a:gd name="connsiteY2" fmla="*/ 49618 h 581246"/>
                  <a:gd name="connsiteX3" fmla="*/ 396949 w 538716"/>
                  <a:gd name="connsiteY3" fmla="*/ 21265 h 581246"/>
                  <a:gd name="connsiteX4" fmla="*/ 396949 w 538716"/>
                  <a:gd name="connsiteY4" fmla="*/ 21265 h 581246"/>
                  <a:gd name="connsiteX5" fmla="*/ 290623 w 538716"/>
                  <a:gd name="connsiteY5" fmla="*/ 0 h 581246"/>
                  <a:gd name="connsiteX6" fmla="*/ 290623 w 538716"/>
                  <a:gd name="connsiteY6" fmla="*/ 0 h 581246"/>
                  <a:gd name="connsiteX7" fmla="*/ 191386 w 538716"/>
                  <a:gd name="connsiteY7" fmla="*/ 28353 h 581246"/>
                  <a:gd name="connsiteX8" fmla="*/ 191386 w 538716"/>
                  <a:gd name="connsiteY8" fmla="*/ 28353 h 581246"/>
                  <a:gd name="connsiteX9" fmla="*/ 120502 w 538716"/>
                  <a:gd name="connsiteY9" fmla="*/ 77972 h 581246"/>
                  <a:gd name="connsiteX10" fmla="*/ 92149 w 538716"/>
                  <a:gd name="connsiteY10" fmla="*/ 106325 h 581246"/>
                  <a:gd name="connsiteX11" fmla="*/ 92149 w 538716"/>
                  <a:gd name="connsiteY11" fmla="*/ 106325 h 581246"/>
                  <a:gd name="connsiteX12" fmla="*/ 56707 w 538716"/>
                  <a:gd name="connsiteY12" fmla="*/ 198474 h 581246"/>
                  <a:gd name="connsiteX13" fmla="*/ 28354 w 538716"/>
                  <a:gd name="connsiteY13" fmla="*/ 290623 h 581246"/>
                  <a:gd name="connsiteX14" fmla="*/ 14177 w 538716"/>
                  <a:gd name="connsiteY14" fmla="*/ 361507 h 581246"/>
                  <a:gd name="connsiteX15" fmla="*/ 7088 w 538716"/>
                  <a:gd name="connsiteY15" fmla="*/ 453655 h 581246"/>
                  <a:gd name="connsiteX16" fmla="*/ 0 w 538716"/>
                  <a:gd name="connsiteY16" fmla="*/ 510362 h 581246"/>
                  <a:gd name="connsiteX17" fmla="*/ 14177 w 538716"/>
                  <a:gd name="connsiteY17" fmla="*/ 581246 h 581246"/>
                  <a:gd name="connsiteX18" fmla="*/ 21265 w 538716"/>
                  <a:gd name="connsiteY18" fmla="*/ 545804 h 581246"/>
                  <a:gd name="connsiteX19" fmla="*/ 35442 w 538716"/>
                  <a:gd name="connsiteY19" fmla="*/ 496186 h 581246"/>
                  <a:gd name="connsiteX20" fmla="*/ 42530 w 538716"/>
                  <a:gd name="connsiteY20" fmla="*/ 482009 h 581246"/>
                  <a:gd name="connsiteX21" fmla="*/ 56707 w 538716"/>
                  <a:gd name="connsiteY21" fmla="*/ 425302 h 581246"/>
                  <a:gd name="connsiteX22" fmla="*/ 70884 w 538716"/>
                  <a:gd name="connsiteY22" fmla="*/ 389860 h 581246"/>
                  <a:gd name="connsiteX23" fmla="*/ 99237 w 538716"/>
                  <a:gd name="connsiteY23" fmla="*/ 333153 h 581246"/>
                  <a:gd name="connsiteX24" fmla="*/ 134679 w 538716"/>
                  <a:gd name="connsiteY24" fmla="*/ 283535 h 581246"/>
                  <a:gd name="connsiteX25" fmla="*/ 170121 w 538716"/>
                  <a:gd name="connsiteY25" fmla="*/ 248093 h 581246"/>
                  <a:gd name="connsiteX26" fmla="*/ 191386 w 538716"/>
                  <a:gd name="connsiteY26" fmla="*/ 219739 h 581246"/>
                  <a:gd name="connsiteX27" fmla="*/ 219740 w 538716"/>
                  <a:gd name="connsiteY27" fmla="*/ 205562 h 581246"/>
                  <a:gd name="connsiteX28" fmla="*/ 262270 w 538716"/>
                  <a:gd name="connsiteY28" fmla="*/ 177209 h 581246"/>
                  <a:gd name="connsiteX29" fmla="*/ 290623 w 538716"/>
                  <a:gd name="connsiteY29" fmla="*/ 170121 h 581246"/>
                  <a:gd name="connsiteX30" fmla="*/ 326065 w 538716"/>
                  <a:gd name="connsiteY30" fmla="*/ 170121 h 581246"/>
                  <a:gd name="connsiteX31" fmla="*/ 375684 w 538716"/>
                  <a:gd name="connsiteY31" fmla="*/ 177209 h 581246"/>
                  <a:gd name="connsiteX32" fmla="*/ 432391 w 538716"/>
                  <a:gd name="connsiteY32" fmla="*/ 191386 h 581246"/>
                  <a:gd name="connsiteX33" fmla="*/ 474921 w 538716"/>
                  <a:gd name="connsiteY33" fmla="*/ 205562 h 581246"/>
                  <a:gd name="connsiteX34" fmla="*/ 538716 w 538716"/>
                  <a:gd name="connsiteY34" fmla="*/ 177209 h 58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8716" h="581246">
                    <a:moveTo>
                      <a:pt x="538716" y="177209"/>
                    </a:moveTo>
                    <a:lnTo>
                      <a:pt x="482009" y="92148"/>
                    </a:lnTo>
                    <a:lnTo>
                      <a:pt x="453656" y="49618"/>
                    </a:lnTo>
                    <a:lnTo>
                      <a:pt x="396949" y="21265"/>
                    </a:lnTo>
                    <a:lnTo>
                      <a:pt x="396949" y="21265"/>
                    </a:lnTo>
                    <a:lnTo>
                      <a:pt x="290623" y="0"/>
                    </a:lnTo>
                    <a:lnTo>
                      <a:pt x="290623" y="0"/>
                    </a:lnTo>
                    <a:lnTo>
                      <a:pt x="191386" y="28353"/>
                    </a:lnTo>
                    <a:lnTo>
                      <a:pt x="191386" y="28353"/>
                    </a:lnTo>
                    <a:lnTo>
                      <a:pt x="120502" y="77972"/>
                    </a:lnTo>
                    <a:lnTo>
                      <a:pt x="92149" y="106325"/>
                    </a:lnTo>
                    <a:lnTo>
                      <a:pt x="92149" y="106325"/>
                    </a:lnTo>
                    <a:lnTo>
                      <a:pt x="56707" y="198474"/>
                    </a:lnTo>
                    <a:lnTo>
                      <a:pt x="28354" y="290623"/>
                    </a:lnTo>
                    <a:lnTo>
                      <a:pt x="14177" y="361507"/>
                    </a:lnTo>
                    <a:lnTo>
                      <a:pt x="7088" y="453655"/>
                    </a:lnTo>
                    <a:lnTo>
                      <a:pt x="0" y="510362"/>
                    </a:lnTo>
                    <a:lnTo>
                      <a:pt x="14177" y="581246"/>
                    </a:lnTo>
                    <a:lnTo>
                      <a:pt x="21265" y="545804"/>
                    </a:lnTo>
                    <a:lnTo>
                      <a:pt x="35442" y="496186"/>
                    </a:lnTo>
                    <a:lnTo>
                      <a:pt x="42530" y="482009"/>
                    </a:lnTo>
                    <a:lnTo>
                      <a:pt x="56707" y="425302"/>
                    </a:lnTo>
                    <a:lnTo>
                      <a:pt x="70884" y="389860"/>
                    </a:lnTo>
                    <a:lnTo>
                      <a:pt x="99237" y="333153"/>
                    </a:lnTo>
                    <a:lnTo>
                      <a:pt x="134679" y="283535"/>
                    </a:lnTo>
                    <a:lnTo>
                      <a:pt x="170121" y="248093"/>
                    </a:lnTo>
                    <a:lnTo>
                      <a:pt x="191386" y="219739"/>
                    </a:lnTo>
                    <a:lnTo>
                      <a:pt x="219740" y="205562"/>
                    </a:lnTo>
                    <a:lnTo>
                      <a:pt x="262270" y="177209"/>
                    </a:lnTo>
                    <a:lnTo>
                      <a:pt x="290623" y="170121"/>
                    </a:lnTo>
                    <a:lnTo>
                      <a:pt x="326065" y="170121"/>
                    </a:lnTo>
                    <a:lnTo>
                      <a:pt x="375684" y="177209"/>
                    </a:lnTo>
                    <a:lnTo>
                      <a:pt x="432391" y="191386"/>
                    </a:lnTo>
                    <a:lnTo>
                      <a:pt x="474921" y="205562"/>
                    </a:lnTo>
                    <a:lnTo>
                      <a:pt x="538716" y="177209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0" name="Rectangle 1159">
                <a:extLst>
                  <a:ext uri="{FF2B5EF4-FFF2-40B4-BE49-F238E27FC236}">
                    <a16:creationId xmlns:a16="http://schemas.microsoft.com/office/drawing/2014/main" id="{63756E7D-613A-8141-83DA-1EB3C09DB3B9}"/>
                  </a:ext>
                </a:extLst>
              </p:cNvPr>
              <p:cNvSpPr/>
              <p:nvPr/>
            </p:nvSpPr>
            <p:spPr>
              <a:xfrm>
                <a:off x="7956380" y="4172773"/>
                <a:ext cx="140681" cy="1871659"/>
              </a:xfrm>
              <a:prstGeom prst="rect">
                <a:avLst/>
              </a:pr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1" name="Freeform 1160">
                <a:extLst>
                  <a:ext uri="{FF2B5EF4-FFF2-40B4-BE49-F238E27FC236}">
                    <a16:creationId xmlns:a16="http://schemas.microsoft.com/office/drawing/2014/main" id="{7CA179B9-3893-CF4A-AF91-776AED091F4C}"/>
                  </a:ext>
                </a:extLst>
              </p:cNvPr>
              <p:cNvSpPr/>
              <p:nvPr/>
            </p:nvSpPr>
            <p:spPr>
              <a:xfrm>
                <a:off x="6958374" y="4226483"/>
                <a:ext cx="1013509" cy="242264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2" name="Freeform 1161">
                <a:extLst>
                  <a:ext uri="{FF2B5EF4-FFF2-40B4-BE49-F238E27FC236}">
                    <a16:creationId xmlns:a16="http://schemas.microsoft.com/office/drawing/2014/main" id="{657AC4E5-37DE-C345-ADBD-F0344F0E458C}"/>
                  </a:ext>
                </a:extLst>
              </p:cNvPr>
              <p:cNvSpPr/>
              <p:nvPr/>
            </p:nvSpPr>
            <p:spPr>
              <a:xfrm flipH="1">
                <a:off x="8067957" y="4220216"/>
                <a:ext cx="1065946" cy="254799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3" name="Freeform 1162">
                <a:extLst>
                  <a:ext uri="{FF2B5EF4-FFF2-40B4-BE49-F238E27FC236}">
                    <a16:creationId xmlns:a16="http://schemas.microsoft.com/office/drawing/2014/main" id="{4A5D059F-FDD9-0B44-BF0C-A8AF799A3110}"/>
                  </a:ext>
                </a:extLst>
              </p:cNvPr>
              <p:cNvSpPr/>
              <p:nvPr/>
            </p:nvSpPr>
            <p:spPr>
              <a:xfrm rot="20572658">
                <a:off x="7136516" y="3686104"/>
                <a:ext cx="894487" cy="152483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4" name="Freeform 1163">
                <a:extLst>
                  <a:ext uri="{FF2B5EF4-FFF2-40B4-BE49-F238E27FC236}">
                    <a16:creationId xmlns:a16="http://schemas.microsoft.com/office/drawing/2014/main" id="{81CF1CFA-2690-DB45-A3CF-9F923DA1A92B}"/>
                  </a:ext>
                </a:extLst>
              </p:cNvPr>
              <p:cNvSpPr/>
              <p:nvPr/>
            </p:nvSpPr>
            <p:spPr>
              <a:xfrm rot="1007770" flipH="1">
                <a:off x="7970533" y="3684077"/>
                <a:ext cx="865209" cy="147492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5" name="Freeform 1164">
                <a:extLst>
                  <a:ext uri="{FF2B5EF4-FFF2-40B4-BE49-F238E27FC236}">
                    <a16:creationId xmlns:a16="http://schemas.microsoft.com/office/drawing/2014/main" id="{00890600-DD3D-D348-8ADC-8339F63726C8}"/>
                  </a:ext>
                </a:extLst>
              </p:cNvPr>
              <p:cNvSpPr/>
              <p:nvPr/>
            </p:nvSpPr>
            <p:spPr>
              <a:xfrm>
                <a:off x="7390657" y="6024306"/>
                <a:ext cx="578192" cy="687207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6" name="Freeform 1165">
                <a:extLst>
                  <a:ext uri="{FF2B5EF4-FFF2-40B4-BE49-F238E27FC236}">
                    <a16:creationId xmlns:a16="http://schemas.microsoft.com/office/drawing/2014/main" id="{83C3331E-BD92-224C-9697-71DFB81E23EC}"/>
                  </a:ext>
                </a:extLst>
              </p:cNvPr>
              <p:cNvSpPr/>
              <p:nvPr/>
            </p:nvSpPr>
            <p:spPr>
              <a:xfrm rot="21085137">
                <a:off x="7431410" y="6050601"/>
                <a:ext cx="715084" cy="662778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7" name="Freeform 1166">
                <a:extLst>
                  <a:ext uri="{FF2B5EF4-FFF2-40B4-BE49-F238E27FC236}">
                    <a16:creationId xmlns:a16="http://schemas.microsoft.com/office/drawing/2014/main" id="{6A1CD054-6410-804C-9BDF-AB5FB7684FFE}"/>
                  </a:ext>
                </a:extLst>
              </p:cNvPr>
              <p:cNvSpPr/>
              <p:nvPr/>
            </p:nvSpPr>
            <p:spPr>
              <a:xfrm>
                <a:off x="7724979" y="6024306"/>
                <a:ext cx="360007" cy="687207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8" name="Freeform 1167">
                <a:extLst>
                  <a:ext uri="{FF2B5EF4-FFF2-40B4-BE49-F238E27FC236}">
                    <a16:creationId xmlns:a16="http://schemas.microsoft.com/office/drawing/2014/main" id="{3D83D3EA-0822-994A-AD41-27B0617703BB}"/>
                  </a:ext>
                </a:extLst>
              </p:cNvPr>
              <p:cNvSpPr/>
              <p:nvPr/>
            </p:nvSpPr>
            <p:spPr>
              <a:xfrm>
                <a:off x="7848678" y="6024302"/>
                <a:ext cx="186483" cy="675500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9" name="Freeform 1168">
                <a:extLst>
                  <a:ext uri="{FF2B5EF4-FFF2-40B4-BE49-F238E27FC236}">
                    <a16:creationId xmlns:a16="http://schemas.microsoft.com/office/drawing/2014/main" id="{0042C0F8-E17E-E04D-889E-F8B074D5ED70}"/>
                  </a:ext>
                </a:extLst>
              </p:cNvPr>
              <p:cNvSpPr/>
              <p:nvPr/>
            </p:nvSpPr>
            <p:spPr>
              <a:xfrm flipH="1">
                <a:off x="8025051" y="6035565"/>
                <a:ext cx="556240" cy="661116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0" name="Freeform 1169">
                <a:extLst>
                  <a:ext uri="{FF2B5EF4-FFF2-40B4-BE49-F238E27FC236}">
                    <a16:creationId xmlns:a16="http://schemas.microsoft.com/office/drawing/2014/main" id="{1710A143-899A-EA40-8988-0566FA99BB1F}"/>
                  </a:ext>
                </a:extLst>
              </p:cNvPr>
              <p:cNvSpPr/>
              <p:nvPr/>
            </p:nvSpPr>
            <p:spPr>
              <a:xfrm rot="21085137" flipH="1">
                <a:off x="8112381" y="5996790"/>
                <a:ext cx="540044" cy="651130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1" name="Freeform 1170">
                <a:extLst>
                  <a:ext uri="{FF2B5EF4-FFF2-40B4-BE49-F238E27FC236}">
                    <a16:creationId xmlns:a16="http://schemas.microsoft.com/office/drawing/2014/main" id="{13E65B5F-7480-5343-BF9C-9918B1D003D9}"/>
                  </a:ext>
                </a:extLst>
              </p:cNvPr>
              <p:cNvSpPr/>
              <p:nvPr/>
            </p:nvSpPr>
            <p:spPr>
              <a:xfrm flipH="1">
                <a:off x="8029176" y="6024303"/>
                <a:ext cx="346338" cy="661116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2" name="Freeform 1171">
                <a:extLst>
                  <a:ext uri="{FF2B5EF4-FFF2-40B4-BE49-F238E27FC236}">
                    <a16:creationId xmlns:a16="http://schemas.microsoft.com/office/drawing/2014/main" id="{6608895A-2A8F-6E4E-8671-8421CCB42BD5}"/>
                  </a:ext>
                </a:extLst>
              </p:cNvPr>
              <p:cNvSpPr/>
              <p:nvPr/>
            </p:nvSpPr>
            <p:spPr>
              <a:xfrm flipH="1">
                <a:off x="8022942" y="6035566"/>
                <a:ext cx="179403" cy="649854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3" name="Freeform 1172">
                <a:extLst>
                  <a:ext uri="{FF2B5EF4-FFF2-40B4-BE49-F238E27FC236}">
                    <a16:creationId xmlns:a16="http://schemas.microsoft.com/office/drawing/2014/main" id="{9869CC2B-B0AD-3E4E-A629-4D6CF50962DE}"/>
                  </a:ext>
                </a:extLst>
              </p:cNvPr>
              <p:cNvSpPr/>
              <p:nvPr/>
            </p:nvSpPr>
            <p:spPr>
              <a:xfrm flipV="1">
                <a:off x="7377524" y="3273858"/>
                <a:ext cx="655353" cy="166459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73A63D">
                      <a:shade val="30000"/>
                      <a:satMod val="115000"/>
                    </a:srgbClr>
                  </a:gs>
                  <a:gs pos="50000">
                    <a:srgbClr val="73A63D">
                      <a:shade val="67500"/>
                      <a:satMod val="115000"/>
                    </a:srgbClr>
                  </a:gs>
                  <a:gs pos="100000">
                    <a:srgbClr val="73A63D">
                      <a:shade val="100000"/>
                      <a:satMod val="115000"/>
                    </a:srgb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4" name="Freeform 1173">
                <a:extLst>
                  <a:ext uri="{FF2B5EF4-FFF2-40B4-BE49-F238E27FC236}">
                    <a16:creationId xmlns:a16="http://schemas.microsoft.com/office/drawing/2014/main" id="{0A8343AA-FA06-5145-9753-5AB6D131BA54}"/>
                  </a:ext>
                </a:extLst>
              </p:cNvPr>
              <p:cNvSpPr/>
              <p:nvPr/>
            </p:nvSpPr>
            <p:spPr>
              <a:xfrm flipH="1" flipV="1">
                <a:off x="7999083" y="3284834"/>
                <a:ext cx="561437" cy="142604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5" name="Rectangle 1174">
                <a:extLst>
                  <a:ext uri="{FF2B5EF4-FFF2-40B4-BE49-F238E27FC236}">
                    <a16:creationId xmlns:a16="http://schemas.microsoft.com/office/drawing/2014/main" id="{C8EDD4D2-66B2-B641-8E35-1E72616D95EF}"/>
                  </a:ext>
                </a:extLst>
              </p:cNvPr>
              <p:cNvSpPr/>
              <p:nvPr/>
            </p:nvSpPr>
            <p:spPr>
              <a:xfrm>
                <a:off x="7985483" y="3165691"/>
                <a:ext cx="82474" cy="1871659"/>
              </a:xfrm>
              <a:prstGeom prst="rect">
                <a:avLst/>
              </a:pr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47" name="Group 1146">
              <a:extLst>
                <a:ext uri="{FF2B5EF4-FFF2-40B4-BE49-F238E27FC236}">
                  <a16:creationId xmlns:a16="http://schemas.microsoft.com/office/drawing/2014/main" id="{00BB2A53-3981-BC40-89E5-3B0AABFB4C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700260" y="4116259"/>
              <a:ext cx="451286" cy="451286"/>
              <a:chOff x="6083320" y="140760"/>
              <a:chExt cx="2072925" cy="2072925"/>
            </a:xfrm>
          </p:grpSpPr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34120646-FA26-874C-B09C-BDAF165C72F0}"/>
                  </a:ext>
                </a:extLst>
              </p:cNvPr>
              <p:cNvSpPr/>
              <p:nvPr/>
            </p:nvSpPr>
            <p:spPr>
              <a:xfrm rot="3110300">
                <a:off x="6707124" y="-59881"/>
                <a:ext cx="825318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40F82796-3930-BF43-BB04-AD257BF3EA4B}"/>
                  </a:ext>
                </a:extLst>
              </p:cNvPr>
              <p:cNvSpPr/>
              <p:nvPr/>
            </p:nvSpPr>
            <p:spPr>
              <a:xfrm rot="1932819" flipH="1">
                <a:off x="6985922" y="140760"/>
                <a:ext cx="692901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48" name="Group 1147">
              <a:extLst>
                <a:ext uri="{FF2B5EF4-FFF2-40B4-BE49-F238E27FC236}">
                  <a16:creationId xmlns:a16="http://schemas.microsoft.com/office/drawing/2014/main" id="{47040F5B-D601-3140-A41C-C43E71AE75A2}"/>
                </a:ext>
              </a:extLst>
            </p:cNvPr>
            <p:cNvGrpSpPr>
              <a:grpSpLocks noChangeAspect="1"/>
            </p:cNvGrpSpPr>
            <p:nvPr/>
          </p:nvGrpSpPr>
          <p:grpSpPr>
            <a:xfrm rot="16930512">
              <a:off x="7361342" y="4867389"/>
              <a:ext cx="451286" cy="451286"/>
              <a:chOff x="6083320" y="140760"/>
              <a:chExt cx="2072925" cy="2072925"/>
            </a:xfrm>
          </p:grpSpPr>
          <p:sp>
            <p:nvSpPr>
              <p:cNvPr id="1149" name="Freeform 1148">
                <a:extLst>
                  <a:ext uri="{FF2B5EF4-FFF2-40B4-BE49-F238E27FC236}">
                    <a16:creationId xmlns:a16="http://schemas.microsoft.com/office/drawing/2014/main" id="{168D57EC-56E4-7B47-9283-283E9A405730}"/>
                  </a:ext>
                </a:extLst>
              </p:cNvPr>
              <p:cNvSpPr/>
              <p:nvPr/>
            </p:nvSpPr>
            <p:spPr>
              <a:xfrm rot="3110300">
                <a:off x="6707124" y="-59881"/>
                <a:ext cx="825318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BD6C8FF9-2070-EC43-9602-C39F587EFB6E}"/>
                  </a:ext>
                </a:extLst>
              </p:cNvPr>
              <p:cNvSpPr/>
              <p:nvPr/>
            </p:nvSpPr>
            <p:spPr>
              <a:xfrm rot="1932819" flipH="1">
                <a:off x="6985922" y="140760"/>
                <a:ext cx="692901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176" name="Group 1175">
            <a:extLst>
              <a:ext uri="{FF2B5EF4-FFF2-40B4-BE49-F238E27FC236}">
                <a16:creationId xmlns:a16="http://schemas.microsoft.com/office/drawing/2014/main" id="{337F1D2A-F68B-434F-AEA6-F3E54490FB68}"/>
              </a:ext>
            </a:extLst>
          </p:cNvPr>
          <p:cNvGrpSpPr>
            <a:grpSpLocks noChangeAspect="1"/>
          </p:cNvGrpSpPr>
          <p:nvPr/>
        </p:nvGrpSpPr>
        <p:grpSpPr>
          <a:xfrm>
            <a:off x="4897211" y="4047816"/>
            <a:ext cx="1445893" cy="2240280"/>
            <a:chOff x="6613401" y="3067343"/>
            <a:chExt cx="2353178" cy="3646036"/>
          </a:xfrm>
        </p:grpSpPr>
        <p:grpSp>
          <p:nvGrpSpPr>
            <p:cNvPr id="1177" name="Group 1176">
              <a:extLst>
                <a:ext uri="{FF2B5EF4-FFF2-40B4-BE49-F238E27FC236}">
                  <a16:creationId xmlns:a16="http://schemas.microsoft.com/office/drawing/2014/main" id="{16B15186-8D5C-ED40-B7F2-D9942274F03C}"/>
                </a:ext>
              </a:extLst>
            </p:cNvPr>
            <p:cNvGrpSpPr/>
            <p:nvPr/>
          </p:nvGrpSpPr>
          <p:grpSpPr>
            <a:xfrm>
              <a:off x="6613401" y="3067343"/>
              <a:ext cx="2353178" cy="3646036"/>
              <a:chOff x="6613401" y="2803295"/>
              <a:chExt cx="2879972" cy="3910084"/>
            </a:xfrm>
          </p:grpSpPr>
          <p:sp>
            <p:nvSpPr>
              <p:cNvPr id="1184" name="Arc 1183">
                <a:extLst>
                  <a:ext uri="{FF2B5EF4-FFF2-40B4-BE49-F238E27FC236}">
                    <a16:creationId xmlns:a16="http://schemas.microsoft.com/office/drawing/2014/main" id="{A386A053-0F91-0A4B-9C54-9A43FD8267B0}"/>
                  </a:ext>
                </a:extLst>
              </p:cNvPr>
              <p:cNvSpPr/>
              <p:nvPr/>
            </p:nvSpPr>
            <p:spPr>
              <a:xfrm>
                <a:off x="6613401" y="2949428"/>
                <a:ext cx="1372082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5" name="Arc 1184">
                <a:extLst>
                  <a:ext uri="{FF2B5EF4-FFF2-40B4-BE49-F238E27FC236}">
                    <a16:creationId xmlns:a16="http://schemas.microsoft.com/office/drawing/2014/main" id="{F456808A-BF7D-594F-9B28-1042AA5CEE1F}"/>
                  </a:ext>
                </a:extLst>
              </p:cNvPr>
              <p:cNvSpPr/>
              <p:nvPr/>
            </p:nvSpPr>
            <p:spPr>
              <a:xfrm rot="1338627">
                <a:off x="6671221" y="2804681"/>
                <a:ext cx="1372082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6" name="Rectangle 1185">
                <a:extLst>
                  <a:ext uri="{FF2B5EF4-FFF2-40B4-BE49-F238E27FC236}">
                    <a16:creationId xmlns:a16="http://schemas.microsoft.com/office/drawing/2014/main" id="{9FAE4B33-59AD-3741-893A-8E47D70E0E11}"/>
                  </a:ext>
                </a:extLst>
              </p:cNvPr>
              <p:cNvSpPr/>
              <p:nvPr/>
            </p:nvSpPr>
            <p:spPr>
              <a:xfrm>
                <a:off x="7992182" y="2805809"/>
                <a:ext cx="58909" cy="373291"/>
              </a:xfrm>
              <a:prstGeom prst="rect">
                <a:avLst/>
              </a:prstGeom>
              <a:solidFill>
                <a:srgbClr val="FFEB1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7" name="Arc 1186">
                <a:extLst>
                  <a:ext uri="{FF2B5EF4-FFF2-40B4-BE49-F238E27FC236}">
                    <a16:creationId xmlns:a16="http://schemas.microsoft.com/office/drawing/2014/main" id="{AC60FF6A-49B4-E847-95DA-CBB5C730D4BA}"/>
                  </a:ext>
                </a:extLst>
              </p:cNvPr>
              <p:cNvSpPr/>
              <p:nvPr/>
            </p:nvSpPr>
            <p:spPr>
              <a:xfrm flipH="1">
                <a:off x="8067956" y="2954566"/>
                <a:ext cx="1224347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8" name="Arc 1187">
                <a:extLst>
                  <a:ext uri="{FF2B5EF4-FFF2-40B4-BE49-F238E27FC236}">
                    <a16:creationId xmlns:a16="http://schemas.microsoft.com/office/drawing/2014/main" id="{C503CC2E-D1C9-0B4C-AD79-B132DEC47F50}"/>
                  </a:ext>
                </a:extLst>
              </p:cNvPr>
              <p:cNvSpPr/>
              <p:nvPr/>
            </p:nvSpPr>
            <p:spPr>
              <a:xfrm rot="20295794" flipH="1">
                <a:off x="7998347" y="2803295"/>
                <a:ext cx="1495026" cy="432629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9" name="Freeform 1188">
                <a:extLst>
                  <a:ext uri="{FF2B5EF4-FFF2-40B4-BE49-F238E27FC236}">
                    <a16:creationId xmlns:a16="http://schemas.microsoft.com/office/drawing/2014/main" id="{D30FD7CB-5531-074E-BA17-8452EEE12493}"/>
                  </a:ext>
                </a:extLst>
              </p:cNvPr>
              <p:cNvSpPr/>
              <p:nvPr/>
            </p:nvSpPr>
            <p:spPr>
              <a:xfrm flipH="1">
                <a:off x="8032877" y="5040891"/>
                <a:ext cx="687979" cy="417492"/>
              </a:xfrm>
              <a:custGeom>
                <a:avLst/>
                <a:gdLst>
                  <a:gd name="connsiteX0" fmla="*/ 538716 w 538716"/>
                  <a:gd name="connsiteY0" fmla="*/ 177209 h 581246"/>
                  <a:gd name="connsiteX1" fmla="*/ 482009 w 538716"/>
                  <a:gd name="connsiteY1" fmla="*/ 92148 h 581246"/>
                  <a:gd name="connsiteX2" fmla="*/ 453656 w 538716"/>
                  <a:gd name="connsiteY2" fmla="*/ 49618 h 581246"/>
                  <a:gd name="connsiteX3" fmla="*/ 396949 w 538716"/>
                  <a:gd name="connsiteY3" fmla="*/ 21265 h 581246"/>
                  <a:gd name="connsiteX4" fmla="*/ 396949 w 538716"/>
                  <a:gd name="connsiteY4" fmla="*/ 21265 h 581246"/>
                  <a:gd name="connsiteX5" fmla="*/ 290623 w 538716"/>
                  <a:gd name="connsiteY5" fmla="*/ 0 h 581246"/>
                  <a:gd name="connsiteX6" fmla="*/ 290623 w 538716"/>
                  <a:gd name="connsiteY6" fmla="*/ 0 h 581246"/>
                  <a:gd name="connsiteX7" fmla="*/ 191386 w 538716"/>
                  <a:gd name="connsiteY7" fmla="*/ 28353 h 581246"/>
                  <a:gd name="connsiteX8" fmla="*/ 191386 w 538716"/>
                  <a:gd name="connsiteY8" fmla="*/ 28353 h 581246"/>
                  <a:gd name="connsiteX9" fmla="*/ 120502 w 538716"/>
                  <a:gd name="connsiteY9" fmla="*/ 77972 h 581246"/>
                  <a:gd name="connsiteX10" fmla="*/ 92149 w 538716"/>
                  <a:gd name="connsiteY10" fmla="*/ 106325 h 581246"/>
                  <a:gd name="connsiteX11" fmla="*/ 92149 w 538716"/>
                  <a:gd name="connsiteY11" fmla="*/ 106325 h 581246"/>
                  <a:gd name="connsiteX12" fmla="*/ 56707 w 538716"/>
                  <a:gd name="connsiteY12" fmla="*/ 198474 h 581246"/>
                  <a:gd name="connsiteX13" fmla="*/ 28354 w 538716"/>
                  <a:gd name="connsiteY13" fmla="*/ 290623 h 581246"/>
                  <a:gd name="connsiteX14" fmla="*/ 14177 w 538716"/>
                  <a:gd name="connsiteY14" fmla="*/ 361507 h 581246"/>
                  <a:gd name="connsiteX15" fmla="*/ 7088 w 538716"/>
                  <a:gd name="connsiteY15" fmla="*/ 453655 h 581246"/>
                  <a:gd name="connsiteX16" fmla="*/ 0 w 538716"/>
                  <a:gd name="connsiteY16" fmla="*/ 510362 h 581246"/>
                  <a:gd name="connsiteX17" fmla="*/ 14177 w 538716"/>
                  <a:gd name="connsiteY17" fmla="*/ 581246 h 581246"/>
                  <a:gd name="connsiteX18" fmla="*/ 21265 w 538716"/>
                  <a:gd name="connsiteY18" fmla="*/ 545804 h 581246"/>
                  <a:gd name="connsiteX19" fmla="*/ 35442 w 538716"/>
                  <a:gd name="connsiteY19" fmla="*/ 496186 h 581246"/>
                  <a:gd name="connsiteX20" fmla="*/ 42530 w 538716"/>
                  <a:gd name="connsiteY20" fmla="*/ 482009 h 581246"/>
                  <a:gd name="connsiteX21" fmla="*/ 56707 w 538716"/>
                  <a:gd name="connsiteY21" fmla="*/ 425302 h 581246"/>
                  <a:gd name="connsiteX22" fmla="*/ 70884 w 538716"/>
                  <a:gd name="connsiteY22" fmla="*/ 389860 h 581246"/>
                  <a:gd name="connsiteX23" fmla="*/ 99237 w 538716"/>
                  <a:gd name="connsiteY23" fmla="*/ 333153 h 581246"/>
                  <a:gd name="connsiteX24" fmla="*/ 134679 w 538716"/>
                  <a:gd name="connsiteY24" fmla="*/ 283535 h 581246"/>
                  <a:gd name="connsiteX25" fmla="*/ 170121 w 538716"/>
                  <a:gd name="connsiteY25" fmla="*/ 248093 h 581246"/>
                  <a:gd name="connsiteX26" fmla="*/ 191386 w 538716"/>
                  <a:gd name="connsiteY26" fmla="*/ 219739 h 581246"/>
                  <a:gd name="connsiteX27" fmla="*/ 219740 w 538716"/>
                  <a:gd name="connsiteY27" fmla="*/ 205562 h 581246"/>
                  <a:gd name="connsiteX28" fmla="*/ 262270 w 538716"/>
                  <a:gd name="connsiteY28" fmla="*/ 177209 h 581246"/>
                  <a:gd name="connsiteX29" fmla="*/ 290623 w 538716"/>
                  <a:gd name="connsiteY29" fmla="*/ 170121 h 581246"/>
                  <a:gd name="connsiteX30" fmla="*/ 326065 w 538716"/>
                  <a:gd name="connsiteY30" fmla="*/ 170121 h 581246"/>
                  <a:gd name="connsiteX31" fmla="*/ 375684 w 538716"/>
                  <a:gd name="connsiteY31" fmla="*/ 177209 h 581246"/>
                  <a:gd name="connsiteX32" fmla="*/ 432391 w 538716"/>
                  <a:gd name="connsiteY32" fmla="*/ 191386 h 581246"/>
                  <a:gd name="connsiteX33" fmla="*/ 474921 w 538716"/>
                  <a:gd name="connsiteY33" fmla="*/ 205562 h 581246"/>
                  <a:gd name="connsiteX34" fmla="*/ 538716 w 538716"/>
                  <a:gd name="connsiteY34" fmla="*/ 177209 h 58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8716" h="581246">
                    <a:moveTo>
                      <a:pt x="538716" y="177209"/>
                    </a:moveTo>
                    <a:lnTo>
                      <a:pt x="482009" y="92148"/>
                    </a:lnTo>
                    <a:lnTo>
                      <a:pt x="453656" y="49618"/>
                    </a:lnTo>
                    <a:lnTo>
                      <a:pt x="396949" y="21265"/>
                    </a:lnTo>
                    <a:lnTo>
                      <a:pt x="396949" y="21265"/>
                    </a:lnTo>
                    <a:lnTo>
                      <a:pt x="290623" y="0"/>
                    </a:lnTo>
                    <a:lnTo>
                      <a:pt x="290623" y="0"/>
                    </a:lnTo>
                    <a:lnTo>
                      <a:pt x="191386" y="28353"/>
                    </a:lnTo>
                    <a:lnTo>
                      <a:pt x="191386" y="28353"/>
                    </a:lnTo>
                    <a:lnTo>
                      <a:pt x="120502" y="77972"/>
                    </a:lnTo>
                    <a:lnTo>
                      <a:pt x="92149" y="106325"/>
                    </a:lnTo>
                    <a:lnTo>
                      <a:pt x="92149" y="106325"/>
                    </a:lnTo>
                    <a:lnTo>
                      <a:pt x="56707" y="198474"/>
                    </a:lnTo>
                    <a:lnTo>
                      <a:pt x="28354" y="290623"/>
                    </a:lnTo>
                    <a:lnTo>
                      <a:pt x="14177" y="361507"/>
                    </a:lnTo>
                    <a:lnTo>
                      <a:pt x="7088" y="453655"/>
                    </a:lnTo>
                    <a:lnTo>
                      <a:pt x="0" y="510362"/>
                    </a:lnTo>
                    <a:lnTo>
                      <a:pt x="14177" y="581246"/>
                    </a:lnTo>
                    <a:lnTo>
                      <a:pt x="21265" y="545804"/>
                    </a:lnTo>
                    <a:lnTo>
                      <a:pt x="35442" y="496186"/>
                    </a:lnTo>
                    <a:lnTo>
                      <a:pt x="42530" y="482009"/>
                    </a:lnTo>
                    <a:lnTo>
                      <a:pt x="56707" y="425302"/>
                    </a:lnTo>
                    <a:lnTo>
                      <a:pt x="70884" y="389860"/>
                    </a:lnTo>
                    <a:lnTo>
                      <a:pt x="99237" y="333153"/>
                    </a:lnTo>
                    <a:lnTo>
                      <a:pt x="134679" y="283535"/>
                    </a:lnTo>
                    <a:lnTo>
                      <a:pt x="170121" y="248093"/>
                    </a:lnTo>
                    <a:lnTo>
                      <a:pt x="191386" y="219739"/>
                    </a:lnTo>
                    <a:lnTo>
                      <a:pt x="219740" y="205562"/>
                    </a:lnTo>
                    <a:lnTo>
                      <a:pt x="262270" y="177209"/>
                    </a:lnTo>
                    <a:lnTo>
                      <a:pt x="290623" y="170121"/>
                    </a:lnTo>
                    <a:lnTo>
                      <a:pt x="326065" y="170121"/>
                    </a:lnTo>
                    <a:lnTo>
                      <a:pt x="375684" y="177209"/>
                    </a:lnTo>
                    <a:lnTo>
                      <a:pt x="432391" y="191386"/>
                    </a:lnTo>
                    <a:lnTo>
                      <a:pt x="474921" y="205562"/>
                    </a:lnTo>
                    <a:lnTo>
                      <a:pt x="538716" y="177209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0" name="Freeform 1189">
                <a:extLst>
                  <a:ext uri="{FF2B5EF4-FFF2-40B4-BE49-F238E27FC236}">
                    <a16:creationId xmlns:a16="http://schemas.microsoft.com/office/drawing/2014/main" id="{5CA5AA4A-3973-8249-A4B8-DC61485844F5}"/>
                  </a:ext>
                </a:extLst>
              </p:cNvPr>
              <p:cNvSpPr/>
              <p:nvPr/>
            </p:nvSpPr>
            <p:spPr>
              <a:xfrm>
                <a:off x="7332585" y="5034696"/>
                <a:ext cx="694135" cy="421228"/>
              </a:xfrm>
              <a:custGeom>
                <a:avLst/>
                <a:gdLst>
                  <a:gd name="connsiteX0" fmla="*/ 538716 w 538716"/>
                  <a:gd name="connsiteY0" fmla="*/ 177209 h 581246"/>
                  <a:gd name="connsiteX1" fmla="*/ 482009 w 538716"/>
                  <a:gd name="connsiteY1" fmla="*/ 92148 h 581246"/>
                  <a:gd name="connsiteX2" fmla="*/ 453656 w 538716"/>
                  <a:gd name="connsiteY2" fmla="*/ 49618 h 581246"/>
                  <a:gd name="connsiteX3" fmla="*/ 396949 w 538716"/>
                  <a:gd name="connsiteY3" fmla="*/ 21265 h 581246"/>
                  <a:gd name="connsiteX4" fmla="*/ 396949 w 538716"/>
                  <a:gd name="connsiteY4" fmla="*/ 21265 h 581246"/>
                  <a:gd name="connsiteX5" fmla="*/ 290623 w 538716"/>
                  <a:gd name="connsiteY5" fmla="*/ 0 h 581246"/>
                  <a:gd name="connsiteX6" fmla="*/ 290623 w 538716"/>
                  <a:gd name="connsiteY6" fmla="*/ 0 h 581246"/>
                  <a:gd name="connsiteX7" fmla="*/ 191386 w 538716"/>
                  <a:gd name="connsiteY7" fmla="*/ 28353 h 581246"/>
                  <a:gd name="connsiteX8" fmla="*/ 191386 w 538716"/>
                  <a:gd name="connsiteY8" fmla="*/ 28353 h 581246"/>
                  <a:gd name="connsiteX9" fmla="*/ 120502 w 538716"/>
                  <a:gd name="connsiteY9" fmla="*/ 77972 h 581246"/>
                  <a:gd name="connsiteX10" fmla="*/ 92149 w 538716"/>
                  <a:gd name="connsiteY10" fmla="*/ 106325 h 581246"/>
                  <a:gd name="connsiteX11" fmla="*/ 92149 w 538716"/>
                  <a:gd name="connsiteY11" fmla="*/ 106325 h 581246"/>
                  <a:gd name="connsiteX12" fmla="*/ 56707 w 538716"/>
                  <a:gd name="connsiteY12" fmla="*/ 198474 h 581246"/>
                  <a:gd name="connsiteX13" fmla="*/ 28354 w 538716"/>
                  <a:gd name="connsiteY13" fmla="*/ 290623 h 581246"/>
                  <a:gd name="connsiteX14" fmla="*/ 14177 w 538716"/>
                  <a:gd name="connsiteY14" fmla="*/ 361507 h 581246"/>
                  <a:gd name="connsiteX15" fmla="*/ 7088 w 538716"/>
                  <a:gd name="connsiteY15" fmla="*/ 453655 h 581246"/>
                  <a:gd name="connsiteX16" fmla="*/ 0 w 538716"/>
                  <a:gd name="connsiteY16" fmla="*/ 510362 h 581246"/>
                  <a:gd name="connsiteX17" fmla="*/ 14177 w 538716"/>
                  <a:gd name="connsiteY17" fmla="*/ 581246 h 581246"/>
                  <a:gd name="connsiteX18" fmla="*/ 21265 w 538716"/>
                  <a:gd name="connsiteY18" fmla="*/ 545804 h 581246"/>
                  <a:gd name="connsiteX19" fmla="*/ 35442 w 538716"/>
                  <a:gd name="connsiteY19" fmla="*/ 496186 h 581246"/>
                  <a:gd name="connsiteX20" fmla="*/ 42530 w 538716"/>
                  <a:gd name="connsiteY20" fmla="*/ 482009 h 581246"/>
                  <a:gd name="connsiteX21" fmla="*/ 56707 w 538716"/>
                  <a:gd name="connsiteY21" fmla="*/ 425302 h 581246"/>
                  <a:gd name="connsiteX22" fmla="*/ 70884 w 538716"/>
                  <a:gd name="connsiteY22" fmla="*/ 389860 h 581246"/>
                  <a:gd name="connsiteX23" fmla="*/ 99237 w 538716"/>
                  <a:gd name="connsiteY23" fmla="*/ 333153 h 581246"/>
                  <a:gd name="connsiteX24" fmla="*/ 134679 w 538716"/>
                  <a:gd name="connsiteY24" fmla="*/ 283535 h 581246"/>
                  <a:gd name="connsiteX25" fmla="*/ 170121 w 538716"/>
                  <a:gd name="connsiteY25" fmla="*/ 248093 h 581246"/>
                  <a:gd name="connsiteX26" fmla="*/ 191386 w 538716"/>
                  <a:gd name="connsiteY26" fmla="*/ 219739 h 581246"/>
                  <a:gd name="connsiteX27" fmla="*/ 219740 w 538716"/>
                  <a:gd name="connsiteY27" fmla="*/ 205562 h 581246"/>
                  <a:gd name="connsiteX28" fmla="*/ 262270 w 538716"/>
                  <a:gd name="connsiteY28" fmla="*/ 177209 h 581246"/>
                  <a:gd name="connsiteX29" fmla="*/ 290623 w 538716"/>
                  <a:gd name="connsiteY29" fmla="*/ 170121 h 581246"/>
                  <a:gd name="connsiteX30" fmla="*/ 326065 w 538716"/>
                  <a:gd name="connsiteY30" fmla="*/ 170121 h 581246"/>
                  <a:gd name="connsiteX31" fmla="*/ 375684 w 538716"/>
                  <a:gd name="connsiteY31" fmla="*/ 177209 h 581246"/>
                  <a:gd name="connsiteX32" fmla="*/ 432391 w 538716"/>
                  <a:gd name="connsiteY32" fmla="*/ 191386 h 581246"/>
                  <a:gd name="connsiteX33" fmla="*/ 474921 w 538716"/>
                  <a:gd name="connsiteY33" fmla="*/ 205562 h 581246"/>
                  <a:gd name="connsiteX34" fmla="*/ 538716 w 538716"/>
                  <a:gd name="connsiteY34" fmla="*/ 177209 h 58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8716" h="581246">
                    <a:moveTo>
                      <a:pt x="538716" y="177209"/>
                    </a:moveTo>
                    <a:lnTo>
                      <a:pt x="482009" y="92148"/>
                    </a:lnTo>
                    <a:lnTo>
                      <a:pt x="453656" y="49618"/>
                    </a:lnTo>
                    <a:lnTo>
                      <a:pt x="396949" y="21265"/>
                    </a:lnTo>
                    <a:lnTo>
                      <a:pt x="396949" y="21265"/>
                    </a:lnTo>
                    <a:lnTo>
                      <a:pt x="290623" y="0"/>
                    </a:lnTo>
                    <a:lnTo>
                      <a:pt x="290623" y="0"/>
                    </a:lnTo>
                    <a:lnTo>
                      <a:pt x="191386" y="28353"/>
                    </a:lnTo>
                    <a:lnTo>
                      <a:pt x="191386" y="28353"/>
                    </a:lnTo>
                    <a:lnTo>
                      <a:pt x="120502" y="77972"/>
                    </a:lnTo>
                    <a:lnTo>
                      <a:pt x="92149" y="106325"/>
                    </a:lnTo>
                    <a:lnTo>
                      <a:pt x="92149" y="106325"/>
                    </a:lnTo>
                    <a:lnTo>
                      <a:pt x="56707" y="198474"/>
                    </a:lnTo>
                    <a:lnTo>
                      <a:pt x="28354" y="290623"/>
                    </a:lnTo>
                    <a:lnTo>
                      <a:pt x="14177" y="361507"/>
                    </a:lnTo>
                    <a:lnTo>
                      <a:pt x="7088" y="453655"/>
                    </a:lnTo>
                    <a:lnTo>
                      <a:pt x="0" y="510362"/>
                    </a:lnTo>
                    <a:lnTo>
                      <a:pt x="14177" y="581246"/>
                    </a:lnTo>
                    <a:lnTo>
                      <a:pt x="21265" y="545804"/>
                    </a:lnTo>
                    <a:lnTo>
                      <a:pt x="35442" y="496186"/>
                    </a:lnTo>
                    <a:lnTo>
                      <a:pt x="42530" y="482009"/>
                    </a:lnTo>
                    <a:lnTo>
                      <a:pt x="56707" y="425302"/>
                    </a:lnTo>
                    <a:lnTo>
                      <a:pt x="70884" y="389860"/>
                    </a:lnTo>
                    <a:lnTo>
                      <a:pt x="99237" y="333153"/>
                    </a:lnTo>
                    <a:lnTo>
                      <a:pt x="134679" y="283535"/>
                    </a:lnTo>
                    <a:lnTo>
                      <a:pt x="170121" y="248093"/>
                    </a:lnTo>
                    <a:lnTo>
                      <a:pt x="191386" y="219739"/>
                    </a:lnTo>
                    <a:lnTo>
                      <a:pt x="219740" y="205562"/>
                    </a:lnTo>
                    <a:lnTo>
                      <a:pt x="262270" y="177209"/>
                    </a:lnTo>
                    <a:lnTo>
                      <a:pt x="290623" y="170121"/>
                    </a:lnTo>
                    <a:lnTo>
                      <a:pt x="326065" y="170121"/>
                    </a:lnTo>
                    <a:lnTo>
                      <a:pt x="375684" y="177209"/>
                    </a:lnTo>
                    <a:lnTo>
                      <a:pt x="432391" y="191386"/>
                    </a:lnTo>
                    <a:lnTo>
                      <a:pt x="474921" y="205562"/>
                    </a:lnTo>
                    <a:lnTo>
                      <a:pt x="538716" y="177209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1" name="Rectangle 1190">
                <a:extLst>
                  <a:ext uri="{FF2B5EF4-FFF2-40B4-BE49-F238E27FC236}">
                    <a16:creationId xmlns:a16="http://schemas.microsoft.com/office/drawing/2014/main" id="{36E5723D-46CF-FF46-95E3-5EDE61618A6E}"/>
                  </a:ext>
                </a:extLst>
              </p:cNvPr>
              <p:cNvSpPr/>
              <p:nvPr/>
            </p:nvSpPr>
            <p:spPr>
              <a:xfrm>
                <a:off x="7956380" y="4172773"/>
                <a:ext cx="140681" cy="1871659"/>
              </a:xfrm>
              <a:prstGeom prst="rect">
                <a:avLst/>
              </a:pr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2" name="Freeform 1191">
                <a:extLst>
                  <a:ext uri="{FF2B5EF4-FFF2-40B4-BE49-F238E27FC236}">
                    <a16:creationId xmlns:a16="http://schemas.microsoft.com/office/drawing/2014/main" id="{C245D5C5-C0C0-0C44-B201-ECC56F1C43DC}"/>
                  </a:ext>
                </a:extLst>
              </p:cNvPr>
              <p:cNvSpPr/>
              <p:nvPr/>
            </p:nvSpPr>
            <p:spPr>
              <a:xfrm>
                <a:off x="6958374" y="4226483"/>
                <a:ext cx="1013509" cy="242264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3" name="Freeform 1192">
                <a:extLst>
                  <a:ext uri="{FF2B5EF4-FFF2-40B4-BE49-F238E27FC236}">
                    <a16:creationId xmlns:a16="http://schemas.microsoft.com/office/drawing/2014/main" id="{84F34930-D86E-724F-BC06-6E24754C0985}"/>
                  </a:ext>
                </a:extLst>
              </p:cNvPr>
              <p:cNvSpPr/>
              <p:nvPr/>
            </p:nvSpPr>
            <p:spPr>
              <a:xfrm flipH="1">
                <a:off x="8067957" y="4220216"/>
                <a:ext cx="1065946" cy="254799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4" name="Freeform 1193">
                <a:extLst>
                  <a:ext uri="{FF2B5EF4-FFF2-40B4-BE49-F238E27FC236}">
                    <a16:creationId xmlns:a16="http://schemas.microsoft.com/office/drawing/2014/main" id="{F2193914-BF8F-814F-A882-AA72F70FEDC5}"/>
                  </a:ext>
                </a:extLst>
              </p:cNvPr>
              <p:cNvSpPr/>
              <p:nvPr/>
            </p:nvSpPr>
            <p:spPr>
              <a:xfrm rot="20572658">
                <a:off x="7136516" y="3686104"/>
                <a:ext cx="894487" cy="152483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5" name="Freeform 1194">
                <a:extLst>
                  <a:ext uri="{FF2B5EF4-FFF2-40B4-BE49-F238E27FC236}">
                    <a16:creationId xmlns:a16="http://schemas.microsoft.com/office/drawing/2014/main" id="{8FBDB47E-0755-2846-82A5-B1F5515302F3}"/>
                  </a:ext>
                </a:extLst>
              </p:cNvPr>
              <p:cNvSpPr/>
              <p:nvPr/>
            </p:nvSpPr>
            <p:spPr>
              <a:xfrm rot="1007770" flipH="1">
                <a:off x="7970533" y="3684077"/>
                <a:ext cx="865209" cy="147492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6" name="Freeform 1195">
                <a:extLst>
                  <a:ext uri="{FF2B5EF4-FFF2-40B4-BE49-F238E27FC236}">
                    <a16:creationId xmlns:a16="http://schemas.microsoft.com/office/drawing/2014/main" id="{8F728AAB-4FEA-FE41-97B0-BE0FF2BC0FEA}"/>
                  </a:ext>
                </a:extLst>
              </p:cNvPr>
              <p:cNvSpPr/>
              <p:nvPr/>
            </p:nvSpPr>
            <p:spPr>
              <a:xfrm>
                <a:off x="7390657" y="6024306"/>
                <a:ext cx="578192" cy="687207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7" name="Freeform 1196">
                <a:extLst>
                  <a:ext uri="{FF2B5EF4-FFF2-40B4-BE49-F238E27FC236}">
                    <a16:creationId xmlns:a16="http://schemas.microsoft.com/office/drawing/2014/main" id="{AB5C1FC5-3C0B-514A-8F47-5CDEF5335523}"/>
                  </a:ext>
                </a:extLst>
              </p:cNvPr>
              <p:cNvSpPr/>
              <p:nvPr/>
            </p:nvSpPr>
            <p:spPr>
              <a:xfrm rot="21085137">
                <a:off x="7431410" y="6050601"/>
                <a:ext cx="715084" cy="662778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8" name="Freeform 1197">
                <a:extLst>
                  <a:ext uri="{FF2B5EF4-FFF2-40B4-BE49-F238E27FC236}">
                    <a16:creationId xmlns:a16="http://schemas.microsoft.com/office/drawing/2014/main" id="{D32703A8-37B6-5043-B229-C2C0EE1A9AEF}"/>
                  </a:ext>
                </a:extLst>
              </p:cNvPr>
              <p:cNvSpPr/>
              <p:nvPr/>
            </p:nvSpPr>
            <p:spPr>
              <a:xfrm>
                <a:off x="7724979" y="6024306"/>
                <a:ext cx="360007" cy="687207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9" name="Freeform 1198">
                <a:extLst>
                  <a:ext uri="{FF2B5EF4-FFF2-40B4-BE49-F238E27FC236}">
                    <a16:creationId xmlns:a16="http://schemas.microsoft.com/office/drawing/2014/main" id="{70B4FEF2-1AB5-224A-B0C9-8F522F2BD9D4}"/>
                  </a:ext>
                </a:extLst>
              </p:cNvPr>
              <p:cNvSpPr/>
              <p:nvPr/>
            </p:nvSpPr>
            <p:spPr>
              <a:xfrm>
                <a:off x="7848678" y="6024302"/>
                <a:ext cx="186483" cy="675500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0" name="Freeform 1199">
                <a:extLst>
                  <a:ext uri="{FF2B5EF4-FFF2-40B4-BE49-F238E27FC236}">
                    <a16:creationId xmlns:a16="http://schemas.microsoft.com/office/drawing/2014/main" id="{26FDB393-2DD5-0A4F-833F-687FFA2F58D2}"/>
                  </a:ext>
                </a:extLst>
              </p:cNvPr>
              <p:cNvSpPr/>
              <p:nvPr/>
            </p:nvSpPr>
            <p:spPr>
              <a:xfrm flipH="1">
                <a:off x="8025051" y="6035565"/>
                <a:ext cx="556240" cy="661116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1" name="Freeform 1200">
                <a:extLst>
                  <a:ext uri="{FF2B5EF4-FFF2-40B4-BE49-F238E27FC236}">
                    <a16:creationId xmlns:a16="http://schemas.microsoft.com/office/drawing/2014/main" id="{BD401906-A8FC-8648-9E38-B538F1B7A212}"/>
                  </a:ext>
                </a:extLst>
              </p:cNvPr>
              <p:cNvSpPr/>
              <p:nvPr/>
            </p:nvSpPr>
            <p:spPr>
              <a:xfrm rot="21085137" flipH="1">
                <a:off x="8112381" y="5996790"/>
                <a:ext cx="540044" cy="651130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2" name="Freeform 1201">
                <a:extLst>
                  <a:ext uri="{FF2B5EF4-FFF2-40B4-BE49-F238E27FC236}">
                    <a16:creationId xmlns:a16="http://schemas.microsoft.com/office/drawing/2014/main" id="{D5292604-3EEE-BB49-8D17-6F6C2BE0D9E4}"/>
                  </a:ext>
                </a:extLst>
              </p:cNvPr>
              <p:cNvSpPr/>
              <p:nvPr/>
            </p:nvSpPr>
            <p:spPr>
              <a:xfrm flipH="1">
                <a:off x="8029176" y="6024303"/>
                <a:ext cx="346338" cy="661116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3" name="Freeform 1202">
                <a:extLst>
                  <a:ext uri="{FF2B5EF4-FFF2-40B4-BE49-F238E27FC236}">
                    <a16:creationId xmlns:a16="http://schemas.microsoft.com/office/drawing/2014/main" id="{23D73312-427D-B149-AF6E-BDDD03D18A23}"/>
                  </a:ext>
                </a:extLst>
              </p:cNvPr>
              <p:cNvSpPr/>
              <p:nvPr/>
            </p:nvSpPr>
            <p:spPr>
              <a:xfrm flipH="1">
                <a:off x="8022942" y="6035566"/>
                <a:ext cx="179403" cy="649854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4" name="Freeform 1203">
                <a:extLst>
                  <a:ext uri="{FF2B5EF4-FFF2-40B4-BE49-F238E27FC236}">
                    <a16:creationId xmlns:a16="http://schemas.microsoft.com/office/drawing/2014/main" id="{B2213B33-6641-AE46-B61B-0DABAAD43097}"/>
                  </a:ext>
                </a:extLst>
              </p:cNvPr>
              <p:cNvSpPr/>
              <p:nvPr/>
            </p:nvSpPr>
            <p:spPr>
              <a:xfrm flipV="1">
                <a:off x="7377524" y="3273858"/>
                <a:ext cx="655353" cy="166459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73A63D">
                      <a:shade val="30000"/>
                      <a:satMod val="115000"/>
                    </a:srgbClr>
                  </a:gs>
                  <a:gs pos="50000">
                    <a:srgbClr val="73A63D">
                      <a:shade val="67500"/>
                      <a:satMod val="115000"/>
                    </a:srgbClr>
                  </a:gs>
                  <a:gs pos="100000">
                    <a:srgbClr val="73A63D">
                      <a:shade val="100000"/>
                      <a:satMod val="115000"/>
                    </a:srgb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5" name="Freeform 1204">
                <a:extLst>
                  <a:ext uri="{FF2B5EF4-FFF2-40B4-BE49-F238E27FC236}">
                    <a16:creationId xmlns:a16="http://schemas.microsoft.com/office/drawing/2014/main" id="{2F8623C7-F716-9244-AC3D-71057E60CC4E}"/>
                  </a:ext>
                </a:extLst>
              </p:cNvPr>
              <p:cNvSpPr/>
              <p:nvPr/>
            </p:nvSpPr>
            <p:spPr>
              <a:xfrm flipH="1" flipV="1">
                <a:off x="7999083" y="3284834"/>
                <a:ext cx="561437" cy="142604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6" name="Rectangle 1205">
                <a:extLst>
                  <a:ext uri="{FF2B5EF4-FFF2-40B4-BE49-F238E27FC236}">
                    <a16:creationId xmlns:a16="http://schemas.microsoft.com/office/drawing/2014/main" id="{30ABF60C-1DCB-F64D-B686-75BC6E035528}"/>
                  </a:ext>
                </a:extLst>
              </p:cNvPr>
              <p:cNvSpPr/>
              <p:nvPr/>
            </p:nvSpPr>
            <p:spPr>
              <a:xfrm>
                <a:off x="7985483" y="3165691"/>
                <a:ext cx="82474" cy="1871659"/>
              </a:xfrm>
              <a:prstGeom prst="rect">
                <a:avLst/>
              </a:pr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78" name="Group 1177">
              <a:extLst>
                <a:ext uri="{FF2B5EF4-FFF2-40B4-BE49-F238E27FC236}">
                  <a16:creationId xmlns:a16="http://schemas.microsoft.com/office/drawing/2014/main" id="{387F5243-6A5C-F143-8C3B-795F3EE9EEF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700260" y="4116259"/>
              <a:ext cx="451286" cy="451286"/>
              <a:chOff x="6083320" y="140760"/>
              <a:chExt cx="2072925" cy="2072925"/>
            </a:xfrm>
          </p:grpSpPr>
          <p:sp>
            <p:nvSpPr>
              <p:cNvPr id="1182" name="Freeform 1181">
                <a:extLst>
                  <a:ext uri="{FF2B5EF4-FFF2-40B4-BE49-F238E27FC236}">
                    <a16:creationId xmlns:a16="http://schemas.microsoft.com/office/drawing/2014/main" id="{85F0C7D1-CAE1-7148-BA17-B83564F0D83D}"/>
                  </a:ext>
                </a:extLst>
              </p:cNvPr>
              <p:cNvSpPr/>
              <p:nvPr/>
            </p:nvSpPr>
            <p:spPr>
              <a:xfrm rot="3110300">
                <a:off x="6707124" y="-59881"/>
                <a:ext cx="825318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3" name="Freeform 1182">
                <a:extLst>
                  <a:ext uri="{FF2B5EF4-FFF2-40B4-BE49-F238E27FC236}">
                    <a16:creationId xmlns:a16="http://schemas.microsoft.com/office/drawing/2014/main" id="{7FA7412B-0282-9647-95CD-B6D7B3DFD911}"/>
                  </a:ext>
                </a:extLst>
              </p:cNvPr>
              <p:cNvSpPr/>
              <p:nvPr/>
            </p:nvSpPr>
            <p:spPr>
              <a:xfrm rot="1932819" flipH="1">
                <a:off x="6985922" y="140760"/>
                <a:ext cx="692901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79" name="Group 1178">
              <a:extLst>
                <a:ext uri="{FF2B5EF4-FFF2-40B4-BE49-F238E27FC236}">
                  <a16:creationId xmlns:a16="http://schemas.microsoft.com/office/drawing/2014/main" id="{05A20495-E53A-CF44-B912-6D007345399E}"/>
                </a:ext>
              </a:extLst>
            </p:cNvPr>
            <p:cNvGrpSpPr>
              <a:grpSpLocks noChangeAspect="1"/>
            </p:cNvGrpSpPr>
            <p:nvPr/>
          </p:nvGrpSpPr>
          <p:grpSpPr>
            <a:xfrm rot="16930512">
              <a:off x="7361342" y="4867389"/>
              <a:ext cx="451286" cy="451286"/>
              <a:chOff x="6083320" y="140760"/>
              <a:chExt cx="2072925" cy="2072925"/>
            </a:xfrm>
          </p:grpSpPr>
          <p:sp>
            <p:nvSpPr>
              <p:cNvPr id="1180" name="Freeform 1179">
                <a:extLst>
                  <a:ext uri="{FF2B5EF4-FFF2-40B4-BE49-F238E27FC236}">
                    <a16:creationId xmlns:a16="http://schemas.microsoft.com/office/drawing/2014/main" id="{DA2D698C-50F7-5C45-881C-4B4F65B3DA4D}"/>
                  </a:ext>
                </a:extLst>
              </p:cNvPr>
              <p:cNvSpPr/>
              <p:nvPr/>
            </p:nvSpPr>
            <p:spPr>
              <a:xfrm rot="3110300">
                <a:off x="6707124" y="-59881"/>
                <a:ext cx="825318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1" name="Freeform 1180">
                <a:extLst>
                  <a:ext uri="{FF2B5EF4-FFF2-40B4-BE49-F238E27FC236}">
                    <a16:creationId xmlns:a16="http://schemas.microsoft.com/office/drawing/2014/main" id="{7FF550AB-E62E-3245-A1AF-A56FD733C2B4}"/>
                  </a:ext>
                </a:extLst>
              </p:cNvPr>
              <p:cNvSpPr/>
              <p:nvPr/>
            </p:nvSpPr>
            <p:spPr>
              <a:xfrm rot="1932819" flipH="1">
                <a:off x="6985922" y="140760"/>
                <a:ext cx="692901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207" name="Group 1206">
            <a:extLst>
              <a:ext uri="{FF2B5EF4-FFF2-40B4-BE49-F238E27FC236}">
                <a16:creationId xmlns:a16="http://schemas.microsoft.com/office/drawing/2014/main" id="{21826DEC-0151-E947-84C6-57D85086B94D}"/>
              </a:ext>
            </a:extLst>
          </p:cNvPr>
          <p:cNvGrpSpPr>
            <a:grpSpLocks noChangeAspect="1"/>
          </p:cNvGrpSpPr>
          <p:nvPr/>
        </p:nvGrpSpPr>
        <p:grpSpPr>
          <a:xfrm>
            <a:off x="5116108" y="4012054"/>
            <a:ext cx="1475401" cy="2286000"/>
            <a:chOff x="6613401" y="3067343"/>
            <a:chExt cx="2353178" cy="3646036"/>
          </a:xfrm>
        </p:grpSpPr>
        <p:grpSp>
          <p:nvGrpSpPr>
            <p:cNvPr id="1208" name="Group 1207">
              <a:extLst>
                <a:ext uri="{FF2B5EF4-FFF2-40B4-BE49-F238E27FC236}">
                  <a16:creationId xmlns:a16="http://schemas.microsoft.com/office/drawing/2014/main" id="{137B80AE-8BD9-A240-B014-2525054702E8}"/>
                </a:ext>
              </a:extLst>
            </p:cNvPr>
            <p:cNvGrpSpPr/>
            <p:nvPr/>
          </p:nvGrpSpPr>
          <p:grpSpPr>
            <a:xfrm>
              <a:off x="6613401" y="3067343"/>
              <a:ext cx="2353178" cy="3646036"/>
              <a:chOff x="6613401" y="2803295"/>
              <a:chExt cx="2879972" cy="3910084"/>
            </a:xfrm>
          </p:grpSpPr>
          <p:sp>
            <p:nvSpPr>
              <p:cNvPr id="1215" name="Arc 1214">
                <a:extLst>
                  <a:ext uri="{FF2B5EF4-FFF2-40B4-BE49-F238E27FC236}">
                    <a16:creationId xmlns:a16="http://schemas.microsoft.com/office/drawing/2014/main" id="{6144FCF5-7470-604D-9478-238CC4F76378}"/>
                  </a:ext>
                </a:extLst>
              </p:cNvPr>
              <p:cNvSpPr/>
              <p:nvPr/>
            </p:nvSpPr>
            <p:spPr>
              <a:xfrm>
                <a:off x="6613401" y="2949428"/>
                <a:ext cx="1372082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16" name="Arc 1215">
                <a:extLst>
                  <a:ext uri="{FF2B5EF4-FFF2-40B4-BE49-F238E27FC236}">
                    <a16:creationId xmlns:a16="http://schemas.microsoft.com/office/drawing/2014/main" id="{39A8594E-FF71-A345-BE73-038A332C14FE}"/>
                  </a:ext>
                </a:extLst>
              </p:cNvPr>
              <p:cNvSpPr/>
              <p:nvPr/>
            </p:nvSpPr>
            <p:spPr>
              <a:xfrm rot="1338627">
                <a:off x="6671221" y="2804681"/>
                <a:ext cx="1372082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17" name="Rectangle 1216">
                <a:extLst>
                  <a:ext uri="{FF2B5EF4-FFF2-40B4-BE49-F238E27FC236}">
                    <a16:creationId xmlns:a16="http://schemas.microsoft.com/office/drawing/2014/main" id="{22BADA3A-BAC6-1C4C-85F1-09375103B972}"/>
                  </a:ext>
                </a:extLst>
              </p:cNvPr>
              <p:cNvSpPr/>
              <p:nvPr/>
            </p:nvSpPr>
            <p:spPr>
              <a:xfrm>
                <a:off x="7992182" y="2805809"/>
                <a:ext cx="58909" cy="373291"/>
              </a:xfrm>
              <a:prstGeom prst="rect">
                <a:avLst/>
              </a:prstGeom>
              <a:solidFill>
                <a:srgbClr val="FFEB1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18" name="Arc 1217">
                <a:extLst>
                  <a:ext uri="{FF2B5EF4-FFF2-40B4-BE49-F238E27FC236}">
                    <a16:creationId xmlns:a16="http://schemas.microsoft.com/office/drawing/2014/main" id="{D1CADE3A-18C9-B14B-AE63-C13E13C780A6}"/>
                  </a:ext>
                </a:extLst>
              </p:cNvPr>
              <p:cNvSpPr/>
              <p:nvPr/>
            </p:nvSpPr>
            <p:spPr>
              <a:xfrm flipH="1">
                <a:off x="8067956" y="2954566"/>
                <a:ext cx="1224347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19" name="Arc 1218">
                <a:extLst>
                  <a:ext uri="{FF2B5EF4-FFF2-40B4-BE49-F238E27FC236}">
                    <a16:creationId xmlns:a16="http://schemas.microsoft.com/office/drawing/2014/main" id="{332140DB-7F93-F64A-8289-4BC77AE10643}"/>
                  </a:ext>
                </a:extLst>
              </p:cNvPr>
              <p:cNvSpPr/>
              <p:nvPr/>
            </p:nvSpPr>
            <p:spPr>
              <a:xfrm rot="20295794" flipH="1">
                <a:off x="7998347" y="2803295"/>
                <a:ext cx="1495026" cy="432629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0" name="Freeform 1219">
                <a:extLst>
                  <a:ext uri="{FF2B5EF4-FFF2-40B4-BE49-F238E27FC236}">
                    <a16:creationId xmlns:a16="http://schemas.microsoft.com/office/drawing/2014/main" id="{2E2CE896-4CA1-3046-8481-7A317CDA634A}"/>
                  </a:ext>
                </a:extLst>
              </p:cNvPr>
              <p:cNvSpPr/>
              <p:nvPr/>
            </p:nvSpPr>
            <p:spPr>
              <a:xfrm flipH="1">
                <a:off x="8032877" y="5040891"/>
                <a:ext cx="687979" cy="417492"/>
              </a:xfrm>
              <a:custGeom>
                <a:avLst/>
                <a:gdLst>
                  <a:gd name="connsiteX0" fmla="*/ 538716 w 538716"/>
                  <a:gd name="connsiteY0" fmla="*/ 177209 h 581246"/>
                  <a:gd name="connsiteX1" fmla="*/ 482009 w 538716"/>
                  <a:gd name="connsiteY1" fmla="*/ 92148 h 581246"/>
                  <a:gd name="connsiteX2" fmla="*/ 453656 w 538716"/>
                  <a:gd name="connsiteY2" fmla="*/ 49618 h 581246"/>
                  <a:gd name="connsiteX3" fmla="*/ 396949 w 538716"/>
                  <a:gd name="connsiteY3" fmla="*/ 21265 h 581246"/>
                  <a:gd name="connsiteX4" fmla="*/ 396949 w 538716"/>
                  <a:gd name="connsiteY4" fmla="*/ 21265 h 581246"/>
                  <a:gd name="connsiteX5" fmla="*/ 290623 w 538716"/>
                  <a:gd name="connsiteY5" fmla="*/ 0 h 581246"/>
                  <a:gd name="connsiteX6" fmla="*/ 290623 w 538716"/>
                  <a:gd name="connsiteY6" fmla="*/ 0 h 581246"/>
                  <a:gd name="connsiteX7" fmla="*/ 191386 w 538716"/>
                  <a:gd name="connsiteY7" fmla="*/ 28353 h 581246"/>
                  <a:gd name="connsiteX8" fmla="*/ 191386 w 538716"/>
                  <a:gd name="connsiteY8" fmla="*/ 28353 h 581246"/>
                  <a:gd name="connsiteX9" fmla="*/ 120502 w 538716"/>
                  <a:gd name="connsiteY9" fmla="*/ 77972 h 581246"/>
                  <a:gd name="connsiteX10" fmla="*/ 92149 w 538716"/>
                  <a:gd name="connsiteY10" fmla="*/ 106325 h 581246"/>
                  <a:gd name="connsiteX11" fmla="*/ 92149 w 538716"/>
                  <a:gd name="connsiteY11" fmla="*/ 106325 h 581246"/>
                  <a:gd name="connsiteX12" fmla="*/ 56707 w 538716"/>
                  <a:gd name="connsiteY12" fmla="*/ 198474 h 581246"/>
                  <a:gd name="connsiteX13" fmla="*/ 28354 w 538716"/>
                  <a:gd name="connsiteY13" fmla="*/ 290623 h 581246"/>
                  <a:gd name="connsiteX14" fmla="*/ 14177 w 538716"/>
                  <a:gd name="connsiteY14" fmla="*/ 361507 h 581246"/>
                  <a:gd name="connsiteX15" fmla="*/ 7088 w 538716"/>
                  <a:gd name="connsiteY15" fmla="*/ 453655 h 581246"/>
                  <a:gd name="connsiteX16" fmla="*/ 0 w 538716"/>
                  <a:gd name="connsiteY16" fmla="*/ 510362 h 581246"/>
                  <a:gd name="connsiteX17" fmla="*/ 14177 w 538716"/>
                  <a:gd name="connsiteY17" fmla="*/ 581246 h 581246"/>
                  <a:gd name="connsiteX18" fmla="*/ 21265 w 538716"/>
                  <a:gd name="connsiteY18" fmla="*/ 545804 h 581246"/>
                  <a:gd name="connsiteX19" fmla="*/ 35442 w 538716"/>
                  <a:gd name="connsiteY19" fmla="*/ 496186 h 581246"/>
                  <a:gd name="connsiteX20" fmla="*/ 42530 w 538716"/>
                  <a:gd name="connsiteY20" fmla="*/ 482009 h 581246"/>
                  <a:gd name="connsiteX21" fmla="*/ 56707 w 538716"/>
                  <a:gd name="connsiteY21" fmla="*/ 425302 h 581246"/>
                  <a:gd name="connsiteX22" fmla="*/ 70884 w 538716"/>
                  <a:gd name="connsiteY22" fmla="*/ 389860 h 581246"/>
                  <a:gd name="connsiteX23" fmla="*/ 99237 w 538716"/>
                  <a:gd name="connsiteY23" fmla="*/ 333153 h 581246"/>
                  <a:gd name="connsiteX24" fmla="*/ 134679 w 538716"/>
                  <a:gd name="connsiteY24" fmla="*/ 283535 h 581246"/>
                  <a:gd name="connsiteX25" fmla="*/ 170121 w 538716"/>
                  <a:gd name="connsiteY25" fmla="*/ 248093 h 581246"/>
                  <a:gd name="connsiteX26" fmla="*/ 191386 w 538716"/>
                  <a:gd name="connsiteY26" fmla="*/ 219739 h 581246"/>
                  <a:gd name="connsiteX27" fmla="*/ 219740 w 538716"/>
                  <a:gd name="connsiteY27" fmla="*/ 205562 h 581246"/>
                  <a:gd name="connsiteX28" fmla="*/ 262270 w 538716"/>
                  <a:gd name="connsiteY28" fmla="*/ 177209 h 581246"/>
                  <a:gd name="connsiteX29" fmla="*/ 290623 w 538716"/>
                  <a:gd name="connsiteY29" fmla="*/ 170121 h 581246"/>
                  <a:gd name="connsiteX30" fmla="*/ 326065 w 538716"/>
                  <a:gd name="connsiteY30" fmla="*/ 170121 h 581246"/>
                  <a:gd name="connsiteX31" fmla="*/ 375684 w 538716"/>
                  <a:gd name="connsiteY31" fmla="*/ 177209 h 581246"/>
                  <a:gd name="connsiteX32" fmla="*/ 432391 w 538716"/>
                  <a:gd name="connsiteY32" fmla="*/ 191386 h 581246"/>
                  <a:gd name="connsiteX33" fmla="*/ 474921 w 538716"/>
                  <a:gd name="connsiteY33" fmla="*/ 205562 h 581246"/>
                  <a:gd name="connsiteX34" fmla="*/ 538716 w 538716"/>
                  <a:gd name="connsiteY34" fmla="*/ 177209 h 58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8716" h="581246">
                    <a:moveTo>
                      <a:pt x="538716" y="177209"/>
                    </a:moveTo>
                    <a:lnTo>
                      <a:pt x="482009" y="92148"/>
                    </a:lnTo>
                    <a:lnTo>
                      <a:pt x="453656" y="49618"/>
                    </a:lnTo>
                    <a:lnTo>
                      <a:pt x="396949" y="21265"/>
                    </a:lnTo>
                    <a:lnTo>
                      <a:pt x="396949" y="21265"/>
                    </a:lnTo>
                    <a:lnTo>
                      <a:pt x="290623" y="0"/>
                    </a:lnTo>
                    <a:lnTo>
                      <a:pt x="290623" y="0"/>
                    </a:lnTo>
                    <a:lnTo>
                      <a:pt x="191386" y="28353"/>
                    </a:lnTo>
                    <a:lnTo>
                      <a:pt x="191386" y="28353"/>
                    </a:lnTo>
                    <a:lnTo>
                      <a:pt x="120502" y="77972"/>
                    </a:lnTo>
                    <a:lnTo>
                      <a:pt x="92149" y="106325"/>
                    </a:lnTo>
                    <a:lnTo>
                      <a:pt x="92149" y="106325"/>
                    </a:lnTo>
                    <a:lnTo>
                      <a:pt x="56707" y="198474"/>
                    </a:lnTo>
                    <a:lnTo>
                      <a:pt x="28354" y="290623"/>
                    </a:lnTo>
                    <a:lnTo>
                      <a:pt x="14177" y="361507"/>
                    </a:lnTo>
                    <a:lnTo>
                      <a:pt x="7088" y="453655"/>
                    </a:lnTo>
                    <a:lnTo>
                      <a:pt x="0" y="510362"/>
                    </a:lnTo>
                    <a:lnTo>
                      <a:pt x="14177" y="581246"/>
                    </a:lnTo>
                    <a:lnTo>
                      <a:pt x="21265" y="545804"/>
                    </a:lnTo>
                    <a:lnTo>
                      <a:pt x="35442" y="496186"/>
                    </a:lnTo>
                    <a:lnTo>
                      <a:pt x="42530" y="482009"/>
                    </a:lnTo>
                    <a:lnTo>
                      <a:pt x="56707" y="425302"/>
                    </a:lnTo>
                    <a:lnTo>
                      <a:pt x="70884" y="389860"/>
                    </a:lnTo>
                    <a:lnTo>
                      <a:pt x="99237" y="333153"/>
                    </a:lnTo>
                    <a:lnTo>
                      <a:pt x="134679" y="283535"/>
                    </a:lnTo>
                    <a:lnTo>
                      <a:pt x="170121" y="248093"/>
                    </a:lnTo>
                    <a:lnTo>
                      <a:pt x="191386" y="219739"/>
                    </a:lnTo>
                    <a:lnTo>
                      <a:pt x="219740" y="205562"/>
                    </a:lnTo>
                    <a:lnTo>
                      <a:pt x="262270" y="177209"/>
                    </a:lnTo>
                    <a:lnTo>
                      <a:pt x="290623" y="170121"/>
                    </a:lnTo>
                    <a:lnTo>
                      <a:pt x="326065" y="170121"/>
                    </a:lnTo>
                    <a:lnTo>
                      <a:pt x="375684" y="177209"/>
                    </a:lnTo>
                    <a:lnTo>
                      <a:pt x="432391" y="191386"/>
                    </a:lnTo>
                    <a:lnTo>
                      <a:pt x="474921" y="205562"/>
                    </a:lnTo>
                    <a:lnTo>
                      <a:pt x="538716" y="177209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1" name="Freeform 1220">
                <a:extLst>
                  <a:ext uri="{FF2B5EF4-FFF2-40B4-BE49-F238E27FC236}">
                    <a16:creationId xmlns:a16="http://schemas.microsoft.com/office/drawing/2014/main" id="{8B26DA7B-0D0D-0E4E-82BE-52D312B0D114}"/>
                  </a:ext>
                </a:extLst>
              </p:cNvPr>
              <p:cNvSpPr/>
              <p:nvPr/>
            </p:nvSpPr>
            <p:spPr>
              <a:xfrm>
                <a:off x="7332585" y="5034696"/>
                <a:ext cx="694135" cy="421228"/>
              </a:xfrm>
              <a:custGeom>
                <a:avLst/>
                <a:gdLst>
                  <a:gd name="connsiteX0" fmla="*/ 538716 w 538716"/>
                  <a:gd name="connsiteY0" fmla="*/ 177209 h 581246"/>
                  <a:gd name="connsiteX1" fmla="*/ 482009 w 538716"/>
                  <a:gd name="connsiteY1" fmla="*/ 92148 h 581246"/>
                  <a:gd name="connsiteX2" fmla="*/ 453656 w 538716"/>
                  <a:gd name="connsiteY2" fmla="*/ 49618 h 581246"/>
                  <a:gd name="connsiteX3" fmla="*/ 396949 w 538716"/>
                  <a:gd name="connsiteY3" fmla="*/ 21265 h 581246"/>
                  <a:gd name="connsiteX4" fmla="*/ 396949 w 538716"/>
                  <a:gd name="connsiteY4" fmla="*/ 21265 h 581246"/>
                  <a:gd name="connsiteX5" fmla="*/ 290623 w 538716"/>
                  <a:gd name="connsiteY5" fmla="*/ 0 h 581246"/>
                  <a:gd name="connsiteX6" fmla="*/ 290623 w 538716"/>
                  <a:gd name="connsiteY6" fmla="*/ 0 h 581246"/>
                  <a:gd name="connsiteX7" fmla="*/ 191386 w 538716"/>
                  <a:gd name="connsiteY7" fmla="*/ 28353 h 581246"/>
                  <a:gd name="connsiteX8" fmla="*/ 191386 w 538716"/>
                  <a:gd name="connsiteY8" fmla="*/ 28353 h 581246"/>
                  <a:gd name="connsiteX9" fmla="*/ 120502 w 538716"/>
                  <a:gd name="connsiteY9" fmla="*/ 77972 h 581246"/>
                  <a:gd name="connsiteX10" fmla="*/ 92149 w 538716"/>
                  <a:gd name="connsiteY10" fmla="*/ 106325 h 581246"/>
                  <a:gd name="connsiteX11" fmla="*/ 92149 w 538716"/>
                  <a:gd name="connsiteY11" fmla="*/ 106325 h 581246"/>
                  <a:gd name="connsiteX12" fmla="*/ 56707 w 538716"/>
                  <a:gd name="connsiteY12" fmla="*/ 198474 h 581246"/>
                  <a:gd name="connsiteX13" fmla="*/ 28354 w 538716"/>
                  <a:gd name="connsiteY13" fmla="*/ 290623 h 581246"/>
                  <a:gd name="connsiteX14" fmla="*/ 14177 w 538716"/>
                  <a:gd name="connsiteY14" fmla="*/ 361507 h 581246"/>
                  <a:gd name="connsiteX15" fmla="*/ 7088 w 538716"/>
                  <a:gd name="connsiteY15" fmla="*/ 453655 h 581246"/>
                  <a:gd name="connsiteX16" fmla="*/ 0 w 538716"/>
                  <a:gd name="connsiteY16" fmla="*/ 510362 h 581246"/>
                  <a:gd name="connsiteX17" fmla="*/ 14177 w 538716"/>
                  <a:gd name="connsiteY17" fmla="*/ 581246 h 581246"/>
                  <a:gd name="connsiteX18" fmla="*/ 21265 w 538716"/>
                  <a:gd name="connsiteY18" fmla="*/ 545804 h 581246"/>
                  <a:gd name="connsiteX19" fmla="*/ 35442 w 538716"/>
                  <a:gd name="connsiteY19" fmla="*/ 496186 h 581246"/>
                  <a:gd name="connsiteX20" fmla="*/ 42530 w 538716"/>
                  <a:gd name="connsiteY20" fmla="*/ 482009 h 581246"/>
                  <a:gd name="connsiteX21" fmla="*/ 56707 w 538716"/>
                  <a:gd name="connsiteY21" fmla="*/ 425302 h 581246"/>
                  <a:gd name="connsiteX22" fmla="*/ 70884 w 538716"/>
                  <a:gd name="connsiteY22" fmla="*/ 389860 h 581246"/>
                  <a:gd name="connsiteX23" fmla="*/ 99237 w 538716"/>
                  <a:gd name="connsiteY23" fmla="*/ 333153 h 581246"/>
                  <a:gd name="connsiteX24" fmla="*/ 134679 w 538716"/>
                  <a:gd name="connsiteY24" fmla="*/ 283535 h 581246"/>
                  <a:gd name="connsiteX25" fmla="*/ 170121 w 538716"/>
                  <a:gd name="connsiteY25" fmla="*/ 248093 h 581246"/>
                  <a:gd name="connsiteX26" fmla="*/ 191386 w 538716"/>
                  <a:gd name="connsiteY26" fmla="*/ 219739 h 581246"/>
                  <a:gd name="connsiteX27" fmla="*/ 219740 w 538716"/>
                  <a:gd name="connsiteY27" fmla="*/ 205562 h 581246"/>
                  <a:gd name="connsiteX28" fmla="*/ 262270 w 538716"/>
                  <a:gd name="connsiteY28" fmla="*/ 177209 h 581246"/>
                  <a:gd name="connsiteX29" fmla="*/ 290623 w 538716"/>
                  <a:gd name="connsiteY29" fmla="*/ 170121 h 581246"/>
                  <a:gd name="connsiteX30" fmla="*/ 326065 w 538716"/>
                  <a:gd name="connsiteY30" fmla="*/ 170121 h 581246"/>
                  <a:gd name="connsiteX31" fmla="*/ 375684 w 538716"/>
                  <a:gd name="connsiteY31" fmla="*/ 177209 h 581246"/>
                  <a:gd name="connsiteX32" fmla="*/ 432391 w 538716"/>
                  <a:gd name="connsiteY32" fmla="*/ 191386 h 581246"/>
                  <a:gd name="connsiteX33" fmla="*/ 474921 w 538716"/>
                  <a:gd name="connsiteY33" fmla="*/ 205562 h 581246"/>
                  <a:gd name="connsiteX34" fmla="*/ 538716 w 538716"/>
                  <a:gd name="connsiteY34" fmla="*/ 177209 h 58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8716" h="581246">
                    <a:moveTo>
                      <a:pt x="538716" y="177209"/>
                    </a:moveTo>
                    <a:lnTo>
                      <a:pt x="482009" y="92148"/>
                    </a:lnTo>
                    <a:lnTo>
                      <a:pt x="453656" y="49618"/>
                    </a:lnTo>
                    <a:lnTo>
                      <a:pt x="396949" y="21265"/>
                    </a:lnTo>
                    <a:lnTo>
                      <a:pt x="396949" y="21265"/>
                    </a:lnTo>
                    <a:lnTo>
                      <a:pt x="290623" y="0"/>
                    </a:lnTo>
                    <a:lnTo>
                      <a:pt x="290623" y="0"/>
                    </a:lnTo>
                    <a:lnTo>
                      <a:pt x="191386" y="28353"/>
                    </a:lnTo>
                    <a:lnTo>
                      <a:pt x="191386" y="28353"/>
                    </a:lnTo>
                    <a:lnTo>
                      <a:pt x="120502" y="77972"/>
                    </a:lnTo>
                    <a:lnTo>
                      <a:pt x="92149" y="106325"/>
                    </a:lnTo>
                    <a:lnTo>
                      <a:pt x="92149" y="106325"/>
                    </a:lnTo>
                    <a:lnTo>
                      <a:pt x="56707" y="198474"/>
                    </a:lnTo>
                    <a:lnTo>
                      <a:pt x="28354" y="290623"/>
                    </a:lnTo>
                    <a:lnTo>
                      <a:pt x="14177" y="361507"/>
                    </a:lnTo>
                    <a:lnTo>
                      <a:pt x="7088" y="453655"/>
                    </a:lnTo>
                    <a:lnTo>
                      <a:pt x="0" y="510362"/>
                    </a:lnTo>
                    <a:lnTo>
                      <a:pt x="14177" y="581246"/>
                    </a:lnTo>
                    <a:lnTo>
                      <a:pt x="21265" y="545804"/>
                    </a:lnTo>
                    <a:lnTo>
                      <a:pt x="35442" y="496186"/>
                    </a:lnTo>
                    <a:lnTo>
                      <a:pt x="42530" y="482009"/>
                    </a:lnTo>
                    <a:lnTo>
                      <a:pt x="56707" y="425302"/>
                    </a:lnTo>
                    <a:lnTo>
                      <a:pt x="70884" y="389860"/>
                    </a:lnTo>
                    <a:lnTo>
                      <a:pt x="99237" y="333153"/>
                    </a:lnTo>
                    <a:lnTo>
                      <a:pt x="134679" y="283535"/>
                    </a:lnTo>
                    <a:lnTo>
                      <a:pt x="170121" y="248093"/>
                    </a:lnTo>
                    <a:lnTo>
                      <a:pt x="191386" y="219739"/>
                    </a:lnTo>
                    <a:lnTo>
                      <a:pt x="219740" y="205562"/>
                    </a:lnTo>
                    <a:lnTo>
                      <a:pt x="262270" y="177209"/>
                    </a:lnTo>
                    <a:lnTo>
                      <a:pt x="290623" y="170121"/>
                    </a:lnTo>
                    <a:lnTo>
                      <a:pt x="326065" y="170121"/>
                    </a:lnTo>
                    <a:lnTo>
                      <a:pt x="375684" y="177209"/>
                    </a:lnTo>
                    <a:lnTo>
                      <a:pt x="432391" y="191386"/>
                    </a:lnTo>
                    <a:lnTo>
                      <a:pt x="474921" y="205562"/>
                    </a:lnTo>
                    <a:lnTo>
                      <a:pt x="538716" y="177209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2" name="Rectangle 1221">
                <a:extLst>
                  <a:ext uri="{FF2B5EF4-FFF2-40B4-BE49-F238E27FC236}">
                    <a16:creationId xmlns:a16="http://schemas.microsoft.com/office/drawing/2014/main" id="{C2983939-7E5E-3240-93B7-9DFDE76F1FEA}"/>
                  </a:ext>
                </a:extLst>
              </p:cNvPr>
              <p:cNvSpPr/>
              <p:nvPr/>
            </p:nvSpPr>
            <p:spPr>
              <a:xfrm>
                <a:off x="7956380" y="4172773"/>
                <a:ext cx="140681" cy="1871659"/>
              </a:xfrm>
              <a:prstGeom prst="rect">
                <a:avLst/>
              </a:pr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3" name="Freeform 1222">
                <a:extLst>
                  <a:ext uri="{FF2B5EF4-FFF2-40B4-BE49-F238E27FC236}">
                    <a16:creationId xmlns:a16="http://schemas.microsoft.com/office/drawing/2014/main" id="{4EE12EDF-BF7B-4F47-84A7-6DC3BE32E34A}"/>
                  </a:ext>
                </a:extLst>
              </p:cNvPr>
              <p:cNvSpPr/>
              <p:nvPr/>
            </p:nvSpPr>
            <p:spPr>
              <a:xfrm>
                <a:off x="6958374" y="4226483"/>
                <a:ext cx="1013509" cy="242264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4" name="Freeform 1223">
                <a:extLst>
                  <a:ext uri="{FF2B5EF4-FFF2-40B4-BE49-F238E27FC236}">
                    <a16:creationId xmlns:a16="http://schemas.microsoft.com/office/drawing/2014/main" id="{3A4BCE1D-A5BF-9A42-A035-9FC0F9EB6839}"/>
                  </a:ext>
                </a:extLst>
              </p:cNvPr>
              <p:cNvSpPr/>
              <p:nvPr/>
            </p:nvSpPr>
            <p:spPr>
              <a:xfrm flipH="1">
                <a:off x="8067957" y="4220216"/>
                <a:ext cx="1065946" cy="254799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5" name="Freeform 1224">
                <a:extLst>
                  <a:ext uri="{FF2B5EF4-FFF2-40B4-BE49-F238E27FC236}">
                    <a16:creationId xmlns:a16="http://schemas.microsoft.com/office/drawing/2014/main" id="{7B64318F-E555-6F46-98A6-B75F8EEC95AD}"/>
                  </a:ext>
                </a:extLst>
              </p:cNvPr>
              <p:cNvSpPr/>
              <p:nvPr/>
            </p:nvSpPr>
            <p:spPr>
              <a:xfrm rot="20572658">
                <a:off x="7136516" y="3686104"/>
                <a:ext cx="894487" cy="152483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6" name="Freeform 1225">
                <a:extLst>
                  <a:ext uri="{FF2B5EF4-FFF2-40B4-BE49-F238E27FC236}">
                    <a16:creationId xmlns:a16="http://schemas.microsoft.com/office/drawing/2014/main" id="{41D4ACBE-1E54-2246-98D3-AC219DDBC8E3}"/>
                  </a:ext>
                </a:extLst>
              </p:cNvPr>
              <p:cNvSpPr/>
              <p:nvPr/>
            </p:nvSpPr>
            <p:spPr>
              <a:xfrm rot="1007770" flipH="1">
                <a:off x="7970533" y="3684077"/>
                <a:ext cx="865209" cy="147492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7" name="Freeform 1226">
                <a:extLst>
                  <a:ext uri="{FF2B5EF4-FFF2-40B4-BE49-F238E27FC236}">
                    <a16:creationId xmlns:a16="http://schemas.microsoft.com/office/drawing/2014/main" id="{B2686B32-56EE-CF40-8DE4-850F571F47C7}"/>
                  </a:ext>
                </a:extLst>
              </p:cNvPr>
              <p:cNvSpPr/>
              <p:nvPr/>
            </p:nvSpPr>
            <p:spPr>
              <a:xfrm>
                <a:off x="7390657" y="6024306"/>
                <a:ext cx="578192" cy="687207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8" name="Freeform 1227">
                <a:extLst>
                  <a:ext uri="{FF2B5EF4-FFF2-40B4-BE49-F238E27FC236}">
                    <a16:creationId xmlns:a16="http://schemas.microsoft.com/office/drawing/2014/main" id="{C182D94E-C95A-BB45-8D91-5D042EBBD30B}"/>
                  </a:ext>
                </a:extLst>
              </p:cNvPr>
              <p:cNvSpPr/>
              <p:nvPr/>
            </p:nvSpPr>
            <p:spPr>
              <a:xfrm rot="21085137">
                <a:off x="7431410" y="6050601"/>
                <a:ext cx="715084" cy="662778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9" name="Freeform 1228">
                <a:extLst>
                  <a:ext uri="{FF2B5EF4-FFF2-40B4-BE49-F238E27FC236}">
                    <a16:creationId xmlns:a16="http://schemas.microsoft.com/office/drawing/2014/main" id="{53C96D77-1EB5-6B4A-BCDF-7899FFA9DA2B}"/>
                  </a:ext>
                </a:extLst>
              </p:cNvPr>
              <p:cNvSpPr/>
              <p:nvPr/>
            </p:nvSpPr>
            <p:spPr>
              <a:xfrm>
                <a:off x="7724979" y="6024306"/>
                <a:ext cx="360007" cy="687207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0" name="Freeform 1229">
                <a:extLst>
                  <a:ext uri="{FF2B5EF4-FFF2-40B4-BE49-F238E27FC236}">
                    <a16:creationId xmlns:a16="http://schemas.microsoft.com/office/drawing/2014/main" id="{7F81FA49-BBAA-1143-82F2-252158D7B730}"/>
                  </a:ext>
                </a:extLst>
              </p:cNvPr>
              <p:cNvSpPr/>
              <p:nvPr/>
            </p:nvSpPr>
            <p:spPr>
              <a:xfrm>
                <a:off x="7848678" y="6024302"/>
                <a:ext cx="186483" cy="675500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1" name="Freeform 1230">
                <a:extLst>
                  <a:ext uri="{FF2B5EF4-FFF2-40B4-BE49-F238E27FC236}">
                    <a16:creationId xmlns:a16="http://schemas.microsoft.com/office/drawing/2014/main" id="{6F71D8C7-CE41-8F40-82BB-7CEA042FA99E}"/>
                  </a:ext>
                </a:extLst>
              </p:cNvPr>
              <p:cNvSpPr/>
              <p:nvPr/>
            </p:nvSpPr>
            <p:spPr>
              <a:xfrm flipH="1">
                <a:off x="8025051" y="6035565"/>
                <a:ext cx="556240" cy="661116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2" name="Freeform 1231">
                <a:extLst>
                  <a:ext uri="{FF2B5EF4-FFF2-40B4-BE49-F238E27FC236}">
                    <a16:creationId xmlns:a16="http://schemas.microsoft.com/office/drawing/2014/main" id="{C6986C68-1BDA-C648-8CDE-12A8074B2CB7}"/>
                  </a:ext>
                </a:extLst>
              </p:cNvPr>
              <p:cNvSpPr/>
              <p:nvPr/>
            </p:nvSpPr>
            <p:spPr>
              <a:xfrm rot="21085137" flipH="1">
                <a:off x="8112381" y="5996790"/>
                <a:ext cx="540044" cy="651130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3" name="Freeform 1232">
                <a:extLst>
                  <a:ext uri="{FF2B5EF4-FFF2-40B4-BE49-F238E27FC236}">
                    <a16:creationId xmlns:a16="http://schemas.microsoft.com/office/drawing/2014/main" id="{F9450644-7014-0040-9408-5C0FD075F64F}"/>
                  </a:ext>
                </a:extLst>
              </p:cNvPr>
              <p:cNvSpPr/>
              <p:nvPr/>
            </p:nvSpPr>
            <p:spPr>
              <a:xfrm flipH="1">
                <a:off x="8029176" y="6024303"/>
                <a:ext cx="346338" cy="661116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4" name="Freeform 1233">
                <a:extLst>
                  <a:ext uri="{FF2B5EF4-FFF2-40B4-BE49-F238E27FC236}">
                    <a16:creationId xmlns:a16="http://schemas.microsoft.com/office/drawing/2014/main" id="{3B272C32-065B-1B48-8DC2-22F27EAA30A0}"/>
                  </a:ext>
                </a:extLst>
              </p:cNvPr>
              <p:cNvSpPr/>
              <p:nvPr/>
            </p:nvSpPr>
            <p:spPr>
              <a:xfrm flipH="1">
                <a:off x="8022942" y="6035566"/>
                <a:ext cx="179403" cy="649854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5" name="Freeform 1234">
                <a:extLst>
                  <a:ext uri="{FF2B5EF4-FFF2-40B4-BE49-F238E27FC236}">
                    <a16:creationId xmlns:a16="http://schemas.microsoft.com/office/drawing/2014/main" id="{F0555C01-6DF4-994F-BC7C-92C8EAC922B7}"/>
                  </a:ext>
                </a:extLst>
              </p:cNvPr>
              <p:cNvSpPr/>
              <p:nvPr/>
            </p:nvSpPr>
            <p:spPr>
              <a:xfrm flipV="1">
                <a:off x="7377524" y="3273858"/>
                <a:ext cx="655353" cy="166459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73A63D">
                      <a:shade val="30000"/>
                      <a:satMod val="115000"/>
                    </a:srgbClr>
                  </a:gs>
                  <a:gs pos="50000">
                    <a:srgbClr val="73A63D">
                      <a:shade val="67500"/>
                      <a:satMod val="115000"/>
                    </a:srgbClr>
                  </a:gs>
                  <a:gs pos="100000">
                    <a:srgbClr val="73A63D">
                      <a:shade val="100000"/>
                      <a:satMod val="115000"/>
                    </a:srgb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6" name="Freeform 1235">
                <a:extLst>
                  <a:ext uri="{FF2B5EF4-FFF2-40B4-BE49-F238E27FC236}">
                    <a16:creationId xmlns:a16="http://schemas.microsoft.com/office/drawing/2014/main" id="{2C819CC8-C42D-5D44-BC6A-D645213DB2F8}"/>
                  </a:ext>
                </a:extLst>
              </p:cNvPr>
              <p:cNvSpPr/>
              <p:nvPr/>
            </p:nvSpPr>
            <p:spPr>
              <a:xfrm flipH="1" flipV="1">
                <a:off x="7999083" y="3284834"/>
                <a:ext cx="561437" cy="142604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7" name="Rectangle 1236">
                <a:extLst>
                  <a:ext uri="{FF2B5EF4-FFF2-40B4-BE49-F238E27FC236}">
                    <a16:creationId xmlns:a16="http://schemas.microsoft.com/office/drawing/2014/main" id="{44386FBB-D818-C347-AEA6-BE6E0EBE85A4}"/>
                  </a:ext>
                </a:extLst>
              </p:cNvPr>
              <p:cNvSpPr/>
              <p:nvPr/>
            </p:nvSpPr>
            <p:spPr>
              <a:xfrm>
                <a:off x="7985483" y="3165691"/>
                <a:ext cx="82474" cy="1871659"/>
              </a:xfrm>
              <a:prstGeom prst="rect">
                <a:avLst/>
              </a:pr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209" name="Group 1208">
              <a:extLst>
                <a:ext uri="{FF2B5EF4-FFF2-40B4-BE49-F238E27FC236}">
                  <a16:creationId xmlns:a16="http://schemas.microsoft.com/office/drawing/2014/main" id="{8ECA075B-F9DD-8242-89B6-22C31C25DA3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700260" y="4116259"/>
              <a:ext cx="451286" cy="451286"/>
              <a:chOff x="6083320" y="140760"/>
              <a:chExt cx="2072925" cy="2072925"/>
            </a:xfrm>
          </p:grpSpPr>
          <p:sp>
            <p:nvSpPr>
              <p:cNvPr id="1213" name="Freeform 1212">
                <a:extLst>
                  <a:ext uri="{FF2B5EF4-FFF2-40B4-BE49-F238E27FC236}">
                    <a16:creationId xmlns:a16="http://schemas.microsoft.com/office/drawing/2014/main" id="{E92D6164-7887-6A4C-BF9B-6794B65C313A}"/>
                  </a:ext>
                </a:extLst>
              </p:cNvPr>
              <p:cNvSpPr/>
              <p:nvPr/>
            </p:nvSpPr>
            <p:spPr>
              <a:xfrm rot="3110300">
                <a:off x="6707124" y="-59881"/>
                <a:ext cx="825318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14" name="Freeform 1213">
                <a:extLst>
                  <a:ext uri="{FF2B5EF4-FFF2-40B4-BE49-F238E27FC236}">
                    <a16:creationId xmlns:a16="http://schemas.microsoft.com/office/drawing/2014/main" id="{D1B3E073-03A9-3A4D-B032-2481A8CA8171}"/>
                  </a:ext>
                </a:extLst>
              </p:cNvPr>
              <p:cNvSpPr/>
              <p:nvPr/>
            </p:nvSpPr>
            <p:spPr>
              <a:xfrm rot="1932819" flipH="1">
                <a:off x="6985922" y="140760"/>
                <a:ext cx="692901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210" name="Group 1209">
              <a:extLst>
                <a:ext uri="{FF2B5EF4-FFF2-40B4-BE49-F238E27FC236}">
                  <a16:creationId xmlns:a16="http://schemas.microsoft.com/office/drawing/2014/main" id="{18E05136-BC40-E144-9663-77A65324BC69}"/>
                </a:ext>
              </a:extLst>
            </p:cNvPr>
            <p:cNvGrpSpPr>
              <a:grpSpLocks noChangeAspect="1"/>
            </p:cNvGrpSpPr>
            <p:nvPr/>
          </p:nvGrpSpPr>
          <p:grpSpPr>
            <a:xfrm rot="16930512">
              <a:off x="7361342" y="4867389"/>
              <a:ext cx="451286" cy="451286"/>
              <a:chOff x="6083320" y="140760"/>
              <a:chExt cx="2072925" cy="2072925"/>
            </a:xfrm>
          </p:grpSpPr>
          <p:sp>
            <p:nvSpPr>
              <p:cNvPr id="1211" name="Freeform 1210">
                <a:extLst>
                  <a:ext uri="{FF2B5EF4-FFF2-40B4-BE49-F238E27FC236}">
                    <a16:creationId xmlns:a16="http://schemas.microsoft.com/office/drawing/2014/main" id="{BCD7504D-F53E-044B-B9BF-09D2D7EA1A7D}"/>
                  </a:ext>
                </a:extLst>
              </p:cNvPr>
              <p:cNvSpPr/>
              <p:nvPr/>
            </p:nvSpPr>
            <p:spPr>
              <a:xfrm rot="3110300">
                <a:off x="6707124" y="-59881"/>
                <a:ext cx="825318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12" name="Freeform 1211">
                <a:extLst>
                  <a:ext uri="{FF2B5EF4-FFF2-40B4-BE49-F238E27FC236}">
                    <a16:creationId xmlns:a16="http://schemas.microsoft.com/office/drawing/2014/main" id="{F39F3215-1E64-9E47-838B-F5B83DC7B19E}"/>
                  </a:ext>
                </a:extLst>
              </p:cNvPr>
              <p:cNvSpPr/>
              <p:nvPr/>
            </p:nvSpPr>
            <p:spPr>
              <a:xfrm rot="1932819" flipH="1">
                <a:off x="6985922" y="140760"/>
                <a:ext cx="692901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238" name="Group 1237">
            <a:extLst>
              <a:ext uri="{FF2B5EF4-FFF2-40B4-BE49-F238E27FC236}">
                <a16:creationId xmlns:a16="http://schemas.microsoft.com/office/drawing/2014/main" id="{E3DDEF16-C4FC-CD4D-827B-B79C010980CE}"/>
              </a:ext>
            </a:extLst>
          </p:cNvPr>
          <p:cNvGrpSpPr/>
          <p:nvPr/>
        </p:nvGrpSpPr>
        <p:grpSpPr>
          <a:xfrm>
            <a:off x="6169123" y="4417270"/>
            <a:ext cx="1945558" cy="1472614"/>
            <a:chOff x="6542315" y="2108918"/>
            <a:chExt cx="4376056" cy="2675354"/>
          </a:xfrm>
        </p:grpSpPr>
        <p:sp>
          <p:nvSpPr>
            <p:cNvPr id="1239" name="Parallelogram 1238">
              <a:extLst>
                <a:ext uri="{FF2B5EF4-FFF2-40B4-BE49-F238E27FC236}">
                  <a16:creationId xmlns:a16="http://schemas.microsoft.com/office/drawing/2014/main" id="{938207BA-8934-214F-8B61-C3F2FBA7F8C8}"/>
                </a:ext>
              </a:extLst>
            </p:cNvPr>
            <p:cNvSpPr/>
            <p:nvPr/>
          </p:nvSpPr>
          <p:spPr>
            <a:xfrm rot="2700000">
              <a:off x="7579789" y="2415829"/>
              <a:ext cx="505691" cy="97096"/>
            </a:xfrm>
            <a:prstGeom prst="parallelogram">
              <a:avLst>
                <a:gd name="adj" fmla="val 0"/>
              </a:avLst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0" name="Parallelogram 1239">
              <a:extLst>
                <a:ext uri="{FF2B5EF4-FFF2-40B4-BE49-F238E27FC236}">
                  <a16:creationId xmlns:a16="http://schemas.microsoft.com/office/drawing/2014/main" id="{AEFED060-0FB2-F74B-B819-325C07A2BB1E}"/>
                </a:ext>
              </a:extLst>
            </p:cNvPr>
            <p:cNvSpPr/>
            <p:nvPr/>
          </p:nvSpPr>
          <p:spPr>
            <a:xfrm>
              <a:off x="6542315" y="2990659"/>
              <a:ext cx="1659576" cy="215185"/>
            </a:xfrm>
            <a:prstGeom prst="parallelogram">
              <a:avLst>
                <a:gd name="adj" fmla="val 0"/>
              </a:avLst>
            </a:prstGeom>
            <a:solidFill>
              <a:srgbClr val="00B8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1" name="Parallelogram 1240">
              <a:extLst>
                <a:ext uri="{FF2B5EF4-FFF2-40B4-BE49-F238E27FC236}">
                  <a16:creationId xmlns:a16="http://schemas.microsoft.com/office/drawing/2014/main" id="{3E144217-655C-414E-B366-1F08C24180D4}"/>
                </a:ext>
              </a:extLst>
            </p:cNvPr>
            <p:cNvSpPr/>
            <p:nvPr/>
          </p:nvSpPr>
          <p:spPr>
            <a:xfrm>
              <a:off x="7707086" y="2556826"/>
              <a:ext cx="3061854" cy="1388642"/>
            </a:xfrm>
            <a:prstGeom prst="parallelogram">
              <a:avLst>
                <a:gd name="adj" fmla="val 16216"/>
              </a:avLst>
            </a:prstGeom>
            <a:solidFill>
              <a:srgbClr val="00B8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2" name="Oval 1241">
              <a:extLst>
                <a:ext uri="{FF2B5EF4-FFF2-40B4-BE49-F238E27FC236}">
                  <a16:creationId xmlns:a16="http://schemas.microsoft.com/office/drawing/2014/main" id="{6F9F4F70-C98D-7342-B34A-51509FAF9250}"/>
                </a:ext>
              </a:extLst>
            </p:cNvPr>
            <p:cNvSpPr/>
            <p:nvPr/>
          </p:nvSpPr>
          <p:spPr>
            <a:xfrm>
              <a:off x="6542315" y="3238501"/>
              <a:ext cx="1545771" cy="154577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3" name="Oval 1242">
              <a:extLst>
                <a:ext uri="{FF2B5EF4-FFF2-40B4-BE49-F238E27FC236}">
                  <a16:creationId xmlns:a16="http://schemas.microsoft.com/office/drawing/2014/main" id="{7D045B1A-18DC-9748-864F-47888073A487}"/>
                </a:ext>
              </a:extLst>
            </p:cNvPr>
            <p:cNvSpPr/>
            <p:nvPr/>
          </p:nvSpPr>
          <p:spPr>
            <a:xfrm>
              <a:off x="9993086" y="3858987"/>
              <a:ext cx="925285" cy="92528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244" name="Straight Connector 1243">
              <a:extLst>
                <a:ext uri="{FF2B5EF4-FFF2-40B4-BE49-F238E27FC236}">
                  <a16:creationId xmlns:a16="http://schemas.microsoft.com/office/drawing/2014/main" id="{C96DBE96-2B6C-7F44-8FD0-E4886F64A8A5}"/>
                </a:ext>
              </a:extLst>
            </p:cNvPr>
            <p:cNvCxnSpPr>
              <a:cxnSpLocks/>
            </p:cNvCxnSpPr>
            <p:nvPr/>
          </p:nvCxnSpPr>
          <p:spPr>
            <a:xfrm>
              <a:off x="7811104" y="3363084"/>
              <a:ext cx="2803016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5" name="Parallelogram 1244">
              <a:extLst>
                <a:ext uri="{FF2B5EF4-FFF2-40B4-BE49-F238E27FC236}">
                  <a16:creationId xmlns:a16="http://schemas.microsoft.com/office/drawing/2014/main" id="{2533A99D-4846-CD4E-9011-BA0DF40644E5}"/>
                </a:ext>
              </a:extLst>
            </p:cNvPr>
            <p:cNvSpPr/>
            <p:nvPr/>
          </p:nvSpPr>
          <p:spPr>
            <a:xfrm>
              <a:off x="6871855" y="2802879"/>
              <a:ext cx="505691" cy="171451"/>
            </a:xfrm>
            <a:prstGeom prst="parallelogram">
              <a:avLst>
                <a:gd name="adj" fmla="val 0"/>
              </a:avLst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46" name="Parallelogram 1245">
              <a:extLst>
                <a:ext uri="{FF2B5EF4-FFF2-40B4-BE49-F238E27FC236}">
                  <a16:creationId xmlns:a16="http://schemas.microsoft.com/office/drawing/2014/main" id="{147125A7-FC11-D74B-A7D1-357665C01420}"/>
                </a:ext>
              </a:extLst>
            </p:cNvPr>
            <p:cNvSpPr/>
            <p:nvPr/>
          </p:nvSpPr>
          <p:spPr>
            <a:xfrm rot="18870072">
              <a:off x="7460143" y="2234386"/>
              <a:ext cx="310567" cy="59631"/>
            </a:xfrm>
            <a:prstGeom prst="parallelogram">
              <a:avLst>
                <a:gd name="adj" fmla="val 0"/>
              </a:avLst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7" name="Oval 1246">
              <a:extLst>
                <a:ext uri="{FF2B5EF4-FFF2-40B4-BE49-F238E27FC236}">
                  <a16:creationId xmlns:a16="http://schemas.microsoft.com/office/drawing/2014/main" id="{84FC54E2-303E-6943-BD03-E823E4D66CE1}"/>
                </a:ext>
              </a:extLst>
            </p:cNvPr>
            <p:cNvSpPr/>
            <p:nvPr/>
          </p:nvSpPr>
          <p:spPr>
            <a:xfrm>
              <a:off x="6804781" y="3501076"/>
              <a:ext cx="1020727" cy="1020727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1248" name="Straight Connector 1247">
              <a:extLst>
                <a:ext uri="{FF2B5EF4-FFF2-40B4-BE49-F238E27FC236}">
                  <a16:creationId xmlns:a16="http://schemas.microsoft.com/office/drawing/2014/main" id="{E302270B-7CB7-674A-896F-1920BC37AC85}"/>
                </a:ext>
              </a:extLst>
            </p:cNvPr>
            <p:cNvCxnSpPr>
              <a:cxnSpLocks/>
              <a:endCxn id="1247" idx="6"/>
            </p:cNvCxnSpPr>
            <p:nvPr/>
          </p:nvCxnSpPr>
          <p:spPr>
            <a:xfrm>
              <a:off x="6804781" y="4011386"/>
              <a:ext cx="1020727" cy="5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9" name="Straight Connector 1248">
              <a:extLst>
                <a:ext uri="{FF2B5EF4-FFF2-40B4-BE49-F238E27FC236}">
                  <a16:creationId xmlns:a16="http://schemas.microsoft.com/office/drawing/2014/main" id="{6ED4187A-2D41-9B43-87B4-5E3ED362325F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804753" y="4027355"/>
              <a:ext cx="1020727" cy="5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0" name="Straight Connector 1249">
              <a:extLst>
                <a:ext uri="{FF2B5EF4-FFF2-40B4-BE49-F238E27FC236}">
                  <a16:creationId xmlns:a16="http://schemas.microsoft.com/office/drawing/2014/main" id="{17CC88E2-348E-BC46-AAF4-B9D96E9EBE3F}"/>
                </a:ext>
              </a:extLst>
            </p:cNvPr>
            <p:cNvCxnSpPr>
              <a:cxnSpLocks/>
            </p:cNvCxnSpPr>
            <p:nvPr/>
          </p:nvCxnSpPr>
          <p:spPr>
            <a:xfrm rot="2700000">
              <a:off x="6804725" y="4010420"/>
              <a:ext cx="1020727" cy="5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1" name="Straight Connector 1250">
              <a:extLst>
                <a:ext uri="{FF2B5EF4-FFF2-40B4-BE49-F238E27FC236}">
                  <a16:creationId xmlns:a16="http://schemas.microsoft.com/office/drawing/2014/main" id="{BA3B39E2-4890-0141-A200-8E226F5C5A1C}"/>
                </a:ext>
              </a:extLst>
            </p:cNvPr>
            <p:cNvCxnSpPr>
              <a:cxnSpLocks/>
            </p:cNvCxnSpPr>
            <p:nvPr/>
          </p:nvCxnSpPr>
          <p:spPr>
            <a:xfrm rot="8100000">
              <a:off x="6804218" y="4026860"/>
              <a:ext cx="1020727" cy="5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52" name="Group 1251">
              <a:extLst>
                <a:ext uri="{FF2B5EF4-FFF2-40B4-BE49-F238E27FC236}">
                  <a16:creationId xmlns:a16="http://schemas.microsoft.com/office/drawing/2014/main" id="{4AC26C5E-4454-C947-9613-B3514386FB1B}"/>
                </a:ext>
              </a:extLst>
            </p:cNvPr>
            <p:cNvGrpSpPr/>
            <p:nvPr/>
          </p:nvGrpSpPr>
          <p:grpSpPr>
            <a:xfrm>
              <a:off x="10146001" y="4009953"/>
              <a:ext cx="636388" cy="646590"/>
              <a:chOff x="8329812" y="4770000"/>
              <a:chExt cx="1021290" cy="1037662"/>
            </a:xfrm>
          </p:grpSpPr>
          <p:sp>
            <p:nvSpPr>
              <p:cNvPr id="1254" name="Oval 1253">
                <a:extLst>
                  <a:ext uri="{FF2B5EF4-FFF2-40B4-BE49-F238E27FC236}">
                    <a16:creationId xmlns:a16="http://schemas.microsoft.com/office/drawing/2014/main" id="{69ECB078-051D-E841-9EF7-9A49973E2A93}"/>
                  </a:ext>
                </a:extLst>
              </p:cNvPr>
              <p:cNvSpPr/>
              <p:nvPr/>
            </p:nvSpPr>
            <p:spPr>
              <a:xfrm>
                <a:off x="8330375" y="4770993"/>
                <a:ext cx="1020727" cy="1020727"/>
              </a:xfrm>
              <a:prstGeom prst="ellipse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255" name="Straight Connector 1254">
                <a:extLst>
                  <a:ext uri="{FF2B5EF4-FFF2-40B4-BE49-F238E27FC236}">
                    <a16:creationId xmlns:a16="http://schemas.microsoft.com/office/drawing/2014/main" id="{0E208CD2-8622-C74F-B67C-E639A5C173B0}"/>
                  </a:ext>
                </a:extLst>
              </p:cNvPr>
              <p:cNvCxnSpPr>
                <a:cxnSpLocks/>
                <a:endCxn id="1254" idx="6"/>
              </p:cNvCxnSpPr>
              <p:nvPr/>
            </p:nvCxnSpPr>
            <p:spPr>
              <a:xfrm>
                <a:off x="8330375" y="5281303"/>
                <a:ext cx="1020727" cy="54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6" name="Straight Connector 1255">
                <a:extLst>
                  <a:ext uri="{FF2B5EF4-FFF2-40B4-BE49-F238E27FC236}">
                    <a16:creationId xmlns:a16="http://schemas.microsoft.com/office/drawing/2014/main" id="{158213B4-AB5B-DD4D-AF73-C7E8654AC77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8330347" y="5297272"/>
                <a:ext cx="1020727" cy="54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7" name="Straight Connector 1256">
                <a:extLst>
                  <a:ext uri="{FF2B5EF4-FFF2-40B4-BE49-F238E27FC236}">
                    <a16:creationId xmlns:a16="http://schemas.microsoft.com/office/drawing/2014/main" id="{0E43F4D8-C6B4-3E4F-BD06-526FB9C343B3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8330319" y="5280337"/>
                <a:ext cx="1020727" cy="54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8" name="Straight Connector 1257">
                <a:extLst>
                  <a:ext uri="{FF2B5EF4-FFF2-40B4-BE49-F238E27FC236}">
                    <a16:creationId xmlns:a16="http://schemas.microsoft.com/office/drawing/2014/main" id="{EEBCF007-AAE2-6548-BB0F-D711FE3BD655}"/>
                  </a:ext>
                </a:extLst>
              </p:cNvPr>
              <p:cNvCxnSpPr>
                <a:cxnSpLocks/>
              </p:cNvCxnSpPr>
              <p:nvPr/>
            </p:nvCxnSpPr>
            <p:spPr>
              <a:xfrm rot="8100000">
                <a:off x="8329812" y="5296777"/>
                <a:ext cx="1020727" cy="54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53" name="Trapezoid 1252">
              <a:extLst>
                <a:ext uri="{FF2B5EF4-FFF2-40B4-BE49-F238E27FC236}">
                  <a16:creationId xmlns:a16="http://schemas.microsoft.com/office/drawing/2014/main" id="{1D7B46AE-97E4-9D47-857F-8293836D8DEA}"/>
                </a:ext>
              </a:extLst>
            </p:cNvPr>
            <p:cNvSpPr/>
            <p:nvPr/>
          </p:nvSpPr>
          <p:spPr>
            <a:xfrm>
              <a:off x="9922933" y="2132549"/>
              <a:ext cx="213305" cy="417740"/>
            </a:xfrm>
            <a:prstGeom prst="trapezoid">
              <a:avLst/>
            </a:prstGeom>
            <a:solidFill>
              <a:schemeClr val="tx2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259" name="Group 1258">
            <a:extLst>
              <a:ext uri="{FF2B5EF4-FFF2-40B4-BE49-F238E27FC236}">
                <a16:creationId xmlns:a16="http://schemas.microsoft.com/office/drawing/2014/main" id="{6F7FAE7A-8466-2347-92B6-6CFBB4CD0151}"/>
              </a:ext>
            </a:extLst>
          </p:cNvPr>
          <p:cNvGrpSpPr>
            <a:grpSpLocks noChangeAspect="1"/>
          </p:cNvGrpSpPr>
          <p:nvPr/>
        </p:nvGrpSpPr>
        <p:grpSpPr>
          <a:xfrm>
            <a:off x="5276237" y="3791207"/>
            <a:ext cx="1652449" cy="2560320"/>
            <a:chOff x="6613401" y="3067343"/>
            <a:chExt cx="2353178" cy="3646036"/>
          </a:xfrm>
        </p:grpSpPr>
        <p:grpSp>
          <p:nvGrpSpPr>
            <p:cNvPr id="1260" name="Group 1259">
              <a:extLst>
                <a:ext uri="{FF2B5EF4-FFF2-40B4-BE49-F238E27FC236}">
                  <a16:creationId xmlns:a16="http://schemas.microsoft.com/office/drawing/2014/main" id="{FB07252C-D1BB-7940-80A8-0527DC5AFBCA}"/>
                </a:ext>
              </a:extLst>
            </p:cNvPr>
            <p:cNvGrpSpPr/>
            <p:nvPr/>
          </p:nvGrpSpPr>
          <p:grpSpPr>
            <a:xfrm>
              <a:off x="6613401" y="3067343"/>
              <a:ext cx="2353178" cy="3646036"/>
              <a:chOff x="6613401" y="2803295"/>
              <a:chExt cx="2879972" cy="3910084"/>
            </a:xfrm>
          </p:grpSpPr>
          <p:sp>
            <p:nvSpPr>
              <p:cNvPr id="1267" name="Arc 1266">
                <a:extLst>
                  <a:ext uri="{FF2B5EF4-FFF2-40B4-BE49-F238E27FC236}">
                    <a16:creationId xmlns:a16="http://schemas.microsoft.com/office/drawing/2014/main" id="{FC1BD154-BFE8-FC49-9884-C759FC560A83}"/>
                  </a:ext>
                </a:extLst>
              </p:cNvPr>
              <p:cNvSpPr/>
              <p:nvPr/>
            </p:nvSpPr>
            <p:spPr>
              <a:xfrm>
                <a:off x="6613401" y="2949428"/>
                <a:ext cx="1372082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8" name="Arc 1267">
                <a:extLst>
                  <a:ext uri="{FF2B5EF4-FFF2-40B4-BE49-F238E27FC236}">
                    <a16:creationId xmlns:a16="http://schemas.microsoft.com/office/drawing/2014/main" id="{68E925EC-7583-9F42-9229-66139BCD21A0}"/>
                  </a:ext>
                </a:extLst>
              </p:cNvPr>
              <p:cNvSpPr/>
              <p:nvPr/>
            </p:nvSpPr>
            <p:spPr>
              <a:xfrm rot="1338627">
                <a:off x="6671221" y="2804681"/>
                <a:ext cx="1372082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9" name="Rectangle 1268">
                <a:extLst>
                  <a:ext uri="{FF2B5EF4-FFF2-40B4-BE49-F238E27FC236}">
                    <a16:creationId xmlns:a16="http://schemas.microsoft.com/office/drawing/2014/main" id="{F927E86D-C9BB-1D4B-9491-CED2B123D849}"/>
                  </a:ext>
                </a:extLst>
              </p:cNvPr>
              <p:cNvSpPr/>
              <p:nvPr/>
            </p:nvSpPr>
            <p:spPr>
              <a:xfrm>
                <a:off x="7992182" y="2805809"/>
                <a:ext cx="58909" cy="373291"/>
              </a:xfrm>
              <a:prstGeom prst="rect">
                <a:avLst/>
              </a:prstGeom>
              <a:solidFill>
                <a:srgbClr val="FFEB1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70" name="Arc 1269">
                <a:extLst>
                  <a:ext uri="{FF2B5EF4-FFF2-40B4-BE49-F238E27FC236}">
                    <a16:creationId xmlns:a16="http://schemas.microsoft.com/office/drawing/2014/main" id="{A4BB0F58-EF2D-F64A-81AD-8E67934DEC73}"/>
                  </a:ext>
                </a:extLst>
              </p:cNvPr>
              <p:cNvSpPr/>
              <p:nvPr/>
            </p:nvSpPr>
            <p:spPr>
              <a:xfrm flipH="1">
                <a:off x="8067956" y="2954566"/>
                <a:ext cx="1224347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71" name="Arc 1270">
                <a:extLst>
                  <a:ext uri="{FF2B5EF4-FFF2-40B4-BE49-F238E27FC236}">
                    <a16:creationId xmlns:a16="http://schemas.microsoft.com/office/drawing/2014/main" id="{8E5096AB-B209-9A4B-90AE-4762B8EA1778}"/>
                  </a:ext>
                </a:extLst>
              </p:cNvPr>
              <p:cNvSpPr/>
              <p:nvPr/>
            </p:nvSpPr>
            <p:spPr>
              <a:xfrm rot="20295794" flipH="1">
                <a:off x="7998347" y="2803295"/>
                <a:ext cx="1495026" cy="432629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72" name="Freeform 1271">
                <a:extLst>
                  <a:ext uri="{FF2B5EF4-FFF2-40B4-BE49-F238E27FC236}">
                    <a16:creationId xmlns:a16="http://schemas.microsoft.com/office/drawing/2014/main" id="{E4BC8702-4A66-1E44-BA3A-2E263C89A622}"/>
                  </a:ext>
                </a:extLst>
              </p:cNvPr>
              <p:cNvSpPr/>
              <p:nvPr/>
            </p:nvSpPr>
            <p:spPr>
              <a:xfrm flipH="1">
                <a:off x="8032877" y="5040891"/>
                <a:ext cx="687979" cy="417492"/>
              </a:xfrm>
              <a:custGeom>
                <a:avLst/>
                <a:gdLst>
                  <a:gd name="connsiteX0" fmla="*/ 538716 w 538716"/>
                  <a:gd name="connsiteY0" fmla="*/ 177209 h 581246"/>
                  <a:gd name="connsiteX1" fmla="*/ 482009 w 538716"/>
                  <a:gd name="connsiteY1" fmla="*/ 92148 h 581246"/>
                  <a:gd name="connsiteX2" fmla="*/ 453656 w 538716"/>
                  <a:gd name="connsiteY2" fmla="*/ 49618 h 581246"/>
                  <a:gd name="connsiteX3" fmla="*/ 396949 w 538716"/>
                  <a:gd name="connsiteY3" fmla="*/ 21265 h 581246"/>
                  <a:gd name="connsiteX4" fmla="*/ 396949 w 538716"/>
                  <a:gd name="connsiteY4" fmla="*/ 21265 h 581246"/>
                  <a:gd name="connsiteX5" fmla="*/ 290623 w 538716"/>
                  <a:gd name="connsiteY5" fmla="*/ 0 h 581246"/>
                  <a:gd name="connsiteX6" fmla="*/ 290623 w 538716"/>
                  <a:gd name="connsiteY6" fmla="*/ 0 h 581246"/>
                  <a:gd name="connsiteX7" fmla="*/ 191386 w 538716"/>
                  <a:gd name="connsiteY7" fmla="*/ 28353 h 581246"/>
                  <a:gd name="connsiteX8" fmla="*/ 191386 w 538716"/>
                  <a:gd name="connsiteY8" fmla="*/ 28353 h 581246"/>
                  <a:gd name="connsiteX9" fmla="*/ 120502 w 538716"/>
                  <a:gd name="connsiteY9" fmla="*/ 77972 h 581246"/>
                  <a:gd name="connsiteX10" fmla="*/ 92149 w 538716"/>
                  <a:gd name="connsiteY10" fmla="*/ 106325 h 581246"/>
                  <a:gd name="connsiteX11" fmla="*/ 92149 w 538716"/>
                  <a:gd name="connsiteY11" fmla="*/ 106325 h 581246"/>
                  <a:gd name="connsiteX12" fmla="*/ 56707 w 538716"/>
                  <a:gd name="connsiteY12" fmla="*/ 198474 h 581246"/>
                  <a:gd name="connsiteX13" fmla="*/ 28354 w 538716"/>
                  <a:gd name="connsiteY13" fmla="*/ 290623 h 581246"/>
                  <a:gd name="connsiteX14" fmla="*/ 14177 w 538716"/>
                  <a:gd name="connsiteY14" fmla="*/ 361507 h 581246"/>
                  <a:gd name="connsiteX15" fmla="*/ 7088 w 538716"/>
                  <a:gd name="connsiteY15" fmla="*/ 453655 h 581246"/>
                  <a:gd name="connsiteX16" fmla="*/ 0 w 538716"/>
                  <a:gd name="connsiteY16" fmla="*/ 510362 h 581246"/>
                  <a:gd name="connsiteX17" fmla="*/ 14177 w 538716"/>
                  <a:gd name="connsiteY17" fmla="*/ 581246 h 581246"/>
                  <a:gd name="connsiteX18" fmla="*/ 21265 w 538716"/>
                  <a:gd name="connsiteY18" fmla="*/ 545804 h 581246"/>
                  <a:gd name="connsiteX19" fmla="*/ 35442 w 538716"/>
                  <a:gd name="connsiteY19" fmla="*/ 496186 h 581246"/>
                  <a:gd name="connsiteX20" fmla="*/ 42530 w 538716"/>
                  <a:gd name="connsiteY20" fmla="*/ 482009 h 581246"/>
                  <a:gd name="connsiteX21" fmla="*/ 56707 w 538716"/>
                  <a:gd name="connsiteY21" fmla="*/ 425302 h 581246"/>
                  <a:gd name="connsiteX22" fmla="*/ 70884 w 538716"/>
                  <a:gd name="connsiteY22" fmla="*/ 389860 h 581246"/>
                  <a:gd name="connsiteX23" fmla="*/ 99237 w 538716"/>
                  <a:gd name="connsiteY23" fmla="*/ 333153 h 581246"/>
                  <a:gd name="connsiteX24" fmla="*/ 134679 w 538716"/>
                  <a:gd name="connsiteY24" fmla="*/ 283535 h 581246"/>
                  <a:gd name="connsiteX25" fmla="*/ 170121 w 538716"/>
                  <a:gd name="connsiteY25" fmla="*/ 248093 h 581246"/>
                  <a:gd name="connsiteX26" fmla="*/ 191386 w 538716"/>
                  <a:gd name="connsiteY26" fmla="*/ 219739 h 581246"/>
                  <a:gd name="connsiteX27" fmla="*/ 219740 w 538716"/>
                  <a:gd name="connsiteY27" fmla="*/ 205562 h 581246"/>
                  <a:gd name="connsiteX28" fmla="*/ 262270 w 538716"/>
                  <a:gd name="connsiteY28" fmla="*/ 177209 h 581246"/>
                  <a:gd name="connsiteX29" fmla="*/ 290623 w 538716"/>
                  <a:gd name="connsiteY29" fmla="*/ 170121 h 581246"/>
                  <a:gd name="connsiteX30" fmla="*/ 326065 w 538716"/>
                  <a:gd name="connsiteY30" fmla="*/ 170121 h 581246"/>
                  <a:gd name="connsiteX31" fmla="*/ 375684 w 538716"/>
                  <a:gd name="connsiteY31" fmla="*/ 177209 h 581246"/>
                  <a:gd name="connsiteX32" fmla="*/ 432391 w 538716"/>
                  <a:gd name="connsiteY32" fmla="*/ 191386 h 581246"/>
                  <a:gd name="connsiteX33" fmla="*/ 474921 w 538716"/>
                  <a:gd name="connsiteY33" fmla="*/ 205562 h 581246"/>
                  <a:gd name="connsiteX34" fmla="*/ 538716 w 538716"/>
                  <a:gd name="connsiteY34" fmla="*/ 177209 h 58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8716" h="581246">
                    <a:moveTo>
                      <a:pt x="538716" y="177209"/>
                    </a:moveTo>
                    <a:lnTo>
                      <a:pt x="482009" y="92148"/>
                    </a:lnTo>
                    <a:lnTo>
                      <a:pt x="453656" y="49618"/>
                    </a:lnTo>
                    <a:lnTo>
                      <a:pt x="396949" y="21265"/>
                    </a:lnTo>
                    <a:lnTo>
                      <a:pt x="396949" y="21265"/>
                    </a:lnTo>
                    <a:lnTo>
                      <a:pt x="290623" y="0"/>
                    </a:lnTo>
                    <a:lnTo>
                      <a:pt x="290623" y="0"/>
                    </a:lnTo>
                    <a:lnTo>
                      <a:pt x="191386" y="28353"/>
                    </a:lnTo>
                    <a:lnTo>
                      <a:pt x="191386" y="28353"/>
                    </a:lnTo>
                    <a:lnTo>
                      <a:pt x="120502" y="77972"/>
                    </a:lnTo>
                    <a:lnTo>
                      <a:pt x="92149" y="106325"/>
                    </a:lnTo>
                    <a:lnTo>
                      <a:pt x="92149" y="106325"/>
                    </a:lnTo>
                    <a:lnTo>
                      <a:pt x="56707" y="198474"/>
                    </a:lnTo>
                    <a:lnTo>
                      <a:pt x="28354" y="290623"/>
                    </a:lnTo>
                    <a:lnTo>
                      <a:pt x="14177" y="361507"/>
                    </a:lnTo>
                    <a:lnTo>
                      <a:pt x="7088" y="453655"/>
                    </a:lnTo>
                    <a:lnTo>
                      <a:pt x="0" y="510362"/>
                    </a:lnTo>
                    <a:lnTo>
                      <a:pt x="14177" y="581246"/>
                    </a:lnTo>
                    <a:lnTo>
                      <a:pt x="21265" y="545804"/>
                    </a:lnTo>
                    <a:lnTo>
                      <a:pt x="35442" y="496186"/>
                    </a:lnTo>
                    <a:lnTo>
                      <a:pt x="42530" y="482009"/>
                    </a:lnTo>
                    <a:lnTo>
                      <a:pt x="56707" y="425302"/>
                    </a:lnTo>
                    <a:lnTo>
                      <a:pt x="70884" y="389860"/>
                    </a:lnTo>
                    <a:lnTo>
                      <a:pt x="99237" y="333153"/>
                    </a:lnTo>
                    <a:lnTo>
                      <a:pt x="134679" y="283535"/>
                    </a:lnTo>
                    <a:lnTo>
                      <a:pt x="170121" y="248093"/>
                    </a:lnTo>
                    <a:lnTo>
                      <a:pt x="191386" y="219739"/>
                    </a:lnTo>
                    <a:lnTo>
                      <a:pt x="219740" y="205562"/>
                    </a:lnTo>
                    <a:lnTo>
                      <a:pt x="262270" y="177209"/>
                    </a:lnTo>
                    <a:lnTo>
                      <a:pt x="290623" y="170121"/>
                    </a:lnTo>
                    <a:lnTo>
                      <a:pt x="326065" y="170121"/>
                    </a:lnTo>
                    <a:lnTo>
                      <a:pt x="375684" y="177209"/>
                    </a:lnTo>
                    <a:lnTo>
                      <a:pt x="432391" y="191386"/>
                    </a:lnTo>
                    <a:lnTo>
                      <a:pt x="474921" y="205562"/>
                    </a:lnTo>
                    <a:lnTo>
                      <a:pt x="538716" y="177209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73" name="Freeform 1272">
                <a:extLst>
                  <a:ext uri="{FF2B5EF4-FFF2-40B4-BE49-F238E27FC236}">
                    <a16:creationId xmlns:a16="http://schemas.microsoft.com/office/drawing/2014/main" id="{0B85BF66-5B7A-CE41-8666-49F25D352B82}"/>
                  </a:ext>
                </a:extLst>
              </p:cNvPr>
              <p:cNvSpPr/>
              <p:nvPr/>
            </p:nvSpPr>
            <p:spPr>
              <a:xfrm>
                <a:off x="7332585" y="5034696"/>
                <a:ext cx="694135" cy="421228"/>
              </a:xfrm>
              <a:custGeom>
                <a:avLst/>
                <a:gdLst>
                  <a:gd name="connsiteX0" fmla="*/ 538716 w 538716"/>
                  <a:gd name="connsiteY0" fmla="*/ 177209 h 581246"/>
                  <a:gd name="connsiteX1" fmla="*/ 482009 w 538716"/>
                  <a:gd name="connsiteY1" fmla="*/ 92148 h 581246"/>
                  <a:gd name="connsiteX2" fmla="*/ 453656 w 538716"/>
                  <a:gd name="connsiteY2" fmla="*/ 49618 h 581246"/>
                  <a:gd name="connsiteX3" fmla="*/ 396949 w 538716"/>
                  <a:gd name="connsiteY3" fmla="*/ 21265 h 581246"/>
                  <a:gd name="connsiteX4" fmla="*/ 396949 w 538716"/>
                  <a:gd name="connsiteY4" fmla="*/ 21265 h 581246"/>
                  <a:gd name="connsiteX5" fmla="*/ 290623 w 538716"/>
                  <a:gd name="connsiteY5" fmla="*/ 0 h 581246"/>
                  <a:gd name="connsiteX6" fmla="*/ 290623 w 538716"/>
                  <a:gd name="connsiteY6" fmla="*/ 0 h 581246"/>
                  <a:gd name="connsiteX7" fmla="*/ 191386 w 538716"/>
                  <a:gd name="connsiteY7" fmla="*/ 28353 h 581246"/>
                  <a:gd name="connsiteX8" fmla="*/ 191386 w 538716"/>
                  <a:gd name="connsiteY8" fmla="*/ 28353 h 581246"/>
                  <a:gd name="connsiteX9" fmla="*/ 120502 w 538716"/>
                  <a:gd name="connsiteY9" fmla="*/ 77972 h 581246"/>
                  <a:gd name="connsiteX10" fmla="*/ 92149 w 538716"/>
                  <a:gd name="connsiteY10" fmla="*/ 106325 h 581246"/>
                  <a:gd name="connsiteX11" fmla="*/ 92149 w 538716"/>
                  <a:gd name="connsiteY11" fmla="*/ 106325 h 581246"/>
                  <a:gd name="connsiteX12" fmla="*/ 56707 w 538716"/>
                  <a:gd name="connsiteY12" fmla="*/ 198474 h 581246"/>
                  <a:gd name="connsiteX13" fmla="*/ 28354 w 538716"/>
                  <a:gd name="connsiteY13" fmla="*/ 290623 h 581246"/>
                  <a:gd name="connsiteX14" fmla="*/ 14177 w 538716"/>
                  <a:gd name="connsiteY14" fmla="*/ 361507 h 581246"/>
                  <a:gd name="connsiteX15" fmla="*/ 7088 w 538716"/>
                  <a:gd name="connsiteY15" fmla="*/ 453655 h 581246"/>
                  <a:gd name="connsiteX16" fmla="*/ 0 w 538716"/>
                  <a:gd name="connsiteY16" fmla="*/ 510362 h 581246"/>
                  <a:gd name="connsiteX17" fmla="*/ 14177 w 538716"/>
                  <a:gd name="connsiteY17" fmla="*/ 581246 h 581246"/>
                  <a:gd name="connsiteX18" fmla="*/ 21265 w 538716"/>
                  <a:gd name="connsiteY18" fmla="*/ 545804 h 581246"/>
                  <a:gd name="connsiteX19" fmla="*/ 35442 w 538716"/>
                  <a:gd name="connsiteY19" fmla="*/ 496186 h 581246"/>
                  <a:gd name="connsiteX20" fmla="*/ 42530 w 538716"/>
                  <a:gd name="connsiteY20" fmla="*/ 482009 h 581246"/>
                  <a:gd name="connsiteX21" fmla="*/ 56707 w 538716"/>
                  <a:gd name="connsiteY21" fmla="*/ 425302 h 581246"/>
                  <a:gd name="connsiteX22" fmla="*/ 70884 w 538716"/>
                  <a:gd name="connsiteY22" fmla="*/ 389860 h 581246"/>
                  <a:gd name="connsiteX23" fmla="*/ 99237 w 538716"/>
                  <a:gd name="connsiteY23" fmla="*/ 333153 h 581246"/>
                  <a:gd name="connsiteX24" fmla="*/ 134679 w 538716"/>
                  <a:gd name="connsiteY24" fmla="*/ 283535 h 581246"/>
                  <a:gd name="connsiteX25" fmla="*/ 170121 w 538716"/>
                  <a:gd name="connsiteY25" fmla="*/ 248093 h 581246"/>
                  <a:gd name="connsiteX26" fmla="*/ 191386 w 538716"/>
                  <a:gd name="connsiteY26" fmla="*/ 219739 h 581246"/>
                  <a:gd name="connsiteX27" fmla="*/ 219740 w 538716"/>
                  <a:gd name="connsiteY27" fmla="*/ 205562 h 581246"/>
                  <a:gd name="connsiteX28" fmla="*/ 262270 w 538716"/>
                  <a:gd name="connsiteY28" fmla="*/ 177209 h 581246"/>
                  <a:gd name="connsiteX29" fmla="*/ 290623 w 538716"/>
                  <a:gd name="connsiteY29" fmla="*/ 170121 h 581246"/>
                  <a:gd name="connsiteX30" fmla="*/ 326065 w 538716"/>
                  <a:gd name="connsiteY30" fmla="*/ 170121 h 581246"/>
                  <a:gd name="connsiteX31" fmla="*/ 375684 w 538716"/>
                  <a:gd name="connsiteY31" fmla="*/ 177209 h 581246"/>
                  <a:gd name="connsiteX32" fmla="*/ 432391 w 538716"/>
                  <a:gd name="connsiteY32" fmla="*/ 191386 h 581246"/>
                  <a:gd name="connsiteX33" fmla="*/ 474921 w 538716"/>
                  <a:gd name="connsiteY33" fmla="*/ 205562 h 581246"/>
                  <a:gd name="connsiteX34" fmla="*/ 538716 w 538716"/>
                  <a:gd name="connsiteY34" fmla="*/ 177209 h 58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8716" h="581246">
                    <a:moveTo>
                      <a:pt x="538716" y="177209"/>
                    </a:moveTo>
                    <a:lnTo>
                      <a:pt x="482009" y="92148"/>
                    </a:lnTo>
                    <a:lnTo>
                      <a:pt x="453656" y="49618"/>
                    </a:lnTo>
                    <a:lnTo>
                      <a:pt x="396949" y="21265"/>
                    </a:lnTo>
                    <a:lnTo>
                      <a:pt x="396949" y="21265"/>
                    </a:lnTo>
                    <a:lnTo>
                      <a:pt x="290623" y="0"/>
                    </a:lnTo>
                    <a:lnTo>
                      <a:pt x="290623" y="0"/>
                    </a:lnTo>
                    <a:lnTo>
                      <a:pt x="191386" y="28353"/>
                    </a:lnTo>
                    <a:lnTo>
                      <a:pt x="191386" y="28353"/>
                    </a:lnTo>
                    <a:lnTo>
                      <a:pt x="120502" y="77972"/>
                    </a:lnTo>
                    <a:lnTo>
                      <a:pt x="92149" y="106325"/>
                    </a:lnTo>
                    <a:lnTo>
                      <a:pt x="92149" y="106325"/>
                    </a:lnTo>
                    <a:lnTo>
                      <a:pt x="56707" y="198474"/>
                    </a:lnTo>
                    <a:lnTo>
                      <a:pt x="28354" y="290623"/>
                    </a:lnTo>
                    <a:lnTo>
                      <a:pt x="14177" y="361507"/>
                    </a:lnTo>
                    <a:lnTo>
                      <a:pt x="7088" y="453655"/>
                    </a:lnTo>
                    <a:lnTo>
                      <a:pt x="0" y="510362"/>
                    </a:lnTo>
                    <a:lnTo>
                      <a:pt x="14177" y="581246"/>
                    </a:lnTo>
                    <a:lnTo>
                      <a:pt x="21265" y="545804"/>
                    </a:lnTo>
                    <a:lnTo>
                      <a:pt x="35442" y="496186"/>
                    </a:lnTo>
                    <a:lnTo>
                      <a:pt x="42530" y="482009"/>
                    </a:lnTo>
                    <a:lnTo>
                      <a:pt x="56707" y="425302"/>
                    </a:lnTo>
                    <a:lnTo>
                      <a:pt x="70884" y="389860"/>
                    </a:lnTo>
                    <a:lnTo>
                      <a:pt x="99237" y="333153"/>
                    </a:lnTo>
                    <a:lnTo>
                      <a:pt x="134679" y="283535"/>
                    </a:lnTo>
                    <a:lnTo>
                      <a:pt x="170121" y="248093"/>
                    </a:lnTo>
                    <a:lnTo>
                      <a:pt x="191386" y="219739"/>
                    </a:lnTo>
                    <a:lnTo>
                      <a:pt x="219740" y="205562"/>
                    </a:lnTo>
                    <a:lnTo>
                      <a:pt x="262270" y="177209"/>
                    </a:lnTo>
                    <a:lnTo>
                      <a:pt x="290623" y="170121"/>
                    </a:lnTo>
                    <a:lnTo>
                      <a:pt x="326065" y="170121"/>
                    </a:lnTo>
                    <a:lnTo>
                      <a:pt x="375684" y="177209"/>
                    </a:lnTo>
                    <a:lnTo>
                      <a:pt x="432391" y="191386"/>
                    </a:lnTo>
                    <a:lnTo>
                      <a:pt x="474921" y="205562"/>
                    </a:lnTo>
                    <a:lnTo>
                      <a:pt x="538716" y="177209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74" name="Rectangle 1273">
                <a:extLst>
                  <a:ext uri="{FF2B5EF4-FFF2-40B4-BE49-F238E27FC236}">
                    <a16:creationId xmlns:a16="http://schemas.microsoft.com/office/drawing/2014/main" id="{A17C77D5-F330-A743-8DBA-9F140D2E1C9D}"/>
                  </a:ext>
                </a:extLst>
              </p:cNvPr>
              <p:cNvSpPr/>
              <p:nvPr/>
            </p:nvSpPr>
            <p:spPr>
              <a:xfrm>
                <a:off x="7956380" y="4172773"/>
                <a:ext cx="140681" cy="1871659"/>
              </a:xfrm>
              <a:prstGeom prst="rect">
                <a:avLst/>
              </a:pr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75" name="Freeform 1274">
                <a:extLst>
                  <a:ext uri="{FF2B5EF4-FFF2-40B4-BE49-F238E27FC236}">
                    <a16:creationId xmlns:a16="http://schemas.microsoft.com/office/drawing/2014/main" id="{CE30E258-2360-B44A-AA63-E55E743B7553}"/>
                  </a:ext>
                </a:extLst>
              </p:cNvPr>
              <p:cNvSpPr/>
              <p:nvPr/>
            </p:nvSpPr>
            <p:spPr>
              <a:xfrm>
                <a:off x="6958374" y="4226483"/>
                <a:ext cx="1013509" cy="242264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76" name="Freeform 1275">
                <a:extLst>
                  <a:ext uri="{FF2B5EF4-FFF2-40B4-BE49-F238E27FC236}">
                    <a16:creationId xmlns:a16="http://schemas.microsoft.com/office/drawing/2014/main" id="{8AD46C81-6498-1B4C-804A-FAD801105540}"/>
                  </a:ext>
                </a:extLst>
              </p:cNvPr>
              <p:cNvSpPr/>
              <p:nvPr/>
            </p:nvSpPr>
            <p:spPr>
              <a:xfrm flipH="1">
                <a:off x="8067957" y="4220216"/>
                <a:ext cx="1065946" cy="254799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77" name="Freeform 1276">
                <a:extLst>
                  <a:ext uri="{FF2B5EF4-FFF2-40B4-BE49-F238E27FC236}">
                    <a16:creationId xmlns:a16="http://schemas.microsoft.com/office/drawing/2014/main" id="{287698F3-231E-054B-8989-76FBB7FD9E12}"/>
                  </a:ext>
                </a:extLst>
              </p:cNvPr>
              <p:cNvSpPr/>
              <p:nvPr/>
            </p:nvSpPr>
            <p:spPr>
              <a:xfrm rot="20572658">
                <a:off x="7136516" y="3686104"/>
                <a:ext cx="894487" cy="152483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78" name="Freeform 1277">
                <a:extLst>
                  <a:ext uri="{FF2B5EF4-FFF2-40B4-BE49-F238E27FC236}">
                    <a16:creationId xmlns:a16="http://schemas.microsoft.com/office/drawing/2014/main" id="{BF7556C9-238C-C14A-B613-40826FB1FDCD}"/>
                  </a:ext>
                </a:extLst>
              </p:cNvPr>
              <p:cNvSpPr/>
              <p:nvPr/>
            </p:nvSpPr>
            <p:spPr>
              <a:xfrm rot="1007770" flipH="1">
                <a:off x="7970533" y="3684077"/>
                <a:ext cx="865209" cy="147492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79" name="Freeform 1278">
                <a:extLst>
                  <a:ext uri="{FF2B5EF4-FFF2-40B4-BE49-F238E27FC236}">
                    <a16:creationId xmlns:a16="http://schemas.microsoft.com/office/drawing/2014/main" id="{695460F2-5EC4-CD4C-9C3A-47B62BD1100A}"/>
                  </a:ext>
                </a:extLst>
              </p:cNvPr>
              <p:cNvSpPr/>
              <p:nvPr/>
            </p:nvSpPr>
            <p:spPr>
              <a:xfrm>
                <a:off x="7390657" y="6024306"/>
                <a:ext cx="578192" cy="687207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0" name="Freeform 1279">
                <a:extLst>
                  <a:ext uri="{FF2B5EF4-FFF2-40B4-BE49-F238E27FC236}">
                    <a16:creationId xmlns:a16="http://schemas.microsoft.com/office/drawing/2014/main" id="{2131F525-CAD8-B94F-8B8A-A71238E923AC}"/>
                  </a:ext>
                </a:extLst>
              </p:cNvPr>
              <p:cNvSpPr/>
              <p:nvPr/>
            </p:nvSpPr>
            <p:spPr>
              <a:xfrm rot="21085137">
                <a:off x="7431410" y="6050601"/>
                <a:ext cx="715084" cy="662778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1" name="Freeform 1280">
                <a:extLst>
                  <a:ext uri="{FF2B5EF4-FFF2-40B4-BE49-F238E27FC236}">
                    <a16:creationId xmlns:a16="http://schemas.microsoft.com/office/drawing/2014/main" id="{B5D758F8-0D16-8E49-B949-1CEAB6845D84}"/>
                  </a:ext>
                </a:extLst>
              </p:cNvPr>
              <p:cNvSpPr/>
              <p:nvPr/>
            </p:nvSpPr>
            <p:spPr>
              <a:xfrm>
                <a:off x="7724979" y="6024306"/>
                <a:ext cx="360007" cy="687207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2" name="Freeform 1281">
                <a:extLst>
                  <a:ext uri="{FF2B5EF4-FFF2-40B4-BE49-F238E27FC236}">
                    <a16:creationId xmlns:a16="http://schemas.microsoft.com/office/drawing/2014/main" id="{B078482B-DFCE-094D-862D-F7D41ED71019}"/>
                  </a:ext>
                </a:extLst>
              </p:cNvPr>
              <p:cNvSpPr/>
              <p:nvPr/>
            </p:nvSpPr>
            <p:spPr>
              <a:xfrm>
                <a:off x="7848678" y="6024302"/>
                <a:ext cx="186483" cy="675500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3" name="Freeform 1282">
                <a:extLst>
                  <a:ext uri="{FF2B5EF4-FFF2-40B4-BE49-F238E27FC236}">
                    <a16:creationId xmlns:a16="http://schemas.microsoft.com/office/drawing/2014/main" id="{CC022948-0E6C-FC4C-8CF6-1C358AD0D977}"/>
                  </a:ext>
                </a:extLst>
              </p:cNvPr>
              <p:cNvSpPr/>
              <p:nvPr/>
            </p:nvSpPr>
            <p:spPr>
              <a:xfrm flipH="1">
                <a:off x="8025051" y="6035565"/>
                <a:ext cx="556240" cy="661116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4" name="Freeform 1283">
                <a:extLst>
                  <a:ext uri="{FF2B5EF4-FFF2-40B4-BE49-F238E27FC236}">
                    <a16:creationId xmlns:a16="http://schemas.microsoft.com/office/drawing/2014/main" id="{248B4689-8249-C946-9E5F-0A35B37D2C7F}"/>
                  </a:ext>
                </a:extLst>
              </p:cNvPr>
              <p:cNvSpPr/>
              <p:nvPr/>
            </p:nvSpPr>
            <p:spPr>
              <a:xfrm rot="21085137" flipH="1">
                <a:off x="8112381" y="5996790"/>
                <a:ext cx="540044" cy="651130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5" name="Freeform 1284">
                <a:extLst>
                  <a:ext uri="{FF2B5EF4-FFF2-40B4-BE49-F238E27FC236}">
                    <a16:creationId xmlns:a16="http://schemas.microsoft.com/office/drawing/2014/main" id="{EEC600A6-E24E-0B4A-B340-0488A38A3B2F}"/>
                  </a:ext>
                </a:extLst>
              </p:cNvPr>
              <p:cNvSpPr/>
              <p:nvPr/>
            </p:nvSpPr>
            <p:spPr>
              <a:xfrm flipH="1">
                <a:off x="8029176" y="6024303"/>
                <a:ext cx="346338" cy="661116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6" name="Freeform 1285">
                <a:extLst>
                  <a:ext uri="{FF2B5EF4-FFF2-40B4-BE49-F238E27FC236}">
                    <a16:creationId xmlns:a16="http://schemas.microsoft.com/office/drawing/2014/main" id="{5682994F-76F4-F148-A7CD-21D6B4737F04}"/>
                  </a:ext>
                </a:extLst>
              </p:cNvPr>
              <p:cNvSpPr/>
              <p:nvPr/>
            </p:nvSpPr>
            <p:spPr>
              <a:xfrm flipH="1">
                <a:off x="8022942" y="6035566"/>
                <a:ext cx="179403" cy="649854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7" name="Freeform 1286">
                <a:extLst>
                  <a:ext uri="{FF2B5EF4-FFF2-40B4-BE49-F238E27FC236}">
                    <a16:creationId xmlns:a16="http://schemas.microsoft.com/office/drawing/2014/main" id="{91B87A3C-42E0-BA42-8CA1-83F3C654832C}"/>
                  </a:ext>
                </a:extLst>
              </p:cNvPr>
              <p:cNvSpPr/>
              <p:nvPr/>
            </p:nvSpPr>
            <p:spPr>
              <a:xfrm flipV="1">
                <a:off x="7377524" y="3273858"/>
                <a:ext cx="655353" cy="166459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73A63D">
                      <a:shade val="30000"/>
                      <a:satMod val="115000"/>
                    </a:srgbClr>
                  </a:gs>
                  <a:gs pos="50000">
                    <a:srgbClr val="73A63D">
                      <a:shade val="67500"/>
                      <a:satMod val="115000"/>
                    </a:srgbClr>
                  </a:gs>
                  <a:gs pos="100000">
                    <a:srgbClr val="73A63D">
                      <a:shade val="100000"/>
                      <a:satMod val="115000"/>
                    </a:srgb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8" name="Freeform 1287">
                <a:extLst>
                  <a:ext uri="{FF2B5EF4-FFF2-40B4-BE49-F238E27FC236}">
                    <a16:creationId xmlns:a16="http://schemas.microsoft.com/office/drawing/2014/main" id="{7B6C47FF-E32A-9F4D-99DD-149D2FF53186}"/>
                  </a:ext>
                </a:extLst>
              </p:cNvPr>
              <p:cNvSpPr/>
              <p:nvPr/>
            </p:nvSpPr>
            <p:spPr>
              <a:xfrm flipH="1" flipV="1">
                <a:off x="7999083" y="3284834"/>
                <a:ext cx="561437" cy="142604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9" name="Rectangle 1288">
                <a:extLst>
                  <a:ext uri="{FF2B5EF4-FFF2-40B4-BE49-F238E27FC236}">
                    <a16:creationId xmlns:a16="http://schemas.microsoft.com/office/drawing/2014/main" id="{9ABD8750-E085-7448-9E52-D74BC2EBD4BD}"/>
                  </a:ext>
                </a:extLst>
              </p:cNvPr>
              <p:cNvSpPr/>
              <p:nvPr/>
            </p:nvSpPr>
            <p:spPr>
              <a:xfrm>
                <a:off x="7985483" y="3165691"/>
                <a:ext cx="82474" cy="1871659"/>
              </a:xfrm>
              <a:prstGeom prst="rect">
                <a:avLst/>
              </a:pr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261" name="Group 1260">
              <a:extLst>
                <a:ext uri="{FF2B5EF4-FFF2-40B4-BE49-F238E27FC236}">
                  <a16:creationId xmlns:a16="http://schemas.microsoft.com/office/drawing/2014/main" id="{3CE2D0CF-3F08-374C-A5DF-F1B02EEA996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700260" y="4116259"/>
              <a:ext cx="451286" cy="451286"/>
              <a:chOff x="6083320" y="140760"/>
              <a:chExt cx="2072925" cy="2072925"/>
            </a:xfrm>
          </p:grpSpPr>
          <p:sp>
            <p:nvSpPr>
              <p:cNvPr id="1265" name="Freeform 1264">
                <a:extLst>
                  <a:ext uri="{FF2B5EF4-FFF2-40B4-BE49-F238E27FC236}">
                    <a16:creationId xmlns:a16="http://schemas.microsoft.com/office/drawing/2014/main" id="{CE0C6DB2-13DA-284D-AAD7-AE402DC8487C}"/>
                  </a:ext>
                </a:extLst>
              </p:cNvPr>
              <p:cNvSpPr/>
              <p:nvPr/>
            </p:nvSpPr>
            <p:spPr>
              <a:xfrm rot="3110300">
                <a:off x="6707124" y="-59881"/>
                <a:ext cx="825318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6" name="Freeform 1265">
                <a:extLst>
                  <a:ext uri="{FF2B5EF4-FFF2-40B4-BE49-F238E27FC236}">
                    <a16:creationId xmlns:a16="http://schemas.microsoft.com/office/drawing/2014/main" id="{35B52BFD-1A92-E14D-BEA0-041149B93C10}"/>
                  </a:ext>
                </a:extLst>
              </p:cNvPr>
              <p:cNvSpPr/>
              <p:nvPr/>
            </p:nvSpPr>
            <p:spPr>
              <a:xfrm rot="1932819" flipH="1">
                <a:off x="6985922" y="140760"/>
                <a:ext cx="692901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262" name="Group 1261">
              <a:extLst>
                <a:ext uri="{FF2B5EF4-FFF2-40B4-BE49-F238E27FC236}">
                  <a16:creationId xmlns:a16="http://schemas.microsoft.com/office/drawing/2014/main" id="{2E49DD0A-988D-3841-AD42-547A065C8EC1}"/>
                </a:ext>
              </a:extLst>
            </p:cNvPr>
            <p:cNvGrpSpPr>
              <a:grpSpLocks noChangeAspect="1"/>
            </p:cNvGrpSpPr>
            <p:nvPr/>
          </p:nvGrpSpPr>
          <p:grpSpPr>
            <a:xfrm rot="16930512">
              <a:off x="7361342" y="4867389"/>
              <a:ext cx="451286" cy="451286"/>
              <a:chOff x="6083320" y="140760"/>
              <a:chExt cx="2072925" cy="2072925"/>
            </a:xfrm>
          </p:grpSpPr>
          <p:sp>
            <p:nvSpPr>
              <p:cNvPr id="1263" name="Freeform 1262">
                <a:extLst>
                  <a:ext uri="{FF2B5EF4-FFF2-40B4-BE49-F238E27FC236}">
                    <a16:creationId xmlns:a16="http://schemas.microsoft.com/office/drawing/2014/main" id="{6290AFDA-6966-5846-A648-A322113364CC}"/>
                  </a:ext>
                </a:extLst>
              </p:cNvPr>
              <p:cNvSpPr/>
              <p:nvPr/>
            </p:nvSpPr>
            <p:spPr>
              <a:xfrm rot="3110300">
                <a:off x="6707124" y="-59881"/>
                <a:ext cx="825318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4" name="Freeform 1263">
                <a:extLst>
                  <a:ext uri="{FF2B5EF4-FFF2-40B4-BE49-F238E27FC236}">
                    <a16:creationId xmlns:a16="http://schemas.microsoft.com/office/drawing/2014/main" id="{82F88A5E-60F4-554E-8334-AA58C60E2CEA}"/>
                  </a:ext>
                </a:extLst>
              </p:cNvPr>
              <p:cNvSpPr/>
              <p:nvPr/>
            </p:nvSpPr>
            <p:spPr>
              <a:xfrm rot="1932819" flipH="1">
                <a:off x="6985922" y="140760"/>
                <a:ext cx="692901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290" name="Group 1289">
            <a:extLst>
              <a:ext uri="{FF2B5EF4-FFF2-40B4-BE49-F238E27FC236}">
                <a16:creationId xmlns:a16="http://schemas.microsoft.com/office/drawing/2014/main" id="{6C3551DB-78F0-E244-AA40-0939AD5CB210}"/>
              </a:ext>
            </a:extLst>
          </p:cNvPr>
          <p:cNvGrpSpPr/>
          <p:nvPr/>
        </p:nvGrpSpPr>
        <p:grpSpPr>
          <a:xfrm>
            <a:off x="5871652" y="6279397"/>
            <a:ext cx="686823" cy="439136"/>
            <a:chOff x="5871652" y="6279397"/>
            <a:chExt cx="686823" cy="439136"/>
          </a:xfrm>
        </p:grpSpPr>
        <p:sp>
          <p:nvSpPr>
            <p:cNvPr id="1291" name="Freeform 1290">
              <a:extLst>
                <a:ext uri="{FF2B5EF4-FFF2-40B4-BE49-F238E27FC236}">
                  <a16:creationId xmlns:a16="http://schemas.microsoft.com/office/drawing/2014/main" id="{34DAF15B-FA2D-8941-BBA5-BFAB6F7F3181}"/>
                </a:ext>
              </a:extLst>
            </p:cNvPr>
            <p:cNvSpPr/>
            <p:nvPr/>
          </p:nvSpPr>
          <p:spPr>
            <a:xfrm rot="17421667">
              <a:off x="5962111" y="6248061"/>
              <a:ext cx="147799" cy="230790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6FA03B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2" name="Freeform 1291">
              <a:extLst>
                <a:ext uri="{FF2B5EF4-FFF2-40B4-BE49-F238E27FC236}">
                  <a16:creationId xmlns:a16="http://schemas.microsoft.com/office/drawing/2014/main" id="{5938FB4E-E490-3D47-909D-4CFB31701920}"/>
                </a:ext>
              </a:extLst>
            </p:cNvPr>
            <p:cNvSpPr/>
            <p:nvPr/>
          </p:nvSpPr>
          <p:spPr>
            <a:xfrm rot="18535560" flipH="1">
              <a:off x="6065278" y="6197211"/>
              <a:ext cx="146579" cy="338361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93" name="Freeform 1292">
              <a:extLst>
                <a:ext uri="{FF2B5EF4-FFF2-40B4-BE49-F238E27FC236}">
                  <a16:creationId xmlns:a16="http://schemas.microsoft.com/office/drawing/2014/main" id="{04305DE0-40A4-D049-8AB1-9A5DA738ED35}"/>
                </a:ext>
              </a:extLst>
            </p:cNvPr>
            <p:cNvSpPr/>
            <p:nvPr/>
          </p:nvSpPr>
          <p:spPr>
            <a:xfrm rot="18535560">
              <a:off x="5968342" y="6315152"/>
              <a:ext cx="147799" cy="341179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4" name="Rectangle 1293">
              <a:extLst>
                <a:ext uri="{FF2B5EF4-FFF2-40B4-BE49-F238E27FC236}">
                  <a16:creationId xmlns:a16="http://schemas.microsoft.com/office/drawing/2014/main" id="{DA0452CF-8E5A-B941-8A16-3B44147E90E1}"/>
                </a:ext>
              </a:extLst>
            </p:cNvPr>
            <p:cNvSpPr/>
            <p:nvPr/>
          </p:nvSpPr>
          <p:spPr>
            <a:xfrm rot="18535560">
              <a:off x="6119618" y="6244121"/>
              <a:ext cx="142391" cy="504896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1295" name="Oval 1294">
              <a:extLst>
                <a:ext uri="{FF2B5EF4-FFF2-40B4-BE49-F238E27FC236}">
                  <a16:creationId xmlns:a16="http://schemas.microsoft.com/office/drawing/2014/main" id="{3CF11CA9-C990-3048-95FB-5CF3A2C073C6}"/>
                </a:ext>
              </a:extLst>
            </p:cNvPr>
            <p:cNvSpPr/>
            <p:nvPr/>
          </p:nvSpPr>
          <p:spPr>
            <a:xfrm rot="18535560">
              <a:off x="5929443" y="6341203"/>
              <a:ext cx="32213" cy="24486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96" name="Oval 1295">
              <a:extLst>
                <a:ext uri="{FF2B5EF4-FFF2-40B4-BE49-F238E27FC236}">
                  <a16:creationId xmlns:a16="http://schemas.microsoft.com/office/drawing/2014/main" id="{6477B0AE-5962-404F-BE32-7E4220928CBE}"/>
                </a:ext>
              </a:extLst>
            </p:cNvPr>
            <p:cNvSpPr/>
            <p:nvPr/>
          </p:nvSpPr>
          <p:spPr>
            <a:xfrm rot="18535560">
              <a:off x="5936891" y="636058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97" name="Oval 1296">
              <a:extLst>
                <a:ext uri="{FF2B5EF4-FFF2-40B4-BE49-F238E27FC236}">
                  <a16:creationId xmlns:a16="http://schemas.microsoft.com/office/drawing/2014/main" id="{E2D83D71-850B-F34D-927A-6B74CE02310D}"/>
                </a:ext>
              </a:extLst>
            </p:cNvPr>
            <p:cNvSpPr/>
            <p:nvPr/>
          </p:nvSpPr>
          <p:spPr>
            <a:xfrm rot="18535560">
              <a:off x="5954255" y="633452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98" name="Oval 1297">
              <a:extLst>
                <a:ext uri="{FF2B5EF4-FFF2-40B4-BE49-F238E27FC236}">
                  <a16:creationId xmlns:a16="http://schemas.microsoft.com/office/drawing/2014/main" id="{B391DA7C-3609-BE4E-8666-DB266A0FB243}"/>
                </a:ext>
              </a:extLst>
            </p:cNvPr>
            <p:cNvSpPr/>
            <p:nvPr/>
          </p:nvSpPr>
          <p:spPr>
            <a:xfrm rot="18535560">
              <a:off x="5971959" y="631260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99" name="Oval 1298">
              <a:extLst>
                <a:ext uri="{FF2B5EF4-FFF2-40B4-BE49-F238E27FC236}">
                  <a16:creationId xmlns:a16="http://schemas.microsoft.com/office/drawing/2014/main" id="{A970EC7D-745F-6B4F-B3BD-98D4E6602A4A}"/>
                </a:ext>
              </a:extLst>
            </p:cNvPr>
            <p:cNvSpPr/>
            <p:nvPr/>
          </p:nvSpPr>
          <p:spPr>
            <a:xfrm rot="18535560">
              <a:off x="5995195" y="628383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00" name="Oval 1299">
              <a:extLst>
                <a:ext uri="{FF2B5EF4-FFF2-40B4-BE49-F238E27FC236}">
                  <a16:creationId xmlns:a16="http://schemas.microsoft.com/office/drawing/2014/main" id="{3D893CE1-FFCF-7548-869F-52D92294DAE7}"/>
                </a:ext>
              </a:extLst>
            </p:cNvPr>
            <p:cNvSpPr/>
            <p:nvPr/>
          </p:nvSpPr>
          <p:spPr>
            <a:xfrm rot="18535560">
              <a:off x="5952745" y="6313963"/>
              <a:ext cx="31259" cy="23761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01" name="Oval 1300">
              <a:extLst>
                <a:ext uri="{FF2B5EF4-FFF2-40B4-BE49-F238E27FC236}">
                  <a16:creationId xmlns:a16="http://schemas.microsoft.com/office/drawing/2014/main" id="{12A9479C-B213-4446-8457-AE8CD41F3AA5}"/>
                </a:ext>
              </a:extLst>
            </p:cNvPr>
            <p:cNvSpPr/>
            <p:nvPr/>
          </p:nvSpPr>
          <p:spPr>
            <a:xfrm rot="18535560">
              <a:off x="5975491" y="6287033"/>
              <a:ext cx="32958" cy="22209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02" name="Oval 1301">
              <a:extLst>
                <a:ext uri="{FF2B5EF4-FFF2-40B4-BE49-F238E27FC236}">
                  <a16:creationId xmlns:a16="http://schemas.microsoft.com/office/drawing/2014/main" id="{580B78E8-AFA1-F84D-A9F2-AC260ADD0AC2}"/>
                </a:ext>
              </a:extLst>
            </p:cNvPr>
            <p:cNvSpPr/>
            <p:nvPr/>
          </p:nvSpPr>
          <p:spPr>
            <a:xfrm rot="18535560">
              <a:off x="5938537" y="6393133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03" name="Oval 1302">
              <a:extLst>
                <a:ext uri="{FF2B5EF4-FFF2-40B4-BE49-F238E27FC236}">
                  <a16:creationId xmlns:a16="http://schemas.microsoft.com/office/drawing/2014/main" id="{EAAB3ADD-AC6F-224F-AC90-AFD0057F3684}"/>
                </a:ext>
              </a:extLst>
            </p:cNvPr>
            <p:cNvSpPr/>
            <p:nvPr/>
          </p:nvSpPr>
          <p:spPr>
            <a:xfrm rot="18535560">
              <a:off x="5961773" y="63643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04" name="Oval 1303">
              <a:extLst>
                <a:ext uri="{FF2B5EF4-FFF2-40B4-BE49-F238E27FC236}">
                  <a16:creationId xmlns:a16="http://schemas.microsoft.com/office/drawing/2014/main" id="{14009807-FB38-B14A-A6F1-E54AC71C3E4E}"/>
                </a:ext>
              </a:extLst>
            </p:cNvPr>
            <p:cNvSpPr/>
            <p:nvPr/>
          </p:nvSpPr>
          <p:spPr>
            <a:xfrm rot="18535560">
              <a:off x="5979476" y="634244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05" name="Oval 1304">
              <a:extLst>
                <a:ext uri="{FF2B5EF4-FFF2-40B4-BE49-F238E27FC236}">
                  <a16:creationId xmlns:a16="http://schemas.microsoft.com/office/drawing/2014/main" id="{518872C0-3A25-8A4D-B70E-EEE6491D7AE4}"/>
                </a:ext>
              </a:extLst>
            </p:cNvPr>
            <p:cNvSpPr/>
            <p:nvPr/>
          </p:nvSpPr>
          <p:spPr>
            <a:xfrm rot="18535560">
              <a:off x="6002713" y="631367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06" name="Oval 1305">
              <a:extLst>
                <a:ext uri="{FF2B5EF4-FFF2-40B4-BE49-F238E27FC236}">
                  <a16:creationId xmlns:a16="http://schemas.microsoft.com/office/drawing/2014/main" id="{588A22AE-1555-4C49-B547-5008DA49473C}"/>
                </a:ext>
              </a:extLst>
            </p:cNvPr>
            <p:cNvSpPr/>
            <p:nvPr/>
          </p:nvSpPr>
          <p:spPr>
            <a:xfrm rot="18535560">
              <a:off x="6022271" y="628759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07" name="Oval 1306">
              <a:extLst>
                <a:ext uri="{FF2B5EF4-FFF2-40B4-BE49-F238E27FC236}">
                  <a16:creationId xmlns:a16="http://schemas.microsoft.com/office/drawing/2014/main" id="{72662E90-252C-0142-A97A-AA91844D63A4}"/>
                </a:ext>
              </a:extLst>
            </p:cNvPr>
            <p:cNvSpPr/>
            <p:nvPr/>
          </p:nvSpPr>
          <p:spPr>
            <a:xfrm rot="18535560">
              <a:off x="5958616" y="6403691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08" name="Oval 1307">
              <a:extLst>
                <a:ext uri="{FF2B5EF4-FFF2-40B4-BE49-F238E27FC236}">
                  <a16:creationId xmlns:a16="http://schemas.microsoft.com/office/drawing/2014/main" id="{7F68C562-FEB4-474F-B501-49B228695FFF}"/>
                </a:ext>
              </a:extLst>
            </p:cNvPr>
            <p:cNvSpPr/>
            <p:nvPr/>
          </p:nvSpPr>
          <p:spPr>
            <a:xfrm rot="18535560">
              <a:off x="5976759" y="63849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09" name="Oval 1308">
              <a:extLst>
                <a:ext uri="{FF2B5EF4-FFF2-40B4-BE49-F238E27FC236}">
                  <a16:creationId xmlns:a16="http://schemas.microsoft.com/office/drawing/2014/main" id="{60C8BA16-468B-2446-9922-A327AE1B9C03}"/>
                </a:ext>
              </a:extLst>
            </p:cNvPr>
            <p:cNvSpPr/>
            <p:nvPr/>
          </p:nvSpPr>
          <p:spPr>
            <a:xfrm rot="18535560">
              <a:off x="5994934" y="636058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10" name="Oval 1309">
              <a:extLst>
                <a:ext uri="{FF2B5EF4-FFF2-40B4-BE49-F238E27FC236}">
                  <a16:creationId xmlns:a16="http://schemas.microsoft.com/office/drawing/2014/main" id="{5EE86E82-95D0-024E-980C-C194491E9092}"/>
                </a:ext>
              </a:extLst>
            </p:cNvPr>
            <p:cNvSpPr/>
            <p:nvPr/>
          </p:nvSpPr>
          <p:spPr>
            <a:xfrm rot="18535560">
              <a:off x="6019553" y="63301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11" name="Oval 1310">
              <a:extLst>
                <a:ext uri="{FF2B5EF4-FFF2-40B4-BE49-F238E27FC236}">
                  <a16:creationId xmlns:a16="http://schemas.microsoft.com/office/drawing/2014/main" id="{7C3DFE23-0A77-784D-A94B-C7960CCF2A77}"/>
                </a:ext>
              </a:extLst>
            </p:cNvPr>
            <p:cNvSpPr/>
            <p:nvPr/>
          </p:nvSpPr>
          <p:spPr>
            <a:xfrm rot="18535560">
              <a:off x="6042350" y="62981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12" name="Oval 1311">
              <a:extLst>
                <a:ext uri="{FF2B5EF4-FFF2-40B4-BE49-F238E27FC236}">
                  <a16:creationId xmlns:a16="http://schemas.microsoft.com/office/drawing/2014/main" id="{05CBF349-47B6-AF4C-BC49-88B628E7BB8A}"/>
                </a:ext>
              </a:extLst>
            </p:cNvPr>
            <p:cNvSpPr/>
            <p:nvPr/>
          </p:nvSpPr>
          <p:spPr>
            <a:xfrm rot="18535560">
              <a:off x="5974595" y="6426784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13" name="Oval 1312">
              <a:extLst>
                <a:ext uri="{FF2B5EF4-FFF2-40B4-BE49-F238E27FC236}">
                  <a16:creationId xmlns:a16="http://schemas.microsoft.com/office/drawing/2014/main" id="{0C2DE994-1C25-1041-A809-5D6B83CB2BB4}"/>
                </a:ext>
              </a:extLst>
            </p:cNvPr>
            <p:cNvSpPr/>
            <p:nvPr/>
          </p:nvSpPr>
          <p:spPr>
            <a:xfrm rot="18535560">
              <a:off x="5997831" y="639801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14" name="Oval 1313">
              <a:extLst>
                <a:ext uri="{FF2B5EF4-FFF2-40B4-BE49-F238E27FC236}">
                  <a16:creationId xmlns:a16="http://schemas.microsoft.com/office/drawing/2014/main" id="{CA3CF08A-0CA7-0E44-93F7-194BCD4B8D1E}"/>
                </a:ext>
              </a:extLst>
            </p:cNvPr>
            <p:cNvSpPr/>
            <p:nvPr/>
          </p:nvSpPr>
          <p:spPr>
            <a:xfrm rot="18535560">
              <a:off x="6015534" y="63760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15" name="Oval 1314">
              <a:extLst>
                <a:ext uri="{FF2B5EF4-FFF2-40B4-BE49-F238E27FC236}">
                  <a16:creationId xmlns:a16="http://schemas.microsoft.com/office/drawing/2014/main" id="{6D49477F-EF13-F143-A4CB-D0C1A62B2E88}"/>
                </a:ext>
              </a:extLst>
            </p:cNvPr>
            <p:cNvSpPr/>
            <p:nvPr/>
          </p:nvSpPr>
          <p:spPr>
            <a:xfrm rot="18535560">
              <a:off x="6038770" y="634732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16" name="Oval 1315">
              <a:extLst>
                <a:ext uri="{FF2B5EF4-FFF2-40B4-BE49-F238E27FC236}">
                  <a16:creationId xmlns:a16="http://schemas.microsoft.com/office/drawing/2014/main" id="{D3228270-3AB1-3241-87FD-859F19DC8D99}"/>
                </a:ext>
              </a:extLst>
            </p:cNvPr>
            <p:cNvSpPr/>
            <p:nvPr/>
          </p:nvSpPr>
          <p:spPr>
            <a:xfrm rot="18535560">
              <a:off x="6058329" y="632124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17" name="Oval 1316">
              <a:extLst>
                <a:ext uri="{FF2B5EF4-FFF2-40B4-BE49-F238E27FC236}">
                  <a16:creationId xmlns:a16="http://schemas.microsoft.com/office/drawing/2014/main" id="{BBA95CDA-9420-E242-B78C-616BA402D67F}"/>
                </a:ext>
              </a:extLst>
            </p:cNvPr>
            <p:cNvSpPr/>
            <p:nvPr/>
          </p:nvSpPr>
          <p:spPr>
            <a:xfrm rot="18535560">
              <a:off x="5994673" y="6437342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18" name="Oval 1317">
              <a:extLst>
                <a:ext uri="{FF2B5EF4-FFF2-40B4-BE49-F238E27FC236}">
                  <a16:creationId xmlns:a16="http://schemas.microsoft.com/office/drawing/2014/main" id="{AF242B38-A5E2-BE4D-AAC8-517E5B3EDD5C}"/>
                </a:ext>
              </a:extLst>
            </p:cNvPr>
            <p:cNvSpPr/>
            <p:nvPr/>
          </p:nvSpPr>
          <p:spPr>
            <a:xfrm rot="18535560">
              <a:off x="6012817" y="64186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19" name="Oval 1318">
              <a:extLst>
                <a:ext uri="{FF2B5EF4-FFF2-40B4-BE49-F238E27FC236}">
                  <a16:creationId xmlns:a16="http://schemas.microsoft.com/office/drawing/2014/main" id="{50EA2648-49E9-0C4F-8654-A82DCBB8DF89}"/>
                </a:ext>
              </a:extLst>
            </p:cNvPr>
            <p:cNvSpPr/>
            <p:nvPr/>
          </p:nvSpPr>
          <p:spPr>
            <a:xfrm rot="18535560">
              <a:off x="6030991" y="63942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20" name="Oval 1319">
              <a:extLst>
                <a:ext uri="{FF2B5EF4-FFF2-40B4-BE49-F238E27FC236}">
                  <a16:creationId xmlns:a16="http://schemas.microsoft.com/office/drawing/2014/main" id="{053313AE-0961-8146-8EF6-0D238A1218B7}"/>
                </a:ext>
              </a:extLst>
            </p:cNvPr>
            <p:cNvSpPr/>
            <p:nvPr/>
          </p:nvSpPr>
          <p:spPr>
            <a:xfrm rot="18535560">
              <a:off x="6055611" y="63637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21" name="Oval 1320">
              <a:extLst>
                <a:ext uri="{FF2B5EF4-FFF2-40B4-BE49-F238E27FC236}">
                  <a16:creationId xmlns:a16="http://schemas.microsoft.com/office/drawing/2014/main" id="{483BC333-B848-1E47-B8FE-E87BE7640DCE}"/>
                </a:ext>
              </a:extLst>
            </p:cNvPr>
            <p:cNvSpPr/>
            <p:nvPr/>
          </p:nvSpPr>
          <p:spPr>
            <a:xfrm rot="18535560">
              <a:off x="6078408" y="633180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22" name="Oval 1321">
              <a:extLst>
                <a:ext uri="{FF2B5EF4-FFF2-40B4-BE49-F238E27FC236}">
                  <a16:creationId xmlns:a16="http://schemas.microsoft.com/office/drawing/2014/main" id="{9F09E420-B160-DC4E-9D14-F44F8AAB4776}"/>
                </a:ext>
              </a:extLst>
            </p:cNvPr>
            <p:cNvSpPr/>
            <p:nvPr/>
          </p:nvSpPr>
          <p:spPr>
            <a:xfrm rot="18535560">
              <a:off x="6021084" y="644565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23" name="Oval 1322">
              <a:extLst>
                <a:ext uri="{FF2B5EF4-FFF2-40B4-BE49-F238E27FC236}">
                  <a16:creationId xmlns:a16="http://schemas.microsoft.com/office/drawing/2014/main" id="{380777BD-9381-0C46-8DD7-602EFBBA53C0}"/>
                </a:ext>
              </a:extLst>
            </p:cNvPr>
            <p:cNvSpPr/>
            <p:nvPr/>
          </p:nvSpPr>
          <p:spPr>
            <a:xfrm rot="18535560">
              <a:off x="6044320" y="641688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24" name="Oval 1323">
              <a:extLst>
                <a:ext uri="{FF2B5EF4-FFF2-40B4-BE49-F238E27FC236}">
                  <a16:creationId xmlns:a16="http://schemas.microsoft.com/office/drawing/2014/main" id="{F7AD8AC8-D054-E349-A792-1600F4D36189}"/>
                </a:ext>
              </a:extLst>
            </p:cNvPr>
            <p:cNvSpPr/>
            <p:nvPr/>
          </p:nvSpPr>
          <p:spPr>
            <a:xfrm rot="18535560">
              <a:off x="6062024" y="639496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25" name="Oval 1324">
              <a:extLst>
                <a:ext uri="{FF2B5EF4-FFF2-40B4-BE49-F238E27FC236}">
                  <a16:creationId xmlns:a16="http://schemas.microsoft.com/office/drawing/2014/main" id="{D5FE99BE-6FF7-FF4B-AF55-6D5A8B144F90}"/>
                </a:ext>
              </a:extLst>
            </p:cNvPr>
            <p:cNvSpPr/>
            <p:nvPr/>
          </p:nvSpPr>
          <p:spPr>
            <a:xfrm rot="18535560">
              <a:off x="6085260" y="63661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26" name="Oval 1325">
              <a:extLst>
                <a:ext uri="{FF2B5EF4-FFF2-40B4-BE49-F238E27FC236}">
                  <a16:creationId xmlns:a16="http://schemas.microsoft.com/office/drawing/2014/main" id="{8761722D-2E2F-D44E-9D36-F5D75218E92B}"/>
                </a:ext>
              </a:extLst>
            </p:cNvPr>
            <p:cNvSpPr/>
            <p:nvPr/>
          </p:nvSpPr>
          <p:spPr>
            <a:xfrm rot="18535560">
              <a:off x="6104818" y="63401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27" name="Oval 1326">
              <a:extLst>
                <a:ext uri="{FF2B5EF4-FFF2-40B4-BE49-F238E27FC236}">
                  <a16:creationId xmlns:a16="http://schemas.microsoft.com/office/drawing/2014/main" id="{F18F6353-3E64-F842-96C9-C4BD918AAC7F}"/>
                </a:ext>
              </a:extLst>
            </p:cNvPr>
            <p:cNvSpPr/>
            <p:nvPr/>
          </p:nvSpPr>
          <p:spPr>
            <a:xfrm rot="18535560">
              <a:off x="6041163" y="64562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28" name="Oval 1327">
              <a:extLst>
                <a:ext uri="{FF2B5EF4-FFF2-40B4-BE49-F238E27FC236}">
                  <a16:creationId xmlns:a16="http://schemas.microsoft.com/office/drawing/2014/main" id="{D9FD1123-484D-4840-9C85-E71AD14CDC5A}"/>
                </a:ext>
              </a:extLst>
            </p:cNvPr>
            <p:cNvSpPr/>
            <p:nvPr/>
          </p:nvSpPr>
          <p:spPr>
            <a:xfrm rot="18535560">
              <a:off x="6059306" y="64374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29" name="Oval 1328">
              <a:extLst>
                <a:ext uri="{FF2B5EF4-FFF2-40B4-BE49-F238E27FC236}">
                  <a16:creationId xmlns:a16="http://schemas.microsoft.com/office/drawing/2014/main" id="{35614872-3BC4-2342-B1D3-515D66F9DA4C}"/>
                </a:ext>
              </a:extLst>
            </p:cNvPr>
            <p:cNvSpPr/>
            <p:nvPr/>
          </p:nvSpPr>
          <p:spPr>
            <a:xfrm rot="18535560">
              <a:off x="6077481" y="64131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30" name="Oval 1329">
              <a:extLst>
                <a:ext uri="{FF2B5EF4-FFF2-40B4-BE49-F238E27FC236}">
                  <a16:creationId xmlns:a16="http://schemas.microsoft.com/office/drawing/2014/main" id="{2F234661-A01E-064A-AF82-0141CD8A219A}"/>
                </a:ext>
              </a:extLst>
            </p:cNvPr>
            <p:cNvSpPr/>
            <p:nvPr/>
          </p:nvSpPr>
          <p:spPr>
            <a:xfrm rot="18535560">
              <a:off x="6102100" y="638262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31" name="Oval 1330">
              <a:extLst>
                <a:ext uri="{FF2B5EF4-FFF2-40B4-BE49-F238E27FC236}">
                  <a16:creationId xmlns:a16="http://schemas.microsoft.com/office/drawing/2014/main" id="{47B2A225-3A8D-CE4B-8DF2-E2AD245D125A}"/>
                </a:ext>
              </a:extLst>
            </p:cNvPr>
            <p:cNvSpPr/>
            <p:nvPr/>
          </p:nvSpPr>
          <p:spPr>
            <a:xfrm rot="18535560">
              <a:off x="6124897" y="635067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32" name="Oval 1331">
              <a:extLst>
                <a:ext uri="{FF2B5EF4-FFF2-40B4-BE49-F238E27FC236}">
                  <a16:creationId xmlns:a16="http://schemas.microsoft.com/office/drawing/2014/main" id="{DE580E31-A42F-134C-9D3A-36E660837D3A}"/>
                </a:ext>
              </a:extLst>
            </p:cNvPr>
            <p:cNvSpPr/>
            <p:nvPr/>
          </p:nvSpPr>
          <p:spPr>
            <a:xfrm rot="4135560">
              <a:off x="6061511" y="6470754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33" name="Oval 1332">
              <a:extLst>
                <a:ext uri="{FF2B5EF4-FFF2-40B4-BE49-F238E27FC236}">
                  <a16:creationId xmlns:a16="http://schemas.microsoft.com/office/drawing/2014/main" id="{1573795F-497F-4D40-9EA7-1FB6FE004220}"/>
                </a:ext>
              </a:extLst>
            </p:cNvPr>
            <p:cNvSpPr/>
            <p:nvPr/>
          </p:nvSpPr>
          <p:spPr>
            <a:xfrm rot="4135560">
              <a:off x="6084747" y="644198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34" name="Oval 1333">
              <a:extLst>
                <a:ext uri="{FF2B5EF4-FFF2-40B4-BE49-F238E27FC236}">
                  <a16:creationId xmlns:a16="http://schemas.microsoft.com/office/drawing/2014/main" id="{D293FBEC-AD65-9040-835F-32545D8EFBBE}"/>
                </a:ext>
              </a:extLst>
            </p:cNvPr>
            <p:cNvSpPr/>
            <p:nvPr/>
          </p:nvSpPr>
          <p:spPr>
            <a:xfrm rot="4135560">
              <a:off x="6102451" y="642006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35" name="Oval 1334">
              <a:extLst>
                <a:ext uri="{FF2B5EF4-FFF2-40B4-BE49-F238E27FC236}">
                  <a16:creationId xmlns:a16="http://schemas.microsoft.com/office/drawing/2014/main" id="{11F61BDE-1A32-5C4D-891B-533E150B7ED7}"/>
                </a:ext>
              </a:extLst>
            </p:cNvPr>
            <p:cNvSpPr/>
            <p:nvPr/>
          </p:nvSpPr>
          <p:spPr>
            <a:xfrm rot="4135560">
              <a:off x="6125687" y="639129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36" name="Oval 1335">
              <a:extLst>
                <a:ext uri="{FF2B5EF4-FFF2-40B4-BE49-F238E27FC236}">
                  <a16:creationId xmlns:a16="http://schemas.microsoft.com/office/drawing/2014/main" id="{26B9245B-1373-0648-9E4A-EEA313B5D454}"/>
                </a:ext>
              </a:extLst>
            </p:cNvPr>
            <p:cNvSpPr/>
            <p:nvPr/>
          </p:nvSpPr>
          <p:spPr>
            <a:xfrm rot="4135560">
              <a:off x="6145245" y="636521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37" name="Oval 1336">
              <a:extLst>
                <a:ext uri="{FF2B5EF4-FFF2-40B4-BE49-F238E27FC236}">
                  <a16:creationId xmlns:a16="http://schemas.microsoft.com/office/drawing/2014/main" id="{8675EC24-482D-BC48-81DD-4C69F171A3BC}"/>
                </a:ext>
              </a:extLst>
            </p:cNvPr>
            <p:cNvSpPr/>
            <p:nvPr/>
          </p:nvSpPr>
          <p:spPr>
            <a:xfrm rot="4135560">
              <a:off x="6081590" y="648131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38" name="Oval 1337">
              <a:extLst>
                <a:ext uri="{FF2B5EF4-FFF2-40B4-BE49-F238E27FC236}">
                  <a16:creationId xmlns:a16="http://schemas.microsoft.com/office/drawing/2014/main" id="{AA11605E-1750-2E4E-9FF5-95838E2DB29D}"/>
                </a:ext>
              </a:extLst>
            </p:cNvPr>
            <p:cNvSpPr/>
            <p:nvPr/>
          </p:nvSpPr>
          <p:spPr>
            <a:xfrm rot="4135560">
              <a:off x="6099733" y="646257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39" name="Oval 1338">
              <a:extLst>
                <a:ext uri="{FF2B5EF4-FFF2-40B4-BE49-F238E27FC236}">
                  <a16:creationId xmlns:a16="http://schemas.microsoft.com/office/drawing/2014/main" id="{00B710C1-E736-8944-A8D5-5BF70D7FDDA8}"/>
                </a:ext>
              </a:extLst>
            </p:cNvPr>
            <p:cNvSpPr/>
            <p:nvPr/>
          </p:nvSpPr>
          <p:spPr>
            <a:xfrm rot="4135560">
              <a:off x="6117908" y="64382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40" name="Oval 1339">
              <a:extLst>
                <a:ext uri="{FF2B5EF4-FFF2-40B4-BE49-F238E27FC236}">
                  <a16:creationId xmlns:a16="http://schemas.microsoft.com/office/drawing/2014/main" id="{E0E439C5-CFD9-4D49-AAEB-6C490CD6828F}"/>
                </a:ext>
              </a:extLst>
            </p:cNvPr>
            <p:cNvSpPr/>
            <p:nvPr/>
          </p:nvSpPr>
          <p:spPr>
            <a:xfrm rot="4135560">
              <a:off x="6142527" y="640772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41" name="Oval 1340">
              <a:extLst>
                <a:ext uri="{FF2B5EF4-FFF2-40B4-BE49-F238E27FC236}">
                  <a16:creationId xmlns:a16="http://schemas.microsoft.com/office/drawing/2014/main" id="{B32E6AFB-2089-CD41-A4E2-86006BCC612E}"/>
                </a:ext>
              </a:extLst>
            </p:cNvPr>
            <p:cNvSpPr/>
            <p:nvPr/>
          </p:nvSpPr>
          <p:spPr>
            <a:xfrm rot="4135560">
              <a:off x="6165324" y="637577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42" name="Oval 1341">
              <a:extLst>
                <a:ext uri="{FF2B5EF4-FFF2-40B4-BE49-F238E27FC236}">
                  <a16:creationId xmlns:a16="http://schemas.microsoft.com/office/drawing/2014/main" id="{722CCF56-354A-7E4E-B8D4-B6F14F1A1246}"/>
                </a:ext>
              </a:extLst>
            </p:cNvPr>
            <p:cNvSpPr/>
            <p:nvPr/>
          </p:nvSpPr>
          <p:spPr>
            <a:xfrm rot="18535560">
              <a:off x="6094097" y="650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43" name="Oval 1342">
              <a:extLst>
                <a:ext uri="{FF2B5EF4-FFF2-40B4-BE49-F238E27FC236}">
                  <a16:creationId xmlns:a16="http://schemas.microsoft.com/office/drawing/2014/main" id="{6E3B36E1-990E-EA44-9D21-E5B3C5CC3B7F}"/>
                </a:ext>
              </a:extLst>
            </p:cNvPr>
            <p:cNvSpPr/>
            <p:nvPr/>
          </p:nvSpPr>
          <p:spPr>
            <a:xfrm rot="18535560">
              <a:off x="6117333" y="64756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44" name="Oval 1343">
              <a:extLst>
                <a:ext uri="{FF2B5EF4-FFF2-40B4-BE49-F238E27FC236}">
                  <a16:creationId xmlns:a16="http://schemas.microsoft.com/office/drawing/2014/main" id="{29E6711E-5C19-2941-91ED-82D5EFDDE458}"/>
                </a:ext>
              </a:extLst>
            </p:cNvPr>
            <p:cNvSpPr/>
            <p:nvPr/>
          </p:nvSpPr>
          <p:spPr>
            <a:xfrm rot="18535560">
              <a:off x="6135037" y="64536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45" name="Oval 1344">
              <a:extLst>
                <a:ext uri="{FF2B5EF4-FFF2-40B4-BE49-F238E27FC236}">
                  <a16:creationId xmlns:a16="http://schemas.microsoft.com/office/drawing/2014/main" id="{EDEF1597-14D8-7F41-A1FE-D513F51D3A36}"/>
                </a:ext>
              </a:extLst>
            </p:cNvPr>
            <p:cNvSpPr/>
            <p:nvPr/>
          </p:nvSpPr>
          <p:spPr>
            <a:xfrm rot="18535560">
              <a:off x="6158273" y="642492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46" name="Oval 1345">
              <a:extLst>
                <a:ext uri="{FF2B5EF4-FFF2-40B4-BE49-F238E27FC236}">
                  <a16:creationId xmlns:a16="http://schemas.microsoft.com/office/drawing/2014/main" id="{471E528D-6F2B-8447-90B7-EE0A7A80783D}"/>
                </a:ext>
              </a:extLst>
            </p:cNvPr>
            <p:cNvSpPr/>
            <p:nvPr/>
          </p:nvSpPr>
          <p:spPr>
            <a:xfrm rot="18535560">
              <a:off x="6177831" y="63988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47" name="Oval 1346">
              <a:extLst>
                <a:ext uri="{FF2B5EF4-FFF2-40B4-BE49-F238E27FC236}">
                  <a16:creationId xmlns:a16="http://schemas.microsoft.com/office/drawing/2014/main" id="{BE322185-AA0D-7347-A006-7BF7E5B5B722}"/>
                </a:ext>
              </a:extLst>
            </p:cNvPr>
            <p:cNvSpPr/>
            <p:nvPr/>
          </p:nvSpPr>
          <p:spPr>
            <a:xfrm rot="18535560">
              <a:off x="6114176" y="65149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48" name="Oval 1347">
              <a:extLst>
                <a:ext uri="{FF2B5EF4-FFF2-40B4-BE49-F238E27FC236}">
                  <a16:creationId xmlns:a16="http://schemas.microsoft.com/office/drawing/2014/main" id="{849C258C-A2CD-BB4E-B05B-D8CA87F8B1A0}"/>
                </a:ext>
              </a:extLst>
            </p:cNvPr>
            <p:cNvSpPr/>
            <p:nvPr/>
          </p:nvSpPr>
          <p:spPr>
            <a:xfrm rot="18535560">
              <a:off x="6132319" y="649620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49" name="Oval 1348">
              <a:extLst>
                <a:ext uri="{FF2B5EF4-FFF2-40B4-BE49-F238E27FC236}">
                  <a16:creationId xmlns:a16="http://schemas.microsoft.com/office/drawing/2014/main" id="{C6020E09-403E-4F43-9A14-7EC6390F8ED4}"/>
                </a:ext>
              </a:extLst>
            </p:cNvPr>
            <p:cNvSpPr/>
            <p:nvPr/>
          </p:nvSpPr>
          <p:spPr>
            <a:xfrm rot="18535560">
              <a:off x="6150494" y="647183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50" name="Oval 1349">
              <a:extLst>
                <a:ext uri="{FF2B5EF4-FFF2-40B4-BE49-F238E27FC236}">
                  <a16:creationId xmlns:a16="http://schemas.microsoft.com/office/drawing/2014/main" id="{7E1195DF-473A-9D49-B8CE-C81E72DBCE6E}"/>
                </a:ext>
              </a:extLst>
            </p:cNvPr>
            <p:cNvSpPr/>
            <p:nvPr/>
          </p:nvSpPr>
          <p:spPr>
            <a:xfrm rot="18535560">
              <a:off x="6175113" y="644135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51" name="Oval 1350">
              <a:extLst>
                <a:ext uri="{FF2B5EF4-FFF2-40B4-BE49-F238E27FC236}">
                  <a16:creationId xmlns:a16="http://schemas.microsoft.com/office/drawing/2014/main" id="{FD183F6A-1AB3-FD4C-A900-01EF838AB521}"/>
                </a:ext>
              </a:extLst>
            </p:cNvPr>
            <p:cNvSpPr/>
            <p:nvPr/>
          </p:nvSpPr>
          <p:spPr>
            <a:xfrm rot="18535560">
              <a:off x="6197911" y="640939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52" name="Oval 1351">
              <a:extLst>
                <a:ext uri="{FF2B5EF4-FFF2-40B4-BE49-F238E27FC236}">
                  <a16:creationId xmlns:a16="http://schemas.microsoft.com/office/drawing/2014/main" id="{BFC62662-B698-214A-8DF0-6455E016FF18}"/>
                </a:ext>
              </a:extLst>
            </p:cNvPr>
            <p:cNvSpPr/>
            <p:nvPr/>
          </p:nvSpPr>
          <p:spPr>
            <a:xfrm rot="18535560">
              <a:off x="6140586" y="65232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53" name="Oval 1352">
              <a:extLst>
                <a:ext uri="{FF2B5EF4-FFF2-40B4-BE49-F238E27FC236}">
                  <a16:creationId xmlns:a16="http://schemas.microsoft.com/office/drawing/2014/main" id="{18CB3503-5437-124A-B564-5AD62C5819FA}"/>
                </a:ext>
              </a:extLst>
            </p:cNvPr>
            <p:cNvSpPr/>
            <p:nvPr/>
          </p:nvSpPr>
          <p:spPr>
            <a:xfrm rot="18535560">
              <a:off x="6163823" y="64944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54" name="Oval 1353">
              <a:extLst>
                <a:ext uri="{FF2B5EF4-FFF2-40B4-BE49-F238E27FC236}">
                  <a16:creationId xmlns:a16="http://schemas.microsoft.com/office/drawing/2014/main" id="{3B95CDEB-131A-3043-8A96-D8EC802DCD1A}"/>
                </a:ext>
              </a:extLst>
            </p:cNvPr>
            <p:cNvSpPr/>
            <p:nvPr/>
          </p:nvSpPr>
          <p:spPr>
            <a:xfrm rot="18535560">
              <a:off x="6181526" y="64725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55" name="Oval 1354">
              <a:extLst>
                <a:ext uri="{FF2B5EF4-FFF2-40B4-BE49-F238E27FC236}">
                  <a16:creationId xmlns:a16="http://schemas.microsoft.com/office/drawing/2014/main" id="{D832F09F-6B6A-C548-BD23-E982D544DF9F}"/>
                </a:ext>
              </a:extLst>
            </p:cNvPr>
            <p:cNvSpPr/>
            <p:nvPr/>
          </p:nvSpPr>
          <p:spPr>
            <a:xfrm rot="18535560">
              <a:off x="6204762" y="64437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56" name="Oval 1355">
              <a:extLst>
                <a:ext uri="{FF2B5EF4-FFF2-40B4-BE49-F238E27FC236}">
                  <a16:creationId xmlns:a16="http://schemas.microsoft.com/office/drawing/2014/main" id="{E01B755A-D287-1D44-977C-20530A905834}"/>
                </a:ext>
              </a:extLst>
            </p:cNvPr>
            <p:cNvSpPr/>
            <p:nvPr/>
          </p:nvSpPr>
          <p:spPr>
            <a:xfrm rot="18535560">
              <a:off x="6224321" y="64177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57" name="Oval 1356">
              <a:extLst>
                <a:ext uri="{FF2B5EF4-FFF2-40B4-BE49-F238E27FC236}">
                  <a16:creationId xmlns:a16="http://schemas.microsoft.com/office/drawing/2014/main" id="{638E7238-E742-F04C-9A3A-9646B731FFF7}"/>
                </a:ext>
              </a:extLst>
            </p:cNvPr>
            <p:cNvSpPr/>
            <p:nvPr/>
          </p:nvSpPr>
          <p:spPr>
            <a:xfrm rot="18535560">
              <a:off x="6160665" y="65338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58" name="Oval 1357">
              <a:extLst>
                <a:ext uri="{FF2B5EF4-FFF2-40B4-BE49-F238E27FC236}">
                  <a16:creationId xmlns:a16="http://schemas.microsoft.com/office/drawing/2014/main" id="{C85A67F0-4ACA-3E4B-B12F-3C74805A5AC9}"/>
                </a:ext>
              </a:extLst>
            </p:cNvPr>
            <p:cNvSpPr/>
            <p:nvPr/>
          </p:nvSpPr>
          <p:spPr>
            <a:xfrm rot="18535560">
              <a:off x="6178809" y="651507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59" name="Oval 1358">
              <a:extLst>
                <a:ext uri="{FF2B5EF4-FFF2-40B4-BE49-F238E27FC236}">
                  <a16:creationId xmlns:a16="http://schemas.microsoft.com/office/drawing/2014/main" id="{0AF38BC2-5D68-2B4C-BE0B-7A8B0A3855A3}"/>
                </a:ext>
              </a:extLst>
            </p:cNvPr>
            <p:cNvSpPr/>
            <p:nvPr/>
          </p:nvSpPr>
          <p:spPr>
            <a:xfrm rot="18535560">
              <a:off x="6196983" y="64907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60" name="Oval 1359">
              <a:extLst>
                <a:ext uri="{FF2B5EF4-FFF2-40B4-BE49-F238E27FC236}">
                  <a16:creationId xmlns:a16="http://schemas.microsoft.com/office/drawing/2014/main" id="{AF7193C6-5486-DA4A-98C2-B47E32CE65A4}"/>
                </a:ext>
              </a:extLst>
            </p:cNvPr>
            <p:cNvSpPr/>
            <p:nvPr/>
          </p:nvSpPr>
          <p:spPr>
            <a:xfrm rot="18535560">
              <a:off x="6221603" y="646022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61" name="Oval 1360">
              <a:extLst>
                <a:ext uri="{FF2B5EF4-FFF2-40B4-BE49-F238E27FC236}">
                  <a16:creationId xmlns:a16="http://schemas.microsoft.com/office/drawing/2014/main" id="{7133CCB4-F791-FC46-A8B4-202CF3F47175}"/>
                </a:ext>
              </a:extLst>
            </p:cNvPr>
            <p:cNvSpPr/>
            <p:nvPr/>
          </p:nvSpPr>
          <p:spPr>
            <a:xfrm rot="18535560">
              <a:off x="6244400" y="64282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62" name="Oval 1361">
              <a:extLst>
                <a:ext uri="{FF2B5EF4-FFF2-40B4-BE49-F238E27FC236}">
                  <a16:creationId xmlns:a16="http://schemas.microsoft.com/office/drawing/2014/main" id="{07ECB56D-A1C2-564A-B364-FBD59CD031F8}"/>
                </a:ext>
              </a:extLst>
            </p:cNvPr>
            <p:cNvSpPr/>
            <p:nvPr/>
          </p:nvSpPr>
          <p:spPr>
            <a:xfrm rot="4135560">
              <a:off x="6181014" y="65483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63" name="Oval 1362">
              <a:extLst>
                <a:ext uri="{FF2B5EF4-FFF2-40B4-BE49-F238E27FC236}">
                  <a16:creationId xmlns:a16="http://schemas.microsoft.com/office/drawing/2014/main" id="{A5361CEA-CFD7-6F4B-A049-96C0602F54BE}"/>
                </a:ext>
              </a:extLst>
            </p:cNvPr>
            <p:cNvSpPr/>
            <p:nvPr/>
          </p:nvSpPr>
          <p:spPr>
            <a:xfrm rot="4135560">
              <a:off x="6204250" y="651958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64" name="Oval 1363">
              <a:extLst>
                <a:ext uri="{FF2B5EF4-FFF2-40B4-BE49-F238E27FC236}">
                  <a16:creationId xmlns:a16="http://schemas.microsoft.com/office/drawing/2014/main" id="{A5029604-CD26-8D43-AAEA-DA1BFC70C852}"/>
                </a:ext>
              </a:extLst>
            </p:cNvPr>
            <p:cNvSpPr/>
            <p:nvPr/>
          </p:nvSpPr>
          <p:spPr>
            <a:xfrm rot="4135560">
              <a:off x="6221953" y="649766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65" name="Oval 1364">
              <a:extLst>
                <a:ext uri="{FF2B5EF4-FFF2-40B4-BE49-F238E27FC236}">
                  <a16:creationId xmlns:a16="http://schemas.microsoft.com/office/drawing/2014/main" id="{30E39CE6-1218-EC40-91D1-DE5E28CB01EA}"/>
                </a:ext>
              </a:extLst>
            </p:cNvPr>
            <p:cNvSpPr/>
            <p:nvPr/>
          </p:nvSpPr>
          <p:spPr>
            <a:xfrm rot="4135560">
              <a:off x="6245189" y="646889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66" name="Oval 1365">
              <a:extLst>
                <a:ext uri="{FF2B5EF4-FFF2-40B4-BE49-F238E27FC236}">
                  <a16:creationId xmlns:a16="http://schemas.microsoft.com/office/drawing/2014/main" id="{C4D0A742-0D96-E443-8475-7A82E37A8296}"/>
                </a:ext>
              </a:extLst>
            </p:cNvPr>
            <p:cNvSpPr/>
            <p:nvPr/>
          </p:nvSpPr>
          <p:spPr>
            <a:xfrm rot="4135560">
              <a:off x="6264748" y="64428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67" name="Oval 1366">
              <a:extLst>
                <a:ext uri="{FF2B5EF4-FFF2-40B4-BE49-F238E27FC236}">
                  <a16:creationId xmlns:a16="http://schemas.microsoft.com/office/drawing/2014/main" id="{9A308442-F3F9-284D-9E21-E79B223D100B}"/>
                </a:ext>
              </a:extLst>
            </p:cNvPr>
            <p:cNvSpPr/>
            <p:nvPr/>
          </p:nvSpPr>
          <p:spPr>
            <a:xfrm rot="4135560">
              <a:off x="6201093" y="65589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68" name="Oval 1367">
              <a:extLst>
                <a:ext uri="{FF2B5EF4-FFF2-40B4-BE49-F238E27FC236}">
                  <a16:creationId xmlns:a16="http://schemas.microsoft.com/office/drawing/2014/main" id="{6C46D556-6A25-644E-9613-8054C330D9A1}"/>
                </a:ext>
              </a:extLst>
            </p:cNvPr>
            <p:cNvSpPr/>
            <p:nvPr/>
          </p:nvSpPr>
          <p:spPr>
            <a:xfrm rot="4135560">
              <a:off x="6219236" y="654017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69" name="Oval 1368">
              <a:extLst>
                <a:ext uri="{FF2B5EF4-FFF2-40B4-BE49-F238E27FC236}">
                  <a16:creationId xmlns:a16="http://schemas.microsoft.com/office/drawing/2014/main" id="{20256EF0-237F-E942-943B-8887BC52F72B}"/>
                </a:ext>
              </a:extLst>
            </p:cNvPr>
            <p:cNvSpPr/>
            <p:nvPr/>
          </p:nvSpPr>
          <p:spPr>
            <a:xfrm rot="4135560">
              <a:off x="6237411" y="651580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70" name="Oval 1369">
              <a:extLst>
                <a:ext uri="{FF2B5EF4-FFF2-40B4-BE49-F238E27FC236}">
                  <a16:creationId xmlns:a16="http://schemas.microsoft.com/office/drawing/2014/main" id="{F2EB275D-F759-C541-99AF-6B930C8ECF3E}"/>
                </a:ext>
              </a:extLst>
            </p:cNvPr>
            <p:cNvSpPr/>
            <p:nvPr/>
          </p:nvSpPr>
          <p:spPr>
            <a:xfrm rot="4135560">
              <a:off x="6262030" y="648532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71" name="Oval 1370">
              <a:extLst>
                <a:ext uri="{FF2B5EF4-FFF2-40B4-BE49-F238E27FC236}">
                  <a16:creationId xmlns:a16="http://schemas.microsoft.com/office/drawing/2014/main" id="{281B802E-3A55-DE4C-A214-F62B179D9019}"/>
                </a:ext>
              </a:extLst>
            </p:cNvPr>
            <p:cNvSpPr/>
            <p:nvPr/>
          </p:nvSpPr>
          <p:spPr>
            <a:xfrm rot="4135560">
              <a:off x="6284827" y="645336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72" name="Oval 1371">
              <a:extLst>
                <a:ext uri="{FF2B5EF4-FFF2-40B4-BE49-F238E27FC236}">
                  <a16:creationId xmlns:a16="http://schemas.microsoft.com/office/drawing/2014/main" id="{DDBCDD9E-0777-C04B-9924-BE2938D0ADFB}"/>
                </a:ext>
              </a:extLst>
            </p:cNvPr>
            <p:cNvSpPr/>
            <p:nvPr/>
          </p:nvSpPr>
          <p:spPr>
            <a:xfrm rot="18535560">
              <a:off x="6207334" y="657853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73" name="Oval 1372">
              <a:extLst>
                <a:ext uri="{FF2B5EF4-FFF2-40B4-BE49-F238E27FC236}">
                  <a16:creationId xmlns:a16="http://schemas.microsoft.com/office/drawing/2014/main" id="{4F2FFB6E-4618-DB40-AF24-AA6F7AB30573}"/>
                </a:ext>
              </a:extLst>
            </p:cNvPr>
            <p:cNvSpPr/>
            <p:nvPr/>
          </p:nvSpPr>
          <p:spPr>
            <a:xfrm rot="18535560">
              <a:off x="6230570" y="65497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74" name="Oval 1373">
              <a:extLst>
                <a:ext uri="{FF2B5EF4-FFF2-40B4-BE49-F238E27FC236}">
                  <a16:creationId xmlns:a16="http://schemas.microsoft.com/office/drawing/2014/main" id="{5E4DF3E3-EFB2-B845-99D4-F2B578B7E7F4}"/>
                </a:ext>
              </a:extLst>
            </p:cNvPr>
            <p:cNvSpPr/>
            <p:nvPr/>
          </p:nvSpPr>
          <p:spPr>
            <a:xfrm rot="18535560">
              <a:off x="6248274" y="65278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75" name="Oval 1374">
              <a:extLst>
                <a:ext uri="{FF2B5EF4-FFF2-40B4-BE49-F238E27FC236}">
                  <a16:creationId xmlns:a16="http://schemas.microsoft.com/office/drawing/2014/main" id="{EAD3CA26-9809-3549-A49A-D8C666911217}"/>
                </a:ext>
              </a:extLst>
            </p:cNvPr>
            <p:cNvSpPr/>
            <p:nvPr/>
          </p:nvSpPr>
          <p:spPr>
            <a:xfrm rot="18535560">
              <a:off x="6271510" y="64990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76" name="Oval 1375">
              <a:extLst>
                <a:ext uri="{FF2B5EF4-FFF2-40B4-BE49-F238E27FC236}">
                  <a16:creationId xmlns:a16="http://schemas.microsoft.com/office/drawing/2014/main" id="{F061DDC1-CB0B-AA46-AD28-E59727083772}"/>
                </a:ext>
              </a:extLst>
            </p:cNvPr>
            <p:cNvSpPr/>
            <p:nvPr/>
          </p:nvSpPr>
          <p:spPr>
            <a:xfrm rot="18535560">
              <a:off x="6291069" y="64729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77" name="Oval 1376">
              <a:extLst>
                <a:ext uri="{FF2B5EF4-FFF2-40B4-BE49-F238E27FC236}">
                  <a16:creationId xmlns:a16="http://schemas.microsoft.com/office/drawing/2014/main" id="{9852272D-0652-B348-88BD-25ED6907DA25}"/>
                </a:ext>
              </a:extLst>
            </p:cNvPr>
            <p:cNvSpPr/>
            <p:nvPr/>
          </p:nvSpPr>
          <p:spPr>
            <a:xfrm rot="18535560">
              <a:off x="6227413" y="65890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78" name="Oval 1377">
              <a:extLst>
                <a:ext uri="{FF2B5EF4-FFF2-40B4-BE49-F238E27FC236}">
                  <a16:creationId xmlns:a16="http://schemas.microsoft.com/office/drawing/2014/main" id="{5D26534F-B092-BF43-97B3-711CEDD09BBC}"/>
                </a:ext>
              </a:extLst>
            </p:cNvPr>
            <p:cNvSpPr/>
            <p:nvPr/>
          </p:nvSpPr>
          <p:spPr>
            <a:xfrm rot="18535560">
              <a:off x="6245557" y="65703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79" name="Oval 1378">
              <a:extLst>
                <a:ext uri="{FF2B5EF4-FFF2-40B4-BE49-F238E27FC236}">
                  <a16:creationId xmlns:a16="http://schemas.microsoft.com/office/drawing/2014/main" id="{DA117205-E207-E74A-87CC-48A1CB20C873}"/>
                </a:ext>
              </a:extLst>
            </p:cNvPr>
            <p:cNvSpPr/>
            <p:nvPr/>
          </p:nvSpPr>
          <p:spPr>
            <a:xfrm rot="18535560">
              <a:off x="6263731" y="654599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80" name="Oval 1379">
              <a:extLst>
                <a:ext uri="{FF2B5EF4-FFF2-40B4-BE49-F238E27FC236}">
                  <a16:creationId xmlns:a16="http://schemas.microsoft.com/office/drawing/2014/main" id="{B09A8F02-A15E-344A-846F-352B37FB166A}"/>
                </a:ext>
              </a:extLst>
            </p:cNvPr>
            <p:cNvSpPr/>
            <p:nvPr/>
          </p:nvSpPr>
          <p:spPr>
            <a:xfrm rot="18535560">
              <a:off x="6288350" y="65155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81" name="Oval 1380">
              <a:extLst>
                <a:ext uri="{FF2B5EF4-FFF2-40B4-BE49-F238E27FC236}">
                  <a16:creationId xmlns:a16="http://schemas.microsoft.com/office/drawing/2014/main" id="{7F9C1D8B-DCEF-9F49-A20B-245C2C9AA67B}"/>
                </a:ext>
              </a:extLst>
            </p:cNvPr>
            <p:cNvSpPr/>
            <p:nvPr/>
          </p:nvSpPr>
          <p:spPr>
            <a:xfrm rot="18535560">
              <a:off x="6311148" y="648355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82" name="Oval 1381">
              <a:extLst>
                <a:ext uri="{FF2B5EF4-FFF2-40B4-BE49-F238E27FC236}">
                  <a16:creationId xmlns:a16="http://schemas.microsoft.com/office/drawing/2014/main" id="{B9B7DF84-E218-784B-8F1C-228DFA770F74}"/>
                </a:ext>
              </a:extLst>
            </p:cNvPr>
            <p:cNvSpPr/>
            <p:nvPr/>
          </p:nvSpPr>
          <p:spPr>
            <a:xfrm rot="18535560">
              <a:off x="6253824" y="65974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83" name="Oval 1382">
              <a:extLst>
                <a:ext uri="{FF2B5EF4-FFF2-40B4-BE49-F238E27FC236}">
                  <a16:creationId xmlns:a16="http://schemas.microsoft.com/office/drawing/2014/main" id="{0EB7B3B5-B02C-7F4A-A6BD-C8379CAB9DFC}"/>
                </a:ext>
              </a:extLst>
            </p:cNvPr>
            <p:cNvSpPr/>
            <p:nvPr/>
          </p:nvSpPr>
          <p:spPr>
            <a:xfrm rot="18535560">
              <a:off x="6277060" y="656863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84" name="Oval 1383">
              <a:extLst>
                <a:ext uri="{FF2B5EF4-FFF2-40B4-BE49-F238E27FC236}">
                  <a16:creationId xmlns:a16="http://schemas.microsoft.com/office/drawing/2014/main" id="{9ADE7267-A0AF-394C-AD0B-1AB5197718FE}"/>
                </a:ext>
              </a:extLst>
            </p:cNvPr>
            <p:cNvSpPr/>
            <p:nvPr/>
          </p:nvSpPr>
          <p:spPr>
            <a:xfrm rot="18535560">
              <a:off x="6294763" y="654671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85" name="Oval 1384">
              <a:extLst>
                <a:ext uri="{FF2B5EF4-FFF2-40B4-BE49-F238E27FC236}">
                  <a16:creationId xmlns:a16="http://schemas.microsoft.com/office/drawing/2014/main" id="{43861FF1-C7CE-B946-A210-125BED3CA2BF}"/>
                </a:ext>
              </a:extLst>
            </p:cNvPr>
            <p:cNvSpPr/>
            <p:nvPr/>
          </p:nvSpPr>
          <p:spPr>
            <a:xfrm rot="18535560">
              <a:off x="6317999" y="65179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86" name="Oval 1385">
              <a:extLst>
                <a:ext uri="{FF2B5EF4-FFF2-40B4-BE49-F238E27FC236}">
                  <a16:creationId xmlns:a16="http://schemas.microsoft.com/office/drawing/2014/main" id="{44497254-84EA-A04E-9D53-BD4CB9A5FAEC}"/>
                </a:ext>
              </a:extLst>
            </p:cNvPr>
            <p:cNvSpPr/>
            <p:nvPr/>
          </p:nvSpPr>
          <p:spPr>
            <a:xfrm rot="18535560">
              <a:off x="6337558" y="6491866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87" name="Oval 1386">
              <a:extLst>
                <a:ext uri="{FF2B5EF4-FFF2-40B4-BE49-F238E27FC236}">
                  <a16:creationId xmlns:a16="http://schemas.microsoft.com/office/drawing/2014/main" id="{0172B02B-130E-0E4C-8579-F37AD9121FDB}"/>
                </a:ext>
              </a:extLst>
            </p:cNvPr>
            <p:cNvSpPr/>
            <p:nvPr/>
          </p:nvSpPr>
          <p:spPr>
            <a:xfrm rot="18535560">
              <a:off x="6273902" y="660796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88" name="Oval 1387">
              <a:extLst>
                <a:ext uri="{FF2B5EF4-FFF2-40B4-BE49-F238E27FC236}">
                  <a16:creationId xmlns:a16="http://schemas.microsoft.com/office/drawing/2014/main" id="{0922AC44-FBC6-BB45-B6A9-AC50D854D325}"/>
                </a:ext>
              </a:extLst>
            </p:cNvPr>
            <p:cNvSpPr/>
            <p:nvPr/>
          </p:nvSpPr>
          <p:spPr>
            <a:xfrm rot="18535560">
              <a:off x="6292046" y="658923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89" name="Oval 1388">
              <a:extLst>
                <a:ext uri="{FF2B5EF4-FFF2-40B4-BE49-F238E27FC236}">
                  <a16:creationId xmlns:a16="http://schemas.microsoft.com/office/drawing/2014/main" id="{1BBEF300-5151-BB4A-B3EB-7A349042DC65}"/>
                </a:ext>
              </a:extLst>
            </p:cNvPr>
            <p:cNvSpPr/>
            <p:nvPr/>
          </p:nvSpPr>
          <p:spPr>
            <a:xfrm rot="18535560">
              <a:off x="6310221" y="65648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90" name="Oval 1389">
              <a:extLst>
                <a:ext uri="{FF2B5EF4-FFF2-40B4-BE49-F238E27FC236}">
                  <a16:creationId xmlns:a16="http://schemas.microsoft.com/office/drawing/2014/main" id="{31774C41-A083-5744-8476-34628C0C1816}"/>
                </a:ext>
              </a:extLst>
            </p:cNvPr>
            <p:cNvSpPr/>
            <p:nvPr/>
          </p:nvSpPr>
          <p:spPr>
            <a:xfrm rot="18535560">
              <a:off x="6334840" y="653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91" name="Oval 1390">
              <a:extLst>
                <a:ext uri="{FF2B5EF4-FFF2-40B4-BE49-F238E27FC236}">
                  <a16:creationId xmlns:a16="http://schemas.microsoft.com/office/drawing/2014/main" id="{EE83A2C2-315A-974F-A28A-5B7F7B400A94}"/>
                </a:ext>
              </a:extLst>
            </p:cNvPr>
            <p:cNvSpPr/>
            <p:nvPr/>
          </p:nvSpPr>
          <p:spPr>
            <a:xfrm rot="18535560">
              <a:off x="6357637" y="6502425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92" name="Oval 1391">
              <a:extLst>
                <a:ext uri="{FF2B5EF4-FFF2-40B4-BE49-F238E27FC236}">
                  <a16:creationId xmlns:a16="http://schemas.microsoft.com/office/drawing/2014/main" id="{47676597-A27E-B84E-9A39-D371C620C1F1}"/>
                </a:ext>
              </a:extLst>
            </p:cNvPr>
            <p:cNvSpPr/>
            <p:nvPr/>
          </p:nvSpPr>
          <p:spPr>
            <a:xfrm rot="4135560">
              <a:off x="6294251" y="662250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93" name="Oval 1392">
              <a:extLst>
                <a:ext uri="{FF2B5EF4-FFF2-40B4-BE49-F238E27FC236}">
                  <a16:creationId xmlns:a16="http://schemas.microsoft.com/office/drawing/2014/main" id="{FFCE5C0F-6C54-D544-B450-A3A104D93B3A}"/>
                </a:ext>
              </a:extLst>
            </p:cNvPr>
            <p:cNvSpPr/>
            <p:nvPr/>
          </p:nvSpPr>
          <p:spPr>
            <a:xfrm rot="4135560">
              <a:off x="6317487" y="659373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94" name="Oval 1393">
              <a:extLst>
                <a:ext uri="{FF2B5EF4-FFF2-40B4-BE49-F238E27FC236}">
                  <a16:creationId xmlns:a16="http://schemas.microsoft.com/office/drawing/2014/main" id="{D995DF0A-43A7-3641-BCD2-57DEB14A5065}"/>
                </a:ext>
              </a:extLst>
            </p:cNvPr>
            <p:cNvSpPr/>
            <p:nvPr/>
          </p:nvSpPr>
          <p:spPr>
            <a:xfrm rot="4135560">
              <a:off x="6335190" y="657181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95" name="Oval 1394">
              <a:extLst>
                <a:ext uri="{FF2B5EF4-FFF2-40B4-BE49-F238E27FC236}">
                  <a16:creationId xmlns:a16="http://schemas.microsoft.com/office/drawing/2014/main" id="{5A9EBB70-541D-644E-A17F-C27C1F1753E8}"/>
                </a:ext>
              </a:extLst>
            </p:cNvPr>
            <p:cNvSpPr/>
            <p:nvPr/>
          </p:nvSpPr>
          <p:spPr>
            <a:xfrm rot="4135560">
              <a:off x="6314330" y="663306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96" name="Oval 1395">
              <a:extLst>
                <a:ext uri="{FF2B5EF4-FFF2-40B4-BE49-F238E27FC236}">
                  <a16:creationId xmlns:a16="http://schemas.microsoft.com/office/drawing/2014/main" id="{64D5873A-B201-1B44-A831-028ED818B02B}"/>
                </a:ext>
              </a:extLst>
            </p:cNvPr>
            <p:cNvSpPr/>
            <p:nvPr/>
          </p:nvSpPr>
          <p:spPr>
            <a:xfrm rot="4135560">
              <a:off x="6332473" y="661433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97" name="Oval 1396">
              <a:extLst>
                <a:ext uri="{FF2B5EF4-FFF2-40B4-BE49-F238E27FC236}">
                  <a16:creationId xmlns:a16="http://schemas.microsoft.com/office/drawing/2014/main" id="{9376B55F-78F5-F341-A515-3CC1B1C06719}"/>
                </a:ext>
              </a:extLst>
            </p:cNvPr>
            <p:cNvSpPr/>
            <p:nvPr/>
          </p:nvSpPr>
          <p:spPr>
            <a:xfrm rot="4135560">
              <a:off x="6350648" y="658996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98" name="Oval 1397">
              <a:extLst>
                <a:ext uri="{FF2B5EF4-FFF2-40B4-BE49-F238E27FC236}">
                  <a16:creationId xmlns:a16="http://schemas.microsoft.com/office/drawing/2014/main" id="{86655894-DDB2-2F40-B92B-772D5927C81B}"/>
                </a:ext>
              </a:extLst>
            </p:cNvPr>
            <p:cNvSpPr/>
            <p:nvPr/>
          </p:nvSpPr>
          <p:spPr>
            <a:xfrm rot="11852637">
              <a:off x="6333490" y="664684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99" name="Oval 1398">
              <a:extLst>
                <a:ext uri="{FF2B5EF4-FFF2-40B4-BE49-F238E27FC236}">
                  <a16:creationId xmlns:a16="http://schemas.microsoft.com/office/drawing/2014/main" id="{3FAD0255-2788-5C41-B726-721291123A8C}"/>
                </a:ext>
              </a:extLst>
            </p:cNvPr>
            <p:cNvSpPr/>
            <p:nvPr/>
          </p:nvSpPr>
          <p:spPr>
            <a:xfrm rot="11852637">
              <a:off x="6356726" y="661807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00" name="Oval 1399">
              <a:extLst>
                <a:ext uri="{FF2B5EF4-FFF2-40B4-BE49-F238E27FC236}">
                  <a16:creationId xmlns:a16="http://schemas.microsoft.com/office/drawing/2014/main" id="{1E03E1E7-CB4D-2345-9E77-B55701AD7CCF}"/>
                </a:ext>
              </a:extLst>
            </p:cNvPr>
            <p:cNvSpPr/>
            <p:nvPr/>
          </p:nvSpPr>
          <p:spPr>
            <a:xfrm rot="11852637">
              <a:off x="6374430" y="65961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01" name="Oval 1400">
              <a:extLst>
                <a:ext uri="{FF2B5EF4-FFF2-40B4-BE49-F238E27FC236}">
                  <a16:creationId xmlns:a16="http://schemas.microsoft.com/office/drawing/2014/main" id="{38B9F236-5392-394A-AD21-15F16F356ABA}"/>
                </a:ext>
              </a:extLst>
            </p:cNvPr>
            <p:cNvSpPr/>
            <p:nvPr/>
          </p:nvSpPr>
          <p:spPr>
            <a:xfrm rot="11852637">
              <a:off x="6353569" y="665739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02" name="Oval 1401">
              <a:extLst>
                <a:ext uri="{FF2B5EF4-FFF2-40B4-BE49-F238E27FC236}">
                  <a16:creationId xmlns:a16="http://schemas.microsoft.com/office/drawing/2014/main" id="{AA1609BE-79A6-CE46-B390-7901009428AF}"/>
                </a:ext>
              </a:extLst>
            </p:cNvPr>
            <p:cNvSpPr/>
            <p:nvPr/>
          </p:nvSpPr>
          <p:spPr>
            <a:xfrm rot="11852637">
              <a:off x="6371713" y="6638662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03" name="Oval 1402">
              <a:extLst>
                <a:ext uri="{FF2B5EF4-FFF2-40B4-BE49-F238E27FC236}">
                  <a16:creationId xmlns:a16="http://schemas.microsoft.com/office/drawing/2014/main" id="{08069062-255D-0543-B797-B33124F6A564}"/>
                </a:ext>
              </a:extLst>
            </p:cNvPr>
            <p:cNvSpPr/>
            <p:nvPr/>
          </p:nvSpPr>
          <p:spPr>
            <a:xfrm rot="11852637">
              <a:off x="6389887" y="6614295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04" name="Oval 1403">
              <a:extLst>
                <a:ext uri="{FF2B5EF4-FFF2-40B4-BE49-F238E27FC236}">
                  <a16:creationId xmlns:a16="http://schemas.microsoft.com/office/drawing/2014/main" id="{F146901E-2479-2049-BDEA-091A444CC6A3}"/>
                </a:ext>
              </a:extLst>
            </p:cNvPr>
            <p:cNvSpPr/>
            <p:nvPr/>
          </p:nvSpPr>
          <p:spPr>
            <a:xfrm rot="11852637">
              <a:off x="6379980" y="666571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05" name="Oval 1404">
              <a:extLst>
                <a:ext uri="{FF2B5EF4-FFF2-40B4-BE49-F238E27FC236}">
                  <a16:creationId xmlns:a16="http://schemas.microsoft.com/office/drawing/2014/main" id="{1A0E157F-4B04-404B-9BB4-4027A0D53DCA}"/>
                </a:ext>
              </a:extLst>
            </p:cNvPr>
            <p:cNvSpPr/>
            <p:nvPr/>
          </p:nvSpPr>
          <p:spPr>
            <a:xfrm rot="11852637">
              <a:off x="6403216" y="663694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06" name="Oval 1405">
              <a:extLst>
                <a:ext uri="{FF2B5EF4-FFF2-40B4-BE49-F238E27FC236}">
                  <a16:creationId xmlns:a16="http://schemas.microsoft.com/office/drawing/2014/main" id="{D68B085F-94BD-F44C-8FC7-76578885BFBF}"/>
                </a:ext>
              </a:extLst>
            </p:cNvPr>
            <p:cNvSpPr/>
            <p:nvPr/>
          </p:nvSpPr>
          <p:spPr>
            <a:xfrm rot="11852637">
              <a:off x="6400059" y="667626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07" name="Oval 1406">
              <a:extLst>
                <a:ext uri="{FF2B5EF4-FFF2-40B4-BE49-F238E27FC236}">
                  <a16:creationId xmlns:a16="http://schemas.microsoft.com/office/drawing/2014/main" id="{DF244F29-AD3D-7242-A085-70375CD59E04}"/>
                </a:ext>
              </a:extLst>
            </p:cNvPr>
            <p:cNvSpPr/>
            <p:nvPr/>
          </p:nvSpPr>
          <p:spPr>
            <a:xfrm rot="11852637">
              <a:off x="6418202" y="665753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08" name="Freeform 1407">
              <a:extLst>
                <a:ext uri="{FF2B5EF4-FFF2-40B4-BE49-F238E27FC236}">
                  <a16:creationId xmlns:a16="http://schemas.microsoft.com/office/drawing/2014/main" id="{E7EBDED4-93A2-2A43-B796-40A8CB3762FD}"/>
                </a:ext>
              </a:extLst>
            </p:cNvPr>
            <p:cNvSpPr/>
            <p:nvPr/>
          </p:nvSpPr>
          <p:spPr>
            <a:xfrm rot="18535560">
              <a:off x="6045401" y="6304373"/>
              <a:ext cx="235075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Freeform 1408">
              <a:extLst>
                <a:ext uri="{FF2B5EF4-FFF2-40B4-BE49-F238E27FC236}">
                  <a16:creationId xmlns:a16="http://schemas.microsoft.com/office/drawing/2014/main" id="{6064F2DD-D55C-C940-94B7-F03C86DADB43}"/>
                </a:ext>
              </a:extLst>
            </p:cNvPr>
            <p:cNvSpPr/>
            <p:nvPr/>
          </p:nvSpPr>
          <p:spPr>
            <a:xfrm rot="18535560" flipH="1">
              <a:off x="6160015" y="6157256"/>
              <a:ext cx="227078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410" name="Group 1409">
            <a:extLst>
              <a:ext uri="{FF2B5EF4-FFF2-40B4-BE49-F238E27FC236}">
                <a16:creationId xmlns:a16="http://schemas.microsoft.com/office/drawing/2014/main" id="{82F303BD-355B-9847-A012-15FCF30D2E3F}"/>
              </a:ext>
            </a:extLst>
          </p:cNvPr>
          <p:cNvGrpSpPr>
            <a:grpSpLocks noChangeAspect="1"/>
          </p:cNvGrpSpPr>
          <p:nvPr/>
        </p:nvGrpSpPr>
        <p:grpSpPr>
          <a:xfrm>
            <a:off x="5100733" y="3929537"/>
            <a:ext cx="1771073" cy="2404553"/>
            <a:chOff x="9046953" y="2787725"/>
            <a:chExt cx="2879972" cy="3910084"/>
          </a:xfrm>
        </p:grpSpPr>
        <p:sp>
          <p:nvSpPr>
            <p:cNvPr id="1411" name="Arc 1410">
              <a:extLst>
                <a:ext uri="{FF2B5EF4-FFF2-40B4-BE49-F238E27FC236}">
                  <a16:creationId xmlns:a16="http://schemas.microsoft.com/office/drawing/2014/main" id="{7BA88E9C-9A5E-7647-BF55-4E3476ABB82C}"/>
                </a:ext>
              </a:extLst>
            </p:cNvPr>
            <p:cNvSpPr/>
            <p:nvPr/>
          </p:nvSpPr>
          <p:spPr>
            <a:xfrm>
              <a:off x="9046953" y="2933858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2" name="Arc 1411">
              <a:extLst>
                <a:ext uri="{FF2B5EF4-FFF2-40B4-BE49-F238E27FC236}">
                  <a16:creationId xmlns:a16="http://schemas.microsoft.com/office/drawing/2014/main" id="{96D9107F-729F-B74C-9B37-45CF0CBE9C46}"/>
                </a:ext>
              </a:extLst>
            </p:cNvPr>
            <p:cNvSpPr/>
            <p:nvPr/>
          </p:nvSpPr>
          <p:spPr>
            <a:xfrm rot="1338627">
              <a:off x="9104773" y="2789111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3" name="Rectangle 1412">
              <a:extLst>
                <a:ext uri="{FF2B5EF4-FFF2-40B4-BE49-F238E27FC236}">
                  <a16:creationId xmlns:a16="http://schemas.microsoft.com/office/drawing/2014/main" id="{DDE44CB6-A097-F349-91B9-2ADF9F5E33B3}"/>
                </a:ext>
              </a:extLst>
            </p:cNvPr>
            <p:cNvSpPr/>
            <p:nvPr/>
          </p:nvSpPr>
          <p:spPr>
            <a:xfrm>
              <a:off x="10425734" y="2790239"/>
              <a:ext cx="58909" cy="373291"/>
            </a:xfrm>
            <a:prstGeom prst="rect">
              <a:avLst/>
            </a:prstGeom>
            <a:solidFill>
              <a:srgbClr val="FFEB1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4" name="Arc 1413">
              <a:extLst>
                <a:ext uri="{FF2B5EF4-FFF2-40B4-BE49-F238E27FC236}">
                  <a16:creationId xmlns:a16="http://schemas.microsoft.com/office/drawing/2014/main" id="{ABB77A66-AEF0-8D41-8148-1470A00F9DC8}"/>
                </a:ext>
              </a:extLst>
            </p:cNvPr>
            <p:cNvSpPr/>
            <p:nvPr/>
          </p:nvSpPr>
          <p:spPr>
            <a:xfrm flipH="1">
              <a:off x="10501508" y="2938996"/>
              <a:ext cx="1224347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5" name="Arc 1414">
              <a:extLst>
                <a:ext uri="{FF2B5EF4-FFF2-40B4-BE49-F238E27FC236}">
                  <a16:creationId xmlns:a16="http://schemas.microsoft.com/office/drawing/2014/main" id="{80A98CF4-EB6C-6C40-80F7-82BF9B52AA8B}"/>
                </a:ext>
              </a:extLst>
            </p:cNvPr>
            <p:cNvSpPr/>
            <p:nvPr/>
          </p:nvSpPr>
          <p:spPr>
            <a:xfrm rot="20295794" flipH="1">
              <a:off x="10431899" y="2787725"/>
              <a:ext cx="1495026" cy="432629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6" name="Freeform 1415">
              <a:extLst>
                <a:ext uri="{FF2B5EF4-FFF2-40B4-BE49-F238E27FC236}">
                  <a16:creationId xmlns:a16="http://schemas.microsoft.com/office/drawing/2014/main" id="{AFDDB4F6-C3B5-CE49-A2CE-D672175C19E3}"/>
                </a:ext>
              </a:extLst>
            </p:cNvPr>
            <p:cNvSpPr/>
            <p:nvPr/>
          </p:nvSpPr>
          <p:spPr>
            <a:xfrm flipH="1">
              <a:off x="10466429" y="5025321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7" name="Freeform 1416">
              <a:extLst>
                <a:ext uri="{FF2B5EF4-FFF2-40B4-BE49-F238E27FC236}">
                  <a16:creationId xmlns:a16="http://schemas.microsoft.com/office/drawing/2014/main" id="{DAAA8FE8-F95B-6D40-967D-45CF67B0FEBA}"/>
                </a:ext>
              </a:extLst>
            </p:cNvPr>
            <p:cNvSpPr/>
            <p:nvPr/>
          </p:nvSpPr>
          <p:spPr>
            <a:xfrm>
              <a:off x="9766137" y="5019126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8" name="Rectangle 1417">
              <a:extLst>
                <a:ext uri="{FF2B5EF4-FFF2-40B4-BE49-F238E27FC236}">
                  <a16:creationId xmlns:a16="http://schemas.microsoft.com/office/drawing/2014/main" id="{49263707-F3D0-9944-AD8C-2B3F8344CD87}"/>
                </a:ext>
              </a:extLst>
            </p:cNvPr>
            <p:cNvSpPr/>
            <p:nvPr/>
          </p:nvSpPr>
          <p:spPr>
            <a:xfrm>
              <a:off x="10389932" y="4157203"/>
              <a:ext cx="140681" cy="1871659"/>
            </a:xfrm>
            <a:prstGeom prst="rect">
              <a:avLst/>
            </a:pr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9" name="Freeform 1418">
              <a:extLst>
                <a:ext uri="{FF2B5EF4-FFF2-40B4-BE49-F238E27FC236}">
                  <a16:creationId xmlns:a16="http://schemas.microsoft.com/office/drawing/2014/main" id="{714743CE-2EAC-B145-B086-00C17128FFC1}"/>
                </a:ext>
              </a:extLst>
            </p:cNvPr>
            <p:cNvSpPr/>
            <p:nvPr/>
          </p:nvSpPr>
          <p:spPr>
            <a:xfrm>
              <a:off x="9391926" y="4210913"/>
              <a:ext cx="1013509" cy="24226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0" name="Freeform 1419">
              <a:extLst>
                <a:ext uri="{FF2B5EF4-FFF2-40B4-BE49-F238E27FC236}">
                  <a16:creationId xmlns:a16="http://schemas.microsoft.com/office/drawing/2014/main" id="{06EE547F-7A06-7A45-99EB-51536BABFE79}"/>
                </a:ext>
              </a:extLst>
            </p:cNvPr>
            <p:cNvSpPr/>
            <p:nvPr/>
          </p:nvSpPr>
          <p:spPr>
            <a:xfrm flipH="1">
              <a:off x="10501509" y="4204646"/>
              <a:ext cx="1065946" cy="25479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1" name="Freeform 1420">
              <a:extLst>
                <a:ext uri="{FF2B5EF4-FFF2-40B4-BE49-F238E27FC236}">
                  <a16:creationId xmlns:a16="http://schemas.microsoft.com/office/drawing/2014/main" id="{6B13F614-E800-0A4E-924E-DA43D8AAF5E7}"/>
                </a:ext>
              </a:extLst>
            </p:cNvPr>
            <p:cNvSpPr/>
            <p:nvPr/>
          </p:nvSpPr>
          <p:spPr>
            <a:xfrm rot="20572658">
              <a:off x="9570068" y="3670534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2" name="Freeform 1421">
              <a:extLst>
                <a:ext uri="{FF2B5EF4-FFF2-40B4-BE49-F238E27FC236}">
                  <a16:creationId xmlns:a16="http://schemas.microsoft.com/office/drawing/2014/main" id="{58BF7A38-ADB2-324F-99CF-813F03831296}"/>
                </a:ext>
              </a:extLst>
            </p:cNvPr>
            <p:cNvSpPr/>
            <p:nvPr/>
          </p:nvSpPr>
          <p:spPr>
            <a:xfrm rot="1007770" flipH="1">
              <a:off x="10404085" y="3668507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3" name="Freeform 1422">
              <a:extLst>
                <a:ext uri="{FF2B5EF4-FFF2-40B4-BE49-F238E27FC236}">
                  <a16:creationId xmlns:a16="http://schemas.microsoft.com/office/drawing/2014/main" id="{6FE9A644-4C1D-B147-A2D6-F1A66C9F0D8E}"/>
                </a:ext>
              </a:extLst>
            </p:cNvPr>
            <p:cNvSpPr/>
            <p:nvPr/>
          </p:nvSpPr>
          <p:spPr>
            <a:xfrm>
              <a:off x="9824209" y="6008736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4" name="Freeform 1423">
              <a:extLst>
                <a:ext uri="{FF2B5EF4-FFF2-40B4-BE49-F238E27FC236}">
                  <a16:creationId xmlns:a16="http://schemas.microsoft.com/office/drawing/2014/main" id="{249C65F3-1713-7C4B-92D2-A816B7B28815}"/>
                </a:ext>
              </a:extLst>
            </p:cNvPr>
            <p:cNvSpPr/>
            <p:nvPr/>
          </p:nvSpPr>
          <p:spPr>
            <a:xfrm rot="21085137">
              <a:off x="9864962" y="6035031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5" name="Freeform 1424">
              <a:extLst>
                <a:ext uri="{FF2B5EF4-FFF2-40B4-BE49-F238E27FC236}">
                  <a16:creationId xmlns:a16="http://schemas.microsoft.com/office/drawing/2014/main" id="{DDC99338-FCDF-8D47-A013-E3E44DAF2421}"/>
                </a:ext>
              </a:extLst>
            </p:cNvPr>
            <p:cNvSpPr/>
            <p:nvPr/>
          </p:nvSpPr>
          <p:spPr>
            <a:xfrm>
              <a:off x="10158531" y="6008736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" name="Freeform 1425">
              <a:extLst>
                <a:ext uri="{FF2B5EF4-FFF2-40B4-BE49-F238E27FC236}">
                  <a16:creationId xmlns:a16="http://schemas.microsoft.com/office/drawing/2014/main" id="{CAC0D39F-3BDC-C244-9C9E-AB2CD764001C}"/>
                </a:ext>
              </a:extLst>
            </p:cNvPr>
            <p:cNvSpPr/>
            <p:nvPr/>
          </p:nvSpPr>
          <p:spPr>
            <a:xfrm>
              <a:off x="10282230" y="6008732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Freeform 1426">
              <a:extLst>
                <a:ext uri="{FF2B5EF4-FFF2-40B4-BE49-F238E27FC236}">
                  <a16:creationId xmlns:a16="http://schemas.microsoft.com/office/drawing/2014/main" id="{ED4E82C4-A9EC-C745-8DEF-C3943E08C623}"/>
                </a:ext>
              </a:extLst>
            </p:cNvPr>
            <p:cNvSpPr/>
            <p:nvPr/>
          </p:nvSpPr>
          <p:spPr>
            <a:xfrm flipH="1">
              <a:off x="10458603" y="6019995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8" name="Freeform 1427">
              <a:extLst>
                <a:ext uri="{FF2B5EF4-FFF2-40B4-BE49-F238E27FC236}">
                  <a16:creationId xmlns:a16="http://schemas.microsoft.com/office/drawing/2014/main" id="{D69B6ECA-F59F-494C-90DA-C3A9E2B3F8E6}"/>
                </a:ext>
              </a:extLst>
            </p:cNvPr>
            <p:cNvSpPr/>
            <p:nvPr/>
          </p:nvSpPr>
          <p:spPr>
            <a:xfrm rot="21085137" flipH="1">
              <a:off x="10545933" y="5981220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9" name="Freeform 1428">
              <a:extLst>
                <a:ext uri="{FF2B5EF4-FFF2-40B4-BE49-F238E27FC236}">
                  <a16:creationId xmlns:a16="http://schemas.microsoft.com/office/drawing/2014/main" id="{56E62D7D-72E8-164D-85D5-075CD822BB49}"/>
                </a:ext>
              </a:extLst>
            </p:cNvPr>
            <p:cNvSpPr/>
            <p:nvPr/>
          </p:nvSpPr>
          <p:spPr>
            <a:xfrm flipH="1">
              <a:off x="10462728" y="6008733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0" name="Freeform 1429">
              <a:extLst>
                <a:ext uri="{FF2B5EF4-FFF2-40B4-BE49-F238E27FC236}">
                  <a16:creationId xmlns:a16="http://schemas.microsoft.com/office/drawing/2014/main" id="{F223F3B7-FFB1-2445-B35A-E76BE2D8A202}"/>
                </a:ext>
              </a:extLst>
            </p:cNvPr>
            <p:cNvSpPr/>
            <p:nvPr/>
          </p:nvSpPr>
          <p:spPr>
            <a:xfrm flipH="1">
              <a:off x="10456494" y="6019996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1" name="Freeform 1430">
              <a:extLst>
                <a:ext uri="{FF2B5EF4-FFF2-40B4-BE49-F238E27FC236}">
                  <a16:creationId xmlns:a16="http://schemas.microsoft.com/office/drawing/2014/main" id="{51CC4DA2-CCE7-C24F-8E93-481FD1656B20}"/>
                </a:ext>
              </a:extLst>
            </p:cNvPr>
            <p:cNvSpPr/>
            <p:nvPr/>
          </p:nvSpPr>
          <p:spPr>
            <a:xfrm flipV="1">
              <a:off x="9811076" y="3258288"/>
              <a:ext cx="655353" cy="16645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2" name="Freeform 1431">
              <a:extLst>
                <a:ext uri="{FF2B5EF4-FFF2-40B4-BE49-F238E27FC236}">
                  <a16:creationId xmlns:a16="http://schemas.microsoft.com/office/drawing/2014/main" id="{E1227502-ABB7-674C-BF36-54B3866EF05B}"/>
                </a:ext>
              </a:extLst>
            </p:cNvPr>
            <p:cNvSpPr/>
            <p:nvPr/>
          </p:nvSpPr>
          <p:spPr>
            <a:xfrm flipH="1" flipV="1">
              <a:off x="10432635" y="3269264"/>
              <a:ext cx="561437" cy="14260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3" name="Rectangle 1432">
              <a:extLst>
                <a:ext uri="{FF2B5EF4-FFF2-40B4-BE49-F238E27FC236}">
                  <a16:creationId xmlns:a16="http://schemas.microsoft.com/office/drawing/2014/main" id="{91A17506-24F0-CB40-BA7D-09B69CB0FB74}"/>
                </a:ext>
              </a:extLst>
            </p:cNvPr>
            <p:cNvSpPr/>
            <p:nvPr/>
          </p:nvSpPr>
          <p:spPr>
            <a:xfrm>
              <a:off x="10419035" y="3150121"/>
              <a:ext cx="82474" cy="1871659"/>
            </a:xfrm>
            <a:prstGeom prst="rect">
              <a:avLst/>
            </a:pr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434" name="Group 1433">
              <a:extLst>
                <a:ext uri="{FF2B5EF4-FFF2-40B4-BE49-F238E27FC236}">
                  <a16:creationId xmlns:a16="http://schemas.microsoft.com/office/drawing/2014/main" id="{CCCF593B-56A7-514C-93E5-E2419706DE07}"/>
                </a:ext>
              </a:extLst>
            </p:cNvPr>
            <p:cNvGrpSpPr/>
            <p:nvPr/>
          </p:nvGrpSpPr>
          <p:grpSpPr>
            <a:xfrm rot="19543999">
              <a:off x="10195689" y="4691803"/>
              <a:ext cx="215295" cy="479547"/>
              <a:chOff x="921576" y="786058"/>
              <a:chExt cx="2317203" cy="5380352"/>
            </a:xfrm>
            <a:solidFill>
              <a:srgbClr val="8B8900"/>
            </a:solidFill>
          </p:grpSpPr>
          <p:sp>
            <p:nvSpPr>
              <p:cNvPr id="1435" name="Freeform 1434">
                <a:extLst>
                  <a:ext uri="{FF2B5EF4-FFF2-40B4-BE49-F238E27FC236}">
                    <a16:creationId xmlns:a16="http://schemas.microsoft.com/office/drawing/2014/main" id="{BD339B11-3771-A44D-8E59-DC5C8240F63A}"/>
                  </a:ext>
                </a:extLst>
              </p:cNvPr>
              <p:cNvSpPr/>
              <p:nvPr/>
            </p:nvSpPr>
            <p:spPr>
              <a:xfrm rot="20486107">
                <a:off x="1700883" y="786058"/>
                <a:ext cx="825199" cy="1937307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6" name="Freeform 1435">
                <a:extLst>
                  <a:ext uri="{FF2B5EF4-FFF2-40B4-BE49-F238E27FC236}">
                    <a16:creationId xmlns:a16="http://schemas.microsoft.com/office/drawing/2014/main" id="{49CC6544-450B-2948-919E-5A6899DF74B7}"/>
                  </a:ext>
                </a:extLst>
              </p:cNvPr>
              <p:cNvSpPr/>
              <p:nvPr/>
            </p:nvSpPr>
            <p:spPr>
              <a:xfrm flipH="1">
                <a:off x="2051310" y="1019787"/>
                <a:ext cx="818382" cy="28402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37" name="Freeform 1436">
                <a:extLst>
                  <a:ext uri="{FF2B5EF4-FFF2-40B4-BE49-F238E27FC236}">
                    <a16:creationId xmlns:a16="http://schemas.microsoft.com/office/drawing/2014/main" id="{6E5E4DF6-C7B2-3142-AE7D-1A5C5D88F444}"/>
                  </a:ext>
                </a:extLst>
              </p:cNvPr>
              <p:cNvSpPr/>
              <p:nvPr/>
            </p:nvSpPr>
            <p:spPr>
              <a:xfrm>
                <a:off x="1191591" y="1008396"/>
                <a:ext cx="825199" cy="2863938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8" name="Rectangle 1437">
                <a:extLst>
                  <a:ext uri="{FF2B5EF4-FFF2-40B4-BE49-F238E27FC236}">
                    <a16:creationId xmlns:a16="http://schemas.microsoft.com/office/drawing/2014/main" id="{656AD6E8-0647-DB4E-9F41-4EB5639FFBEE}"/>
                  </a:ext>
                </a:extLst>
              </p:cNvPr>
              <p:cNvSpPr/>
              <p:nvPr/>
            </p:nvSpPr>
            <p:spPr>
              <a:xfrm>
                <a:off x="1680856" y="1348591"/>
                <a:ext cx="795003" cy="4238213"/>
              </a:xfrm>
              <a:prstGeom prst="rect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1439" name="Oval 1438">
                <a:extLst>
                  <a:ext uri="{FF2B5EF4-FFF2-40B4-BE49-F238E27FC236}">
                    <a16:creationId xmlns:a16="http://schemas.microsoft.com/office/drawing/2014/main" id="{8B81505E-85F6-DA40-A7BB-137626304654}"/>
                  </a:ext>
                </a:extLst>
              </p:cNvPr>
              <p:cNvSpPr/>
              <p:nvPr/>
            </p:nvSpPr>
            <p:spPr>
              <a:xfrm>
                <a:off x="1749692" y="1008396"/>
                <a:ext cx="179851" cy="20554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40" name="Oval 1439">
                <a:extLst>
                  <a:ext uri="{FF2B5EF4-FFF2-40B4-BE49-F238E27FC236}">
                    <a16:creationId xmlns:a16="http://schemas.microsoft.com/office/drawing/2014/main" id="{3C298636-47F5-A345-88D4-659CD23B3A5E}"/>
                  </a:ext>
                </a:extLst>
              </p:cNvPr>
              <p:cNvSpPr/>
              <p:nvPr/>
            </p:nvSpPr>
            <p:spPr>
              <a:xfrm>
                <a:off x="1678802" y="11691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41" name="Oval 1440">
                <a:extLst>
                  <a:ext uri="{FF2B5EF4-FFF2-40B4-BE49-F238E27FC236}">
                    <a16:creationId xmlns:a16="http://schemas.microsoft.com/office/drawing/2014/main" id="{41B6DDE1-43D2-2545-A69D-1AFA05129E97}"/>
                  </a:ext>
                </a:extLst>
              </p:cNvPr>
              <p:cNvSpPr/>
              <p:nvPr/>
            </p:nvSpPr>
            <p:spPr>
              <a:xfrm>
                <a:off x="1852930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42" name="Oval 1441">
                <a:extLst>
                  <a:ext uri="{FF2B5EF4-FFF2-40B4-BE49-F238E27FC236}">
                    <a16:creationId xmlns:a16="http://schemas.microsoft.com/office/drawing/2014/main" id="{498B3949-2AA2-7441-A8F7-34E47C23CECB}"/>
                  </a:ext>
                </a:extLst>
              </p:cNvPr>
              <p:cNvSpPr/>
              <p:nvPr/>
            </p:nvSpPr>
            <p:spPr>
              <a:xfrm>
                <a:off x="2010245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43" name="Oval 1442">
                <a:extLst>
                  <a:ext uri="{FF2B5EF4-FFF2-40B4-BE49-F238E27FC236}">
                    <a16:creationId xmlns:a16="http://schemas.microsoft.com/office/drawing/2014/main" id="{59034A86-27ED-434F-8C96-59ECA5574DE6}"/>
                  </a:ext>
                </a:extLst>
              </p:cNvPr>
              <p:cNvSpPr/>
              <p:nvPr/>
            </p:nvSpPr>
            <p:spPr>
              <a:xfrm>
                <a:off x="2216722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44" name="Oval 1443">
                <a:extLst>
                  <a:ext uri="{FF2B5EF4-FFF2-40B4-BE49-F238E27FC236}">
                    <a16:creationId xmlns:a16="http://schemas.microsoft.com/office/drawing/2014/main" id="{CACC2A8C-8B2B-5244-B4B6-7F3DA719DD89}"/>
                  </a:ext>
                </a:extLst>
              </p:cNvPr>
              <p:cNvSpPr/>
              <p:nvPr/>
            </p:nvSpPr>
            <p:spPr>
              <a:xfrm>
                <a:off x="1952319" y="1014919"/>
                <a:ext cx="174526" cy="199459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45" name="Oval 1444">
                <a:extLst>
                  <a:ext uri="{FF2B5EF4-FFF2-40B4-BE49-F238E27FC236}">
                    <a16:creationId xmlns:a16="http://schemas.microsoft.com/office/drawing/2014/main" id="{3E341B7C-2DAA-AE4F-B4FC-11F3CA91B5EF}"/>
                  </a:ext>
                </a:extLst>
              </p:cNvPr>
              <p:cNvSpPr/>
              <p:nvPr/>
            </p:nvSpPr>
            <p:spPr>
              <a:xfrm>
                <a:off x="2150691" y="1029395"/>
                <a:ext cx="184014" cy="186429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46" name="Oval 1445">
                <a:extLst>
                  <a:ext uri="{FF2B5EF4-FFF2-40B4-BE49-F238E27FC236}">
                    <a16:creationId xmlns:a16="http://schemas.microsoft.com/office/drawing/2014/main" id="{74AA7F42-7EAF-FF43-822E-4C86C683DE50}"/>
                  </a:ext>
                </a:extLst>
              </p:cNvPr>
              <p:cNvSpPr/>
              <p:nvPr/>
            </p:nvSpPr>
            <p:spPr>
              <a:xfrm>
                <a:off x="1543215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47" name="Oval 1446">
                <a:extLst>
                  <a:ext uri="{FF2B5EF4-FFF2-40B4-BE49-F238E27FC236}">
                    <a16:creationId xmlns:a16="http://schemas.microsoft.com/office/drawing/2014/main" id="{AB34E2B8-D6D4-EE48-A6E6-0AECB4551D28}"/>
                  </a:ext>
                </a:extLst>
              </p:cNvPr>
              <p:cNvSpPr/>
              <p:nvPr/>
            </p:nvSpPr>
            <p:spPr>
              <a:xfrm>
                <a:off x="1749691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48" name="Oval 1447">
                <a:extLst>
                  <a:ext uri="{FF2B5EF4-FFF2-40B4-BE49-F238E27FC236}">
                    <a16:creationId xmlns:a16="http://schemas.microsoft.com/office/drawing/2014/main" id="{0C8F3099-5D4B-6343-8EDF-00019ED33438}"/>
                  </a:ext>
                </a:extLst>
              </p:cNvPr>
              <p:cNvSpPr/>
              <p:nvPr/>
            </p:nvSpPr>
            <p:spPr>
              <a:xfrm>
                <a:off x="1907006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49" name="Oval 1448">
                <a:extLst>
                  <a:ext uri="{FF2B5EF4-FFF2-40B4-BE49-F238E27FC236}">
                    <a16:creationId xmlns:a16="http://schemas.microsoft.com/office/drawing/2014/main" id="{411B3D65-5E66-334E-84E9-EEC08F36835D}"/>
                  </a:ext>
                </a:extLst>
              </p:cNvPr>
              <p:cNvSpPr/>
              <p:nvPr/>
            </p:nvSpPr>
            <p:spPr>
              <a:xfrm>
                <a:off x="2113483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50" name="Oval 1449">
                <a:extLst>
                  <a:ext uri="{FF2B5EF4-FFF2-40B4-BE49-F238E27FC236}">
                    <a16:creationId xmlns:a16="http://schemas.microsoft.com/office/drawing/2014/main" id="{2C7CA253-DBDD-004A-A424-8337EB352280}"/>
                  </a:ext>
                </a:extLst>
              </p:cNvPr>
              <p:cNvSpPr/>
              <p:nvPr/>
            </p:nvSpPr>
            <p:spPr>
              <a:xfrm>
                <a:off x="2295379" y="134175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51" name="Oval 1450">
                <a:extLst>
                  <a:ext uri="{FF2B5EF4-FFF2-40B4-BE49-F238E27FC236}">
                    <a16:creationId xmlns:a16="http://schemas.microsoft.com/office/drawing/2014/main" id="{E6292006-3ED0-EF4A-B9E5-45864DFF5D9C}"/>
                  </a:ext>
                </a:extLst>
              </p:cNvPr>
              <p:cNvSpPr/>
              <p:nvPr/>
            </p:nvSpPr>
            <p:spPr>
              <a:xfrm>
                <a:off x="1567791" y="15384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52" name="Oval 1451">
                <a:extLst>
                  <a:ext uri="{FF2B5EF4-FFF2-40B4-BE49-F238E27FC236}">
                    <a16:creationId xmlns:a16="http://schemas.microsoft.com/office/drawing/2014/main" id="{371B6B7A-1FD1-3B49-8736-25321D717E5A}"/>
                  </a:ext>
                </a:extLst>
              </p:cNvPr>
              <p:cNvSpPr/>
              <p:nvPr/>
            </p:nvSpPr>
            <p:spPr>
              <a:xfrm>
                <a:off x="1712817" y="155806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53" name="Oval 1452">
                <a:extLst>
                  <a:ext uri="{FF2B5EF4-FFF2-40B4-BE49-F238E27FC236}">
                    <a16:creationId xmlns:a16="http://schemas.microsoft.com/office/drawing/2014/main" id="{A5B9233E-04F4-144F-BA20-94503A1ACEA4}"/>
                  </a:ext>
                </a:extLst>
              </p:cNvPr>
              <p:cNvSpPr/>
              <p:nvPr/>
            </p:nvSpPr>
            <p:spPr>
              <a:xfrm>
                <a:off x="1882417" y="154823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54" name="Oval 1453">
                <a:extLst>
                  <a:ext uri="{FF2B5EF4-FFF2-40B4-BE49-F238E27FC236}">
                    <a16:creationId xmlns:a16="http://schemas.microsoft.com/office/drawing/2014/main" id="{1830D3FE-8AA3-7946-B7AD-130DF6D02A83}"/>
                  </a:ext>
                </a:extLst>
              </p:cNvPr>
              <p:cNvSpPr/>
              <p:nvPr/>
            </p:nvSpPr>
            <p:spPr>
              <a:xfrm>
                <a:off x="2101183" y="154823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55" name="Oval 1454">
                <a:extLst>
                  <a:ext uri="{FF2B5EF4-FFF2-40B4-BE49-F238E27FC236}">
                    <a16:creationId xmlns:a16="http://schemas.microsoft.com/office/drawing/2014/main" id="{D7CCC54C-195B-EA40-B2D1-EA4A47EF6DFC}"/>
                  </a:ext>
                </a:extLst>
              </p:cNvPr>
              <p:cNvSpPr/>
              <p:nvPr/>
            </p:nvSpPr>
            <p:spPr>
              <a:xfrm>
                <a:off x="2319955" y="152856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56" name="Oval 1455">
                <a:extLst>
                  <a:ext uri="{FF2B5EF4-FFF2-40B4-BE49-F238E27FC236}">
                    <a16:creationId xmlns:a16="http://schemas.microsoft.com/office/drawing/2014/main" id="{1DCD2CFE-7369-7D45-B55A-F54C894C4262}"/>
                  </a:ext>
                </a:extLst>
              </p:cNvPr>
              <p:cNvSpPr/>
              <p:nvPr/>
            </p:nvSpPr>
            <p:spPr>
              <a:xfrm>
                <a:off x="1523542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57" name="Oval 1456">
                <a:extLst>
                  <a:ext uri="{FF2B5EF4-FFF2-40B4-BE49-F238E27FC236}">
                    <a16:creationId xmlns:a16="http://schemas.microsoft.com/office/drawing/2014/main" id="{72F5BB17-43CB-A143-8B31-DC331A151529}"/>
                  </a:ext>
                </a:extLst>
              </p:cNvPr>
              <p:cNvSpPr/>
              <p:nvPr/>
            </p:nvSpPr>
            <p:spPr>
              <a:xfrm>
                <a:off x="1730018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58" name="Oval 1457">
                <a:extLst>
                  <a:ext uri="{FF2B5EF4-FFF2-40B4-BE49-F238E27FC236}">
                    <a16:creationId xmlns:a16="http://schemas.microsoft.com/office/drawing/2014/main" id="{17BB77E1-240D-B641-A2EE-140110B40EBB}"/>
                  </a:ext>
                </a:extLst>
              </p:cNvPr>
              <p:cNvSpPr/>
              <p:nvPr/>
            </p:nvSpPr>
            <p:spPr>
              <a:xfrm>
                <a:off x="1887333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59" name="Oval 1458">
                <a:extLst>
                  <a:ext uri="{FF2B5EF4-FFF2-40B4-BE49-F238E27FC236}">
                    <a16:creationId xmlns:a16="http://schemas.microsoft.com/office/drawing/2014/main" id="{5CFB3FBE-10A9-8C4C-99A5-7C4F4A6122BB}"/>
                  </a:ext>
                </a:extLst>
              </p:cNvPr>
              <p:cNvSpPr/>
              <p:nvPr/>
            </p:nvSpPr>
            <p:spPr>
              <a:xfrm>
                <a:off x="2093810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60" name="Oval 1459">
                <a:extLst>
                  <a:ext uri="{FF2B5EF4-FFF2-40B4-BE49-F238E27FC236}">
                    <a16:creationId xmlns:a16="http://schemas.microsoft.com/office/drawing/2014/main" id="{792A2B55-308F-DC4F-A189-A86F1644A149}"/>
                  </a:ext>
                </a:extLst>
              </p:cNvPr>
              <p:cNvSpPr/>
              <p:nvPr/>
            </p:nvSpPr>
            <p:spPr>
              <a:xfrm>
                <a:off x="2275706" y="175471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61" name="Oval 1460">
                <a:extLst>
                  <a:ext uri="{FF2B5EF4-FFF2-40B4-BE49-F238E27FC236}">
                    <a16:creationId xmlns:a16="http://schemas.microsoft.com/office/drawing/2014/main" id="{84CA20F6-5914-D940-96F9-62AF6685441F}"/>
                  </a:ext>
                </a:extLst>
              </p:cNvPr>
              <p:cNvSpPr/>
              <p:nvPr/>
            </p:nvSpPr>
            <p:spPr>
              <a:xfrm>
                <a:off x="1548118" y="195135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62" name="Oval 1461">
                <a:extLst>
                  <a:ext uri="{FF2B5EF4-FFF2-40B4-BE49-F238E27FC236}">
                    <a16:creationId xmlns:a16="http://schemas.microsoft.com/office/drawing/2014/main" id="{927C04F9-F669-5645-83C0-683F6B530754}"/>
                  </a:ext>
                </a:extLst>
              </p:cNvPr>
              <p:cNvSpPr/>
              <p:nvPr/>
            </p:nvSpPr>
            <p:spPr>
              <a:xfrm>
                <a:off x="1693144" y="197102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63" name="Oval 1462">
                <a:extLst>
                  <a:ext uri="{FF2B5EF4-FFF2-40B4-BE49-F238E27FC236}">
                    <a16:creationId xmlns:a16="http://schemas.microsoft.com/office/drawing/2014/main" id="{932D25E4-77D0-1445-BF1B-120C617EA254}"/>
                  </a:ext>
                </a:extLst>
              </p:cNvPr>
              <p:cNvSpPr/>
              <p:nvPr/>
            </p:nvSpPr>
            <p:spPr>
              <a:xfrm>
                <a:off x="1862744" y="196118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64" name="Oval 1463">
                <a:extLst>
                  <a:ext uri="{FF2B5EF4-FFF2-40B4-BE49-F238E27FC236}">
                    <a16:creationId xmlns:a16="http://schemas.microsoft.com/office/drawing/2014/main" id="{20BAE22B-12E6-E540-9550-F9E15D90E831}"/>
                  </a:ext>
                </a:extLst>
              </p:cNvPr>
              <p:cNvSpPr/>
              <p:nvPr/>
            </p:nvSpPr>
            <p:spPr>
              <a:xfrm>
                <a:off x="2081510" y="196118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65" name="Oval 1464">
                <a:extLst>
                  <a:ext uri="{FF2B5EF4-FFF2-40B4-BE49-F238E27FC236}">
                    <a16:creationId xmlns:a16="http://schemas.microsoft.com/office/drawing/2014/main" id="{39992A8B-FFBC-6842-AC28-BF8999B9D624}"/>
                  </a:ext>
                </a:extLst>
              </p:cNvPr>
              <p:cNvSpPr/>
              <p:nvPr/>
            </p:nvSpPr>
            <p:spPr>
              <a:xfrm>
                <a:off x="2300282" y="194152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66" name="Oval 1465">
                <a:extLst>
                  <a:ext uri="{FF2B5EF4-FFF2-40B4-BE49-F238E27FC236}">
                    <a16:creationId xmlns:a16="http://schemas.microsoft.com/office/drawing/2014/main" id="{D37A92C2-B337-3544-87C4-E44356BE9EEF}"/>
                  </a:ext>
                </a:extLst>
              </p:cNvPr>
              <p:cNvSpPr/>
              <p:nvPr/>
            </p:nvSpPr>
            <p:spPr>
              <a:xfrm>
                <a:off x="1604666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67" name="Oval 1466">
                <a:extLst>
                  <a:ext uri="{FF2B5EF4-FFF2-40B4-BE49-F238E27FC236}">
                    <a16:creationId xmlns:a16="http://schemas.microsoft.com/office/drawing/2014/main" id="{2A6B9032-D284-2243-9343-7E8B47B28139}"/>
                  </a:ext>
                </a:extLst>
              </p:cNvPr>
              <p:cNvSpPr/>
              <p:nvPr/>
            </p:nvSpPr>
            <p:spPr>
              <a:xfrm>
                <a:off x="1811142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68" name="Oval 1467">
                <a:extLst>
                  <a:ext uri="{FF2B5EF4-FFF2-40B4-BE49-F238E27FC236}">
                    <a16:creationId xmlns:a16="http://schemas.microsoft.com/office/drawing/2014/main" id="{1F7317CA-DAE3-1047-BA02-27F56E059493}"/>
                  </a:ext>
                </a:extLst>
              </p:cNvPr>
              <p:cNvSpPr/>
              <p:nvPr/>
            </p:nvSpPr>
            <p:spPr>
              <a:xfrm>
                <a:off x="1968457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69" name="Oval 1468">
                <a:extLst>
                  <a:ext uri="{FF2B5EF4-FFF2-40B4-BE49-F238E27FC236}">
                    <a16:creationId xmlns:a16="http://schemas.microsoft.com/office/drawing/2014/main" id="{730D966B-91E8-9D44-B833-E22EF92F030D}"/>
                  </a:ext>
                </a:extLst>
              </p:cNvPr>
              <p:cNvSpPr/>
              <p:nvPr/>
            </p:nvSpPr>
            <p:spPr>
              <a:xfrm>
                <a:off x="2174934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70" name="Oval 1469">
                <a:extLst>
                  <a:ext uri="{FF2B5EF4-FFF2-40B4-BE49-F238E27FC236}">
                    <a16:creationId xmlns:a16="http://schemas.microsoft.com/office/drawing/2014/main" id="{E3B3D395-6CB3-DF4B-A52F-A01730B1DA92}"/>
                  </a:ext>
                </a:extLst>
              </p:cNvPr>
              <p:cNvSpPr/>
              <p:nvPr/>
            </p:nvSpPr>
            <p:spPr>
              <a:xfrm>
                <a:off x="2356830" y="215782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71" name="Oval 1470">
                <a:extLst>
                  <a:ext uri="{FF2B5EF4-FFF2-40B4-BE49-F238E27FC236}">
                    <a16:creationId xmlns:a16="http://schemas.microsoft.com/office/drawing/2014/main" id="{65E7448D-07C1-6744-A1F3-7ED4F38E929F}"/>
                  </a:ext>
                </a:extLst>
              </p:cNvPr>
              <p:cNvSpPr/>
              <p:nvPr/>
            </p:nvSpPr>
            <p:spPr>
              <a:xfrm>
                <a:off x="1629242" y="235447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72" name="Oval 1471">
                <a:extLst>
                  <a:ext uri="{FF2B5EF4-FFF2-40B4-BE49-F238E27FC236}">
                    <a16:creationId xmlns:a16="http://schemas.microsoft.com/office/drawing/2014/main" id="{0063F41D-4CF8-F54E-93B5-7312D14781CA}"/>
                  </a:ext>
                </a:extLst>
              </p:cNvPr>
              <p:cNvSpPr/>
              <p:nvPr/>
            </p:nvSpPr>
            <p:spPr>
              <a:xfrm>
                <a:off x="1774268" y="23741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73" name="Oval 1472">
                <a:extLst>
                  <a:ext uri="{FF2B5EF4-FFF2-40B4-BE49-F238E27FC236}">
                    <a16:creationId xmlns:a16="http://schemas.microsoft.com/office/drawing/2014/main" id="{7EBB230A-F75D-8E40-9EFF-0BB5C64EDA9D}"/>
                  </a:ext>
                </a:extLst>
              </p:cNvPr>
              <p:cNvSpPr/>
              <p:nvPr/>
            </p:nvSpPr>
            <p:spPr>
              <a:xfrm>
                <a:off x="1943868" y="236430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74" name="Oval 1473">
                <a:extLst>
                  <a:ext uri="{FF2B5EF4-FFF2-40B4-BE49-F238E27FC236}">
                    <a16:creationId xmlns:a16="http://schemas.microsoft.com/office/drawing/2014/main" id="{25671259-A466-C444-B57F-A7B52E3A6A4D}"/>
                  </a:ext>
                </a:extLst>
              </p:cNvPr>
              <p:cNvSpPr/>
              <p:nvPr/>
            </p:nvSpPr>
            <p:spPr>
              <a:xfrm>
                <a:off x="2162634" y="236430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75" name="Oval 1474">
                <a:extLst>
                  <a:ext uri="{FF2B5EF4-FFF2-40B4-BE49-F238E27FC236}">
                    <a16:creationId xmlns:a16="http://schemas.microsoft.com/office/drawing/2014/main" id="{0B4C726B-5E0A-414B-9AB7-03F77D62B575}"/>
                  </a:ext>
                </a:extLst>
              </p:cNvPr>
              <p:cNvSpPr/>
              <p:nvPr/>
            </p:nvSpPr>
            <p:spPr>
              <a:xfrm>
                <a:off x="2381406" y="234464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76" name="Oval 1475">
                <a:extLst>
                  <a:ext uri="{FF2B5EF4-FFF2-40B4-BE49-F238E27FC236}">
                    <a16:creationId xmlns:a16="http://schemas.microsoft.com/office/drawing/2014/main" id="{DD8E7C81-CB49-2B46-B7DA-9B6517240471}"/>
                  </a:ext>
                </a:extLst>
              </p:cNvPr>
              <p:cNvSpPr/>
              <p:nvPr/>
            </p:nvSpPr>
            <p:spPr>
              <a:xfrm rot="7200000">
                <a:off x="1585002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77" name="Oval 1476">
                <a:extLst>
                  <a:ext uri="{FF2B5EF4-FFF2-40B4-BE49-F238E27FC236}">
                    <a16:creationId xmlns:a16="http://schemas.microsoft.com/office/drawing/2014/main" id="{99D3E378-6CB5-134C-9DA7-42716A3751B1}"/>
                  </a:ext>
                </a:extLst>
              </p:cNvPr>
              <p:cNvSpPr/>
              <p:nvPr/>
            </p:nvSpPr>
            <p:spPr>
              <a:xfrm rot="7200000">
                <a:off x="1791478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78" name="Oval 1477">
                <a:extLst>
                  <a:ext uri="{FF2B5EF4-FFF2-40B4-BE49-F238E27FC236}">
                    <a16:creationId xmlns:a16="http://schemas.microsoft.com/office/drawing/2014/main" id="{4C8B12D0-3278-FC49-8B37-31E190234BC8}"/>
                  </a:ext>
                </a:extLst>
              </p:cNvPr>
              <p:cNvSpPr/>
              <p:nvPr/>
            </p:nvSpPr>
            <p:spPr>
              <a:xfrm rot="7200000">
                <a:off x="1948793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79" name="Oval 1478">
                <a:extLst>
                  <a:ext uri="{FF2B5EF4-FFF2-40B4-BE49-F238E27FC236}">
                    <a16:creationId xmlns:a16="http://schemas.microsoft.com/office/drawing/2014/main" id="{82FBE602-8643-674D-9061-D902021F3790}"/>
                  </a:ext>
                </a:extLst>
              </p:cNvPr>
              <p:cNvSpPr/>
              <p:nvPr/>
            </p:nvSpPr>
            <p:spPr>
              <a:xfrm rot="7200000">
                <a:off x="2155270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80" name="Oval 1479">
                <a:extLst>
                  <a:ext uri="{FF2B5EF4-FFF2-40B4-BE49-F238E27FC236}">
                    <a16:creationId xmlns:a16="http://schemas.microsoft.com/office/drawing/2014/main" id="{B6892EB9-8C9E-4340-95E0-CA10A65D7D9D}"/>
                  </a:ext>
                </a:extLst>
              </p:cNvPr>
              <p:cNvSpPr/>
              <p:nvPr/>
            </p:nvSpPr>
            <p:spPr>
              <a:xfrm rot="7200000">
                <a:off x="2337166" y="255110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81" name="Oval 1480">
                <a:extLst>
                  <a:ext uri="{FF2B5EF4-FFF2-40B4-BE49-F238E27FC236}">
                    <a16:creationId xmlns:a16="http://schemas.microsoft.com/office/drawing/2014/main" id="{75FC11E6-6E2B-754B-96E6-5FE5D7875F8D}"/>
                  </a:ext>
                </a:extLst>
              </p:cNvPr>
              <p:cNvSpPr/>
              <p:nvPr/>
            </p:nvSpPr>
            <p:spPr>
              <a:xfrm rot="7200000">
                <a:off x="1609578" y="274775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82" name="Oval 1481">
                <a:extLst>
                  <a:ext uri="{FF2B5EF4-FFF2-40B4-BE49-F238E27FC236}">
                    <a16:creationId xmlns:a16="http://schemas.microsoft.com/office/drawing/2014/main" id="{F72CB75E-61A2-804E-AF39-529373C30725}"/>
                  </a:ext>
                </a:extLst>
              </p:cNvPr>
              <p:cNvSpPr/>
              <p:nvPr/>
            </p:nvSpPr>
            <p:spPr>
              <a:xfrm rot="7200000">
                <a:off x="1754604" y="276741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83" name="Oval 1482">
                <a:extLst>
                  <a:ext uri="{FF2B5EF4-FFF2-40B4-BE49-F238E27FC236}">
                    <a16:creationId xmlns:a16="http://schemas.microsoft.com/office/drawing/2014/main" id="{7D09B071-22B3-D948-B333-323EA6171F55}"/>
                  </a:ext>
                </a:extLst>
              </p:cNvPr>
              <p:cNvSpPr/>
              <p:nvPr/>
            </p:nvSpPr>
            <p:spPr>
              <a:xfrm rot="7200000">
                <a:off x="1924204" y="275758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84" name="Oval 1483">
                <a:extLst>
                  <a:ext uri="{FF2B5EF4-FFF2-40B4-BE49-F238E27FC236}">
                    <a16:creationId xmlns:a16="http://schemas.microsoft.com/office/drawing/2014/main" id="{D1280414-7E23-4A49-8396-FF6A4336A90A}"/>
                  </a:ext>
                </a:extLst>
              </p:cNvPr>
              <p:cNvSpPr/>
              <p:nvPr/>
            </p:nvSpPr>
            <p:spPr>
              <a:xfrm rot="7200000">
                <a:off x="2142970" y="275758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85" name="Oval 1484">
                <a:extLst>
                  <a:ext uri="{FF2B5EF4-FFF2-40B4-BE49-F238E27FC236}">
                    <a16:creationId xmlns:a16="http://schemas.microsoft.com/office/drawing/2014/main" id="{EB91E545-FCED-CF40-8026-149487CD9886}"/>
                  </a:ext>
                </a:extLst>
              </p:cNvPr>
              <p:cNvSpPr/>
              <p:nvPr/>
            </p:nvSpPr>
            <p:spPr>
              <a:xfrm rot="7200000">
                <a:off x="2361742" y="273791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86" name="Oval 1485">
                <a:extLst>
                  <a:ext uri="{FF2B5EF4-FFF2-40B4-BE49-F238E27FC236}">
                    <a16:creationId xmlns:a16="http://schemas.microsoft.com/office/drawing/2014/main" id="{BC272945-5780-F540-9478-595B8B78718A}"/>
                  </a:ext>
                </a:extLst>
              </p:cNvPr>
              <p:cNvSpPr/>
              <p:nvPr/>
            </p:nvSpPr>
            <p:spPr>
              <a:xfrm>
                <a:off x="1605720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87" name="Oval 1486">
                <a:extLst>
                  <a:ext uri="{FF2B5EF4-FFF2-40B4-BE49-F238E27FC236}">
                    <a16:creationId xmlns:a16="http://schemas.microsoft.com/office/drawing/2014/main" id="{38ABD7D0-6665-7E42-8CC8-E79B295A599C}"/>
                  </a:ext>
                </a:extLst>
              </p:cNvPr>
              <p:cNvSpPr/>
              <p:nvPr/>
            </p:nvSpPr>
            <p:spPr>
              <a:xfrm>
                <a:off x="1812196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88" name="Oval 1487">
                <a:extLst>
                  <a:ext uri="{FF2B5EF4-FFF2-40B4-BE49-F238E27FC236}">
                    <a16:creationId xmlns:a16="http://schemas.microsoft.com/office/drawing/2014/main" id="{1FF38A9E-F456-584C-BF3A-297E37D6B866}"/>
                  </a:ext>
                </a:extLst>
              </p:cNvPr>
              <p:cNvSpPr/>
              <p:nvPr/>
            </p:nvSpPr>
            <p:spPr>
              <a:xfrm>
                <a:off x="1969511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89" name="Oval 1488">
                <a:extLst>
                  <a:ext uri="{FF2B5EF4-FFF2-40B4-BE49-F238E27FC236}">
                    <a16:creationId xmlns:a16="http://schemas.microsoft.com/office/drawing/2014/main" id="{53B53B00-2032-504B-9B18-6E9A08075187}"/>
                  </a:ext>
                </a:extLst>
              </p:cNvPr>
              <p:cNvSpPr/>
              <p:nvPr/>
            </p:nvSpPr>
            <p:spPr>
              <a:xfrm>
                <a:off x="2175988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90" name="Oval 1489">
                <a:extLst>
                  <a:ext uri="{FF2B5EF4-FFF2-40B4-BE49-F238E27FC236}">
                    <a16:creationId xmlns:a16="http://schemas.microsoft.com/office/drawing/2014/main" id="{96D94F1A-28A4-F944-9B69-16C22B5A2520}"/>
                  </a:ext>
                </a:extLst>
              </p:cNvPr>
              <p:cNvSpPr/>
              <p:nvPr/>
            </p:nvSpPr>
            <p:spPr>
              <a:xfrm>
                <a:off x="2357884" y="294436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91" name="Oval 1490">
                <a:extLst>
                  <a:ext uri="{FF2B5EF4-FFF2-40B4-BE49-F238E27FC236}">
                    <a16:creationId xmlns:a16="http://schemas.microsoft.com/office/drawing/2014/main" id="{793D447E-9615-BA44-ABB5-22BE015A9F19}"/>
                  </a:ext>
                </a:extLst>
              </p:cNvPr>
              <p:cNvSpPr/>
              <p:nvPr/>
            </p:nvSpPr>
            <p:spPr>
              <a:xfrm>
                <a:off x="1630296" y="314101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92" name="Oval 1491">
                <a:extLst>
                  <a:ext uri="{FF2B5EF4-FFF2-40B4-BE49-F238E27FC236}">
                    <a16:creationId xmlns:a16="http://schemas.microsoft.com/office/drawing/2014/main" id="{75C81AE7-5D0E-BA49-99AE-7AE02761DA8C}"/>
                  </a:ext>
                </a:extLst>
              </p:cNvPr>
              <p:cNvSpPr/>
              <p:nvPr/>
            </p:nvSpPr>
            <p:spPr>
              <a:xfrm>
                <a:off x="1775322" y="316067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93" name="Oval 1492">
                <a:extLst>
                  <a:ext uri="{FF2B5EF4-FFF2-40B4-BE49-F238E27FC236}">
                    <a16:creationId xmlns:a16="http://schemas.microsoft.com/office/drawing/2014/main" id="{347D8620-A539-B045-A493-ADC149346137}"/>
                  </a:ext>
                </a:extLst>
              </p:cNvPr>
              <p:cNvSpPr/>
              <p:nvPr/>
            </p:nvSpPr>
            <p:spPr>
              <a:xfrm>
                <a:off x="1944922" y="315084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94" name="Oval 1493">
                <a:extLst>
                  <a:ext uri="{FF2B5EF4-FFF2-40B4-BE49-F238E27FC236}">
                    <a16:creationId xmlns:a16="http://schemas.microsoft.com/office/drawing/2014/main" id="{A133BACE-97A2-274A-B00F-C09FE1365EBA}"/>
                  </a:ext>
                </a:extLst>
              </p:cNvPr>
              <p:cNvSpPr/>
              <p:nvPr/>
            </p:nvSpPr>
            <p:spPr>
              <a:xfrm>
                <a:off x="2163688" y="31508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95" name="Oval 1494">
                <a:extLst>
                  <a:ext uri="{FF2B5EF4-FFF2-40B4-BE49-F238E27FC236}">
                    <a16:creationId xmlns:a16="http://schemas.microsoft.com/office/drawing/2014/main" id="{1F7D566F-228A-8141-A99D-7CF42637ECCD}"/>
                  </a:ext>
                </a:extLst>
              </p:cNvPr>
              <p:cNvSpPr/>
              <p:nvPr/>
            </p:nvSpPr>
            <p:spPr>
              <a:xfrm>
                <a:off x="2382460" y="31311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96" name="Oval 1495">
                <a:extLst>
                  <a:ext uri="{FF2B5EF4-FFF2-40B4-BE49-F238E27FC236}">
                    <a16:creationId xmlns:a16="http://schemas.microsoft.com/office/drawing/2014/main" id="{BADBB753-15FE-F047-B8DB-99EAAECAFFD1}"/>
                  </a:ext>
                </a:extLst>
              </p:cNvPr>
              <p:cNvSpPr/>
              <p:nvPr/>
            </p:nvSpPr>
            <p:spPr>
              <a:xfrm>
                <a:off x="1686844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97" name="Oval 1496">
                <a:extLst>
                  <a:ext uri="{FF2B5EF4-FFF2-40B4-BE49-F238E27FC236}">
                    <a16:creationId xmlns:a16="http://schemas.microsoft.com/office/drawing/2014/main" id="{9BB10FF0-518F-EE4C-A9BD-6DA4E84B11CD}"/>
                  </a:ext>
                </a:extLst>
              </p:cNvPr>
              <p:cNvSpPr/>
              <p:nvPr/>
            </p:nvSpPr>
            <p:spPr>
              <a:xfrm>
                <a:off x="1893320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98" name="Oval 1497">
                <a:extLst>
                  <a:ext uri="{FF2B5EF4-FFF2-40B4-BE49-F238E27FC236}">
                    <a16:creationId xmlns:a16="http://schemas.microsoft.com/office/drawing/2014/main" id="{326C1892-A422-3347-B958-5709582447D4}"/>
                  </a:ext>
                </a:extLst>
              </p:cNvPr>
              <p:cNvSpPr/>
              <p:nvPr/>
            </p:nvSpPr>
            <p:spPr>
              <a:xfrm>
                <a:off x="2050635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99" name="Oval 1498">
                <a:extLst>
                  <a:ext uri="{FF2B5EF4-FFF2-40B4-BE49-F238E27FC236}">
                    <a16:creationId xmlns:a16="http://schemas.microsoft.com/office/drawing/2014/main" id="{90AE7411-21C0-DA41-AE50-7CD2DFD2AE03}"/>
                  </a:ext>
                </a:extLst>
              </p:cNvPr>
              <p:cNvSpPr/>
              <p:nvPr/>
            </p:nvSpPr>
            <p:spPr>
              <a:xfrm>
                <a:off x="2257112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00" name="Oval 1499">
                <a:extLst>
                  <a:ext uri="{FF2B5EF4-FFF2-40B4-BE49-F238E27FC236}">
                    <a16:creationId xmlns:a16="http://schemas.microsoft.com/office/drawing/2014/main" id="{3C386261-EAF9-2443-98F0-8FA5536C5E1B}"/>
                  </a:ext>
                </a:extLst>
              </p:cNvPr>
              <p:cNvSpPr/>
              <p:nvPr/>
            </p:nvSpPr>
            <p:spPr>
              <a:xfrm>
                <a:off x="2439008" y="334748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01" name="Oval 1500">
                <a:extLst>
                  <a:ext uri="{FF2B5EF4-FFF2-40B4-BE49-F238E27FC236}">
                    <a16:creationId xmlns:a16="http://schemas.microsoft.com/office/drawing/2014/main" id="{C0641E6D-E0A8-0F4A-8143-AA0C00F99339}"/>
                  </a:ext>
                </a:extLst>
              </p:cNvPr>
              <p:cNvSpPr/>
              <p:nvPr/>
            </p:nvSpPr>
            <p:spPr>
              <a:xfrm>
                <a:off x="1711420" y="354413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02" name="Oval 1501">
                <a:extLst>
                  <a:ext uri="{FF2B5EF4-FFF2-40B4-BE49-F238E27FC236}">
                    <a16:creationId xmlns:a16="http://schemas.microsoft.com/office/drawing/2014/main" id="{05B3CB2E-0E2D-3F41-9CA3-AF59ED831A47}"/>
                  </a:ext>
                </a:extLst>
              </p:cNvPr>
              <p:cNvSpPr/>
              <p:nvPr/>
            </p:nvSpPr>
            <p:spPr>
              <a:xfrm>
                <a:off x="1856446" y="35637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03" name="Oval 1502">
                <a:extLst>
                  <a:ext uri="{FF2B5EF4-FFF2-40B4-BE49-F238E27FC236}">
                    <a16:creationId xmlns:a16="http://schemas.microsoft.com/office/drawing/2014/main" id="{21D7D7C0-E34E-A645-95A9-DFFE1490DD96}"/>
                  </a:ext>
                </a:extLst>
              </p:cNvPr>
              <p:cNvSpPr/>
              <p:nvPr/>
            </p:nvSpPr>
            <p:spPr>
              <a:xfrm>
                <a:off x="2026046" y="355396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04" name="Oval 1503">
                <a:extLst>
                  <a:ext uri="{FF2B5EF4-FFF2-40B4-BE49-F238E27FC236}">
                    <a16:creationId xmlns:a16="http://schemas.microsoft.com/office/drawing/2014/main" id="{09D94F43-7FE5-2C4D-BB46-651D31BE3525}"/>
                  </a:ext>
                </a:extLst>
              </p:cNvPr>
              <p:cNvSpPr/>
              <p:nvPr/>
            </p:nvSpPr>
            <p:spPr>
              <a:xfrm>
                <a:off x="2244812" y="35539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05" name="Oval 1504">
                <a:extLst>
                  <a:ext uri="{FF2B5EF4-FFF2-40B4-BE49-F238E27FC236}">
                    <a16:creationId xmlns:a16="http://schemas.microsoft.com/office/drawing/2014/main" id="{1A2E18B4-3CFF-E44F-B321-5A6D174C4BF0}"/>
                  </a:ext>
                </a:extLst>
              </p:cNvPr>
              <p:cNvSpPr/>
              <p:nvPr/>
            </p:nvSpPr>
            <p:spPr>
              <a:xfrm>
                <a:off x="2463584" y="35342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06" name="Oval 1505">
                <a:extLst>
                  <a:ext uri="{FF2B5EF4-FFF2-40B4-BE49-F238E27FC236}">
                    <a16:creationId xmlns:a16="http://schemas.microsoft.com/office/drawing/2014/main" id="{6B024B6B-4877-C742-9F0A-6C57142CA633}"/>
                  </a:ext>
                </a:extLst>
              </p:cNvPr>
              <p:cNvSpPr/>
              <p:nvPr/>
            </p:nvSpPr>
            <p:spPr>
              <a:xfrm rot="7200000">
                <a:off x="1667180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07" name="Oval 1506">
                <a:extLst>
                  <a:ext uri="{FF2B5EF4-FFF2-40B4-BE49-F238E27FC236}">
                    <a16:creationId xmlns:a16="http://schemas.microsoft.com/office/drawing/2014/main" id="{CF25447D-6F13-7C44-AAD9-7B7567AA9E8C}"/>
                  </a:ext>
                </a:extLst>
              </p:cNvPr>
              <p:cNvSpPr/>
              <p:nvPr/>
            </p:nvSpPr>
            <p:spPr>
              <a:xfrm rot="7200000">
                <a:off x="1873656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08" name="Oval 1507">
                <a:extLst>
                  <a:ext uri="{FF2B5EF4-FFF2-40B4-BE49-F238E27FC236}">
                    <a16:creationId xmlns:a16="http://schemas.microsoft.com/office/drawing/2014/main" id="{8081A09A-A470-6F43-B45F-79C28B94222D}"/>
                  </a:ext>
                </a:extLst>
              </p:cNvPr>
              <p:cNvSpPr/>
              <p:nvPr/>
            </p:nvSpPr>
            <p:spPr>
              <a:xfrm rot="7200000">
                <a:off x="2030971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09" name="Oval 1508">
                <a:extLst>
                  <a:ext uri="{FF2B5EF4-FFF2-40B4-BE49-F238E27FC236}">
                    <a16:creationId xmlns:a16="http://schemas.microsoft.com/office/drawing/2014/main" id="{EDAFCF53-9DA8-8C4E-A2B5-35B34B08CD35}"/>
                  </a:ext>
                </a:extLst>
              </p:cNvPr>
              <p:cNvSpPr/>
              <p:nvPr/>
            </p:nvSpPr>
            <p:spPr>
              <a:xfrm rot="7200000">
                <a:off x="2237448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10" name="Oval 1509">
                <a:extLst>
                  <a:ext uri="{FF2B5EF4-FFF2-40B4-BE49-F238E27FC236}">
                    <a16:creationId xmlns:a16="http://schemas.microsoft.com/office/drawing/2014/main" id="{6FED0629-CF2D-C449-966D-7D980876C99A}"/>
                  </a:ext>
                </a:extLst>
              </p:cNvPr>
              <p:cNvSpPr/>
              <p:nvPr/>
            </p:nvSpPr>
            <p:spPr>
              <a:xfrm rot="7200000">
                <a:off x="2419344" y="374076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11" name="Oval 1510">
                <a:extLst>
                  <a:ext uri="{FF2B5EF4-FFF2-40B4-BE49-F238E27FC236}">
                    <a16:creationId xmlns:a16="http://schemas.microsoft.com/office/drawing/2014/main" id="{2FC43FFE-0FC4-614B-BED7-EB23A32C5F21}"/>
                  </a:ext>
                </a:extLst>
              </p:cNvPr>
              <p:cNvSpPr/>
              <p:nvPr/>
            </p:nvSpPr>
            <p:spPr>
              <a:xfrm rot="7200000">
                <a:off x="1691756" y="393740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12" name="Oval 1511">
                <a:extLst>
                  <a:ext uri="{FF2B5EF4-FFF2-40B4-BE49-F238E27FC236}">
                    <a16:creationId xmlns:a16="http://schemas.microsoft.com/office/drawing/2014/main" id="{88731F8B-8281-524A-A36E-BAB48EF350E9}"/>
                  </a:ext>
                </a:extLst>
              </p:cNvPr>
              <p:cNvSpPr/>
              <p:nvPr/>
            </p:nvSpPr>
            <p:spPr>
              <a:xfrm rot="7200000">
                <a:off x="1836782" y="395707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13" name="Oval 1512">
                <a:extLst>
                  <a:ext uri="{FF2B5EF4-FFF2-40B4-BE49-F238E27FC236}">
                    <a16:creationId xmlns:a16="http://schemas.microsoft.com/office/drawing/2014/main" id="{CDC5E749-318A-574C-B3B4-6B645E776977}"/>
                  </a:ext>
                </a:extLst>
              </p:cNvPr>
              <p:cNvSpPr/>
              <p:nvPr/>
            </p:nvSpPr>
            <p:spPr>
              <a:xfrm rot="7200000">
                <a:off x="2006382" y="394724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14" name="Oval 1513">
                <a:extLst>
                  <a:ext uri="{FF2B5EF4-FFF2-40B4-BE49-F238E27FC236}">
                    <a16:creationId xmlns:a16="http://schemas.microsoft.com/office/drawing/2014/main" id="{6AE8DEF0-AF30-9644-91FB-2375C2E7B41D}"/>
                  </a:ext>
                </a:extLst>
              </p:cNvPr>
              <p:cNvSpPr/>
              <p:nvPr/>
            </p:nvSpPr>
            <p:spPr>
              <a:xfrm rot="7200000">
                <a:off x="2225148" y="39472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15" name="Oval 1514">
                <a:extLst>
                  <a:ext uri="{FF2B5EF4-FFF2-40B4-BE49-F238E27FC236}">
                    <a16:creationId xmlns:a16="http://schemas.microsoft.com/office/drawing/2014/main" id="{046E877E-B959-8840-8779-7B724DF4B6C3}"/>
                  </a:ext>
                </a:extLst>
              </p:cNvPr>
              <p:cNvSpPr/>
              <p:nvPr/>
            </p:nvSpPr>
            <p:spPr>
              <a:xfrm rot="7200000">
                <a:off x="2443920" y="392757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16" name="Oval 1515">
                <a:extLst>
                  <a:ext uri="{FF2B5EF4-FFF2-40B4-BE49-F238E27FC236}">
                    <a16:creationId xmlns:a16="http://schemas.microsoft.com/office/drawing/2014/main" id="{94EF6CA8-33BC-4147-BC2B-7D32A519EB2A}"/>
                  </a:ext>
                </a:extLst>
              </p:cNvPr>
              <p:cNvSpPr/>
              <p:nvPr/>
            </p:nvSpPr>
            <p:spPr>
              <a:xfrm>
                <a:off x="1680856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17" name="Oval 1516">
                <a:extLst>
                  <a:ext uri="{FF2B5EF4-FFF2-40B4-BE49-F238E27FC236}">
                    <a16:creationId xmlns:a16="http://schemas.microsoft.com/office/drawing/2014/main" id="{0EBB8916-EBD5-E543-8C71-BFC815132D61}"/>
                  </a:ext>
                </a:extLst>
              </p:cNvPr>
              <p:cNvSpPr/>
              <p:nvPr/>
            </p:nvSpPr>
            <p:spPr>
              <a:xfrm>
                <a:off x="1887332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18" name="Oval 1517">
                <a:extLst>
                  <a:ext uri="{FF2B5EF4-FFF2-40B4-BE49-F238E27FC236}">
                    <a16:creationId xmlns:a16="http://schemas.microsoft.com/office/drawing/2014/main" id="{E8ABC658-D9EE-DD40-A44C-75551089250A}"/>
                  </a:ext>
                </a:extLst>
              </p:cNvPr>
              <p:cNvSpPr/>
              <p:nvPr/>
            </p:nvSpPr>
            <p:spPr>
              <a:xfrm>
                <a:off x="2044647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19" name="Oval 1518">
                <a:extLst>
                  <a:ext uri="{FF2B5EF4-FFF2-40B4-BE49-F238E27FC236}">
                    <a16:creationId xmlns:a16="http://schemas.microsoft.com/office/drawing/2014/main" id="{90C0A5E9-A28F-EF4E-B9DB-79CFA58756A4}"/>
                  </a:ext>
                </a:extLst>
              </p:cNvPr>
              <p:cNvSpPr/>
              <p:nvPr/>
            </p:nvSpPr>
            <p:spPr>
              <a:xfrm>
                <a:off x="2251124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20" name="Oval 1519">
                <a:extLst>
                  <a:ext uri="{FF2B5EF4-FFF2-40B4-BE49-F238E27FC236}">
                    <a16:creationId xmlns:a16="http://schemas.microsoft.com/office/drawing/2014/main" id="{AEA5078A-CB0C-924D-9DAC-BF2AABE1852B}"/>
                  </a:ext>
                </a:extLst>
              </p:cNvPr>
              <p:cNvSpPr/>
              <p:nvPr/>
            </p:nvSpPr>
            <p:spPr>
              <a:xfrm>
                <a:off x="2433020" y="407497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21" name="Oval 1520">
                <a:extLst>
                  <a:ext uri="{FF2B5EF4-FFF2-40B4-BE49-F238E27FC236}">
                    <a16:creationId xmlns:a16="http://schemas.microsoft.com/office/drawing/2014/main" id="{B0868DF8-2C95-1644-B11D-5C2AAA1B5185}"/>
                  </a:ext>
                </a:extLst>
              </p:cNvPr>
              <p:cNvSpPr/>
              <p:nvPr/>
            </p:nvSpPr>
            <p:spPr>
              <a:xfrm>
                <a:off x="1705432" y="427161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22" name="Oval 1521">
                <a:extLst>
                  <a:ext uri="{FF2B5EF4-FFF2-40B4-BE49-F238E27FC236}">
                    <a16:creationId xmlns:a16="http://schemas.microsoft.com/office/drawing/2014/main" id="{9D98CDE7-5226-6E41-95F9-8EC023843E02}"/>
                  </a:ext>
                </a:extLst>
              </p:cNvPr>
              <p:cNvSpPr/>
              <p:nvPr/>
            </p:nvSpPr>
            <p:spPr>
              <a:xfrm>
                <a:off x="1850458" y="429128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23" name="Oval 1522">
                <a:extLst>
                  <a:ext uri="{FF2B5EF4-FFF2-40B4-BE49-F238E27FC236}">
                    <a16:creationId xmlns:a16="http://schemas.microsoft.com/office/drawing/2014/main" id="{0E429FB5-7530-214E-8E94-BE42EDD09BF8}"/>
                  </a:ext>
                </a:extLst>
              </p:cNvPr>
              <p:cNvSpPr/>
              <p:nvPr/>
            </p:nvSpPr>
            <p:spPr>
              <a:xfrm>
                <a:off x="2020058" y="428144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24" name="Oval 1523">
                <a:extLst>
                  <a:ext uri="{FF2B5EF4-FFF2-40B4-BE49-F238E27FC236}">
                    <a16:creationId xmlns:a16="http://schemas.microsoft.com/office/drawing/2014/main" id="{98310DD3-9EF3-BD45-92B4-9327D3BF729B}"/>
                  </a:ext>
                </a:extLst>
              </p:cNvPr>
              <p:cNvSpPr/>
              <p:nvPr/>
            </p:nvSpPr>
            <p:spPr>
              <a:xfrm>
                <a:off x="2238824" y="428144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25" name="Oval 1524">
                <a:extLst>
                  <a:ext uri="{FF2B5EF4-FFF2-40B4-BE49-F238E27FC236}">
                    <a16:creationId xmlns:a16="http://schemas.microsoft.com/office/drawing/2014/main" id="{437219CC-4BEB-0249-8933-C3D723446E38}"/>
                  </a:ext>
                </a:extLst>
              </p:cNvPr>
              <p:cNvSpPr/>
              <p:nvPr/>
            </p:nvSpPr>
            <p:spPr>
              <a:xfrm>
                <a:off x="2457596" y="426178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26" name="Oval 1525">
                <a:extLst>
                  <a:ext uri="{FF2B5EF4-FFF2-40B4-BE49-F238E27FC236}">
                    <a16:creationId xmlns:a16="http://schemas.microsoft.com/office/drawing/2014/main" id="{7C92E907-0615-CB45-A139-011AD0F0865C}"/>
                  </a:ext>
                </a:extLst>
              </p:cNvPr>
              <p:cNvSpPr/>
              <p:nvPr/>
            </p:nvSpPr>
            <p:spPr>
              <a:xfrm>
                <a:off x="1761980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27" name="Oval 1526">
                <a:extLst>
                  <a:ext uri="{FF2B5EF4-FFF2-40B4-BE49-F238E27FC236}">
                    <a16:creationId xmlns:a16="http://schemas.microsoft.com/office/drawing/2014/main" id="{7F24D20A-4865-4543-85EB-B5E9B4DE3D6B}"/>
                  </a:ext>
                </a:extLst>
              </p:cNvPr>
              <p:cNvSpPr/>
              <p:nvPr/>
            </p:nvSpPr>
            <p:spPr>
              <a:xfrm>
                <a:off x="1968456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28" name="Oval 1527">
                <a:extLst>
                  <a:ext uri="{FF2B5EF4-FFF2-40B4-BE49-F238E27FC236}">
                    <a16:creationId xmlns:a16="http://schemas.microsoft.com/office/drawing/2014/main" id="{BA1064CE-06D4-3441-84D6-8746B6AAB03A}"/>
                  </a:ext>
                </a:extLst>
              </p:cNvPr>
              <p:cNvSpPr/>
              <p:nvPr/>
            </p:nvSpPr>
            <p:spPr>
              <a:xfrm>
                <a:off x="2125771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29" name="Oval 1528">
                <a:extLst>
                  <a:ext uri="{FF2B5EF4-FFF2-40B4-BE49-F238E27FC236}">
                    <a16:creationId xmlns:a16="http://schemas.microsoft.com/office/drawing/2014/main" id="{D6B8E1CF-9A9B-7B42-B0D9-5EF1D0625F8D}"/>
                  </a:ext>
                </a:extLst>
              </p:cNvPr>
              <p:cNvSpPr/>
              <p:nvPr/>
            </p:nvSpPr>
            <p:spPr>
              <a:xfrm>
                <a:off x="2332248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30" name="Oval 1529">
                <a:extLst>
                  <a:ext uri="{FF2B5EF4-FFF2-40B4-BE49-F238E27FC236}">
                    <a16:creationId xmlns:a16="http://schemas.microsoft.com/office/drawing/2014/main" id="{E81190E2-7688-DD40-B16C-71E7457CD452}"/>
                  </a:ext>
                </a:extLst>
              </p:cNvPr>
              <p:cNvSpPr/>
              <p:nvPr/>
            </p:nvSpPr>
            <p:spPr>
              <a:xfrm>
                <a:off x="2514144" y="447808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31" name="Oval 1530">
                <a:extLst>
                  <a:ext uri="{FF2B5EF4-FFF2-40B4-BE49-F238E27FC236}">
                    <a16:creationId xmlns:a16="http://schemas.microsoft.com/office/drawing/2014/main" id="{C6FAF514-9D45-A94F-BECA-AC5F4AA04505}"/>
                  </a:ext>
                </a:extLst>
              </p:cNvPr>
              <p:cNvSpPr/>
              <p:nvPr/>
            </p:nvSpPr>
            <p:spPr>
              <a:xfrm>
                <a:off x="1786556" y="467473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32" name="Oval 1531">
                <a:extLst>
                  <a:ext uri="{FF2B5EF4-FFF2-40B4-BE49-F238E27FC236}">
                    <a16:creationId xmlns:a16="http://schemas.microsoft.com/office/drawing/2014/main" id="{0E7B82A7-08E8-4F47-8510-023AF3E75981}"/>
                  </a:ext>
                </a:extLst>
              </p:cNvPr>
              <p:cNvSpPr/>
              <p:nvPr/>
            </p:nvSpPr>
            <p:spPr>
              <a:xfrm>
                <a:off x="1931582" y="46943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33" name="Oval 1532">
                <a:extLst>
                  <a:ext uri="{FF2B5EF4-FFF2-40B4-BE49-F238E27FC236}">
                    <a16:creationId xmlns:a16="http://schemas.microsoft.com/office/drawing/2014/main" id="{F467B28E-E129-F44A-9564-631842B429C2}"/>
                  </a:ext>
                </a:extLst>
              </p:cNvPr>
              <p:cNvSpPr/>
              <p:nvPr/>
            </p:nvSpPr>
            <p:spPr>
              <a:xfrm>
                <a:off x="2101182" y="468456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34" name="Oval 1533">
                <a:extLst>
                  <a:ext uri="{FF2B5EF4-FFF2-40B4-BE49-F238E27FC236}">
                    <a16:creationId xmlns:a16="http://schemas.microsoft.com/office/drawing/2014/main" id="{DCCCCB5E-94A9-7847-85F4-A02517894EFC}"/>
                  </a:ext>
                </a:extLst>
              </p:cNvPr>
              <p:cNvSpPr/>
              <p:nvPr/>
            </p:nvSpPr>
            <p:spPr>
              <a:xfrm>
                <a:off x="2319948" y="468456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35" name="Oval 1534">
                <a:extLst>
                  <a:ext uri="{FF2B5EF4-FFF2-40B4-BE49-F238E27FC236}">
                    <a16:creationId xmlns:a16="http://schemas.microsoft.com/office/drawing/2014/main" id="{4273EB69-AADE-8840-BFF0-B08DAD63CD04}"/>
                  </a:ext>
                </a:extLst>
              </p:cNvPr>
              <p:cNvSpPr/>
              <p:nvPr/>
            </p:nvSpPr>
            <p:spPr>
              <a:xfrm>
                <a:off x="2538720" y="466489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36" name="Oval 1535">
                <a:extLst>
                  <a:ext uri="{FF2B5EF4-FFF2-40B4-BE49-F238E27FC236}">
                    <a16:creationId xmlns:a16="http://schemas.microsoft.com/office/drawing/2014/main" id="{80C27971-26C6-4245-9794-19B52B4DCBF1}"/>
                  </a:ext>
                </a:extLst>
              </p:cNvPr>
              <p:cNvSpPr/>
              <p:nvPr/>
            </p:nvSpPr>
            <p:spPr>
              <a:xfrm rot="7200000">
                <a:off x="1742316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37" name="Oval 1536">
                <a:extLst>
                  <a:ext uri="{FF2B5EF4-FFF2-40B4-BE49-F238E27FC236}">
                    <a16:creationId xmlns:a16="http://schemas.microsoft.com/office/drawing/2014/main" id="{C1AE2E74-AFAA-AE4C-8E34-948C54738D20}"/>
                  </a:ext>
                </a:extLst>
              </p:cNvPr>
              <p:cNvSpPr/>
              <p:nvPr/>
            </p:nvSpPr>
            <p:spPr>
              <a:xfrm rot="7200000">
                <a:off x="1948792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38" name="Oval 1537">
                <a:extLst>
                  <a:ext uri="{FF2B5EF4-FFF2-40B4-BE49-F238E27FC236}">
                    <a16:creationId xmlns:a16="http://schemas.microsoft.com/office/drawing/2014/main" id="{BEF6B3C7-489B-EB4A-82E2-203B71D73F3D}"/>
                  </a:ext>
                </a:extLst>
              </p:cNvPr>
              <p:cNvSpPr/>
              <p:nvPr/>
            </p:nvSpPr>
            <p:spPr>
              <a:xfrm rot="7200000">
                <a:off x="2106107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39" name="Oval 1538">
                <a:extLst>
                  <a:ext uri="{FF2B5EF4-FFF2-40B4-BE49-F238E27FC236}">
                    <a16:creationId xmlns:a16="http://schemas.microsoft.com/office/drawing/2014/main" id="{4BA87A60-C8F0-CD4B-A432-6BBBA919E0A7}"/>
                  </a:ext>
                </a:extLst>
              </p:cNvPr>
              <p:cNvSpPr/>
              <p:nvPr/>
            </p:nvSpPr>
            <p:spPr>
              <a:xfrm rot="7200000">
                <a:off x="1766892" y="506800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40" name="Oval 1539">
                <a:extLst>
                  <a:ext uri="{FF2B5EF4-FFF2-40B4-BE49-F238E27FC236}">
                    <a16:creationId xmlns:a16="http://schemas.microsoft.com/office/drawing/2014/main" id="{34A93A23-4CD7-7944-9957-C3F11F33CEA1}"/>
                  </a:ext>
                </a:extLst>
              </p:cNvPr>
              <p:cNvSpPr/>
              <p:nvPr/>
            </p:nvSpPr>
            <p:spPr>
              <a:xfrm rot="7200000">
                <a:off x="1911918" y="508767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41" name="Oval 1540">
                <a:extLst>
                  <a:ext uri="{FF2B5EF4-FFF2-40B4-BE49-F238E27FC236}">
                    <a16:creationId xmlns:a16="http://schemas.microsoft.com/office/drawing/2014/main" id="{F99F4CB5-4AD0-3D41-AA53-5A26EA28212A}"/>
                  </a:ext>
                </a:extLst>
              </p:cNvPr>
              <p:cNvSpPr/>
              <p:nvPr/>
            </p:nvSpPr>
            <p:spPr>
              <a:xfrm rot="7200000">
                <a:off x="2081518" y="507784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42" name="Oval 1541">
                <a:extLst>
                  <a:ext uri="{FF2B5EF4-FFF2-40B4-BE49-F238E27FC236}">
                    <a16:creationId xmlns:a16="http://schemas.microsoft.com/office/drawing/2014/main" id="{0023638D-8B5E-D34D-8B6C-BB0C20FC3B63}"/>
                  </a:ext>
                </a:extLst>
              </p:cNvPr>
              <p:cNvSpPr/>
              <p:nvPr/>
            </p:nvSpPr>
            <p:spPr>
              <a:xfrm rot="14917077">
                <a:off x="1774285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43" name="Oval 1542">
                <a:extLst>
                  <a:ext uri="{FF2B5EF4-FFF2-40B4-BE49-F238E27FC236}">
                    <a16:creationId xmlns:a16="http://schemas.microsoft.com/office/drawing/2014/main" id="{6666A918-9AD5-8346-A654-1B8B3385DA18}"/>
                  </a:ext>
                </a:extLst>
              </p:cNvPr>
              <p:cNvSpPr/>
              <p:nvPr/>
            </p:nvSpPr>
            <p:spPr>
              <a:xfrm rot="14917077">
                <a:off x="1980761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44" name="Oval 1543">
                <a:extLst>
                  <a:ext uri="{FF2B5EF4-FFF2-40B4-BE49-F238E27FC236}">
                    <a16:creationId xmlns:a16="http://schemas.microsoft.com/office/drawing/2014/main" id="{2C7D900A-F90B-8B48-8C8A-2F1FDCB83D4D}"/>
                  </a:ext>
                </a:extLst>
              </p:cNvPr>
              <p:cNvSpPr/>
              <p:nvPr/>
            </p:nvSpPr>
            <p:spPr>
              <a:xfrm rot="14917077">
                <a:off x="2138076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45" name="Oval 1544">
                <a:extLst>
                  <a:ext uri="{FF2B5EF4-FFF2-40B4-BE49-F238E27FC236}">
                    <a16:creationId xmlns:a16="http://schemas.microsoft.com/office/drawing/2014/main" id="{12206EC6-59BE-B24D-8439-C893307DB24C}"/>
                  </a:ext>
                </a:extLst>
              </p:cNvPr>
              <p:cNvSpPr/>
              <p:nvPr/>
            </p:nvSpPr>
            <p:spPr>
              <a:xfrm rot="14917077">
                <a:off x="1798861" y="5452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46" name="Oval 1545">
                <a:extLst>
                  <a:ext uri="{FF2B5EF4-FFF2-40B4-BE49-F238E27FC236}">
                    <a16:creationId xmlns:a16="http://schemas.microsoft.com/office/drawing/2014/main" id="{54AE5D05-2FA3-A447-B677-70500E22C608}"/>
                  </a:ext>
                </a:extLst>
              </p:cNvPr>
              <p:cNvSpPr/>
              <p:nvPr/>
            </p:nvSpPr>
            <p:spPr>
              <a:xfrm rot="14917077">
                <a:off x="1943887" y="547225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47" name="Oval 1546">
                <a:extLst>
                  <a:ext uri="{FF2B5EF4-FFF2-40B4-BE49-F238E27FC236}">
                    <a16:creationId xmlns:a16="http://schemas.microsoft.com/office/drawing/2014/main" id="{A1AC7164-AA2A-4845-BF4D-B8B8D27533B9}"/>
                  </a:ext>
                </a:extLst>
              </p:cNvPr>
              <p:cNvSpPr/>
              <p:nvPr/>
            </p:nvSpPr>
            <p:spPr>
              <a:xfrm rot="14917077">
                <a:off x="2113487" y="546242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48" name="Oval 1547">
                <a:extLst>
                  <a:ext uri="{FF2B5EF4-FFF2-40B4-BE49-F238E27FC236}">
                    <a16:creationId xmlns:a16="http://schemas.microsoft.com/office/drawing/2014/main" id="{B0F3AF6A-1CC9-0946-A205-E4ED71EE032A}"/>
                  </a:ext>
                </a:extLst>
              </p:cNvPr>
              <p:cNvSpPr/>
              <p:nvPr/>
            </p:nvSpPr>
            <p:spPr>
              <a:xfrm rot="14917077">
                <a:off x="1855409" y="56688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49" name="Oval 1548">
                <a:extLst>
                  <a:ext uri="{FF2B5EF4-FFF2-40B4-BE49-F238E27FC236}">
                    <a16:creationId xmlns:a16="http://schemas.microsoft.com/office/drawing/2014/main" id="{74421BBB-D61D-8D45-A6A0-7D320434023F}"/>
                  </a:ext>
                </a:extLst>
              </p:cNvPr>
              <p:cNvSpPr/>
              <p:nvPr/>
            </p:nvSpPr>
            <p:spPr>
              <a:xfrm rot="14917077">
                <a:off x="2061885" y="56688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50" name="Oval 1549">
                <a:extLst>
                  <a:ext uri="{FF2B5EF4-FFF2-40B4-BE49-F238E27FC236}">
                    <a16:creationId xmlns:a16="http://schemas.microsoft.com/office/drawing/2014/main" id="{3BB84954-E69D-F441-85F8-95F7D730DD48}"/>
                  </a:ext>
                </a:extLst>
              </p:cNvPr>
              <p:cNvSpPr/>
              <p:nvPr/>
            </p:nvSpPr>
            <p:spPr>
              <a:xfrm rot="14917077">
                <a:off x="1879985" y="585570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51" name="Oval 1550">
                <a:extLst>
                  <a:ext uri="{FF2B5EF4-FFF2-40B4-BE49-F238E27FC236}">
                    <a16:creationId xmlns:a16="http://schemas.microsoft.com/office/drawing/2014/main" id="{9F3F0F87-2C8B-E943-BAA9-D85820E0F4DB}"/>
                  </a:ext>
                </a:extLst>
              </p:cNvPr>
              <p:cNvSpPr/>
              <p:nvPr/>
            </p:nvSpPr>
            <p:spPr>
              <a:xfrm rot="14917077">
                <a:off x="2025011" y="587537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52" name="Freeform 1551">
                <a:extLst>
                  <a:ext uri="{FF2B5EF4-FFF2-40B4-BE49-F238E27FC236}">
                    <a16:creationId xmlns:a16="http://schemas.microsoft.com/office/drawing/2014/main" id="{F1DC8286-1983-5940-9B70-30D5F7024689}"/>
                  </a:ext>
                </a:extLst>
              </p:cNvPr>
              <p:cNvSpPr/>
              <p:nvPr/>
            </p:nvSpPr>
            <p:spPr>
              <a:xfrm>
                <a:off x="921576" y="1383019"/>
                <a:ext cx="1312478" cy="478339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53" name="Freeform 1552">
                <a:extLst>
                  <a:ext uri="{FF2B5EF4-FFF2-40B4-BE49-F238E27FC236}">
                    <a16:creationId xmlns:a16="http://schemas.microsoft.com/office/drawing/2014/main" id="{87D9B5AB-7C96-084C-B487-8957D6DEE459}"/>
                  </a:ext>
                </a:extLst>
              </p:cNvPr>
              <p:cNvSpPr/>
              <p:nvPr/>
            </p:nvSpPr>
            <p:spPr>
              <a:xfrm flipH="1">
                <a:off x="1970948" y="1329452"/>
                <a:ext cx="1267831" cy="478339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554" name="Group 1553">
            <a:extLst>
              <a:ext uri="{FF2B5EF4-FFF2-40B4-BE49-F238E27FC236}">
                <a16:creationId xmlns:a16="http://schemas.microsoft.com/office/drawing/2014/main" id="{7BEB4A49-EB0E-C246-8C41-7C7F7B3AE2AC}"/>
              </a:ext>
            </a:extLst>
          </p:cNvPr>
          <p:cNvGrpSpPr/>
          <p:nvPr/>
        </p:nvGrpSpPr>
        <p:grpSpPr>
          <a:xfrm rot="5150173">
            <a:off x="8399405" y="6302818"/>
            <a:ext cx="686823" cy="439136"/>
            <a:chOff x="5871652" y="6279397"/>
            <a:chExt cx="686823" cy="439136"/>
          </a:xfrm>
        </p:grpSpPr>
        <p:sp>
          <p:nvSpPr>
            <p:cNvPr id="1555" name="Freeform 1554">
              <a:extLst>
                <a:ext uri="{FF2B5EF4-FFF2-40B4-BE49-F238E27FC236}">
                  <a16:creationId xmlns:a16="http://schemas.microsoft.com/office/drawing/2014/main" id="{259FAD84-21DE-C24E-A9A9-E026FF787CB8}"/>
                </a:ext>
              </a:extLst>
            </p:cNvPr>
            <p:cNvSpPr/>
            <p:nvPr/>
          </p:nvSpPr>
          <p:spPr>
            <a:xfrm rot="17421667">
              <a:off x="5962111" y="6248061"/>
              <a:ext cx="147799" cy="230790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6FA03B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Freeform 1555">
              <a:extLst>
                <a:ext uri="{FF2B5EF4-FFF2-40B4-BE49-F238E27FC236}">
                  <a16:creationId xmlns:a16="http://schemas.microsoft.com/office/drawing/2014/main" id="{82168470-0B52-8F4D-957E-8D9A92DD3F2C}"/>
                </a:ext>
              </a:extLst>
            </p:cNvPr>
            <p:cNvSpPr/>
            <p:nvPr/>
          </p:nvSpPr>
          <p:spPr>
            <a:xfrm rot="18535560" flipH="1">
              <a:off x="6065278" y="6197211"/>
              <a:ext cx="146579" cy="338361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57" name="Freeform 1556">
              <a:extLst>
                <a:ext uri="{FF2B5EF4-FFF2-40B4-BE49-F238E27FC236}">
                  <a16:creationId xmlns:a16="http://schemas.microsoft.com/office/drawing/2014/main" id="{62D1424E-9765-DC4A-A452-0741EEE12D0D}"/>
                </a:ext>
              </a:extLst>
            </p:cNvPr>
            <p:cNvSpPr/>
            <p:nvPr/>
          </p:nvSpPr>
          <p:spPr>
            <a:xfrm rot="18535560">
              <a:off x="5968342" y="6315152"/>
              <a:ext cx="147799" cy="341179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8" name="Rectangle 1557">
              <a:extLst>
                <a:ext uri="{FF2B5EF4-FFF2-40B4-BE49-F238E27FC236}">
                  <a16:creationId xmlns:a16="http://schemas.microsoft.com/office/drawing/2014/main" id="{949B4600-6EC6-B442-8EAD-ADCD9ECD2D65}"/>
                </a:ext>
              </a:extLst>
            </p:cNvPr>
            <p:cNvSpPr/>
            <p:nvPr/>
          </p:nvSpPr>
          <p:spPr>
            <a:xfrm rot="18535560">
              <a:off x="6119618" y="6244121"/>
              <a:ext cx="142391" cy="504896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1559" name="Oval 1558">
              <a:extLst>
                <a:ext uri="{FF2B5EF4-FFF2-40B4-BE49-F238E27FC236}">
                  <a16:creationId xmlns:a16="http://schemas.microsoft.com/office/drawing/2014/main" id="{7B3297A8-8871-5445-AD4F-60EFE88A29B3}"/>
                </a:ext>
              </a:extLst>
            </p:cNvPr>
            <p:cNvSpPr/>
            <p:nvPr/>
          </p:nvSpPr>
          <p:spPr>
            <a:xfrm rot="18535560">
              <a:off x="5929443" y="6341203"/>
              <a:ext cx="32213" cy="24486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60" name="Oval 1559">
              <a:extLst>
                <a:ext uri="{FF2B5EF4-FFF2-40B4-BE49-F238E27FC236}">
                  <a16:creationId xmlns:a16="http://schemas.microsoft.com/office/drawing/2014/main" id="{FB342D7E-B106-314A-ABAC-A1E260F76AC1}"/>
                </a:ext>
              </a:extLst>
            </p:cNvPr>
            <p:cNvSpPr/>
            <p:nvPr/>
          </p:nvSpPr>
          <p:spPr>
            <a:xfrm rot="18535560">
              <a:off x="5936891" y="636058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61" name="Oval 1560">
              <a:extLst>
                <a:ext uri="{FF2B5EF4-FFF2-40B4-BE49-F238E27FC236}">
                  <a16:creationId xmlns:a16="http://schemas.microsoft.com/office/drawing/2014/main" id="{2AE282C3-21E8-5749-A173-90A506371ABC}"/>
                </a:ext>
              </a:extLst>
            </p:cNvPr>
            <p:cNvSpPr/>
            <p:nvPr/>
          </p:nvSpPr>
          <p:spPr>
            <a:xfrm rot="18535560">
              <a:off x="5954255" y="633452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62" name="Oval 1561">
              <a:extLst>
                <a:ext uri="{FF2B5EF4-FFF2-40B4-BE49-F238E27FC236}">
                  <a16:creationId xmlns:a16="http://schemas.microsoft.com/office/drawing/2014/main" id="{F0C6662F-3B8B-814F-8311-7B9D30A262E7}"/>
                </a:ext>
              </a:extLst>
            </p:cNvPr>
            <p:cNvSpPr/>
            <p:nvPr/>
          </p:nvSpPr>
          <p:spPr>
            <a:xfrm rot="18535560">
              <a:off x="5971959" y="631260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63" name="Oval 1562">
              <a:extLst>
                <a:ext uri="{FF2B5EF4-FFF2-40B4-BE49-F238E27FC236}">
                  <a16:creationId xmlns:a16="http://schemas.microsoft.com/office/drawing/2014/main" id="{9C00E10F-F1D8-8A48-AB53-B46FE1E99EFD}"/>
                </a:ext>
              </a:extLst>
            </p:cNvPr>
            <p:cNvSpPr/>
            <p:nvPr/>
          </p:nvSpPr>
          <p:spPr>
            <a:xfrm rot="18535560">
              <a:off x="5995195" y="628383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64" name="Oval 1563">
              <a:extLst>
                <a:ext uri="{FF2B5EF4-FFF2-40B4-BE49-F238E27FC236}">
                  <a16:creationId xmlns:a16="http://schemas.microsoft.com/office/drawing/2014/main" id="{84502FD5-F4CD-0148-B630-6B2B807BAF51}"/>
                </a:ext>
              </a:extLst>
            </p:cNvPr>
            <p:cNvSpPr/>
            <p:nvPr/>
          </p:nvSpPr>
          <p:spPr>
            <a:xfrm rot="18535560">
              <a:off x="5952745" y="6313963"/>
              <a:ext cx="31259" cy="23761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65" name="Oval 1564">
              <a:extLst>
                <a:ext uri="{FF2B5EF4-FFF2-40B4-BE49-F238E27FC236}">
                  <a16:creationId xmlns:a16="http://schemas.microsoft.com/office/drawing/2014/main" id="{507CFF5C-4E06-EC44-A451-8434531C4485}"/>
                </a:ext>
              </a:extLst>
            </p:cNvPr>
            <p:cNvSpPr/>
            <p:nvPr/>
          </p:nvSpPr>
          <p:spPr>
            <a:xfrm rot="18535560">
              <a:off x="5975491" y="6287033"/>
              <a:ext cx="32958" cy="22209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66" name="Oval 1565">
              <a:extLst>
                <a:ext uri="{FF2B5EF4-FFF2-40B4-BE49-F238E27FC236}">
                  <a16:creationId xmlns:a16="http://schemas.microsoft.com/office/drawing/2014/main" id="{BC5D0ABC-5FCB-F14A-9ECB-91B0E900E340}"/>
                </a:ext>
              </a:extLst>
            </p:cNvPr>
            <p:cNvSpPr/>
            <p:nvPr/>
          </p:nvSpPr>
          <p:spPr>
            <a:xfrm rot="18535560">
              <a:off x="5938537" y="6393133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67" name="Oval 1566">
              <a:extLst>
                <a:ext uri="{FF2B5EF4-FFF2-40B4-BE49-F238E27FC236}">
                  <a16:creationId xmlns:a16="http://schemas.microsoft.com/office/drawing/2014/main" id="{8D06D073-5069-534E-8227-FC9793BF0B0F}"/>
                </a:ext>
              </a:extLst>
            </p:cNvPr>
            <p:cNvSpPr/>
            <p:nvPr/>
          </p:nvSpPr>
          <p:spPr>
            <a:xfrm rot="18535560">
              <a:off x="5961773" y="63643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68" name="Oval 1567">
              <a:extLst>
                <a:ext uri="{FF2B5EF4-FFF2-40B4-BE49-F238E27FC236}">
                  <a16:creationId xmlns:a16="http://schemas.microsoft.com/office/drawing/2014/main" id="{A35EC59E-650B-E748-9B7D-84895C84A698}"/>
                </a:ext>
              </a:extLst>
            </p:cNvPr>
            <p:cNvSpPr/>
            <p:nvPr/>
          </p:nvSpPr>
          <p:spPr>
            <a:xfrm rot="18535560">
              <a:off x="5979476" y="634244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69" name="Oval 1568">
              <a:extLst>
                <a:ext uri="{FF2B5EF4-FFF2-40B4-BE49-F238E27FC236}">
                  <a16:creationId xmlns:a16="http://schemas.microsoft.com/office/drawing/2014/main" id="{076E3226-7FA2-324C-8D4D-814A98625256}"/>
                </a:ext>
              </a:extLst>
            </p:cNvPr>
            <p:cNvSpPr/>
            <p:nvPr/>
          </p:nvSpPr>
          <p:spPr>
            <a:xfrm rot="18535560">
              <a:off x="6002713" y="631367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0" name="Oval 1569">
              <a:extLst>
                <a:ext uri="{FF2B5EF4-FFF2-40B4-BE49-F238E27FC236}">
                  <a16:creationId xmlns:a16="http://schemas.microsoft.com/office/drawing/2014/main" id="{6A531E6B-7AF2-A84E-BA19-2402DDE973BE}"/>
                </a:ext>
              </a:extLst>
            </p:cNvPr>
            <p:cNvSpPr/>
            <p:nvPr/>
          </p:nvSpPr>
          <p:spPr>
            <a:xfrm rot="18535560">
              <a:off x="6022271" y="628759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1" name="Oval 1570">
              <a:extLst>
                <a:ext uri="{FF2B5EF4-FFF2-40B4-BE49-F238E27FC236}">
                  <a16:creationId xmlns:a16="http://schemas.microsoft.com/office/drawing/2014/main" id="{6829E923-696E-2442-BC73-A7A76415C8EF}"/>
                </a:ext>
              </a:extLst>
            </p:cNvPr>
            <p:cNvSpPr/>
            <p:nvPr/>
          </p:nvSpPr>
          <p:spPr>
            <a:xfrm rot="18535560">
              <a:off x="5958616" y="6403691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2" name="Oval 1571">
              <a:extLst>
                <a:ext uri="{FF2B5EF4-FFF2-40B4-BE49-F238E27FC236}">
                  <a16:creationId xmlns:a16="http://schemas.microsoft.com/office/drawing/2014/main" id="{BCC098A8-3C02-254F-96EF-7221FD0BA3C1}"/>
                </a:ext>
              </a:extLst>
            </p:cNvPr>
            <p:cNvSpPr/>
            <p:nvPr/>
          </p:nvSpPr>
          <p:spPr>
            <a:xfrm rot="18535560">
              <a:off x="5976759" y="63849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3" name="Oval 1572">
              <a:extLst>
                <a:ext uri="{FF2B5EF4-FFF2-40B4-BE49-F238E27FC236}">
                  <a16:creationId xmlns:a16="http://schemas.microsoft.com/office/drawing/2014/main" id="{4A389E05-A6A5-C949-9507-2AFE8CF801E4}"/>
                </a:ext>
              </a:extLst>
            </p:cNvPr>
            <p:cNvSpPr/>
            <p:nvPr/>
          </p:nvSpPr>
          <p:spPr>
            <a:xfrm rot="18535560">
              <a:off x="5994934" y="636058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4" name="Oval 1573">
              <a:extLst>
                <a:ext uri="{FF2B5EF4-FFF2-40B4-BE49-F238E27FC236}">
                  <a16:creationId xmlns:a16="http://schemas.microsoft.com/office/drawing/2014/main" id="{9C92B5A8-DE48-E243-8D1A-074AFE108EE3}"/>
                </a:ext>
              </a:extLst>
            </p:cNvPr>
            <p:cNvSpPr/>
            <p:nvPr/>
          </p:nvSpPr>
          <p:spPr>
            <a:xfrm rot="18535560">
              <a:off x="6019553" y="63301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5" name="Oval 1574">
              <a:extLst>
                <a:ext uri="{FF2B5EF4-FFF2-40B4-BE49-F238E27FC236}">
                  <a16:creationId xmlns:a16="http://schemas.microsoft.com/office/drawing/2014/main" id="{4BB5DEE8-0178-9548-86DA-DD23B276C375}"/>
                </a:ext>
              </a:extLst>
            </p:cNvPr>
            <p:cNvSpPr/>
            <p:nvPr/>
          </p:nvSpPr>
          <p:spPr>
            <a:xfrm rot="18535560">
              <a:off x="6042350" y="62981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6" name="Oval 1575">
              <a:extLst>
                <a:ext uri="{FF2B5EF4-FFF2-40B4-BE49-F238E27FC236}">
                  <a16:creationId xmlns:a16="http://schemas.microsoft.com/office/drawing/2014/main" id="{FA80C573-E25D-4747-B104-AD09A67B838E}"/>
                </a:ext>
              </a:extLst>
            </p:cNvPr>
            <p:cNvSpPr/>
            <p:nvPr/>
          </p:nvSpPr>
          <p:spPr>
            <a:xfrm rot="18535560">
              <a:off x="5974595" y="6426784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7" name="Oval 1576">
              <a:extLst>
                <a:ext uri="{FF2B5EF4-FFF2-40B4-BE49-F238E27FC236}">
                  <a16:creationId xmlns:a16="http://schemas.microsoft.com/office/drawing/2014/main" id="{DBBE277C-1CE4-2348-AD9D-DB8D51F79A52}"/>
                </a:ext>
              </a:extLst>
            </p:cNvPr>
            <p:cNvSpPr/>
            <p:nvPr/>
          </p:nvSpPr>
          <p:spPr>
            <a:xfrm rot="18535560">
              <a:off x="5997831" y="639801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8" name="Oval 1577">
              <a:extLst>
                <a:ext uri="{FF2B5EF4-FFF2-40B4-BE49-F238E27FC236}">
                  <a16:creationId xmlns:a16="http://schemas.microsoft.com/office/drawing/2014/main" id="{997FEDB0-DE62-F44E-8691-0AEB248C3A17}"/>
                </a:ext>
              </a:extLst>
            </p:cNvPr>
            <p:cNvSpPr/>
            <p:nvPr/>
          </p:nvSpPr>
          <p:spPr>
            <a:xfrm rot="18535560">
              <a:off x="6015534" y="63760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9" name="Oval 1578">
              <a:extLst>
                <a:ext uri="{FF2B5EF4-FFF2-40B4-BE49-F238E27FC236}">
                  <a16:creationId xmlns:a16="http://schemas.microsoft.com/office/drawing/2014/main" id="{0818CB42-1AEC-384E-A121-495B1DDC7A6B}"/>
                </a:ext>
              </a:extLst>
            </p:cNvPr>
            <p:cNvSpPr/>
            <p:nvPr/>
          </p:nvSpPr>
          <p:spPr>
            <a:xfrm rot="18535560">
              <a:off x="6038770" y="634732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0" name="Oval 1579">
              <a:extLst>
                <a:ext uri="{FF2B5EF4-FFF2-40B4-BE49-F238E27FC236}">
                  <a16:creationId xmlns:a16="http://schemas.microsoft.com/office/drawing/2014/main" id="{C9420D7F-B102-2F42-8129-9588031477BF}"/>
                </a:ext>
              </a:extLst>
            </p:cNvPr>
            <p:cNvSpPr/>
            <p:nvPr/>
          </p:nvSpPr>
          <p:spPr>
            <a:xfrm rot="18535560">
              <a:off x="6058329" y="632124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1" name="Oval 1580">
              <a:extLst>
                <a:ext uri="{FF2B5EF4-FFF2-40B4-BE49-F238E27FC236}">
                  <a16:creationId xmlns:a16="http://schemas.microsoft.com/office/drawing/2014/main" id="{BEDA6402-6D59-4A49-A910-492784AA0056}"/>
                </a:ext>
              </a:extLst>
            </p:cNvPr>
            <p:cNvSpPr/>
            <p:nvPr/>
          </p:nvSpPr>
          <p:spPr>
            <a:xfrm rot="18535560">
              <a:off x="5994673" y="6437342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2" name="Oval 1581">
              <a:extLst>
                <a:ext uri="{FF2B5EF4-FFF2-40B4-BE49-F238E27FC236}">
                  <a16:creationId xmlns:a16="http://schemas.microsoft.com/office/drawing/2014/main" id="{D3F71E19-2644-544B-91AB-B98BE51A835D}"/>
                </a:ext>
              </a:extLst>
            </p:cNvPr>
            <p:cNvSpPr/>
            <p:nvPr/>
          </p:nvSpPr>
          <p:spPr>
            <a:xfrm rot="18535560">
              <a:off x="6012817" y="64186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3" name="Oval 1582">
              <a:extLst>
                <a:ext uri="{FF2B5EF4-FFF2-40B4-BE49-F238E27FC236}">
                  <a16:creationId xmlns:a16="http://schemas.microsoft.com/office/drawing/2014/main" id="{8DF77410-0659-6249-9918-89926B6434DC}"/>
                </a:ext>
              </a:extLst>
            </p:cNvPr>
            <p:cNvSpPr/>
            <p:nvPr/>
          </p:nvSpPr>
          <p:spPr>
            <a:xfrm rot="18535560">
              <a:off x="6030991" y="63942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4" name="Oval 1583">
              <a:extLst>
                <a:ext uri="{FF2B5EF4-FFF2-40B4-BE49-F238E27FC236}">
                  <a16:creationId xmlns:a16="http://schemas.microsoft.com/office/drawing/2014/main" id="{4AE65E6F-63A0-4C43-9634-77564B6A5781}"/>
                </a:ext>
              </a:extLst>
            </p:cNvPr>
            <p:cNvSpPr/>
            <p:nvPr/>
          </p:nvSpPr>
          <p:spPr>
            <a:xfrm rot="18535560">
              <a:off x="6055611" y="63637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5" name="Oval 1584">
              <a:extLst>
                <a:ext uri="{FF2B5EF4-FFF2-40B4-BE49-F238E27FC236}">
                  <a16:creationId xmlns:a16="http://schemas.microsoft.com/office/drawing/2014/main" id="{55F0637C-58C0-074C-A4E4-5C3ABE68D951}"/>
                </a:ext>
              </a:extLst>
            </p:cNvPr>
            <p:cNvSpPr/>
            <p:nvPr/>
          </p:nvSpPr>
          <p:spPr>
            <a:xfrm rot="18535560">
              <a:off x="6078408" y="633180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6" name="Oval 1585">
              <a:extLst>
                <a:ext uri="{FF2B5EF4-FFF2-40B4-BE49-F238E27FC236}">
                  <a16:creationId xmlns:a16="http://schemas.microsoft.com/office/drawing/2014/main" id="{25A73F45-CDB4-9949-A44A-A57830CFB57A}"/>
                </a:ext>
              </a:extLst>
            </p:cNvPr>
            <p:cNvSpPr/>
            <p:nvPr/>
          </p:nvSpPr>
          <p:spPr>
            <a:xfrm rot="18535560">
              <a:off x="6021084" y="644565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7" name="Oval 1586">
              <a:extLst>
                <a:ext uri="{FF2B5EF4-FFF2-40B4-BE49-F238E27FC236}">
                  <a16:creationId xmlns:a16="http://schemas.microsoft.com/office/drawing/2014/main" id="{CE0CB338-957B-EB4F-8239-73FE594CB8B9}"/>
                </a:ext>
              </a:extLst>
            </p:cNvPr>
            <p:cNvSpPr/>
            <p:nvPr/>
          </p:nvSpPr>
          <p:spPr>
            <a:xfrm rot="18535560">
              <a:off x="6044320" y="641688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8" name="Oval 1587">
              <a:extLst>
                <a:ext uri="{FF2B5EF4-FFF2-40B4-BE49-F238E27FC236}">
                  <a16:creationId xmlns:a16="http://schemas.microsoft.com/office/drawing/2014/main" id="{3ABBF3E8-A019-C14A-AE41-1266C2828E5B}"/>
                </a:ext>
              </a:extLst>
            </p:cNvPr>
            <p:cNvSpPr/>
            <p:nvPr/>
          </p:nvSpPr>
          <p:spPr>
            <a:xfrm rot="18535560">
              <a:off x="6062024" y="639496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9" name="Oval 1588">
              <a:extLst>
                <a:ext uri="{FF2B5EF4-FFF2-40B4-BE49-F238E27FC236}">
                  <a16:creationId xmlns:a16="http://schemas.microsoft.com/office/drawing/2014/main" id="{1221CAE6-07BF-004C-A101-EB75BD9BF531}"/>
                </a:ext>
              </a:extLst>
            </p:cNvPr>
            <p:cNvSpPr/>
            <p:nvPr/>
          </p:nvSpPr>
          <p:spPr>
            <a:xfrm rot="18535560">
              <a:off x="6085260" y="63661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0" name="Oval 1589">
              <a:extLst>
                <a:ext uri="{FF2B5EF4-FFF2-40B4-BE49-F238E27FC236}">
                  <a16:creationId xmlns:a16="http://schemas.microsoft.com/office/drawing/2014/main" id="{BC224D12-276F-8641-8C50-CEB71A5B1C43}"/>
                </a:ext>
              </a:extLst>
            </p:cNvPr>
            <p:cNvSpPr/>
            <p:nvPr/>
          </p:nvSpPr>
          <p:spPr>
            <a:xfrm rot="18535560">
              <a:off x="6104818" y="63401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1" name="Oval 1590">
              <a:extLst>
                <a:ext uri="{FF2B5EF4-FFF2-40B4-BE49-F238E27FC236}">
                  <a16:creationId xmlns:a16="http://schemas.microsoft.com/office/drawing/2014/main" id="{10F14293-4D8D-4B4F-A2AD-89A1BE76CF93}"/>
                </a:ext>
              </a:extLst>
            </p:cNvPr>
            <p:cNvSpPr/>
            <p:nvPr/>
          </p:nvSpPr>
          <p:spPr>
            <a:xfrm rot="18535560">
              <a:off x="6041163" y="64562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2" name="Oval 1591">
              <a:extLst>
                <a:ext uri="{FF2B5EF4-FFF2-40B4-BE49-F238E27FC236}">
                  <a16:creationId xmlns:a16="http://schemas.microsoft.com/office/drawing/2014/main" id="{039EA019-E672-0F4B-BD3A-83D481AA4E7D}"/>
                </a:ext>
              </a:extLst>
            </p:cNvPr>
            <p:cNvSpPr/>
            <p:nvPr/>
          </p:nvSpPr>
          <p:spPr>
            <a:xfrm rot="18535560">
              <a:off x="6059306" y="64374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3" name="Oval 1592">
              <a:extLst>
                <a:ext uri="{FF2B5EF4-FFF2-40B4-BE49-F238E27FC236}">
                  <a16:creationId xmlns:a16="http://schemas.microsoft.com/office/drawing/2014/main" id="{F3E16EB0-0BFB-3F43-9F04-1DB451372A73}"/>
                </a:ext>
              </a:extLst>
            </p:cNvPr>
            <p:cNvSpPr/>
            <p:nvPr/>
          </p:nvSpPr>
          <p:spPr>
            <a:xfrm rot="18535560">
              <a:off x="6077481" y="64131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4" name="Oval 1593">
              <a:extLst>
                <a:ext uri="{FF2B5EF4-FFF2-40B4-BE49-F238E27FC236}">
                  <a16:creationId xmlns:a16="http://schemas.microsoft.com/office/drawing/2014/main" id="{F462C78C-F2D1-B940-AA44-13698C5AE70F}"/>
                </a:ext>
              </a:extLst>
            </p:cNvPr>
            <p:cNvSpPr/>
            <p:nvPr/>
          </p:nvSpPr>
          <p:spPr>
            <a:xfrm rot="18535560">
              <a:off x="6102100" y="638262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5" name="Oval 1594">
              <a:extLst>
                <a:ext uri="{FF2B5EF4-FFF2-40B4-BE49-F238E27FC236}">
                  <a16:creationId xmlns:a16="http://schemas.microsoft.com/office/drawing/2014/main" id="{4CA68334-F2A9-B340-B9F0-AB3882CFC9B2}"/>
                </a:ext>
              </a:extLst>
            </p:cNvPr>
            <p:cNvSpPr/>
            <p:nvPr/>
          </p:nvSpPr>
          <p:spPr>
            <a:xfrm rot="18535560">
              <a:off x="6124897" y="635067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6" name="Oval 1595">
              <a:extLst>
                <a:ext uri="{FF2B5EF4-FFF2-40B4-BE49-F238E27FC236}">
                  <a16:creationId xmlns:a16="http://schemas.microsoft.com/office/drawing/2014/main" id="{DF96AD0B-1F15-224F-8172-755443BFA002}"/>
                </a:ext>
              </a:extLst>
            </p:cNvPr>
            <p:cNvSpPr/>
            <p:nvPr/>
          </p:nvSpPr>
          <p:spPr>
            <a:xfrm rot="4135560">
              <a:off x="6061511" y="6470754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7" name="Oval 1596">
              <a:extLst>
                <a:ext uri="{FF2B5EF4-FFF2-40B4-BE49-F238E27FC236}">
                  <a16:creationId xmlns:a16="http://schemas.microsoft.com/office/drawing/2014/main" id="{9F6EAA07-E449-CF4F-B31E-B10625BB406B}"/>
                </a:ext>
              </a:extLst>
            </p:cNvPr>
            <p:cNvSpPr/>
            <p:nvPr/>
          </p:nvSpPr>
          <p:spPr>
            <a:xfrm rot="4135560">
              <a:off x="6084747" y="644198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8" name="Oval 1597">
              <a:extLst>
                <a:ext uri="{FF2B5EF4-FFF2-40B4-BE49-F238E27FC236}">
                  <a16:creationId xmlns:a16="http://schemas.microsoft.com/office/drawing/2014/main" id="{F5767465-DC44-054A-A6EE-3B37BFA2FC25}"/>
                </a:ext>
              </a:extLst>
            </p:cNvPr>
            <p:cNvSpPr/>
            <p:nvPr/>
          </p:nvSpPr>
          <p:spPr>
            <a:xfrm rot="4135560">
              <a:off x="6102451" y="642006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9" name="Oval 1598">
              <a:extLst>
                <a:ext uri="{FF2B5EF4-FFF2-40B4-BE49-F238E27FC236}">
                  <a16:creationId xmlns:a16="http://schemas.microsoft.com/office/drawing/2014/main" id="{42FDB4AA-E4CE-544B-85D8-5023C0F7BE9D}"/>
                </a:ext>
              </a:extLst>
            </p:cNvPr>
            <p:cNvSpPr/>
            <p:nvPr/>
          </p:nvSpPr>
          <p:spPr>
            <a:xfrm rot="4135560">
              <a:off x="6125687" y="639129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0" name="Oval 1599">
              <a:extLst>
                <a:ext uri="{FF2B5EF4-FFF2-40B4-BE49-F238E27FC236}">
                  <a16:creationId xmlns:a16="http://schemas.microsoft.com/office/drawing/2014/main" id="{836E7428-C72C-F04B-8183-88695B27A120}"/>
                </a:ext>
              </a:extLst>
            </p:cNvPr>
            <p:cNvSpPr/>
            <p:nvPr/>
          </p:nvSpPr>
          <p:spPr>
            <a:xfrm rot="4135560">
              <a:off x="6145245" y="636521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1" name="Oval 1600">
              <a:extLst>
                <a:ext uri="{FF2B5EF4-FFF2-40B4-BE49-F238E27FC236}">
                  <a16:creationId xmlns:a16="http://schemas.microsoft.com/office/drawing/2014/main" id="{B9E9E076-9FFA-3A4C-BF1A-67C1E73812B5}"/>
                </a:ext>
              </a:extLst>
            </p:cNvPr>
            <p:cNvSpPr/>
            <p:nvPr/>
          </p:nvSpPr>
          <p:spPr>
            <a:xfrm rot="4135560">
              <a:off x="6081590" y="648131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2" name="Oval 1601">
              <a:extLst>
                <a:ext uri="{FF2B5EF4-FFF2-40B4-BE49-F238E27FC236}">
                  <a16:creationId xmlns:a16="http://schemas.microsoft.com/office/drawing/2014/main" id="{5A0AC680-1A5F-D743-A4BA-33BFAE482C8C}"/>
                </a:ext>
              </a:extLst>
            </p:cNvPr>
            <p:cNvSpPr/>
            <p:nvPr/>
          </p:nvSpPr>
          <p:spPr>
            <a:xfrm rot="4135560">
              <a:off x="6099733" y="646257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3" name="Oval 1602">
              <a:extLst>
                <a:ext uri="{FF2B5EF4-FFF2-40B4-BE49-F238E27FC236}">
                  <a16:creationId xmlns:a16="http://schemas.microsoft.com/office/drawing/2014/main" id="{4A37096C-0EF4-FC4A-B66D-1FD18951971B}"/>
                </a:ext>
              </a:extLst>
            </p:cNvPr>
            <p:cNvSpPr/>
            <p:nvPr/>
          </p:nvSpPr>
          <p:spPr>
            <a:xfrm rot="4135560">
              <a:off x="6117908" y="64382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4" name="Oval 1603">
              <a:extLst>
                <a:ext uri="{FF2B5EF4-FFF2-40B4-BE49-F238E27FC236}">
                  <a16:creationId xmlns:a16="http://schemas.microsoft.com/office/drawing/2014/main" id="{4FD6A16A-6DDD-4E4F-98B0-6F5F8611A71E}"/>
                </a:ext>
              </a:extLst>
            </p:cNvPr>
            <p:cNvSpPr/>
            <p:nvPr/>
          </p:nvSpPr>
          <p:spPr>
            <a:xfrm rot="4135560">
              <a:off x="6142527" y="640772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5" name="Oval 1604">
              <a:extLst>
                <a:ext uri="{FF2B5EF4-FFF2-40B4-BE49-F238E27FC236}">
                  <a16:creationId xmlns:a16="http://schemas.microsoft.com/office/drawing/2014/main" id="{E18E963A-6ABE-254B-802E-A6EDA40501AC}"/>
                </a:ext>
              </a:extLst>
            </p:cNvPr>
            <p:cNvSpPr/>
            <p:nvPr/>
          </p:nvSpPr>
          <p:spPr>
            <a:xfrm rot="4135560">
              <a:off x="6165324" y="637577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6" name="Oval 1605">
              <a:extLst>
                <a:ext uri="{FF2B5EF4-FFF2-40B4-BE49-F238E27FC236}">
                  <a16:creationId xmlns:a16="http://schemas.microsoft.com/office/drawing/2014/main" id="{FCE71EE1-5C97-7B43-A3C0-64F9B7630317}"/>
                </a:ext>
              </a:extLst>
            </p:cNvPr>
            <p:cNvSpPr/>
            <p:nvPr/>
          </p:nvSpPr>
          <p:spPr>
            <a:xfrm rot="18535560">
              <a:off x="6094097" y="650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7" name="Oval 1606">
              <a:extLst>
                <a:ext uri="{FF2B5EF4-FFF2-40B4-BE49-F238E27FC236}">
                  <a16:creationId xmlns:a16="http://schemas.microsoft.com/office/drawing/2014/main" id="{1A3A2315-65CF-9940-AA50-AA29AE00CE6A}"/>
                </a:ext>
              </a:extLst>
            </p:cNvPr>
            <p:cNvSpPr/>
            <p:nvPr/>
          </p:nvSpPr>
          <p:spPr>
            <a:xfrm rot="18535560">
              <a:off x="6117333" y="64756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8" name="Oval 1607">
              <a:extLst>
                <a:ext uri="{FF2B5EF4-FFF2-40B4-BE49-F238E27FC236}">
                  <a16:creationId xmlns:a16="http://schemas.microsoft.com/office/drawing/2014/main" id="{5007C775-976A-914E-8F01-1107547CFEB6}"/>
                </a:ext>
              </a:extLst>
            </p:cNvPr>
            <p:cNvSpPr/>
            <p:nvPr/>
          </p:nvSpPr>
          <p:spPr>
            <a:xfrm rot="18535560">
              <a:off x="6135037" y="64536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9" name="Oval 1608">
              <a:extLst>
                <a:ext uri="{FF2B5EF4-FFF2-40B4-BE49-F238E27FC236}">
                  <a16:creationId xmlns:a16="http://schemas.microsoft.com/office/drawing/2014/main" id="{2326B568-E66C-9F40-9BD9-A3444E1A29D4}"/>
                </a:ext>
              </a:extLst>
            </p:cNvPr>
            <p:cNvSpPr/>
            <p:nvPr/>
          </p:nvSpPr>
          <p:spPr>
            <a:xfrm rot="18535560">
              <a:off x="6158273" y="642492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0" name="Oval 1609">
              <a:extLst>
                <a:ext uri="{FF2B5EF4-FFF2-40B4-BE49-F238E27FC236}">
                  <a16:creationId xmlns:a16="http://schemas.microsoft.com/office/drawing/2014/main" id="{534789B0-3F4A-444D-A217-3F7039537B6E}"/>
                </a:ext>
              </a:extLst>
            </p:cNvPr>
            <p:cNvSpPr/>
            <p:nvPr/>
          </p:nvSpPr>
          <p:spPr>
            <a:xfrm rot="18535560">
              <a:off x="6177831" y="63988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1" name="Oval 1610">
              <a:extLst>
                <a:ext uri="{FF2B5EF4-FFF2-40B4-BE49-F238E27FC236}">
                  <a16:creationId xmlns:a16="http://schemas.microsoft.com/office/drawing/2014/main" id="{704578D0-F89C-9845-B190-1972A362AC10}"/>
                </a:ext>
              </a:extLst>
            </p:cNvPr>
            <p:cNvSpPr/>
            <p:nvPr/>
          </p:nvSpPr>
          <p:spPr>
            <a:xfrm rot="18535560">
              <a:off x="6114176" y="65149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2" name="Oval 1611">
              <a:extLst>
                <a:ext uri="{FF2B5EF4-FFF2-40B4-BE49-F238E27FC236}">
                  <a16:creationId xmlns:a16="http://schemas.microsoft.com/office/drawing/2014/main" id="{A70FE9E5-94D0-2F4C-8045-6498E49BF3C3}"/>
                </a:ext>
              </a:extLst>
            </p:cNvPr>
            <p:cNvSpPr/>
            <p:nvPr/>
          </p:nvSpPr>
          <p:spPr>
            <a:xfrm rot="18535560">
              <a:off x="6132319" y="649620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3" name="Oval 1612">
              <a:extLst>
                <a:ext uri="{FF2B5EF4-FFF2-40B4-BE49-F238E27FC236}">
                  <a16:creationId xmlns:a16="http://schemas.microsoft.com/office/drawing/2014/main" id="{F2ACF677-3748-E54C-BDD5-C39CC96D9425}"/>
                </a:ext>
              </a:extLst>
            </p:cNvPr>
            <p:cNvSpPr/>
            <p:nvPr/>
          </p:nvSpPr>
          <p:spPr>
            <a:xfrm rot="18535560">
              <a:off x="6150494" y="647183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4" name="Oval 1613">
              <a:extLst>
                <a:ext uri="{FF2B5EF4-FFF2-40B4-BE49-F238E27FC236}">
                  <a16:creationId xmlns:a16="http://schemas.microsoft.com/office/drawing/2014/main" id="{50C357CD-E888-2A4A-8DDE-96926692BF03}"/>
                </a:ext>
              </a:extLst>
            </p:cNvPr>
            <p:cNvSpPr/>
            <p:nvPr/>
          </p:nvSpPr>
          <p:spPr>
            <a:xfrm rot="18535560">
              <a:off x="6175113" y="644135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5" name="Oval 1614">
              <a:extLst>
                <a:ext uri="{FF2B5EF4-FFF2-40B4-BE49-F238E27FC236}">
                  <a16:creationId xmlns:a16="http://schemas.microsoft.com/office/drawing/2014/main" id="{F42A0069-2A92-384B-AFC6-04F4955C4C71}"/>
                </a:ext>
              </a:extLst>
            </p:cNvPr>
            <p:cNvSpPr/>
            <p:nvPr/>
          </p:nvSpPr>
          <p:spPr>
            <a:xfrm rot="18535560">
              <a:off x="6197911" y="640939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6" name="Oval 1615">
              <a:extLst>
                <a:ext uri="{FF2B5EF4-FFF2-40B4-BE49-F238E27FC236}">
                  <a16:creationId xmlns:a16="http://schemas.microsoft.com/office/drawing/2014/main" id="{9FEB6B7B-7D0C-2C42-B15D-8C959EA89604}"/>
                </a:ext>
              </a:extLst>
            </p:cNvPr>
            <p:cNvSpPr/>
            <p:nvPr/>
          </p:nvSpPr>
          <p:spPr>
            <a:xfrm rot="18535560">
              <a:off x="6140586" y="65232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7" name="Oval 1616">
              <a:extLst>
                <a:ext uri="{FF2B5EF4-FFF2-40B4-BE49-F238E27FC236}">
                  <a16:creationId xmlns:a16="http://schemas.microsoft.com/office/drawing/2014/main" id="{10587750-F948-A343-8D72-DC21E8BBF38C}"/>
                </a:ext>
              </a:extLst>
            </p:cNvPr>
            <p:cNvSpPr/>
            <p:nvPr/>
          </p:nvSpPr>
          <p:spPr>
            <a:xfrm rot="18535560">
              <a:off x="6163823" y="64944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8" name="Oval 1617">
              <a:extLst>
                <a:ext uri="{FF2B5EF4-FFF2-40B4-BE49-F238E27FC236}">
                  <a16:creationId xmlns:a16="http://schemas.microsoft.com/office/drawing/2014/main" id="{7D5522AC-10DA-5F40-806D-02662CECE334}"/>
                </a:ext>
              </a:extLst>
            </p:cNvPr>
            <p:cNvSpPr/>
            <p:nvPr/>
          </p:nvSpPr>
          <p:spPr>
            <a:xfrm rot="18535560">
              <a:off x="6181526" y="64725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9" name="Oval 1618">
              <a:extLst>
                <a:ext uri="{FF2B5EF4-FFF2-40B4-BE49-F238E27FC236}">
                  <a16:creationId xmlns:a16="http://schemas.microsoft.com/office/drawing/2014/main" id="{70B91EE1-960A-A542-9345-0C3CE4373C69}"/>
                </a:ext>
              </a:extLst>
            </p:cNvPr>
            <p:cNvSpPr/>
            <p:nvPr/>
          </p:nvSpPr>
          <p:spPr>
            <a:xfrm rot="18535560">
              <a:off x="6204762" y="64437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0" name="Oval 1619">
              <a:extLst>
                <a:ext uri="{FF2B5EF4-FFF2-40B4-BE49-F238E27FC236}">
                  <a16:creationId xmlns:a16="http://schemas.microsoft.com/office/drawing/2014/main" id="{1560EF04-9F22-4A45-9ED8-64BE43DABE4F}"/>
                </a:ext>
              </a:extLst>
            </p:cNvPr>
            <p:cNvSpPr/>
            <p:nvPr/>
          </p:nvSpPr>
          <p:spPr>
            <a:xfrm rot="18535560">
              <a:off x="6224321" y="64177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1" name="Oval 1620">
              <a:extLst>
                <a:ext uri="{FF2B5EF4-FFF2-40B4-BE49-F238E27FC236}">
                  <a16:creationId xmlns:a16="http://schemas.microsoft.com/office/drawing/2014/main" id="{FEAEDF07-56AE-E24B-836F-5C0217824990}"/>
                </a:ext>
              </a:extLst>
            </p:cNvPr>
            <p:cNvSpPr/>
            <p:nvPr/>
          </p:nvSpPr>
          <p:spPr>
            <a:xfrm rot="18535560">
              <a:off x="6160665" y="65338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2" name="Oval 1621">
              <a:extLst>
                <a:ext uri="{FF2B5EF4-FFF2-40B4-BE49-F238E27FC236}">
                  <a16:creationId xmlns:a16="http://schemas.microsoft.com/office/drawing/2014/main" id="{57D132D6-23DF-9F40-A720-8F70E72058ED}"/>
                </a:ext>
              </a:extLst>
            </p:cNvPr>
            <p:cNvSpPr/>
            <p:nvPr/>
          </p:nvSpPr>
          <p:spPr>
            <a:xfrm rot="18535560">
              <a:off x="6178809" y="651507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3" name="Oval 1622">
              <a:extLst>
                <a:ext uri="{FF2B5EF4-FFF2-40B4-BE49-F238E27FC236}">
                  <a16:creationId xmlns:a16="http://schemas.microsoft.com/office/drawing/2014/main" id="{61322D6F-3B2A-7346-9AC7-AE7EAEDE6D8D}"/>
                </a:ext>
              </a:extLst>
            </p:cNvPr>
            <p:cNvSpPr/>
            <p:nvPr/>
          </p:nvSpPr>
          <p:spPr>
            <a:xfrm rot="18535560">
              <a:off x="6196983" y="64907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4" name="Oval 1623">
              <a:extLst>
                <a:ext uri="{FF2B5EF4-FFF2-40B4-BE49-F238E27FC236}">
                  <a16:creationId xmlns:a16="http://schemas.microsoft.com/office/drawing/2014/main" id="{05EE833E-5931-2949-A7D3-E576AE98C07A}"/>
                </a:ext>
              </a:extLst>
            </p:cNvPr>
            <p:cNvSpPr/>
            <p:nvPr/>
          </p:nvSpPr>
          <p:spPr>
            <a:xfrm rot="18535560">
              <a:off x="6221603" y="646022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5" name="Oval 1624">
              <a:extLst>
                <a:ext uri="{FF2B5EF4-FFF2-40B4-BE49-F238E27FC236}">
                  <a16:creationId xmlns:a16="http://schemas.microsoft.com/office/drawing/2014/main" id="{625F6B66-1FEF-044A-A4C9-26A0EB88BC25}"/>
                </a:ext>
              </a:extLst>
            </p:cNvPr>
            <p:cNvSpPr/>
            <p:nvPr/>
          </p:nvSpPr>
          <p:spPr>
            <a:xfrm rot="18535560">
              <a:off x="6244400" y="64282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6" name="Oval 1625">
              <a:extLst>
                <a:ext uri="{FF2B5EF4-FFF2-40B4-BE49-F238E27FC236}">
                  <a16:creationId xmlns:a16="http://schemas.microsoft.com/office/drawing/2014/main" id="{6AD1C42B-CC0E-924B-A9BF-920A5D35EB36}"/>
                </a:ext>
              </a:extLst>
            </p:cNvPr>
            <p:cNvSpPr/>
            <p:nvPr/>
          </p:nvSpPr>
          <p:spPr>
            <a:xfrm rot="4135560">
              <a:off x="6181014" y="65483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7" name="Oval 1626">
              <a:extLst>
                <a:ext uri="{FF2B5EF4-FFF2-40B4-BE49-F238E27FC236}">
                  <a16:creationId xmlns:a16="http://schemas.microsoft.com/office/drawing/2014/main" id="{44864ECD-8936-6346-9D54-4E2C86596CF1}"/>
                </a:ext>
              </a:extLst>
            </p:cNvPr>
            <p:cNvSpPr/>
            <p:nvPr/>
          </p:nvSpPr>
          <p:spPr>
            <a:xfrm rot="4135560">
              <a:off x="6204250" y="651958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8" name="Oval 1627">
              <a:extLst>
                <a:ext uri="{FF2B5EF4-FFF2-40B4-BE49-F238E27FC236}">
                  <a16:creationId xmlns:a16="http://schemas.microsoft.com/office/drawing/2014/main" id="{B451BDC9-865E-9C4A-B6D2-F961BC3E7E6C}"/>
                </a:ext>
              </a:extLst>
            </p:cNvPr>
            <p:cNvSpPr/>
            <p:nvPr/>
          </p:nvSpPr>
          <p:spPr>
            <a:xfrm rot="4135560">
              <a:off x="6221953" y="649766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9" name="Oval 1628">
              <a:extLst>
                <a:ext uri="{FF2B5EF4-FFF2-40B4-BE49-F238E27FC236}">
                  <a16:creationId xmlns:a16="http://schemas.microsoft.com/office/drawing/2014/main" id="{12DC2C97-501D-544B-B310-2BF067F17CBA}"/>
                </a:ext>
              </a:extLst>
            </p:cNvPr>
            <p:cNvSpPr/>
            <p:nvPr/>
          </p:nvSpPr>
          <p:spPr>
            <a:xfrm rot="4135560">
              <a:off x="6245189" y="646889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0" name="Oval 1629">
              <a:extLst>
                <a:ext uri="{FF2B5EF4-FFF2-40B4-BE49-F238E27FC236}">
                  <a16:creationId xmlns:a16="http://schemas.microsoft.com/office/drawing/2014/main" id="{0EDAB5AD-9921-7F47-8237-9D3ECBABEADA}"/>
                </a:ext>
              </a:extLst>
            </p:cNvPr>
            <p:cNvSpPr/>
            <p:nvPr/>
          </p:nvSpPr>
          <p:spPr>
            <a:xfrm rot="4135560">
              <a:off x="6264748" y="64428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1" name="Oval 1630">
              <a:extLst>
                <a:ext uri="{FF2B5EF4-FFF2-40B4-BE49-F238E27FC236}">
                  <a16:creationId xmlns:a16="http://schemas.microsoft.com/office/drawing/2014/main" id="{8123EB33-B93B-6E47-AA65-3564A84907A5}"/>
                </a:ext>
              </a:extLst>
            </p:cNvPr>
            <p:cNvSpPr/>
            <p:nvPr/>
          </p:nvSpPr>
          <p:spPr>
            <a:xfrm rot="4135560">
              <a:off x="6201093" y="65589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2" name="Oval 1631">
              <a:extLst>
                <a:ext uri="{FF2B5EF4-FFF2-40B4-BE49-F238E27FC236}">
                  <a16:creationId xmlns:a16="http://schemas.microsoft.com/office/drawing/2014/main" id="{FDB497AC-215A-D543-A961-0BDC72012475}"/>
                </a:ext>
              </a:extLst>
            </p:cNvPr>
            <p:cNvSpPr/>
            <p:nvPr/>
          </p:nvSpPr>
          <p:spPr>
            <a:xfrm rot="4135560">
              <a:off x="6219236" y="654017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3" name="Oval 1632">
              <a:extLst>
                <a:ext uri="{FF2B5EF4-FFF2-40B4-BE49-F238E27FC236}">
                  <a16:creationId xmlns:a16="http://schemas.microsoft.com/office/drawing/2014/main" id="{85DB52FB-5CC7-9143-B9A0-DA7F7476CFC4}"/>
                </a:ext>
              </a:extLst>
            </p:cNvPr>
            <p:cNvSpPr/>
            <p:nvPr/>
          </p:nvSpPr>
          <p:spPr>
            <a:xfrm rot="4135560">
              <a:off x="6237411" y="651580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4" name="Oval 1633">
              <a:extLst>
                <a:ext uri="{FF2B5EF4-FFF2-40B4-BE49-F238E27FC236}">
                  <a16:creationId xmlns:a16="http://schemas.microsoft.com/office/drawing/2014/main" id="{47769DA8-7914-DF48-8821-62CEAEEF54F2}"/>
                </a:ext>
              </a:extLst>
            </p:cNvPr>
            <p:cNvSpPr/>
            <p:nvPr/>
          </p:nvSpPr>
          <p:spPr>
            <a:xfrm rot="4135560">
              <a:off x="6262030" y="648532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5" name="Oval 1634">
              <a:extLst>
                <a:ext uri="{FF2B5EF4-FFF2-40B4-BE49-F238E27FC236}">
                  <a16:creationId xmlns:a16="http://schemas.microsoft.com/office/drawing/2014/main" id="{7B9FB807-4EEB-0B4D-9E61-E2B376A15415}"/>
                </a:ext>
              </a:extLst>
            </p:cNvPr>
            <p:cNvSpPr/>
            <p:nvPr/>
          </p:nvSpPr>
          <p:spPr>
            <a:xfrm rot="4135560">
              <a:off x="6284827" y="645336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6" name="Oval 1635">
              <a:extLst>
                <a:ext uri="{FF2B5EF4-FFF2-40B4-BE49-F238E27FC236}">
                  <a16:creationId xmlns:a16="http://schemas.microsoft.com/office/drawing/2014/main" id="{48ED401E-5C24-664D-B984-6D8C366C5FC4}"/>
                </a:ext>
              </a:extLst>
            </p:cNvPr>
            <p:cNvSpPr/>
            <p:nvPr/>
          </p:nvSpPr>
          <p:spPr>
            <a:xfrm rot="18535560">
              <a:off x="6207334" y="657853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7" name="Oval 1636">
              <a:extLst>
                <a:ext uri="{FF2B5EF4-FFF2-40B4-BE49-F238E27FC236}">
                  <a16:creationId xmlns:a16="http://schemas.microsoft.com/office/drawing/2014/main" id="{F0ADF29A-EEDA-EB49-B4D0-577E0D79DDB6}"/>
                </a:ext>
              </a:extLst>
            </p:cNvPr>
            <p:cNvSpPr/>
            <p:nvPr/>
          </p:nvSpPr>
          <p:spPr>
            <a:xfrm rot="18535560">
              <a:off x="6230570" y="65497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8" name="Oval 1637">
              <a:extLst>
                <a:ext uri="{FF2B5EF4-FFF2-40B4-BE49-F238E27FC236}">
                  <a16:creationId xmlns:a16="http://schemas.microsoft.com/office/drawing/2014/main" id="{CCE3080F-1316-3E40-B8BE-B75E1B94789B}"/>
                </a:ext>
              </a:extLst>
            </p:cNvPr>
            <p:cNvSpPr/>
            <p:nvPr/>
          </p:nvSpPr>
          <p:spPr>
            <a:xfrm rot="18535560">
              <a:off x="6248274" y="65278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9" name="Oval 1638">
              <a:extLst>
                <a:ext uri="{FF2B5EF4-FFF2-40B4-BE49-F238E27FC236}">
                  <a16:creationId xmlns:a16="http://schemas.microsoft.com/office/drawing/2014/main" id="{F86DA91B-25E3-564E-B5AF-B9812184CE55}"/>
                </a:ext>
              </a:extLst>
            </p:cNvPr>
            <p:cNvSpPr/>
            <p:nvPr/>
          </p:nvSpPr>
          <p:spPr>
            <a:xfrm rot="18535560">
              <a:off x="6271510" y="64990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0" name="Oval 1639">
              <a:extLst>
                <a:ext uri="{FF2B5EF4-FFF2-40B4-BE49-F238E27FC236}">
                  <a16:creationId xmlns:a16="http://schemas.microsoft.com/office/drawing/2014/main" id="{681EA046-25F3-2045-B9E8-489EEEE2E924}"/>
                </a:ext>
              </a:extLst>
            </p:cNvPr>
            <p:cNvSpPr/>
            <p:nvPr/>
          </p:nvSpPr>
          <p:spPr>
            <a:xfrm rot="18535560">
              <a:off x="6291069" y="64729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1" name="Oval 1640">
              <a:extLst>
                <a:ext uri="{FF2B5EF4-FFF2-40B4-BE49-F238E27FC236}">
                  <a16:creationId xmlns:a16="http://schemas.microsoft.com/office/drawing/2014/main" id="{DB587004-7322-164A-A303-A5FC9C85BA3A}"/>
                </a:ext>
              </a:extLst>
            </p:cNvPr>
            <p:cNvSpPr/>
            <p:nvPr/>
          </p:nvSpPr>
          <p:spPr>
            <a:xfrm rot="18535560">
              <a:off x="6227413" y="65890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2" name="Oval 1641">
              <a:extLst>
                <a:ext uri="{FF2B5EF4-FFF2-40B4-BE49-F238E27FC236}">
                  <a16:creationId xmlns:a16="http://schemas.microsoft.com/office/drawing/2014/main" id="{B417C034-B2F6-EB43-8C3F-13099D54FC1A}"/>
                </a:ext>
              </a:extLst>
            </p:cNvPr>
            <p:cNvSpPr/>
            <p:nvPr/>
          </p:nvSpPr>
          <p:spPr>
            <a:xfrm rot="18535560">
              <a:off x="6245557" y="65703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3" name="Oval 1642">
              <a:extLst>
                <a:ext uri="{FF2B5EF4-FFF2-40B4-BE49-F238E27FC236}">
                  <a16:creationId xmlns:a16="http://schemas.microsoft.com/office/drawing/2014/main" id="{D7319597-F21A-1443-8C44-C5C467D2AB95}"/>
                </a:ext>
              </a:extLst>
            </p:cNvPr>
            <p:cNvSpPr/>
            <p:nvPr/>
          </p:nvSpPr>
          <p:spPr>
            <a:xfrm rot="18535560">
              <a:off x="6263731" y="654599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4" name="Oval 1643">
              <a:extLst>
                <a:ext uri="{FF2B5EF4-FFF2-40B4-BE49-F238E27FC236}">
                  <a16:creationId xmlns:a16="http://schemas.microsoft.com/office/drawing/2014/main" id="{F5D3FD65-8FD5-654F-B755-140A447AA8E2}"/>
                </a:ext>
              </a:extLst>
            </p:cNvPr>
            <p:cNvSpPr/>
            <p:nvPr/>
          </p:nvSpPr>
          <p:spPr>
            <a:xfrm rot="18535560">
              <a:off x="6288350" y="65155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5" name="Oval 1644">
              <a:extLst>
                <a:ext uri="{FF2B5EF4-FFF2-40B4-BE49-F238E27FC236}">
                  <a16:creationId xmlns:a16="http://schemas.microsoft.com/office/drawing/2014/main" id="{C1EFE2D5-6F83-3548-BD23-F6695D64C97E}"/>
                </a:ext>
              </a:extLst>
            </p:cNvPr>
            <p:cNvSpPr/>
            <p:nvPr/>
          </p:nvSpPr>
          <p:spPr>
            <a:xfrm rot="18535560">
              <a:off x="6311148" y="648355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6" name="Oval 1645">
              <a:extLst>
                <a:ext uri="{FF2B5EF4-FFF2-40B4-BE49-F238E27FC236}">
                  <a16:creationId xmlns:a16="http://schemas.microsoft.com/office/drawing/2014/main" id="{EBDF7712-B439-B94C-B4FC-C93347D69B96}"/>
                </a:ext>
              </a:extLst>
            </p:cNvPr>
            <p:cNvSpPr/>
            <p:nvPr/>
          </p:nvSpPr>
          <p:spPr>
            <a:xfrm rot="18535560">
              <a:off x="6253824" y="65974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7" name="Oval 1646">
              <a:extLst>
                <a:ext uri="{FF2B5EF4-FFF2-40B4-BE49-F238E27FC236}">
                  <a16:creationId xmlns:a16="http://schemas.microsoft.com/office/drawing/2014/main" id="{23820D31-271A-C94D-AE65-28360D53C9C9}"/>
                </a:ext>
              </a:extLst>
            </p:cNvPr>
            <p:cNvSpPr/>
            <p:nvPr/>
          </p:nvSpPr>
          <p:spPr>
            <a:xfrm rot="18535560">
              <a:off x="6277060" y="656863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8" name="Oval 1647">
              <a:extLst>
                <a:ext uri="{FF2B5EF4-FFF2-40B4-BE49-F238E27FC236}">
                  <a16:creationId xmlns:a16="http://schemas.microsoft.com/office/drawing/2014/main" id="{8A2F1678-5A35-AD4F-B7F5-E595857CB0C2}"/>
                </a:ext>
              </a:extLst>
            </p:cNvPr>
            <p:cNvSpPr/>
            <p:nvPr/>
          </p:nvSpPr>
          <p:spPr>
            <a:xfrm rot="18535560">
              <a:off x="6294763" y="654671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9" name="Oval 1648">
              <a:extLst>
                <a:ext uri="{FF2B5EF4-FFF2-40B4-BE49-F238E27FC236}">
                  <a16:creationId xmlns:a16="http://schemas.microsoft.com/office/drawing/2014/main" id="{74ADD60D-1813-2D47-AD27-AAD5DCFED1B4}"/>
                </a:ext>
              </a:extLst>
            </p:cNvPr>
            <p:cNvSpPr/>
            <p:nvPr/>
          </p:nvSpPr>
          <p:spPr>
            <a:xfrm rot="18535560">
              <a:off x="6317999" y="65179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0" name="Oval 1649">
              <a:extLst>
                <a:ext uri="{FF2B5EF4-FFF2-40B4-BE49-F238E27FC236}">
                  <a16:creationId xmlns:a16="http://schemas.microsoft.com/office/drawing/2014/main" id="{57FA149F-6EC9-9141-BEA2-EA106E9CFDD6}"/>
                </a:ext>
              </a:extLst>
            </p:cNvPr>
            <p:cNvSpPr/>
            <p:nvPr/>
          </p:nvSpPr>
          <p:spPr>
            <a:xfrm rot="18535560">
              <a:off x="6337558" y="6491866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1" name="Oval 1650">
              <a:extLst>
                <a:ext uri="{FF2B5EF4-FFF2-40B4-BE49-F238E27FC236}">
                  <a16:creationId xmlns:a16="http://schemas.microsoft.com/office/drawing/2014/main" id="{789AEA02-FCF4-E946-8523-A9FBFFC83A83}"/>
                </a:ext>
              </a:extLst>
            </p:cNvPr>
            <p:cNvSpPr/>
            <p:nvPr/>
          </p:nvSpPr>
          <p:spPr>
            <a:xfrm rot="18535560">
              <a:off x="6273902" y="660796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2" name="Oval 1651">
              <a:extLst>
                <a:ext uri="{FF2B5EF4-FFF2-40B4-BE49-F238E27FC236}">
                  <a16:creationId xmlns:a16="http://schemas.microsoft.com/office/drawing/2014/main" id="{1484A079-4793-C040-A6EE-3B90892B01A2}"/>
                </a:ext>
              </a:extLst>
            </p:cNvPr>
            <p:cNvSpPr/>
            <p:nvPr/>
          </p:nvSpPr>
          <p:spPr>
            <a:xfrm rot="18535560">
              <a:off x="6292046" y="658923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3" name="Oval 1652">
              <a:extLst>
                <a:ext uri="{FF2B5EF4-FFF2-40B4-BE49-F238E27FC236}">
                  <a16:creationId xmlns:a16="http://schemas.microsoft.com/office/drawing/2014/main" id="{6787A02F-20A5-8548-B21D-15CC60806045}"/>
                </a:ext>
              </a:extLst>
            </p:cNvPr>
            <p:cNvSpPr/>
            <p:nvPr/>
          </p:nvSpPr>
          <p:spPr>
            <a:xfrm rot="18535560">
              <a:off x="6310221" y="65648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4" name="Oval 1653">
              <a:extLst>
                <a:ext uri="{FF2B5EF4-FFF2-40B4-BE49-F238E27FC236}">
                  <a16:creationId xmlns:a16="http://schemas.microsoft.com/office/drawing/2014/main" id="{C884D2B7-FFAB-064E-BAD3-6251FA3A21ED}"/>
                </a:ext>
              </a:extLst>
            </p:cNvPr>
            <p:cNvSpPr/>
            <p:nvPr/>
          </p:nvSpPr>
          <p:spPr>
            <a:xfrm rot="18535560">
              <a:off x="6334840" y="653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5" name="Oval 1654">
              <a:extLst>
                <a:ext uri="{FF2B5EF4-FFF2-40B4-BE49-F238E27FC236}">
                  <a16:creationId xmlns:a16="http://schemas.microsoft.com/office/drawing/2014/main" id="{9DB433D4-9247-174C-82D8-7983BA7DC014}"/>
                </a:ext>
              </a:extLst>
            </p:cNvPr>
            <p:cNvSpPr/>
            <p:nvPr/>
          </p:nvSpPr>
          <p:spPr>
            <a:xfrm rot="18535560">
              <a:off x="6357637" y="6502425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6" name="Oval 1655">
              <a:extLst>
                <a:ext uri="{FF2B5EF4-FFF2-40B4-BE49-F238E27FC236}">
                  <a16:creationId xmlns:a16="http://schemas.microsoft.com/office/drawing/2014/main" id="{92EE888E-9845-9C40-AA38-B53E4E87C3A1}"/>
                </a:ext>
              </a:extLst>
            </p:cNvPr>
            <p:cNvSpPr/>
            <p:nvPr/>
          </p:nvSpPr>
          <p:spPr>
            <a:xfrm rot="4135560">
              <a:off x="6294251" y="662250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7" name="Oval 1656">
              <a:extLst>
                <a:ext uri="{FF2B5EF4-FFF2-40B4-BE49-F238E27FC236}">
                  <a16:creationId xmlns:a16="http://schemas.microsoft.com/office/drawing/2014/main" id="{D48888F5-B381-5E47-86DC-2C2C8233720A}"/>
                </a:ext>
              </a:extLst>
            </p:cNvPr>
            <p:cNvSpPr/>
            <p:nvPr/>
          </p:nvSpPr>
          <p:spPr>
            <a:xfrm rot="4135560">
              <a:off x="6317487" y="659373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8" name="Oval 1657">
              <a:extLst>
                <a:ext uri="{FF2B5EF4-FFF2-40B4-BE49-F238E27FC236}">
                  <a16:creationId xmlns:a16="http://schemas.microsoft.com/office/drawing/2014/main" id="{2F2D03F7-ED0F-D54A-91DE-48ED3E6B8C46}"/>
                </a:ext>
              </a:extLst>
            </p:cNvPr>
            <p:cNvSpPr/>
            <p:nvPr/>
          </p:nvSpPr>
          <p:spPr>
            <a:xfrm rot="4135560">
              <a:off x="6335190" y="657181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9" name="Oval 1658">
              <a:extLst>
                <a:ext uri="{FF2B5EF4-FFF2-40B4-BE49-F238E27FC236}">
                  <a16:creationId xmlns:a16="http://schemas.microsoft.com/office/drawing/2014/main" id="{0CDFD67D-636D-A248-BDAF-07C4057C4C90}"/>
                </a:ext>
              </a:extLst>
            </p:cNvPr>
            <p:cNvSpPr/>
            <p:nvPr/>
          </p:nvSpPr>
          <p:spPr>
            <a:xfrm rot="4135560">
              <a:off x="6314330" y="663306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0" name="Oval 1659">
              <a:extLst>
                <a:ext uri="{FF2B5EF4-FFF2-40B4-BE49-F238E27FC236}">
                  <a16:creationId xmlns:a16="http://schemas.microsoft.com/office/drawing/2014/main" id="{C52C5F29-D9BE-C340-85A6-060D8CC5FFD3}"/>
                </a:ext>
              </a:extLst>
            </p:cNvPr>
            <p:cNvSpPr/>
            <p:nvPr/>
          </p:nvSpPr>
          <p:spPr>
            <a:xfrm rot="4135560">
              <a:off x="6332473" y="661433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1" name="Oval 1660">
              <a:extLst>
                <a:ext uri="{FF2B5EF4-FFF2-40B4-BE49-F238E27FC236}">
                  <a16:creationId xmlns:a16="http://schemas.microsoft.com/office/drawing/2014/main" id="{39A4FEAA-D0C7-0D45-80A3-B798A809DA18}"/>
                </a:ext>
              </a:extLst>
            </p:cNvPr>
            <p:cNvSpPr/>
            <p:nvPr/>
          </p:nvSpPr>
          <p:spPr>
            <a:xfrm rot="4135560">
              <a:off x="6350648" y="658996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2" name="Oval 1661">
              <a:extLst>
                <a:ext uri="{FF2B5EF4-FFF2-40B4-BE49-F238E27FC236}">
                  <a16:creationId xmlns:a16="http://schemas.microsoft.com/office/drawing/2014/main" id="{A2202B4E-C2CE-0C48-AE9B-98264139F3D0}"/>
                </a:ext>
              </a:extLst>
            </p:cNvPr>
            <p:cNvSpPr/>
            <p:nvPr/>
          </p:nvSpPr>
          <p:spPr>
            <a:xfrm rot="11852637">
              <a:off x="6333490" y="664684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3" name="Oval 1662">
              <a:extLst>
                <a:ext uri="{FF2B5EF4-FFF2-40B4-BE49-F238E27FC236}">
                  <a16:creationId xmlns:a16="http://schemas.microsoft.com/office/drawing/2014/main" id="{A1B4B837-E394-9E44-90D1-1A55C8C706CC}"/>
                </a:ext>
              </a:extLst>
            </p:cNvPr>
            <p:cNvSpPr/>
            <p:nvPr/>
          </p:nvSpPr>
          <p:spPr>
            <a:xfrm rot="11852637">
              <a:off x="6356726" y="661807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4" name="Oval 1663">
              <a:extLst>
                <a:ext uri="{FF2B5EF4-FFF2-40B4-BE49-F238E27FC236}">
                  <a16:creationId xmlns:a16="http://schemas.microsoft.com/office/drawing/2014/main" id="{3D11C7B9-EC7C-3343-A31B-9B98B8ECAD4D}"/>
                </a:ext>
              </a:extLst>
            </p:cNvPr>
            <p:cNvSpPr/>
            <p:nvPr/>
          </p:nvSpPr>
          <p:spPr>
            <a:xfrm rot="11852637">
              <a:off x="6374430" y="65961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5" name="Oval 1664">
              <a:extLst>
                <a:ext uri="{FF2B5EF4-FFF2-40B4-BE49-F238E27FC236}">
                  <a16:creationId xmlns:a16="http://schemas.microsoft.com/office/drawing/2014/main" id="{E817DFFA-F689-9346-901A-8EFF3EDAE4BB}"/>
                </a:ext>
              </a:extLst>
            </p:cNvPr>
            <p:cNvSpPr/>
            <p:nvPr/>
          </p:nvSpPr>
          <p:spPr>
            <a:xfrm rot="11852637">
              <a:off x="6353569" y="665739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6" name="Oval 1665">
              <a:extLst>
                <a:ext uri="{FF2B5EF4-FFF2-40B4-BE49-F238E27FC236}">
                  <a16:creationId xmlns:a16="http://schemas.microsoft.com/office/drawing/2014/main" id="{6F648B54-54E1-C845-BBB0-EDA725AA3880}"/>
                </a:ext>
              </a:extLst>
            </p:cNvPr>
            <p:cNvSpPr/>
            <p:nvPr/>
          </p:nvSpPr>
          <p:spPr>
            <a:xfrm rot="11852637">
              <a:off x="6371713" y="6638662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7" name="Oval 1666">
              <a:extLst>
                <a:ext uri="{FF2B5EF4-FFF2-40B4-BE49-F238E27FC236}">
                  <a16:creationId xmlns:a16="http://schemas.microsoft.com/office/drawing/2014/main" id="{7085A44F-2321-F240-BCF3-009C2F283247}"/>
                </a:ext>
              </a:extLst>
            </p:cNvPr>
            <p:cNvSpPr/>
            <p:nvPr/>
          </p:nvSpPr>
          <p:spPr>
            <a:xfrm rot="11852637">
              <a:off x="6389887" y="6614295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8" name="Oval 1667">
              <a:extLst>
                <a:ext uri="{FF2B5EF4-FFF2-40B4-BE49-F238E27FC236}">
                  <a16:creationId xmlns:a16="http://schemas.microsoft.com/office/drawing/2014/main" id="{EFD08F37-041C-204D-B9F4-1F9D0A48375E}"/>
                </a:ext>
              </a:extLst>
            </p:cNvPr>
            <p:cNvSpPr/>
            <p:nvPr/>
          </p:nvSpPr>
          <p:spPr>
            <a:xfrm rot="11852637">
              <a:off x="6379980" y="666571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9" name="Oval 1668">
              <a:extLst>
                <a:ext uri="{FF2B5EF4-FFF2-40B4-BE49-F238E27FC236}">
                  <a16:creationId xmlns:a16="http://schemas.microsoft.com/office/drawing/2014/main" id="{4D2A65E9-1A05-6E4F-B108-AF498FC0FBD7}"/>
                </a:ext>
              </a:extLst>
            </p:cNvPr>
            <p:cNvSpPr/>
            <p:nvPr/>
          </p:nvSpPr>
          <p:spPr>
            <a:xfrm rot="11852637">
              <a:off x="6403216" y="663694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70" name="Oval 1669">
              <a:extLst>
                <a:ext uri="{FF2B5EF4-FFF2-40B4-BE49-F238E27FC236}">
                  <a16:creationId xmlns:a16="http://schemas.microsoft.com/office/drawing/2014/main" id="{F5E94871-F1A0-2247-A12A-D370DFCF663B}"/>
                </a:ext>
              </a:extLst>
            </p:cNvPr>
            <p:cNvSpPr/>
            <p:nvPr/>
          </p:nvSpPr>
          <p:spPr>
            <a:xfrm rot="11852637">
              <a:off x="6400059" y="667626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71" name="Oval 1670">
              <a:extLst>
                <a:ext uri="{FF2B5EF4-FFF2-40B4-BE49-F238E27FC236}">
                  <a16:creationId xmlns:a16="http://schemas.microsoft.com/office/drawing/2014/main" id="{A6FD46CC-82C8-7D46-9023-E8ED40E0A518}"/>
                </a:ext>
              </a:extLst>
            </p:cNvPr>
            <p:cNvSpPr/>
            <p:nvPr/>
          </p:nvSpPr>
          <p:spPr>
            <a:xfrm rot="11852637">
              <a:off x="6418202" y="665753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72" name="Freeform 1671">
              <a:extLst>
                <a:ext uri="{FF2B5EF4-FFF2-40B4-BE49-F238E27FC236}">
                  <a16:creationId xmlns:a16="http://schemas.microsoft.com/office/drawing/2014/main" id="{3DE91D11-050C-3842-8915-9DA6E0530B3F}"/>
                </a:ext>
              </a:extLst>
            </p:cNvPr>
            <p:cNvSpPr/>
            <p:nvPr/>
          </p:nvSpPr>
          <p:spPr>
            <a:xfrm rot="18535560">
              <a:off x="6045401" y="6304373"/>
              <a:ext cx="235075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3" name="Freeform 1672">
              <a:extLst>
                <a:ext uri="{FF2B5EF4-FFF2-40B4-BE49-F238E27FC236}">
                  <a16:creationId xmlns:a16="http://schemas.microsoft.com/office/drawing/2014/main" id="{124BC00B-BF04-354B-82D4-4F4A3E0E7F75}"/>
                </a:ext>
              </a:extLst>
            </p:cNvPr>
            <p:cNvSpPr/>
            <p:nvPr/>
          </p:nvSpPr>
          <p:spPr>
            <a:xfrm rot="18535560" flipH="1">
              <a:off x="6160015" y="6157256"/>
              <a:ext cx="227078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74" name="Group 1673">
            <a:extLst>
              <a:ext uri="{FF2B5EF4-FFF2-40B4-BE49-F238E27FC236}">
                <a16:creationId xmlns:a16="http://schemas.microsoft.com/office/drawing/2014/main" id="{32E32D25-C4FF-D145-95BA-12310BA797B4}"/>
              </a:ext>
            </a:extLst>
          </p:cNvPr>
          <p:cNvGrpSpPr/>
          <p:nvPr/>
        </p:nvGrpSpPr>
        <p:grpSpPr>
          <a:xfrm rot="5207842">
            <a:off x="6772634" y="5964899"/>
            <a:ext cx="686823" cy="439136"/>
            <a:chOff x="5871652" y="6279397"/>
            <a:chExt cx="686823" cy="439136"/>
          </a:xfrm>
        </p:grpSpPr>
        <p:sp>
          <p:nvSpPr>
            <p:cNvPr id="1675" name="Freeform 1674">
              <a:extLst>
                <a:ext uri="{FF2B5EF4-FFF2-40B4-BE49-F238E27FC236}">
                  <a16:creationId xmlns:a16="http://schemas.microsoft.com/office/drawing/2014/main" id="{8A5A81FB-5180-2C40-82D7-B317D49B6685}"/>
                </a:ext>
              </a:extLst>
            </p:cNvPr>
            <p:cNvSpPr/>
            <p:nvPr/>
          </p:nvSpPr>
          <p:spPr>
            <a:xfrm rot="17421667">
              <a:off x="5962111" y="6248061"/>
              <a:ext cx="147799" cy="230790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6FA03B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Freeform 1675">
              <a:extLst>
                <a:ext uri="{FF2B5EF4-FFF2-40B4-BE49-F238E27FC236}">
                  <a16:creationId xmlns:a16="http://schemas.microsoft.com/office/drawing/2014/main" id="{2A944FD3-3CB7-2747-B30C-9913CF3F057A}"/>
                </a:ext>
              </a:extLst>
            </p:cNvPr>
            <p:cNvSpPr/>
            <p:nvPr/>
          </p:nvSpPr>
          <p:spPr>
            <a:xfrm rot="18535560" flipH="1">
              <a:off x="6065278" y="6197211"/>
              <a:ext cx="146579" cy="338361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77" name="Freeform 1676">
              <a:extLst>
                <a:ext uri="{FF2B5EF4-FFF2-40B4-BE49-F238E27FC236}">
                  <a16:creationId xmlns:a16="http://schemas.microsoft.com/office/drawing/2014/main" id="{127C9624-E4C5-BB48-BA86-0CF8C26B8330}"/>
                </a:ext>
              </a:extLst>
            </p:cNvPr>
            <p:cNvSpPr/>
            <p:nvPr/>
          </p:nvSpPr>
          <p:spPr>
            <a:xfrm rot="18535560">
              <a:off x="5968342" y="6315152"/>
              <a:ext cx="147799" cy="341179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8" name="Rectangle 1677">
              <a:extLst>
                <a:ext uri="{FF2B5EF4-FFF2-40B4-BE49-F238E27FC236}">
                  <a16:creationId xmlns:a16="http://schemas.microsoft.com/office/drawing/2014/main" id="{FA08F467-29CB-014B-A586-564EF3FC69B7}"/>
                </a:ext>
              </a:extLst>
            </p:cNvPr>
            <p:cNvSpPr/>
            <p:nvPr/>
          </p:nvSpPr>
          <p:spPr>
            <a:xfrm rot="18535560">
              <a:off x="6119618" y="6244121"/>
              <a:ext cx="142391" cy="504896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1679" name="Oval 1678">
              <a:extLst>
                <a:ext uri="{FF2B5EF4-FFF2-40B4-BE49-F238E27FC236}">
                  <a16:creationId xmlns:a16="http://schemas.microsoft.com/office/drawing/2014/main" id="{FCFB2989-DE3D-FB43-8522-CB7608E39000}"/>
                </a:ext>
              </a:extLst>
            </p:cNvPr>
            <p:cNvSpPr/>
            <p:nvPr/>
          </p:nvSpPr>
          <p:spPr>
            <a:xfrm rot="18535560">
              <a:off x="5929443" y="6341203"/>
              <a:ext cx="32213" cy="24486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80" name="Oval 1679">
              <a:extLst>
                <a:ext uri="{FF2B5EF4-FFF2-40B4-BE49-F238E27FC236}">
                  <a16:creationId xmlns:a16="http://schemas.microsoft.com/office/drawing/2014/main" id="{572D0429-AD5B-4A4A-86BF-EFBD559EDF61}"/>
                </a:ext>
              </a:extLst>
            </p:cNvPr>
            <p:cNvSpPr/>
            <p:nvPr/>
          </p:nvSpPr>
          <p:spPr>
            <a:xfrm rot="18535560">
              <a:off x="5936891" y="636058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81" name="Oval 1680">
              <a:extLst>
                <a:ext uri="{FF2B5EF4-FFF2-40B4-BE49-F238E27FC236}">
                  <a16:creationId xmlns:a16="http://schemas.microsoft.com/office/drawing/2014/main" id="{1D8D9DD4-42BE-4E4D-B3EC-C257BC7F63C4}"/>
                </a:ext>
              </a:extLst>
            </p:cNvPr>
            <p:cNvSpPr/>
            <p:nvPr/>
          </p:nvSpPr>
          <p:spPr>
            <a:xfrm rot="18535560">
              <a:off x="5954255" y="633452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82" name="Oval 1681">
              <a:extLst>
                <a:ext uri="{FF2B5EF4-FFF2-40B4-BE49-F238E27FC236}">
                  <a16:creationId xmlns:a16="http://schemas.microsoft.com/office/drawing/2014/main" id="{975E7707-598C-E74F-AC52-8054C89382A0}"/>
                </a:ext>
              </a:extLst>
            </p:cNvPr>
            <p:cNvSpPr/>
            <p:nvPr/>
          </p:nvSpPr>
          <p:spPr>
            <a:xfrm rot="18535560">
              <a:off x="5971959" y="631260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83" name="Oval 1682">
              <a:extLst>
                <a:ext uri="{FF2B5EF4-FFF2-40B4-BE49-F238E27FC236}">
                  <a16:creationId xmlns:a16="http://schemas.microsoft.com/office/drawing/2014/main" id="{531633C9-B050-0043-9E68-754458331F63}"/>
                </a:ext>
              </a:extLst>
            </p:cNvPr>
            <p:cNvSpPr/>
            <p:nvPr/>
          </p:nvSpPr>
          <p:spPr>
            <a:xfrm rot="18535560">
              <a:off x="5995195" y="628383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84" name="Oval 1683">
              <a:extLst>
                <a:ext uri="{FF2B5EF4-FFF2-40B4-BE49-F238E27FC236}">
                  <a16:creationId xmlns:a16="http://schemas.microsoft.com/office/drawing/2014/main" id="{8482F678-0237-2148-9EAC-15B9B08BB3F0}"/>
                </a:ext>
              </a:extLst>
            </p:cNvPr>
            <p:cNvSpPr/>
            <p:nvPr/>
          </p:nvSpPr>
          <p:spPr>
            <a:xfrm rot="18535560">
              <a:off x="5952745" y="6313963"/>
              <a:ext cx="31259" cy="23761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85" name="Oval 1684">
              <a:extLst>
                <a:ext uri="{FF2B5EF4-FFF2-40B4-BE49-F238E27FC236}">
                  <a16:creationId xmlns:a16="http://schemas.microsoft.com/office/drawing/2014/main" id="{9FBB8666-78CB-1C4B-A05A-3AA89C1BD421}"/>
                </a:ext>
              </a:extLst>
            </p:cNvPr>
            <p:cNvSpPr/>
            <p:nvPr/>
          </p:nvSpPr>
          <p:spPr>
            <a:xfrm rot="18535560">
              <a:off x="5975491" y="6287033"/>
              <a:ext cx="32958" cy="22209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86" name="Oval 1685">
              <a:extLst>
                <a:ext uri="{FF2B5EF4-FFF2-40B4-BE49-F238E27FC236}">
                  <a16:creationId xmlns:a16="http://schemas.microsoft.com/office/drawing/2014/main" id="{4F085688-55BD-A445-94FB-7819513E0B0D}"/>
                </a:ext>
              </a:extLst>
            </p:cNvPr>
            <p:cNvSpPr/>
            <p:nvPr/>
          </p:nvSpPr>
          <p:spPr>
            <a:xfrm rot="18535560">
              <a:off x="5938537" y="6393133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87" name="Oval 1686">
              <a:extLst>
                <a:ext uri="{FF2B5EF4-FFF2-40B4-BE49-F238E27FC236}">
                  <a16:creationId xmlns:a16="http://schemas.microsoft.com/office/drawing/2014/main" id="{E566E936-C233-C044-BEDF-E85534283A9C}"/>
                </a:ext>
              </a:extLst>
            </p:cNvPr>
            <p:cNvSpPr/>
            <p:nvPr/>
          </p:nvSpPr>
          <p:spPr>
            <a:xfrm rot="18535560">
              <a:off x="5961773" y="63643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88" name="Oval 1687">
              <a:extLst>
                <a:ext uri="{FF2B5EF4-FFF2-40B4-BE49-F238E27FC236}">
                  <a16:creationId xmlns:a16="http://schemas.microsoft.com/office/drawing/2014/main" id="{88451B78-12B9-3141-9379-6DFA9A027D67}"/>
                </a:ext>
              </a:extLst>
            </p:cNvPr>
            <p:cNvSpPr/>
            <p:nvPr/>
          </p:nvSpPr>
          <p:spPr>
            <a:xfrm rot="18535560">
              <a:off x="5979476" y="634244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89" name="Oval 1688">
              <a:extLst>
                <a:ext uri="{FF2B5EF4-FFF2-40B4-BE49-F238E27FC236}">
                  <a16:creationId xmlns:a16="http://schemas.microsoft.com/office/drawing/2014/main" id="{3FD7E78F-C5A5-FF41-9F9B-2E2EBE000735}"/>
                </a:ext>
              </a:extLst>
            </p:cNvPr>
            <p:cNvSpPr/>
            <p:nvPr/>
          </p:nvSpPr>
          <p:spPr>
            <a:xfrm rot="18535560">
              <a:off x="6002713" y="631367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0" name="Oval 1689">
              <a:extLst>
                <a:ext uri="{FF2B5EF4-FFF2-40B4-BE49-F238E27FC236}">
                  <a16:creationId xmlns:a16="http://schemas.microsoft.com/office/drawing/2014/main" id="{41CCCE3C-776F-0144-984F-D902B4B511A6}"/>
                </a:ext>
              </a:extLst>
            </p:cNvPr>
            <p:cNvSpPr/>
            <p:nvPr/>
          </p:nvSpPr>
          <p:spPr>
            <a:xfrm rot="18535560">
              <a:off x="6022271" y="628759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1" name="Oval 1690">
              <a:extLst>
                <a:ext uri="{FF2B5EF4-FFF2-40B4-BE49-F238E27FC236}">
                  <a16:creationId xmlns:a16="http://schemas.microsoft.com/office/drawing/2014/main" id="{4047BC79-7D9D-1549-9AC3-4E82965CAC57}"/>
                </a:ext>
              </a:extLst>
            </p:cNvPr>
            <p:cNvSpPr/>
            <p:nvPr/>
          </p:nvSpPr>
          <p:spPr>
            <a:xfrm rot="18535560">
              <a:off x="5958616" y="6403691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2" name="Oval 1691">
              <a:extLst>
                <a:ext uri="{FF2B5EF4-FFF2-40B4-BE49-F238E27FC236}">
                  <a16:creationId xmlns:a16="http://schemas.microsoft.com/office/drawing/2014/main" id="{D7A3E7C0-3186-4046-97E3-A15306F0D4CA}"/>
                </a:ext>
              </a:extLst>
            </p:cNvPr>
            <p:cNvSpPr/>
            <p:nvPr/>
          </p:nvSpPr>
          <p:spPr>
            <a:xfrm rot="18535560">
              <a:off x="5976759" y="63849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3" name="Oval 1692">
              <a:extLst>
                <a:ext uri="{FF2B5EF4-FFF2-40B4-BE49-F238E27FC236}">
                  <a16:creationId xmlns:a16="http://schemas.microsoft.com/office/drawing/2014/main" id="{9649A8AC-A080-0E45-9D23-D2782D1FB3B4}"/>
                </a:ext>
              </a:extLst>
            </p:cNvPr>
            <p:cNvSpPr/>
            <p:nvPr/>
          </p:nvSpPr>
          <p:spPr>
            <a:xfrm rot="18535560">
              <a:off x="5994934" y="636058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4" name="Oval 1693">
              <a:extLst>
                <a:ext uri="{FF2B5EF4-FFF2-40B4-BE49-F238E27FC236}">
                  <a16:creationId xmlns:a16="http://schemas.microsoft.com/office/drawing/2014/main" id="{0F48E5ED-81FF-BB46-A7C4-4DF3B19AEEE2}"/>
                </a:ext>
              </a:extLst>
            </p:cNvPr>
            <p:cNvSpPr/>
            <p:nvPr/>
          </p:nvSpPr>
          <p:spPr>
            <a:xfrm rot="18535560">
              <a:off x="6019553" y="63301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5" name="Oval 1694">
              <a:extLst>
                <a:ext uri="{FF2B5EF4-FFF2-40B4-BE49-F238E27FC236}">
                  <a16:creationId xmlns:a16="http://schemas.microsoft.com/office/drawing/2014/main" id="{B1F83D88-8A69-5347-979C-5C1982C4FD6D}"/>
                </a:ext>
              </a:extLst>
            </p:cNvPr>
            <p:cNvSpPr/>
            <p:nvPr/>
          </p:nvSpPr>
          <p:spPr>
            <a:xfrm rot="18535560">
              <a:off x="6042350" y="62981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6" name="Oval 1695">
              <a:extLst>
                <a:ext uri="{FF2B5EF4-FFF2-40B4-BE49-F238E27FC236}">
                  <a16:creationId xmlns:a16="http://schemas.microsoft.com/office/drawing/2014/main" id="{B655CB4A-E557-BF48-9036-C3D95DA6E4E6}"/>
                </a:ext>
              </a:extLst>
            </p:cNvPr>
            <p:cNvSpPr/>
            <p:nvPr/>
          </p:nvSpPr>
          <p:spPr>
            <a:xfrm rot="18535560">
              <a:off x="5974595" y="6426784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7" name="Oval 1696">
              <a:extLst>
                <a:ext uri="{FF2B5EF4-FFF2-40B4-BE49-F238E27FC236}">
                  <a16:creationId xmlns:a16="http://schemas.microsoft.com/office/drawing/2014/main" id="{18A3FC27-395A-3448-9D1A-36C3F3EF0C2C}"/>
                </a:ext>
              </a:extLst>
            </p:cNvPr>
            <p:cNvSpPr/>
            <p:nvPr/>
          </p:nvSpPr>
          <p:spPr>
            <a:xfrm rot="18535560">
              <a:off x="5997831" y="639801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8" name="Oval 1697">
              <a:extLst>
                <a:ext uri="{FF2B5EF4-FFF2-40B4-BE49-F238E27FC236}">
                  <a16:creationId xmlns:a16="http://schemas.microsoft.com/office/drawing/2014/main" id="{5E7AEB30-BBF1-5644-AD6D-2DD2991C16B4}"/>
                </a:ext>
              </a:extLst>
            </p:cNvPr>
            <p:cNvSpPr/>
            <p:nvPr/>
          </p:nvSpPr>
          <p:spPr>
            <a:xfrm rot="18535560">
              <a:off x="6015534" y="63760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9" name="Oval 1698">
              <a:extLst>
                <a:ext uri="{FF2B5EF4-FFF2-40B4-BE49-F238E27FC236}">
                  <a16:creationId xmlns:a16="http://schemas.microsoft.com/office/drawing/2014/main" id="{0B158E18-F8D5-E34C-AE6F-859303D54D34}"/>
                </a:ext>
              </a:extLst>
            </p:cNvPr>
            <p:cNvSpPr/>
            <p:nvPr/>
          </p:nvSpPr>
          <p:spPr>
            <a:xfrm rot="18535560">
              <a:off x="6038770" y="634732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0" name="Oval 1699">
              <a:extLst>
                <a:ext uri="{FF2B5EF4-FFF2-40B4-BE49-F238E27FC236}">
                  <a16:creationId xmlns:a16="http://schemas.microsoft.com/office/drawing/2014/main" id="{CA98B21B-9F3C-7E47-99C2-63FB0C8A6E73}"/>
                </a:ext>
              </a:extLst>
            </p:cNvPr>
            <p:cNvSpPr/>
            <p:nvPr/>
          </p:nvSpPr>
          <p:spPr>
            <a:xfrm rot="18535560">
              <a:off x="6058329" y="632124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1" name="Oval 1700">
              <a:extLst>
                <a:ext uri="{FF2B5EF4-FFF2-40B4-BE49-F238E27FC236}">
                  <a16:creationId xmlns:a16="http://schemas.microsoft.com/office/drawing/2014/main" id="{DD2A38F7-80F4-B741-B045-1335589F07C1}"/>
                </a:ext>
              </a:extLst>
            </p:cNvPr>
            <p:cNvSpPr/>
            <p:nvPr/>
          </p:nvSpPr>
          <p:spPr>
            <a:xfrm rot="18535560">
              <a:off x="5994673" y="6437342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2" name="Oval 1701">
              <a:extLst>
                <a:ext uri="{FF2B5EF4-FFF2-40B4-BE49-F238E27FC236}">
                  <a16:creationId xmlns:a16="http://schemas.microsoft.com/office/drawing/2014/main" id="{0B62AD00-0131-AD4F-B440-116B6C867D01}"/>
                </a:ext>
              </a:extLst>
            </p:cNvPr>
            <p:cNvSpPr/>
            <p:nvPr/>
          </p:nvSpPr>
          <p:spPr>
            <a:xfrm rot="18535560">
              <a:off x="6012817" y="64186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3" name="Oval 1702">
              <a:extLst>
                <a:ext uri="{FF2B5EF4-FFF2-40B4-BE49-F238E27FC236}">
                  <a16:creationId xmlns:a16="http://schemas.microsoft.com/office/drawing/2014/main" id="{46FD1296-2F36-3D4A-BEF4-2DD007D7FFB3}"/>
                </a:ext>
              </a:extLst>
            </p:cNvPr>
            <p:cNvSpPr/>
            <p:nvPr/>
          </p:nvSpPr>
          <p:spPr>
            <a:xfrm rot="18535560">
              <a:off x="6030991" y="63942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4" name="Oval 1703">
              <a:extLst>
                <a:ext uri="{FF2B5EF4-FFF2-40B4-BE49-F238E27FC236}">
                  <a16:creationId xmlns:a16="http://schemas.microsoft.com/office/drawing/2014/main" id="{B495004A-17D7-CD4D-9D2D-CE75E24E57F7}"/>
                </a:ext>
              </a:extLst>
            </p:cNvPr>
            <p:cNvSpPr/>
            <p:nvPr/>
          </p:nvSpPr>
          <p:spPr>
            <a:xfrm rot="18535560">
              <a:off x="6055611" y="63637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5" name="Oval 1704">
              <a:extLst>
                <a:ext uri="{FF2B5EF4-FFF2-40B4-BE49-F238E27FC236}">
                  <a16:creationId xmlns:a16="http://schemas.microsoft.com/office/drawing/2014/main" id="{4A0EE15A-E244-D344-B2FF-25BDF61D027B}"/>
                </a:ext>
              </a:extLst>
            </p:cNvPr>
            <p:cNvSpPr/>
            <p:nvPr/>
          </p:nvSpPr>
          <p:spPr>
            <a:xfrm rot="18535560">
              <a:off x="6078408" y="633180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6" name="Oval 1705">
              <a:extLst>
                <a:ext uri="{FF2B5EF4-FFF2-40B4-BE49-F238E27FC236}">
                  <a16:creationId xmlns:a16="http://schemas.microsoft.com/office/drawing/2014/main" id="{3E02DF1E-D707-3C42-805C-8BAE7A2B0009}"/>
                </a:ext>
              </a:extLst>
            </p:cNvPr>
            <p:cNvSpPr/>
            <p:nvPr/>
          </p:nvSpPr>
          <p:spPr>
            <a:xfrm rot="18535560">
              <a:off x="6021084" y="644565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7" name="Oval 1706">
              <a:extLst>
                <a:ext uri="{FF2B5EF4-FFF2-40B4-BE49-F238E27FC236}">
                  <a16:creationId xmlns:a16="http://schemas.microsoft.com/office/drawing/2014/main" id="{DB05790D-9227-1E44-B90D-CA7FE21BFBC7}"/>
                </a:ext>
              </a:extLst>
            </p:cNvPr>
            <p:cNvSpPr/>
            <p:nvPr/>
          </p:nvSpPr>
          <p:spPr>
            <a:xfrm rot="18535560">
              <a:off x="6044320" y="641688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8" name="Oval 1707">
              <a:extLst>
                <a:ext uri="{FF2B5EF4-FFF2-40B4-BE49-F238E27FC236}">
                  <a16:creationId xmlns:a16="http://schemas.microsoft.com/office/drawing/2014/main" id="{66374EE3-E540-B448-846A-726376FEBFBA}"/>
                </a:ext>
              </a:extLst>
            </p:cNvPr>
            <p:cNvSpPr/>
            <p:nvPr/>
          </p:nvSpPr>
          <p:spPr>
            <a:xfrm rot="18535560">
              <a:off x="6062024" y="639496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9" name="Oval 1708">
              <a:extLst>
                <a:ext uri="{FF2B5EF4-FFF2-40B4-BE49-F238E27FC236}">
                  <a16:creationId xmlns:a16="http://schemas.microsoft.com/office/drawing/2014/main" id="{6B853FEB-80BF-324A-BC4C-261A02D8CCAC}"/>
                </a:ext>
              </a:extLst>
            </p:cNvPr>
            <p:cNvSpPr/>
            <p:nvPr/>
          </p:nvSpPr>
          <p:spPr>
            <a:xfrm rot="18535560">
              <a:off x="6085260" y="63661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0" name="Oval 1709">
              <a:extLst>
                <a:ext uri="{FF2B5EF4-FFF2-40B4-BE49-F238E27FC236}">
                  <a16:creationId xmlns:a16="http://schemas.microsoft.com/office/drawing/2014/main" id="{90F6D1DD-038E-534B-968D-E3C03B51424C}"/>
                </a:ext>
              </a:extLst>
            </p:cNvPr>
            <p:cNvSpPr/>
            <p:nvPr/>
          </p:nvSpPr>
          <p:spPr>
            <a:xfrm rot="18535560">
              <a:off x="6104818" y="63401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1" name="Oval 1710">
              <a:extLst>
                <a:ext uri="{FF2B5EF4-FFF2-40B4-BE49-F238E27FC236}">
                  <a16:creationId xmlns:a16="http://schemas.microsoft.com/office/drawing/2014/main" id="{AC338470-1F9F-3041-8A11-C1B938598185}"/>
                </a:ext>
              </a:extLst>
            </p:cNvPr>
            <p:cNvSpPr/>
            <p:nvPr/>
          </p:nvSpPr>
          <p:spPr>
            <a:xfrm rot="18535560">
              <a:off x="6041163" y="64562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2" name="Oval 1711">
              <a:extLst>
                <a:ext uri="{FF2B5EF4-FFF2-40B4-BE49-F238E27FC236}">
                  <a16:creationId xmlns:a16="http://schemas.microsoft.com/office/drawing/2014/main" id="{25C6B71B-4964-1F4E-B82F-7C3015AD1895}"/>
                </a:ext>
              </a:extLst>
            </p:cNvPr>
            <p:cNvSpPr/>
            <p:nvPr/>
          </p:nvSpPr>
          <p:spPr>
            <a:xfrm rot="18535560">
              <a:off x="6059306" y="64374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3" name="Oval 1712">
              <a:extLst>
                <a:ext uri="{FF2B5EF4-FFF2-40B4-BE49-F238E27FC236}">
                  <a16:creationId xmlns:a16="http://schemas.microsoft.com/office/drawing/2014/main" id="{0D1600F0-67F1-5B48-824C-CB841FA1DE60}"/>
                </a:ext>
              </a:extLst>
            </p:cNvPr>
            <p:cNvSpPr/>
            <p:nvPr/>
          </p:nvSpPr>
          <p:spPr>
            <a:xfrm rot="18535560">
              <a:off x="6077481" y="64131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4" name="Oval 1713">
              <a:extLst>
                <a:ext uri="{FF2B5EF4-FFF2-40B4-BE49-F238E27FC236}">
                  <a16:creationId xmlns:a16="http://schemas.microsoft.com/office/drawing/2014/main" id="{873E5783-3DDD-4E45-99A2-ABD778C925E0}"/>
                </a:ext>
              </a:extLst>
            </p:cNvPr>
            <p:cNvSpPr/>
            <p:nvPr/>
          </p:nvSpPr>
          <p:spPr>
            <a:xfrm rot="18535560">
              <a:off x="6102100" y="638262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5" name="Oval 1714">
              <a:extLst>
                <a:ext uri="{FF2B5EF4-FFF2-40B4-BE49-F238E27FC236}">
                  <a16:creationId xmlns:a16="http://schemas.microsoft.com/office/drawing/2014/main" id="{4FA343F0-044C-7A4B-889C-5A183A419132}"/>
                </a:ext>
              </a:extLst>
            </p:cNvPr>
            <p:cNvSpPr/>
            <p:nvPr/>
          </p:nvSpPr>
          <p:spPr>
            <a:xfrm rot="18535560">
              <a:off x="6124897" y="635067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6" name="Oval 1715">
              <a:extLst>
                <a:ext uri="{FF2B5EF4-FFF2-40B4-BE49-F238E27FC236}">
                  <a16:creationId xmlns:a16="http://schemas.microsoft.com/office/drawing/2014/main" id="{0A452B30-DBE8-6042-8E33-03CBBFB81991}"/>
                </a:ext>
              </a:extLst>
            </p:cNvPr>
            <p:cNvSpPr/>
            <p:nvPr/>
          </p:nvSpPr>
          <p:spPr>
            <a:xfrm rot="4135560">
              <a:off x="6061511" y="6470754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7" name="Oval 1716">
              <a:extLst>
                <a:ext uri="{FF2B5EF4-FFF2-40B4-BE49-F238E27FC236}">
                  <a16:creationId xmlns:a16="http://schemas.microsoft.com/office/drawing/2014/main" id="{4C6BDC61-CDE2-6E40-B927-D910C1E9AB51}"/>
                </a:ext>
              </a:extLst>
            </p:cNvPr>
            <p:cNvSpPr/>
            <p:nvPr/>
          </p:nvSpPr>
          <p:spPr>
            <a:xfrm rot="4135560">
              <a:off x="6084747" y="644198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8" name="Oval 1717">
              <a:extLst>
                <a:ext uri="{FF2B5EF4-FFF2-40B4-BE49-F238E27FC236}">
                  <a16:creationId xmlns:a16="http://schemas.microsoft.com/office/drawing/2014/main" id="{737EE2FE-34C6-1444-8233-8833D456E789}"/>
                </a:ext>
              </a:extLst>
            </p:cNvPr>
            <p:cNvSpPr/>
            <p:nvPr/>
          </p:nvSpPr>
          <p:spPr>
            <a:xfrm rot="4135560">
              <a:off x="6102451" y="642006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9" name="Oval 1718">
              <a:extLst>
                <a:ext uri="{FF2B5EF4-FFF2-40B4-BE49-F238E27FC236}">
                  <a16:creationId xmlns:a16="http://schemas.microsoft.com/office/drawing/2014/main" id="{77FE981F-D172-3041-A2D4-8E082881C415}"/>
                </a:ext>
              </a:extLst>
            </p:cNvPr>
            <p:cNvSpPr/>
            <p:nvPr/>
          </p:nvSpPr>
          <p:spPr>
            <a:xfrm rot="4135560">
              <a:off x="6125687" y="639129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0" name="Oval 1719">
              <a:extLst>
                <a:ext uri="{FF2B5EF4-FFF2-40B4-BE49-F238E27FC236}">
                  <a16:creationId xmlns:a16="http://schemas.microsoft.com/office/drawing/2014/main" id="{92A0406D-152B-5045-AD3B-C2904247A6FC}"/>
                </a:ext>
              </a:extLst>
            </p:cNvPr>
            <p:cNvSpPr/>
            <p:nvPr/>
          </p:nvSpPr>
          <p:spPr>
            <a:xfrm rot="4135560">
              <a:off x="6145245" y="636521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1" name="Oval 1720">
              <a:extLst>
                <a:ext uri="{FF2B5EF4-FFF2-40B4-BE49-F238E27FC236}">
                  <a16:creationId xmlns:a16="http://schemas.microsoft.com/office/drawing/2014/main" id="{5BAE89C0-D527-D64F-B3D7-71CC7D040E97}"/>
                </a:ext>
              </a:extLst>
            </p:cNvPr>
            <p:cNvSpPr/>
            <p:nvPr/>
          </p:nvSpPr>
          <p:spPr>
            <a:xfrm rot="4135560">
              <a:off x="6081590" y="648131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2" name="Oval 1721">
              <a:extLst>
                <a:ext uri="{FF2B5EF4-FFF2-40B4-BE49-F238E27FC236}">
                  <a16:creationId xmlns:a16="http://schemas.microsoft.com/office/drawing/2014/main" id="{4DC7A1D6-3A97-5A43-8AD7-085D89D90A20}"/>
                </a:ext>
              </a:extLst>
            </p:cNvPr>
            <p:cNvSpPr/>
            <p:nvPr/>
          </p:nvSpPr>
          <p:spPr>
            <a:xfrm rot="4135560">
              <a:off x="6099733" y="646257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3" name="Oval 1722">
              <a:extLst>
                <a:ext uri="{FF2B5EF4-FFF2-40B4-BE49-F238E27FC236}">
                  <a16:creationId xmlns:a16="http://schemas.microsoft.com/office/drawing/2014/main" id="{F2FA1739-6F12-1944-83DF-A07B69F944B5}"/>
                </a:ext>
              </a:extLst>
            </p:cNvPr>
            <p:cNvSpPr/>
            <p:nvPr/>
          </p:nvSpPr>
          <p:spPr>
            <a:xfrm rot="4135560">
              <a:off x="6117908" y="64382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4" name="Oval 1723">
              <a:extLst>
                <a:ext uri="{FF2B5EF4-FFF2-40B4-BE49-F238E27FC236}">
                  <a16:creationId xmlns:a16="http://schemas.microsoft.com/office/drawing/2014/main" id="{6925DEA9-B5FF-0244-9EEA-563BC4C41A65}"/>
                </a:ext>
              </a:extLst>
            </p:cNvPr>
            <p:cNvSpPr/>
            <p:nvPr/>
          </p:nvSpPr>
          <p:spPr>
            <a:xfrm rot="4135560">
              <a:off x="6142527" y="640772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5" name="Oval 1724">
              <a:extLst>
                <a:ext uri="{FF2B5EF4-FFF2-40B4-BE49-F238E27FC236}">
                  <a16:creationId xmlns:a16="http://schemas.microsoft.com/office/drawing/2014/main" id="{B69AD595-8369-9D48-8D48-300DF0FC08B9}"/>
                </a:ext>
              </a:extLst>
            </p:cNvPr>
            <p:cNvSpPr/>
            <p:nvPr/>
          </p:nvSpPr>
          <p:spPr>
            <a:xfrm rot="4135560">
              <a:off x="6165324" y="637577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6" name="Oval 1725">
              <a:extLst>
                <a:ext uri="{FF2B5EF4-FFF2-40B4-BE49-F238E27FC236}">
                  <a16:creationId xmlns:a16="http://schemas.microsoft.com/office/drawing/2014/main" id="{65524771-21F1-4943-8167-0E4EE6626BC9}"/>
                </a:ext>
              </a:extLst>
            </p:cNvPr>
            <p:cNvSpPr/>
            <p:nvPr/>
          </p:nvSpPr>
          <p:spPr>
            <a:xfrm rot="18535560">
              <a:off x="6094097" y="650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7" name="Oval 1726">
              <a:extLst>
                <a:ext uri="{FF2B5EF4-FFF2-40B4-BE49-F238E27FC236}">
                  <a16:creationId xmlns:a16="http://schemas.microsoft.com/office/drawing/2014/main" id="{EF0FED03-FBB5-2340-9939-635D482AE605}"/>
                </a:ext>
              </a:extLst>
            </p:cNvPr>
            <p:cNvSpPr/>
            <p:nvPr/>
          </p:nvSpPr>
          <p:spPr>
            <a:xfrm rot="18535560">
              <a:off x="6117333" y="64756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8" name="Oval 1727">
              <a:extLst>
                <a:ext uri="{FF2B5EF4-FFF2-40B4-BE49-F238E27FC236}">
                  <a16:creationId xmlns:a16="http://schemas.microsoft.com/office/drawing/2014/main" id="{1828F73C-CC81-2C49-9D7F-368F07F99861}"/>
                </a:ext>
              </a:extLst>
            </p:cNvPr>
            <p:cNvSpPr/>
            <p:nvPr/>
          </p:nvSpPr>
          <p:spPr>
            <a:xfrm rot="18535560">
              <a:off x="6135037" y="64536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9" name="Oval 1728">
              <a:extLst>
                <a:ext uri="{FF2B5EF4-FFF2-40B4-BE49-F238E27FC236}">
                  <a16:creationId xmlns:a16="http://schemas.microsoft.com/office/drawing/2014/main" id="{B838D9D2-9DD4-534B-B765-F806F0886832}"/>
                </a:ext>
              </a:extLst>
            </p:cNvPr>
            <p:cNvSpPr/>
            <p:nvPr/>
          </p:nvSpPr>
          <p:spPr>
            <a:xfrm rot="18535560">
              <a:off x="6158273" y="642492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0" name="Oval 1729">
              <a:extLst>
                <a:ext uri="{FF2B5EF4-FFF2-40B4-BE49-F238E27FC236}">
                  <a16:creationId xmlns:a16="http://schemas.microsoft.com/office/drawing/2014/main" id="{32FE3CFE-383C-3D4E-A142-83C9EA66208B}"/>
                </a:ext>
              </a:extLst>
            </p:cNvPr>
            <p:cNvSpPr/>
            <p:nvPr/>
          </p:nvSpPr>
          <p:spPr>
            <a:xfrm rot="18535560">
              <a:off x="6177831" y="63988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1" name="Oval 1730">
              <a:extLst>
                <a:ext uri="{FF2B5EF4-FFF2-40B4-BE49-F238E27FC236}">
                  <a16:creationId xmlns:a16="http://schemas.microsoft.com/office/drawing/2014/main" id="{F2467F20-009A-3245-9191-8909181018DA}"/>
                </a:ext>
              </a:extLst>
            </p:cNvPr>
            <p:cNvSpPr/>
            <p:nvPr/>
          </p:nvSpPr>
          <p:spPr>
            <a:xfrm rot="18535560">
              <a:off x="6114176" y="65149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2" name="Oval 1731">
              <a:extLst>
                <a:ext uri="{FF2B5EF4-FFF2-40B4-BE49-F238E27FC236}">
                  <a16:creationId xmlns:a16="http://schemas.microsoft.com/office/drawing/2014/main" id="{20B9C339-C6A1-494B-A35F-7EB75835AF7D}"/>
                </a:ext>
              </a:extLst>
            </p:cNvPr>
            <p:cNvSpPr/>
            <p:nvPr/>
          </p:nvSpPr>
          <p:spPr>
            <a:xfrm rot="18535560">
              <a:off x="6132319" y="649620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3" name="Oval 1732">
              <a:extLst>
                <a:ext uri="{FF2B5EF4-FFF2-40B4-BE49-F238E27FC236}">
                  <a16:creationId xmlns:a16="http://schemas.microsoft.com/office/drawing/2014/main" id="{33DDDDCA-DC26-0F43-91C6-2705AAC48B30}"/>
                </a:ext>
              </a:extLst>
            </p:cNvPr>
            <p:cNvSpPr/>
            <p:nvPr/>
          </p:nvSpPr>
          <p:spPr>
            <a:xfrm rot="18535560">
              <a:off x="6150494" y="647183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4" name="Oval 1733">
              <a:extLst>
                <a:ext uri="{FF2B5EF4-FFF2-40B4-BE49-F238E27FC236}">
                  <a16:creationId xmlns:a16="http://schemas.microsoft.com/office/drawing/2014/main" id="{C983A164-107E-9944-946F-1EC22AB2DC73}"/>
                </a:ext>
              </a:extLst>
            </p:cNvPr>
            <p:cNvSpPr/>
            <p:nvPr/>
          </p:nvSpPr>
          <p:spPr>
            <a:xfrm rot="18535560">
              <a:off x="6175113" y="644135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5" name="Oval 1734">
              <a:extLst>
                <a:ext uri="{FF2B5EF4-FFF2-40B4-BE49-F238E27FC236}">
                  <a16:creationId xmlns:a16="http://schemas.microsoft.com/office/drawing/2014/main" id="{8AACAEE8-EE91-6743-9876-782317A8B314}"/>
                </a:ext>
              </a:extLst>
            </p:cNvPr>
            <p:cNvSpPr/>
            <p:nvPr/>
          </p:nvSpPr>
          <p:spPr>
            <a:xfrm rot="18535560">
              <a:off x="6197911" y="640939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6" name="Oval 1735">
              <a:extLst>
                <a:ext uri="{FF2B5EF4-FFF2-40B4-BE49-F238E27FC236}">
                  <a16:creationId xmlns:a16="http://schemas.microsoft.com/office/drawing/2014/main" id="{7BBA9A6A-BA85-6F46-9328-443A9CEA16FA}"/>
                </a:ext>
              </a:extLst>
            </p:cNvPr>
            <p:cNvSpPr/>
            <p:nvPr/>
          </p:nvSpPr>
          <p:spPr>
            <a:xfrm rot="18535560">
              <a:off x="6140586" y="65232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7" name="Oval 1736">
              <a:extLst>
                <a:ext uri="{FF2B5EF4-FFF2-40B4-BE49-F238E27FC236}">
                  <a16:creationId xmlns:a16="http://schemas.microsoft.com/office/drawing/2014/main" id="{255B0F3D-AA4E-F14E-8E19-4B8EBCDF9A62}"/>
                </a:ext>
              </a:extLst>
            </p:cNvPr>
            <p:cNvSpPr/>
            <p:nvPr/>
          </p:nvSpPr>
          <p:spPr>
            <a:xfrm rot="18535560">
              <a:off x="6163823" y="64944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8" name="Oval 1737">
              <a:extLst>
                <a:ext uri="{FF2B5EF4-FFF2-40B4-BE49-F238E27FC236}">
                  <a16:creationId xmlns:a16="http://schemas.microsoft.com/office/drawing/2014/main" id="{AEF934B3-8D47-C042-B758-499B8AB522C2}"/>
                </a:ext>
              </a:extLst>
            </p:cNvPr>
            <p:cNvSpPr/>
            <p:nvPr/>
          </p:nvSpPr>
          <p:spPr>
            <a:xfrm rot="18535560">
              <a:off x="6181526" y="64725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9" name="Oval 1738">
              <a:extLst>
                <a:ext uri="{FF2B5EF4-FFF2-40B4-BE49-F238E27FC236}">
                  <a16:creationId xmlns:a16="http://schemas.microsoft.com/office/drawing/2014/main" id="{CAC349C1-766F-294F-816A-3FA1AB0685F1}"/>
                </a:ext>
              </a:extLst>
            </p:cNvPr>
            <p:cNvSpPr/>
            <p:nvPr/>
          </p:nvSpPr>
          <p:spPr>
            <a:xfrm rot="18535560">
              <a:off x="6204762" y="64437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0" name="Oval 1739">
              <a:extLst>
                <a:ext uri="{FF2B5EF4-FFF2-40B4-BE49-F238E27FC236}">
                  <a16:creationId xmlns:a16="http://schemas.microsoft.com/office/drawing/2014/main" id="{A271796F-7DC5-5A45-AB09-ABE7B2272302}"/>
                </a:ext>
              </a:extLst>
            </p:cNvPr>
            <p:cNvSpPr/>
            <p:nvPr/>
          </p:nvSpPr>
          <p:spPr>
            <a:xfrm rot="18535560">
              <a:off x="6224321" y="64177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1" name="Oval 1740">
              <a:extLst>
                <a:ext uri="{FF2B5EF4-FFF2-40B4-BE49-F238E27FC236}">
                  <a16:creationId xmlns:a16="http://schemas.microsoft.com/office/drawing/2014/main" id="{EF89D3F6-3891-714B-B4AB-72B9E8F86217}"/>
                </a:ext>
              </a:extLst>
            </p:cNvPr>
            <p:cNvSpPr/>
            <p:nvPr/>
          </p:nvSpPr>
          <p:spPr>
            <a:xfrm rot="18535560">
              <a:off x="6160665" y="65338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2" name="Oval 1741">
              <a:extLst>
                <a:ext uri="{FF2B5EF4-FFF2-40B4-BE49-F238E27FC236}">
                  <a16:creationId xmlns:a16="http://schemas.microsoft.com/office/drawing/2014/main" id="{3027B56F-AA4B-B346-9DBF-2E8EF074AE1A}"/>
                </a:ext>
              </a:extLst>
            </p:cNvPr>
            <p:cNvSpPr/>
            <p:nvPr/>
          </p:nvSpPr>
          <p:spPr>
            <a:xfrm rot="18535560">
              <a:off x="6178809" y="651507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3" name="Oval 1742">
              <a:extLst>
                <a:ext uri="{FF2B5EF4-FFF2-40B4-BE49-F238E27FC236}">
                  <a16:creationId xmlns:a16="http://schemas.microsoft.com/office/drawing/2014/main" id="{6E0E2F0E-F342-C846-9D43-24CCC7132FF1}"/>
                </a:ext>
              </a:extLst>
            </p:cNvPr>
            <p:cNvSpPr/>
            <p:nvPr/>
          </p:nvSpPr>
          <p:spPr>
            <a:xfrm rot="18535560">
              <a:off x="6196983" y="64907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4" name="Oval 1743">
              <a:extLst>
                <a:ext uri="{FF2B5EF4-FFF2-40B4-BE49-F238E27FC236}">
                  <a16:creationId xmlns:a16="http://schemas.microsoft.com/office/drawing/2014/main" id="{89FF6CE8-03DA-344D-8F52-79BB6345672A}"/>
                </a:ext>
              </a:extLst>
            </p:cNvPr>
            <p:cNvSpPr/>
            <p:nvPr/>
          </p:nvSpPr>
          <p:spPr>
            <a:xfrm rot="18535560">
              <a:off x="6221603" y="646022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5" name="Oval 1744">
              <a:extLst>
                <a:ext uri="{FF2B5EF4-FFF2-40B4-BE49-F238E27FC236}">
                  <a16:creationId xmlns:a16="http://schemas.microsoft.com/office/drawing/2014/main" id="{6941512D-59BA-374C-A5F2-7D3D08E81458}"/>
                </a:ext>
              </a:extLst>
            </p:cNvPr>
            <p:cNvSpPr/>
            <p:nvPr/>
          </p:nvSpPr>
          <p:spPr>
            <a:xfrm rot="18535560">
              <a:off x="6244400" y="64282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6" name="Oval 1745">
              <a:extLst>
                <a:ext uri="{FF2B5EF4-FFF2-40B4-BE49-F238E27FC236}">
                  <a16:creationId xmlns:a16="http://schemas.microsoft.com/office/drawing/2014/main" id="{79F9FFC2-865F-5B44-8D98-2874491E7A27}"/>
                </a:ext>
              </a:extLst>
            </p:cNvPr>
            <p:cNvSpPr/>
            <p:nvPr/>
          </p:nvSpPr>
          <p:spPr>
            <a:xfrm rot="4135560">
              <a:off x="6181014" y="65483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7" name="Oval 1746">
              <a:extLst>
                <a:ext uri="{FF2B5EF4-FFF2-40B4-BE49-F238E27FC236}">
                  <a16:creationId xmlns:a16="http://schemas.microsoft.com/office/drawing/2014/main" id="{BB35537D-5875-2342-AFFE-71E91188F004}"/>
                </a:ext>
              </a:extLst>
            </p:cNvPr>
            <p:cNvSpPr/>
            <p:nvPr/>
          </p:nvSpPr>
          <p:spPr>
            <a:xfrm rot="4135560">
              <a:off x="6204250" y="651958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8" name="Oval 1747">
              <a:extLst>
                <a:ext uri="{FF2B5EF4-FFF2-40B4-BE49-F238E27FC236}">
                  <a16:creationId xmlns:a16="http://schemas.microsoft.com/office/drawing/2014/main" id="{CBF7A889-181A-B94A-8DD8-2D3BB0588D50}"/>
                </a:ext>
              </a:extLst>
            </p:cNvPr>
            <p:cNvSpPr/>
            <p:nvPr/>
          </p:nvSpPr>
          <p:spPr>
            <a:xfrm rot="4135560">
              <a:off x="6221953" y="649766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9" name="Oval 1748">
              <a:extLst>
                <a:ext uri="{FF2B5EF4-FFF2-40B4-BE49-F238E27FC236}">
                  <a16:creationId xmlns:a16="http://schemas.microsoft.com/office/drawing/2014/main" id="{B1238C2B-D9E0-1E4A-8B22-FB14A2D5D160}"/>
                </a:ext>
              </a:extLst>
            </p:cNvPr>
            <p:cNvSpPr/>
            <p:nvPr/>
          </p:nvSpPr>
          <p:spPr>
            <a:xfrm rot="4135560">
              <a:off x="6245189" y="646889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0" name="Oval 1749">
              <a:extLst>
                <a:ext uri="{FF2B5EF4-FFF2-40B4-BE49-F238E27FC236}">
                  <a16:creationId xmlns:a16="http://schemas.microsoft.com/office/drawing/2014/main" id="{27CBD675-59BD-9F46-AE98-74EB1C0F37E2}"/>
                </a:ext>
              </a:extLst>
            </p:cNvPr>
            <p:cNvSpPr/>
            <p:nvPr/>
          </p:nvSpPr>
          <p:spPr>
            <a:xfrm rot="4135560">
              <a:off x="6264748" y="64428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1" name="Oval 1750">
              <a:extLst>
                <a:ext uri="{FF2B5EF4-FFF2-40B4-BE49-F238E27FC236}">
                  <a16:creationId xmlns:a16="http://schemas.microsoft.com/office/drawing/2014/main" id="{268C523E-4BEB-9647-AFBA-81E5623C3707}"/>
                </a:ext>
              </a:extLst>
            </p:cNvPr>
            <p:cNvSpPr/>
            <p:nvPr/>
          </p:nvSpPr>
          <p:spPr>
            <a:xfrm rot="4135560">
              <a:off x="6201093" y="65589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2" name="Oval 1751">
              <a:extLst>
                <a:ext uri="{FF2B5EF4-FFF2-40B4-BE49-F238E27FC236}">
                  <a16:creationId xmlns:a16="http://schemas.microsoft.com/office/drawing/2014/main" id="{3762AA96-0BFE-484B-A313-7A50477B4F9C}"/>
                </a:ext>
              </a:extLst>
            </p:cNvPr>
            <p:cNvSpPr/>
            <p:nvPr/>
          </p:nvSpPr>
          <p:spPr>
            <a:xfrm rot="4135560">
              <a:off x="6219236" y="654017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3" name="Oval 1752">
              <a:extLst>
                <a:ext uri="{FF2B5EF4-FFF2-40B4-BE49-F238E27FC236}">
                  <a16:creationId xmlns:a16="http://schemas.microsoft.com/office/drawing/2014/main" id="{6385B9E3-3530-6D4D-9D6C-FC523A0055EB}"/>
                </a:ext>
              </a:extLst>
            </p:cNvPr>
            <p:cNvSpPr/>
            <p:nvPr/>
          </p:nvSpPr>
          <p:spPr>
            <a:xfrm rot="4135560">
              <a:off x="6237411" y="651580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4" name="Oval 1753">
              <a:extLst>
                <a:ext uri="{FF2B5EF4-FFF2-40B4-BE49-F238E27FC236}">
                  <a16:creationId xmlns:a16="http://schemas.microsoft.com/office/drawing/2014/main" id="{731AA91E-5676-954F-8278-33245606767C}"/>
                </a:ext>
              </a:extLst>
            </p:cNvPr>
            <p:cNvSpPr/>
            <p:nvPr/>
          </p:nvSpPr>
          <p:spPr>
            <a:xfrm rot="4135560">
              <a:off x="6262030" y="648532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5" name="Oval 1754">
              <a:extLst>
                <a:ext uri="{FF2B5EF4-FFF2-40B4-BE49-F238E27FC236}">
                  <a16:creationId xmlns:a16="http://schemas.microsoft.com/office/drawing/2014/main" id="{C4222A91-9735-CE40-B1AC-81CF6369DC08}"/>
                </a:ext>
              </a:extLst>
            </p:cNvPr>
            <p:cNvSpPr/>
            <p:nvPr/>
          </p:nvSpPr>
          <p:spPr>
            <a:xfrm rot="4135560">
              <a:off x="6284827" y="645336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6" name="Oval 1755">
              <a:extLst>
                <a:ext uri="{FF2B5EF4-FFF2-40B4-BE49-F238E27FC236}">
                  <a16:creationId xmlns:a16="http://schemas.microsoft.com/office/drawing/2014/main" id="{DF8919C3-A1AC-B945-8C10-48D97973FBF4}"/>
                </a:ext>
              </a:extLst>
            </p:cNvPr>
            <p:cNvSpPr/>
            <p:nvPr/>
          </p:nvSpPr>
          <p:spPr>
            <a:xfrm rot="18535560">
              <a:off x="6207334" y="657853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7" name="Oval 1756">
              <a:extLst>
                <a:ext uri="{FF2B5EF4-FFF2-40B4-BE49-F238E27FC236}">
                  <a16:creationId xmlns:a16="http://schemas.microsoft.com/office/drawing/2014/main" id="{C43CB295-D44E-234A-B9FA-4D0D2DFA7F32}"/>
                </a:ext>
              </a:extLst>
            </p:cNvPr>
            <p:cNvSpPr/>
            <p:nvPr/>
          </p:nvSpPr>
          <p:spPr>
            <a:xfrm rot="18535560">
              <a:off x="6230570" y="65497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8" name="Oval 1757">
              <a:extLst>
                <a:ext uri="{FF2B5EF4-FFF2-40B4-BE49-F238E27FC236}">
                  <a16:creationId xmlns:a16="http://schemas.microsoft.com/office/drawing/2014/main" id="{5CC12A21-5160-AF46-A32C-13EFC4A3E65C}"/>
                </a:ext>
              </a:extLst>
            </p:cNvPr>
            <p:cNvSpPr/>
            <p:nvPr/>
          </p:nvSpPr>
          <p:spPr>
            <a:xfrm rot="18535560">
              <a:off x="6248274" y="65278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9" name="Oval 1758">
              <a:extLst>
                <a:ext uri="{FF2B5EF4-FFF2-40B4-BE49-F238E27FC236}">
                  <a16:creationId xmlns:a16="http://schemas.microsoft.com/office/drawing/2014/main" id="{E2CA209B-0B4B-E14B-AECD-B32B0BCDB059}"/>
                </a:ext>
              </a:extLst>
            </p:cNvPr>
            <p:cNvSpPr/>
            <p:nvPr/>
          </p:nvSpPr>
          <p:spPr>
            <a:xfrm rot="18535560">
              <a:off x="6271510" y="64990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0" name="Oval 1759">
              <a:extLst>
                <a:ext uri="{FF2B5EF4-FFF2-40B4-BE49-F238E27FC236}">
                  <a16:creationId xmlns:a16="http://schemas.microsoft.com/office/drawing/2014/main" id="{5A438C9B-7EA2-E04F-9348-F8BCD37C0A22}"/>
                </a:ext>
              </a:extLst>
            </p:cNvPr>
            <p:cNvSpPr/>
            <p:nvPr/>
          </p:nvSpPr>
          <p:spPr>
            <a:xfrm rot="18535560">
              <a:off x="6291069" y="64729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1" name="Oval 1760">
              <a:extLst>
                <a:ext uri="{FF2B5EF4-FFF2-40B4-BE49-F238E27FC236}">
                  <a16:creationId xmlns:a16="http://schemas.microsoft.com/office/drawing/2014/main" id="{12977824-A9E1-AD40-8957-C5EDF0EF24F9}"/>
                </a:ext>
              </a:extLst>
            </p:cNvPr>
            <p:cNvSpPr/>
            <p:nvPr/>
          </p:nvSpPr>
          <p:spPr>
            <a:xfrm rot="18535560">
              <a:off x="6227413" y="65890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2" name="Oval 1761">
              <a:extLst>
                <a:ext uri="{FF2B5EF4-FFF2-40B4-BE49-F238E27FC236}">
                  <a16:creationId xmlns:a16="http://schemas.microsoft.com/office/drawing/2014/main" id="{78657D06-2B5C-B948-B6A5-D823F02E826C}"/>
                </a:ext>
              </a:extLst>
            </p:cNvPr>
            <p:cNvSpPr/>
            <p:nvPr/>
          </p:nvSpPr>
          <p:spPr>
            <a:xfrm rot="18535560">
              <a:off x="6245557" y="65703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3" name="Oval 1762">
              <a:extLst>
                <a:ext uri="{FF2B5EF4-FFF2-40B4-BE49-F238E27FC236}">
                  <a16:creationId xmlns:a16="http://schemas.microsoft.com/office/drawing/2014/main" id="{FB62E0CA-47FA-F64F-9F87-EBCE900C8EC3}"/>
                </a:ext>
              </a:extLst>
            </p:cNvPr>
            <p:cNvSpPr/>
            <p:nvPr/>
          </p:nvSpPr>
          <p:spPr>
            <a:xfrm rot="18535560">
              <a:off x="6263731" y="654599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4" name="Oval 1763">
              <a:extLst>
                <a:ext uri="{FF2B5EF4-FFF2-40B4-BE49-F238E27FC236}">
                  <a16:creationId xmlns:a16="http://schemas.microsoft.com/office/drawing/2014/main" id="{363883A2-3544-7443-A3B7-CC401DDC0AB1}"/>
                </a:ext>
              </a:extLst>
            </p:cNvPr>
            <p:cNvSpPr/>
            <p:nvPr/>
          </p:nvSpPr>
          <p:spPr>
            <a:xfrm rot="18535560">
              <a:off x="6288350" y="65155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5" name="Oval 1764">
              <a:extLst>
                <a:ext uri="{FF2B5EF4-FFF2-40B4-BE49-F238E27FC236}">
                  <a16:creationId xmlns:a16="http://schemas.microsoft.com/office/drawing/2014/main" id="{956C77A1-9A2C-1745-B254-76C265035032}"/>
                </a:ext>
              </a:extLst>
            </p:cNvPr>
            <p:cNvSpPr/>
            <p:nvPr/>
          </p:nvSpPr>
          <p:spPr>
            <a:xfrm rot="18535560">
              <a:off x="6311148" y="648355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6" name="Oval 1765">
              <a:extLst>
                <a:ext uri="{FF2B5EF4-FFF2-40B4-BE49-F238E27FC236}">
                  <a16:creationId xmlns:a16="http://schemas.microsoft.com/office/drawing/2014/main" id="{E1DA936B-27C1-8B49-B197-9B64A021AA9D}"/>
                </a:ext>
              </a:extLst>
            </p:cNvPr>
            <p:cNvSpPr/>
            <p:nvPr/>
          </p:nvSpPr>
          <p:spPr>
            <a:xfrm rot="18535560">
              <a:off x="6253824" y="65974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7" name="Oval 1766">
              <a:extLst>
                <a:ext uri="{FF2B5EF4-FFF2-40B4-BE49-F238E27FC236}">
                  <a16:creationId xmlns:a16="http://schemas.microsoft.com/office/drawing/2014/main" id="{33177853-123D-7841-9911-95DD7BE2E312}"/>
                </a:ext>
              </a:extLst>
            </p:cNvPr>
            <p:cNvSpPr/>
            <p:nvPr/>
          </p:nvSpPr>
          <p:spPr>
            <a:xfrm rot="18535560">
              <a:off x="6277060" y="656863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8" name="Oval 1767">
              <a:extLst>
                <a:ext uri="{FF2B5EF4-FFF2-40B4-BE49-F238E27FC236}">
                  <a16:creationId xmlns:a16="http://schemas.microsoft.com/office/drawing/2014/main" id="{7DCE901B-BD81-5643-914B-6B19AFCBD0A7}"/>
                </a:ext>
              </a:extLst>
            </p:cNvPr>
            <p:cNvSpPr/>
            <p:nvPr/>
          </p:nvSpPr>
          <p:spPr>
            <a:xfrm rot="18535560">
              <a:off x="6294763" y="654671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9" name="Oval 1768">
              <a:extLst>
                <a:ext uri="{FF2B5EF4-FFF2-40B4-BE49-F238E27FC236}">
                  <a16:creationId xmlns:a16="http://schemas.microsoft.com/office/drawing/2014/main" id="{BA76B749-0A85-8446-8F83-948E95596F79}"/>
                </a:ext>
              </a:extLst>
            </p:cNvPr>
            <p:cNvSpPr/>
            <p:nvPr/>
          </p:nvSpPr>
          <p:spPr>
            <a:xfrm rot="18535560">
              <a:off x="6317999" y="65179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70" name="Oval 1769">
              <a:extLst>
                <a:ext uri="{FF2B5EF4-FFF2-40B4-BE49-F238E27FC236}">
                  <a16:creationId xmlns:a16="http://schemas.microsoft.com/office/drawing/2014/main" id="{F708549A-DC43-054D-8983-63770590ADDC}"/>
                </a:ext>
              </a:extLst>
            </p:cNvPr>
            <p:cNvSpPr/>
            <p:nvPr/>
          </p:nvSpPr>
          <p:spPr>
            <a:xfrm rot="18535560">
              <a:off x="6337558" y="6491866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71" name="Oval 1770">
              <a:extLst>
                <a:ext uri="{FF2B5EF4-FFF2-40B4-BE49-F238E27FC236}">
                  <a16:creationId xmlns:a16="http://schemas.microsoft.com/office/drawing/2014/main" id="{B5DED4E5-6E33-9A45-ADF4-EAF40FB60CD8}"/>
                </a:ext>
              </a:extLst>
            </p:cNvPr>
            <p:cNvSpPr/>
            <p:nvPr/>
          </p:nvSpPr>
          <p:spPr>
            <a:xfrm rot="18535560">
              <a:off x="6273902" y="660796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72" name="Oval 1771">
              <a:extLst>
                <a:ext uri="{FF2B5EF4-FFF2-40B4-BE49-F238E27FC236}">
                  <a16:creationId xmlns:a16="http://schemas.microsoft.com/office/drawing/2014/main" id="{D6B28286-7864-624A-8C05-8EE8BFE30987}"/>
                </a:ext>
              </a:extLst>
            </p:cNvPr>
            <p:cNvSpPr/>
            <p:nvPr/>
          </p:nvSpPr>
          <p:spPr>
            <a:xfrm rot="18535560">
              <a:off x="6292046" y="658923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73" name="Oval 1772">
              <a:extLst>
                <a:ext uri="{FF2B5EF4-FFF2-40B4-BE49-F238E27FC236}">
                  <a16:creationId xmlns:a16="http://schemas.microsoft.com/office/drawing/2014/main" id="{83D92730-F7FA-A644-9440-77637A7EB799}"/>
                </a:ext>
              </a:extLst>
            </p:cNvPr>
            <p:cNvSpPr/>
            <p:nvPr/>
          </p:nvSpPr>
          <p:spPr>
            <a:xfrm rot="18535560">
              <a:off x="6310221" y="65648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74" name="Oval 1773">
              <a:extLst>
                <a:ext uri="{FF2B5EF4-FFF2-40B4-BE49-F238E27FC236}">
                  <a16:creationId xmlns:a16="http://schemas.microsoft.com/office/drawing/2014/main" id="{FDDA40BD-11D5-7546-9901-A52DBF36D0B4}"/>
                </a:ext>
              </a:extLst>
            </p:cNvPr>
            <p:cNvSpPr/>
            <p:nvPr/>
          </p:nvSpPr>
          <p:spPr>
            <a:xfrm rot="18535560">
              <a:off x="6334840" y="653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75" name="Oval 1774">
              <a:extLst>
                <a:ext uri="{FF2B5EF4-FFF2-40B4-BE49-F238E27FC236}">
                  <a16:creationId xmlns:a16="http://schemas.microsoft.com/office/drawing/2014/main" id="{A6C8DD0C-F767-094C-ACDD-1A56A381DA61}"/>
                </a:ext>
              </a:extLst>
            </p:cNvPr>
            <p:cNvSpPr/>
            <p:nvPr/>
          </p:nvSpPr>
          <p:spPr>
            <a:xfrm rot="18535560">
              <a:off x="6357637" y="6502425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76" name="Oval 1775">
              <a:extLst>
                <a:ext uri="{FF2B5EF4-FFF2-40B4-BE49-F238E27FC236}">
                  <a16:creationId xmlns:a16="http://schemas.microsoft.com/office/drawing/2014/main" id="{0F2A5259-AE95-264E-A9B1-6E3C2E3AF513}"/>
                </a:ext>
              </a:extLst>
            </p:cNvPr>
            <p:cNvSpPr/>
            <p:nvPr/>
          </p:nvSpPr>
          <p:spPr>
            <a:xfrm rot="4135560">
              <a:off x="6294251" y="662250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77" name="Oval 1776">
              <a:extLst>
                <a:ext uri="{FF2B5EF4-FFF2-40B4-BE49-F238E27FC236}">
                  <a16:creationId xmlns:a16="http://schemas.microsoft.com/office/drawing/2014/main" id="{7FB9B85F-3C52-954C-9830-8748031A6217}"/>
                </a:ext>
              </a:extLst>
            </p:cNvPr>
            <p:cNvSpPr/>
            <p:nvPr/>
          </p:nvSpPr>
          <p:spPr>
            <a:xfrm rot="4135560">
              <a:off x="6317487" y="659373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78" name="Oval 1777">
              <a:extLst>
                <a:ext uri="{FF2B5EF4-FFF2-40B4-BE49-F238E27FC236}">
                  <a16:creationId xmlns:a16="http://schemas.microsoft.com/office/drawing/2014/main" id="{650324F5-E36A-8640-8983-66000574184A}"/>
                </a:ext>
              </a:extLst>
            </p:cNvPr>
            <p:cNvSpPr/>
            <p:nvPr/>
          </p:nvSpPr>
          <p:spPr>
            <a:xfrm rot="4135560">
              <a:off x="6335190" y="657181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79" name="Oval 1778">
              <a:extLst>
                <a:ext uri="{FF2B5EF4-FFF2-40B4-BE49-F238E27FC236}">
                  <a16:creationId xmlns:a16="http://schemas.microsoft.com/office/drawing/2014/main" id="{E5CEA23D-038C-4E42-83C9-007D3723683D}"/>
                </a:ext>
              </a:extLst>
            </p:cNvPr>
            <p:cNvSpPr/>
            <p:nvPr/>
          </p:nvSpPr>
          <p:spPr>
            <a:xfrm rot="4135560">
              <a:off x="6314330" y="663306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80" name="Oval 1779">
              <a:extLst>
                <a:ext uri="{FF2B5EF4-FFF2-40B4-BE49-F238E27FC236}">
                  <a16:creationId xmlns:a16="http://schemas.microsoft.com/office/drawing/2014/main" id="{C4D44BBA-7A62-2345-AB97-7BBBAE9B72D8}"/>
                </a:ext>
              </a:extLst>
            </p:cNvPr>
            <p:cNvSpPr/>
            <p:nvPr/>
          </p:nvSpPr>
          <p:spPr>
            <a:xfrm rot="4135560">
              <a:off x="6332473" y="661433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81" name="Oval 1780">
              <a:extLst>
                <a:ext uri="{FF2B5EF4-FFF2-40B4-BE49-F238E27FC236}">
                  <a16:creationId xmlns:a16="http://schemas.microsoft.com/office/drawing/2014/main" id="{2A695FF7-590D-3741-8608-63CBFD1C6FBA}"/>
                </a:ext>
              </a:extLst>
            </p:cNvPr>
            <p:cNvSpPr/>
            <p:nvPr/>
          </p:nvSpPr>
          <p:spPr>
            <a:xfrm rot="4135560">
              <a:off x="6350648" y="658996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82" name="Oval 1781">
              <a:extLst>
                <a:ext uri="{FF2B5EF4-FFF2-40B4-BE49-F238E27FC236}">
                  <a16:creationId xmlns:a16="http://schemas.microsoft.com/office/drawing/2014/main" id="{48E52E0E-3F5D-734F-B3D1-DE141872B5C9}"/>
                </a:ext>
              </a:extLst>
            </p:cNvPr>
            <p:cNvSpPr/>
            <p:nvPr/>
          </p:nvSpPr>
          <p:spPr>
            <a:xfrm rot="11852637">
              <a:off x="6333490" y="664684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83" name="Oval 1782">
              <a:extLst>
                <a:ext uri="{FF2B5EF4-FFF2-40B4-BE49-F238E27FC236}">
                  <a16:creationId xmlns:a16="http://schemas.microsoft.com/office/drawing/2014/main" id="{866134B8-0030-284B-8945-736034C77433}"/>
                </a:ext>
              </a:extLst>
            </p:cNvPr>
            <p:cNvSpPr/>
            <p:nvPr/>
          </p:nvSpPr>
          <p:spPr>
            <a:xfrm rot="11852637">
              <a:off x="6356726" y="661807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84" name="Oval 1783">
              <a:extLst>
                <a:ext uri="{FF2B5EF4-FFF2-40B4-BE49-F238E27FC236}">
                  <a16:creationId xmlns:a16="http://schemas.microsoft.com/office/drawing/2014/main" id="{95D82251-D541-094F-A75A-9E69104B0158}"/>
                </a:ext>
              </a:extLst>
            </p:cNvPr>
            <p:cNvSpPr/>
            <p:nvPr/>
          </p:nvSpPr>
          <p:spPr>
            <a:xfrm rot="11852637">
              <a:off x="6374430" y="65961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85" name="Oval 1784">
              <a:extLst>
                <a:ext uri="{FF2B5EF4-FFF2-40B4-BE49-F238E27FC236}">
                  <a16:creationId xmlns:a16="http://schemas.microsoft.com/office/drawing/2014/main" id="{2C723DC6-5254-AB45-A67D-AB0B62360600}"/>
                </a:ext>
              </a:extLst>
            </p:cNvPr>
            <p:cNvSpPr/>
            <p:nvPr/>
          </p:nvSpPr>
          <p:spPr>
            <a:xfrm rot="11852637">
              <a:off x="6353569" y="665739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86" name="Oval 1785">
              <a:extLst>
                <a:ext uri="{FF2B5EF4-FFF2-40B4-BE49-F238E27FC236}">
                  <a16:creationId xmlns:a16="http://schemas.microsoft.com/office/drawing/2014/main" id="{C5434B5C-0929-8F48-8047-71067BDF4752}"/>
                </a:ext>
              </a:extLst>
            </p:cNvPr>
            <p:cNvSpPr/>
            <p:nvPr/>
          </p:nvSpPr>
          <p:spPr>
            <a:xfrm rot="11852637">
              <a:off x="6371713" y="6638662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87" name="Oval 1786">
              <a:extLst>
                <a:ext uri="{FF2B5EF4-FFF2-40B4-BE49-F238E27FC236}">
                  <a16:creationId xmlns:a16="http://schemas.microsoft.com/office/drawing/2014/main" id="{E0B6FE5C-372B-4240-A1FF-7319B2E248E8}"/>
                </a:ext>
              </a:extLst>
            </p:cNvPr>
            <p:cNvSpPr/>
            <p:nvPr/>
          </p:nvSpPr>
          <p:spPr>
            <a:xfrm rot="11852637">
              <a:off x="6389887" y="6614295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88" name="Oval 1787">
              <a:extLst>
                <a:ext uri="{FF2B5EF4-FFF2-40B4-BE49-F238E27FC236}">
                  <a16:creationId xmlns:a16="http://schemas.microsoft.com/office/drawing/2014/main" id="{14B67D3A-162D-8745-86A8-5A8B5DD7BF16}"/>
                </a:ext>
              </a:extLst>
            </p:cNvPr>
            <p:cNvSpPr/>
            <p:nvPr/>
          </p:nvSpPr>
          <p:spPr>
            <a:xfrm rot="11852637">
              <a:off x="6379980" y="666571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89" name="Oval 1788">
              <a:extLst>
                <a:ext uri="{FF2B5EF4-FFF2-40B4-BE49-F238E27FC236}">
                  <a16:creationId xmlns:a16="http://schemas.microsoft.com/office/drawing/2014/main" id="{8F53BF7E-3F49-0C43-95E2-465BF9CB69F2}"/>
                </a:ext>
              </a:extLst>
            </p:cNvPr>
            <p:cNvSpPr/>
            <p:nvPr/>
          </p:nvSpPr>
          <p:spPr>
            <a:xfrm rot="11852637">
              <a:off x="6403216" y="663694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90" name="Oval 1789">
              <a:extLst>
                <a:ext uri="{FF2B5EF4-FFF2-40B4-BE49-F238E27FC236}">
                  <a16:creationId xmlns:a16="http://schemas.microsoft.com/office/drawing/2014/main" id="{523F9FB7-D008-BE45-8CE6-1B20B5F3D80B}"/>
                </a:ext>
              </a:extLst>
            </p:cNvPr>
            <p:cNvSpPr/>
            <p:nvPr/>
          </p:nvSpPr>
          <p:spPr>
            <a:xfrm rot="11852637">
              <a:off x="6400059" y="667626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91" name="Oval 1790">
              <a:extLst>
                <a:ext uri="{FF2B5EF4-FFF2-40B4-BE49-F238E27FC236}">
                  <a16:creationId xmlns:a16="http://schemas.microsoft.com/office/drawing/2014/main" id="{C1A8CC41-BD00-3647-8370-36D2428A7C6D}"/>
                </a:ext>
              </a:extLst>
            </p:cNvPr>
            <p:cNvSpPr/>
            <p:nvPr/>
          </p:nvSpPr>
          <p:spPr>
            <a:xfrm rot="11852637">
              <a:off x="6418202" y="665753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92" name="Freeform 1791">
              <a:extLst>
                <a:ext uri="{FF2B5EF4-FFF2-40B4-BE49-F238E27FC236}">
                  <a16:creationId xmlns:a16="http://schemas.microsoft.com/office/drawing/2014/main" id="{39A101C2-5EA6-AA4F-86A8-6867E06BA2A9}"/>
                </a:ext>
              </a:extLst>
            </p:cNvPr>
            <p:cNvSpPr/>
            <p:nvPr/>
          </p:nvSpPr>
          <p:spPr>
            <a:xfrm rot="18535560">
              <a:off x="6045401" y="6304373"/>
              <a:ext cx="235075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3" name="Freeform 1792">
              <a:extLst>
                <a:ext uri="{FF2B5EF4-FFF2-40B4-BE49-F238E27FC236}">
                  <a16:creationId xmlns:a16="http://schemas.microsoft.com/office/drawing/2014/main" id="{6FB393A6-3AF6-2A45-993C-136DB3232D01}"/>
                </a:ext>
              </a:extLst>
            </p:cNvPr>
            <p:cNvSpPr/>
            <p:nvPr/>
          </p:nvSpPr>
          <p:spPr>
            <a:xfrm rot="18535560" flipH="1">
              <a:off x="6160015" y="6157256"/>
              <a:ext cx="227078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794" name="Group 1793">
            <a:extLst>
              <a:ext uri="{FF2B5EF4-FFF2-40B4-BE49-F238E27FC236}">
                <a16:creationId xmlns:a16="http://schemas.microsoft.com/office/drawing/2014/main" id="{6C97B222-298B-5B46-A514-801C350BE574}"/>
              </a:ext>
            </a:extLst>
          </p:cNvPr>
          <p:cNvGrpSpPr/>
          <p:nvPr/>
        </p:nvGrpSpPr>
        <p:grpSpPr>
          <a:xfrm rot="3390803">
            <a:off x="6543224" y="5823287"/>
            <a:ext cx="686823" cy="439136"/>
            <a:chOff x="5871652" y="6279397"/>
            <a:chExt cx="686823" cy="439136"/>
          </a:xfrm>
        </p:grpSpPr>
        <p:sp>
          <p:nvSpPr>
            <p:cNvPr id="1795" name="Freeform 1794">
              <a:extLst>
                <a:ext uri="{FF2B5EF4-FFF2-40B4-BE49-F238E27FC236}">
                  <a16:creationId xmlns:a16="http://schemas.microsoft.com/office/drawing/2014/main" id="{669EF22A-D336-8B4E-A68E-2C929E78855E}"/>
                </a:ext>
              </a:extLst>
            </p:cNvPr>
            <p:cNvSpPr/>
            <p:nvPr/>
          </p:nvSpPr>
          <p:spPr>
            <a:xfrm rot="17421667">
              <a:off x="5962111" y="6248061"/>
              <a:ext cx="147799" cy="230790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6FA03B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Freeform 1795">
              <a:extLst>
                <a:ext uri="{FF2B5EF4-FFF2-40B4-BE49-F238E27FC236}">
                  <a16:creationId xmlns:a16="http://schemas.microsoft.com/office/drawing/2014/main" id="{373020BB-60FF-B741-82B7-04C671785CCC}"/>
                </a:ext>
              </a:extLst>
            </p:cNvPr>
            <p:cNvSpPr/>
            <p:nvPr/>
          </p:nvSpPr>
          <p:spPr>
            <a:xfrm rot="18535560" flipH="1">
              <a:off x="6065278" y="6197211"/>
              <a:ext cx="146579" cy="338361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97" name="Freeform 1796">
              <a:extLst>
                <a:ext uri="{FF2B5EF4-FFF2-40B4-BE49-F238E27FC236}">
                  <a16:creationId xmlns:a16="http://schemas.microsoft.com/office/drawing/2014/main" id="{9C98EF1F-B7AB-694D-95AE-3EB243E4AA2E}"/>
                </a:ext>
              </a:extLst>
            </p:cNvPr>
            <p:cNvSpPr/>
            <p:nvPr/>
          </p:nvSpPr>
          <p:spPr>
            <a:xfrm rot="18535560">
              <a:off x="5968342" y="6315152"/>
              <a:ext cx="147799" cy="341179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8" name="Rectangle 1797">
              <a:extLst>
                <a:ext uri="{FF2B5EF4-FFF2-40B4-BE49-F238E27FC236}">
                  <a16:creationId xmlns:a16="http://schemas.microsoft.com/office/drawing/2014/main" id="{D2365461-3B3A-6041-9757-B4C3DEA1E3AC}"/>
                </a:ext>
              </a:extLst>
            </p:cNvPr>
            <p:cNvSpPr/>
            <p:nvPr/>
          </p:nvSpPr>
          <p:spPr>
            <a:xfrm rot="18535560">
              <a:off x="6119618" y="6244121"/>
              <a:ext cx="142391" cy="504896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1799" name="Oval 1798">
              <a:extLst>
                <a:ext uri="{FF2B5EF4-FFF2-40B4-BE49-F238E27FC236}">
                  <a16:creationId xmlns:a16="http://schemas.microsoft.com/office/drawing/2014/main" id="{601F895B-B239-664E-8385-EBD546ABF382}"/>
                </a:ext>
              </a:extLst>
            </p:cNvPr>
            <p:cNvSpPr/>
            <p:nvPr/>
          </p:nvSpPr>
          <p:spPr>
            <a:xfrm rot="18535560">
              <a:off x="5929443" y="6341203"/>
              <a:ext cx="32213" cy="24486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00" name="Oval 1799">
              <a:extLst>
                <a:ext uri="{FF2B5EF4-FFF2-40B4-BE49-F238E27FC236}">
                  <a16:creationId xmlns:a16="http://schemas.microsoft.com/office/drawing/2014/main" id="{7778093D-C0F3-2949-8D00-C120C34C71D8}"/>
                </a:ext>
              </a:extLst>
            </p:cNvPr>
            <p:cNvSpPr/>
            <p:nvPr/>
          </p:nvSpPr>
          <p:spPr>
            <a:xfrm rot="18535560">
              <a:off x="5936891" y="636058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01" name="Oval 1800">
              <a:extLst>
                <a:ext uri="{FF2B5EF4-FFF2-40B4-BE49-F238E27FC236}">
                  <a16:creationId xmlns:a16="http://schemas.microsoft.com/office/drawing/2014/main" id="{B5E5265B-53DF-BA46-A708-B281F4A8C571}"/>
                </a:ext>
              </a:extLst>
            </p:cNvPr>
            <p:cNvSpPr/>
            <p:nvPr/>
          </p:nvSpPr>
          <p:spPr>
            <a:xfrm rot="18535560">
              <a:off x="5954255" y="633452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02" name="Oval 1801">
              <a:extLst>
                <a:ext uri="{FF2B5EF4-FFF2-40B4-BE49-F238E27FC236}">
                  <a16:creationId xmlns:a16="http://schemas.microsoft.com/office/drawing/2014/main" id="{395C388D-8825-6A42-B2D5-7C224F636A58}"/>
                </a:ext>
              </a:extLst>
            </p:cNvPr>
            <p:cNvSpPr/>
            <p:nvPr/>
          </p:nvSpPr>
          <p:spPr>
            <a:xfrm rot="18535560">
              <a:off x="5971959" y="631260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03" name="Oval 1802">
              <a:extLst>
                <a:ext uri="{FF2B5EF4-FFF2-40B4-BE49-F238E27FC236}">
                  <a16:creationId xmlns:a16="http://schemas.microsoft.com/office/drawing/2014/main" id="{D1F85CAE-7BE1-1A47-9D46-6657D3022284}"/>
                </a:ext>
              </a:extLst>
            </p:cNvPr>
            <p:cNvSpPr/>
            <p:nvPr/>
          </p:nvSpPr>
          <p:spPr>
            <a:xfrm rot="18535560">
              <a:off x="5995195" y="628383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04" name="Oval 1803">
              <a:extLst>
                <a:ext uri="{FF2B5EF4-FFF2-40B4-BE49-F238E27FC236}">
                  <a16:creationId xmlns:a16="http://schemas.microsoft.com/office/drawing/2014/main" id="{4762CE2D-66A2-4547-94BE-8CD1CD6AE7AA}"/>
                </a:ext>
              </a:extLst>
            </p:cNvPr>
            <p:cNvSpPr/>
            <p:nvPr/>
          </p:nvSpPr>
          <p:spPr>
            <a:xfrm rot="18535560">
              <a:off x="5952745" y="6313963"/>
              <a:ext cx="31259" cy="23761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05" name="Oval 1804">
              <a:extLst>
                <a:ext uri="{FF2B5EF4-FFF2-40B4-BE49-F238E27FC236}">
                  <a16:creationId xmlns:a16="http://schemas.microsoft.com/office/drawing/2014/main" id="{8A2E0520-E096-4842-8C33-3DF37C6C5B9E}"/>
                </a:ext>
              </a:extLst>
            </p:cNvPr>
            <p:cNvSpPr/>
            <p:nvPr/>
          </p:nvSpPr>
          <p:spPr>
            <a:xfrm rot="18535560">
              <a:off x="5975491" y="6287033"/>
              <a:ext cx="32958" cy="22209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06" name="Oval 1805">
              <a:extLst>
                <a:ext uri="{FF2B5EF4-FFF2-40B4-BE49-F238E27FC236}">
                  <a16:creationId xmlns:a16="http://schemas.microsoft.com/office/drawing/2014/main" id="{A8BF4B1D-5158-DA45-9299-53399CCF6EAB}"/>
                </a:ext>
              </a:extLst>
            </p:cNvPr>
            <p:cNvSpPr/>
            <p:nvPr/>
          </p:nvSpPr>
          <p:spPr>
            <a:xfrm rot="18535560">
              <a:off x="5938537" y="6393133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07" name="Oval 1806">
              <a:extLst>
                <a:ext uri="{FF2B5EF4-FFF2-40B4-BE49-F238E27FC236}">
                  <a16:creationId xmlns:a16="http://schemas.microsoft.com/office/drawing/2014/main" id="{7552DAF5-7DC3-AA44-89A2-32A246D99331}"/>
                </a:ext>
              </a:extLst>
            </p:cNvPr>
            <p:cNvSpPr/>
            <p:nvPr/>
          </p:nvSpPr>
          <p:spPr>
            <a:xfrm rot="18535560">
              <a:off x="5961773" y="63643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08" name="Oval 1807">
              <a:extLst>
                <a:ext uri="{FF2B5EF4-FFF2-40B4-BE49-F238E27FC236}">
                  <a16:creationId xmlns:a16="http://schemas.microsoft.com/office/drawing/2014/main" id="{223AF411-AA89-BD44-A099-0BE3A5A424CE}"/>
                </a:ext>
              </a:extLst>
            </p:cNvPr>
            <p:cNvSpPr/>
            <p:nvPr/>
          </p:nvSpPr>
          <p:spPr>
            <a:xfrm rot="18535560">
              <a:off x="5979476" y="634244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09" name="Oval 1808">
              <a:extLst>
                <a:ext uri="{FF2B5EF4-FFF2-40B4-BE49-F238E27FC236}">
                  <a16:creationId xmlns:a16="http://schemas.microsoft.com/office/drawing/2014/main" id="{0938D60B-C23E-D44A-8554-477F09ACABCF}"/>
                </a:ext>
              </a:extLst>
            </p:cNvPr>
            <p:cNvSpPr/>
            <p:nvPr/>
          </p:nvSpPr>
          <p:spPr>
            <a:xfrm rot="18535560">
              <a:off x="6002713" y="631367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10" name="Oval 1809">
              <a:extLst>
                <a:ext uri="{FF2B5EF4-FFF2-40B4-BE49-F238E27FC236}">
                  <a16:creationId xmlns:a16="http://schemas.microsoft.com/office/drawing/2014/main" id="{4F6E9609-043F-6E42-9978-3691EFAC085E}"/>
                </a:ext>
              </a:extLst>
            </p:cNvPr>
            <p:cNvSpPr/>
            <p:nvPr/>
          </p:nvSpPr>
          <p:spPr>
            <a:xfrm rot="18535560">
              <a:off x="6022271" y="628759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11" name="Oval 1810">
              <a:extLst>
                <a:ext uri="{FF2B5EF4-FFF2-40B4-BE49-F238E27FC236}">
                  <a16:creationId xmlns:a16="http://schemas.microsoft.com/office/drawing/2014/main" id="{A7920915-AEE3-3F43-BB68-6228BC792059}"/>
                </a:ext>
              </a:extLst>
            </p:cNvPr>
            <p:cNvSpPr/>
            <p:nvPr/>
          </p:nvSpPr>
          <p:spPr>
            <a:xfrm rot="18535560">
              <a:off x="5958616" y="6403691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12" name="Oval 1811">
              <a:extLst>
                <a:ext uri="{FF2B5EF4-FFF2-40B4-BE49-F238E27FC236}">
                  <a16:creationId xmlns:a16="http://schemas.microsoft.com/office/drawing/2014/main" id="{6ABA6927-87A9-694F-BEF9-2F594A2932CA}"/>
                </a:ext>
              </a:extLst>
            </p:cNvPr>
            <p:cNvSpPr/>
            <p:nvPr/>
          </p:nvSpPr>
          <p:spPr>
            <a:xfrm rot="18535560">
              <a:off x="5976759" y="63849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13" name="Oval 1812">
              <a:extLst>
                <a:ext uri="{FF2B5EF4-FFF2-40B4-BE49-F238E27FC236}">
                  <a16:creationId xmlns:a16="http://schemas.microsoft.com/office/drawing/2014/main" id="{26959FD9-F6A2-6D4E-92F2-576AD4C4A91A}"/>
                </a:ext>
              </a:extLst>
            </p:cNvPr>
            <p:cNvSpPr/>
            <p:nvPr/>
          </p:nvSpPr>
          <p:spPr>
            <a:xfrm rot="18535560">
              <a:off x="5994934" y="636058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14" name="Oval 1813">
              <a:extLst>
                <a:ext uri="{FF2B5EF4-FFF2-40B4-BE49-F238E27FC236}">
                  <a16:creationId xmlns:a16="http://schemas.microsoft.com/office/drawing/2014/main" id="{FE597AD0-E4BD-BF4A-9B17-81FAB0A4057C}"/>
                </a:ext>
              </a:extLst>
            </p:cNvPr>
            <p:cNvSpPr/>
            <p:nvPr/>
          </p:nvSpPr>
          <p:spPr>
            <a:xfrm rot="18535560">
              <a:off x="6019553" y="63301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15" name="Oval 1814">
              <a:extLst>
                <a:ext uri="{FF2B5EF4-FFF2-40B4-BE49-F238E27FC236}">
                  <a16:creationId xmlns:a16="http://schemas.microsoft.com/office/drawing/2014/main" id="{215A003E-571E-BC4E-9082-9F50B14B686D}"/>
                </a:ext>
              </a:extLst>
            </p:cNvPr>
            <p:cNvSpPr/>
            <p:nvPr/>
          </p:nvSpPr>
          <p:spPr>
            <a:xfrm rot="18535560">
              <a:off x="6042350" y="62981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16" name="Oval 1815">
              <a:extLst>
                <a:ext uri="{FF2B5EF4-FFF2-40B4-BE49-F238E27FC236}">
                  <a16:creationId xmlns:a16="http://schemas.microsoft.com/office/drawing/2014/main" id="{25EF718C-972C-6C44-91A7-8C9B72C74074}"/>
                </a:ext>
              </a:extLst>
            </p:cNvPr>
            <p:cNvSpPr/>
            <p:nvPr/>
          </p:nvSpPr>
          <p:spPr>
            <a:xfrm rot="18535560">
              <a:off x="5974595" y="6426784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17" name="Oval 1816">
              <a:extLst>
                <a:ext uri="{FF2B5EF4-FFF2-40B4-BE49-F238E27FC236}">
                  <a16:creationId xmlns:a16="http://schemas.microsoft.com/office/drawing/2014/main" id="{4D09F7FC-E432-9044-ABED-3AEDC37C07D5}"/>
                </a:ext>
              </a:extLst>
            </p:cNvPr>
            <p:cNvSpPr/>
            <p:nvPr/>
          </p:nvSpPr>
          <p:spPr>
            <a:xfrm rot="18535560">
              <a:off x="5997831" y="639801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18" name="Oval 1817">
              <a:extLst>
                <a:ext uri="{FF2B5EF4-FFF2-40B4-BE49-F238E27FC236}">
                  <a16:creationId xmlns:a16="http://schemas.microsoft.com/office/drawing/2014/main" id="{F873A24E-3661-114D-B3E7-0205EFC20204}"/>
                </a:ext>
              </a:extLst>
            </p:cNvPr>
            <p:cNvSpPr/>
            <p:nvPr/>
          </p:nvSpPr>
          <p:spPr>
            <a:xfrm rot="18535560">
              <a:off x="6015534" y="63760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19" name="Oval 1818">
              <a:extLst>
                <a:ext uri="{FF2B5EF4-FFF2-40B4-BE49-F238E27FC236}">
                  <a16:creationId xmlns:a16="http://schemas.microsoft.com/office/drawing/2014/main" id="{969DF73D-4E77-DC46-B7B8-3969111E81E1}"/>
                </a:ext>
              </a:extLst>
            </p:cNvPr>
            <p:cNvSpPr/>
            <p:nvPr/>
          </p:nvSpPr>
          <p:spPr>
            <a:xfrm rot="18535560">
              <a:off x="6038770" y="634732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20" name="Oval 1819">
              <a:extLst>
                <a:ext uri="{FF2B5EF4-FFF2-40B4-BE49-F238E27FC236}">
                  <a16:creationId xmlns:a16="http://schemas.microsoft.com/office/drawing/2014/main" id="{469BC0BF-569C-1348-B150-18B3CAA790CF}"/>
                </a:ext>
              </a:extLst>
            </p:cNvPr>
            <p:cNvSpPr/>
            <p:nvPr/>
          </p:nvSpPr>
          <p:spPr>
            <a:xfrm rot="18535560">
              <a:off x="6058329" y="632124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21" name="Oval 1820">
              <a:extLst>
                <a:ext uri="{FF2B5EF4-FFF2-40B4-BE49-F238E27FC236}">
                  <a16:creationId xmlns:a16="http://schemas.microsoft.com/office/drawing/2014/main" id="{E7E85A4C-B170-F047-BA10-598D7C85836B}"/>
                </a:ext>
              </a:extLst>
            </p:cNvPr>
            <p:cNvSpPr/>
            <p:nvPr/>
          </p:nvSpPr>
          <p:spPr>
            <a:xfrm rot="18535560">
              <a:off x="5994673" y="6437342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22" name="Oval 1821">
              <a:extLst>
                <a:ext uri="{FF2B5EF4-FFF2-40B4-BE49-F238E27FC236}">
                  <a16:creationId xmlns:a16="http://schemas.microsoft.com/office/drawing/2014/main" id="{F9B5117B-F536-A648-AE5C-866099EA1756}"/>
                </a:ext>
              </a:extLst>
            </p:cNvPr>
            <p:cNvSpPr/>
            <p:nvPr/>
          </p:nvSpPr>
          <p:spPr>
            <a:xfrm rot="18535560">
              <a:off x="6012817" y="64186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23" name="Oval 1822">
              <a:extLst>
                <a:ext uri="{FF2B5EF4-FFF2-40B4-BE49-F238E27FC236}">
                  <a16:creationId xmlns:a16="http://schemas.microsoft.com/office/drawing/2014/main" id="{1BA1927D-FFFE-C64F-9B4B-FF20A26AE10D}"/>
                </a:ext>
              </a:extLst>
            </p:cNvPr>
            <p:cNvSpPr/>
            <p:nvPr/>
          </p:nvSpPr>
          <p:spPr>
            <a:xfrm rot="18535560">
              <a:off x="6030991" y="63942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24" name="Oval 1823">
              <a:extLst>
                <a:ext uri="{FF2B5EF4-FFF2-40B4-BE49-F238E27FC236}">
                  <a16:creationId xmlns:a16="http://schemas.microsoft.com/office/drawing/2014/main" id="{327AEB1C-40F9-AB48-942F-A6D04167105B}"/>
                </a:ext>
              </a:extLst>
            </p:cNvPr>
            <p:cNvSpPr/>
            <p:nvPr/>
          </p:nvSpPr>
          <p:spPr>
            <a:xfrm rot="18535560">
              <a:off x="6055611" y="63637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25" name="Oval 1824">
              <a:extLst>
                <a:ext uri="{FF2B5EF4-FFF2-40B4-BE49-F238E27FC236}">
                  <a16:creationId xmlns:a16="http://schemas.microsoft.com/office/drawing/2014/main" id="{F147D9AE-C956-F04F-B12C-F21A6521F39B}"/>
                </a:ext>
              </a:extLst>
            </p:cNvPr>
            <p:cNvSpPr/>
            <p:nvPr/>
          </p:nvSpPr>
          <p:spPr>
            <a:xfrm rot="18535560">
              <a:off x="6078408" y="633180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26" name="Oval 1825">
              <a:extLst>
                <a:ext uri="{FF2B5EF4-FFF2-40B4-BE49-F238E27FC236}">
                  <a16:creationId xmlns:a16="http://schemas.microsoft.com/office/drawing/2014/main" id="{74B7AD21-6A09-FB4C-9817-111AD40D1BBD}"/>
                </a:ext>
              </a:extLst>
            </p:cNvPr>
            <p:cNvSpPr/>
            <p:nvPr/>
          </p:nvSpPr>
          <p:spPr>
            <a:xfrm rot="18535560">
              <a:off x="6021084" y="644565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27" name="Oval 1826">
              <a:extLst>
                <a:ext uri="{FF2B5EF4-FFF2-40B4-BE49-F238E27FC236}">
                  <a16:creationId xmlns:a16="http://schemas.microsoft.com/office/drawing/2014/main" id="{831D8A1D-53F6-D648-ACDA-DB53DDA93D2D}"/>
                </a:ext>
              </a:extLst>
            </p:cNvPr>
            <p:cNvSpPr/>
            <p:nvPr/>
          </p:nvSpPr>
          <p:spPr>
            <a:xfrm rot="18535560">
              <a:off x="6044320" y="641688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28" name="Oval 1827">
              <a:extLst>
                <a:ext uri="{FF2B5EF4-FFF2-40B4-BE49-F238E27FC236}">
                  <a16:creationId xmlns:a16="http://schemas.microsoft.com/office/drawing/2014/main" id="{63519569-0403-F640-BE60-07C635657D27}"/>
                </a:ext>
              </a:extLst>
            </p:cNvPr>
            <p:cNvSpPr/>
            <p:nvPr/>
          </p:nvSpPr>
          <p:spPr>
            <a:xfrm rot="18535560">
              <a:off x="6062024" y="639496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29" name="Oval 1828">
              <a:extLst>
                <a:ext uri="{FF2B5EF4-FFF2-40B4-BE49-F238E27FC236}">
                  <a16:creationId xmlns:a16="http://schemas.microsoft.com/office/drawing/2014/main" id="{A8104BA2-4BFA-8B48-82E9-77E0A239EF68}"/>
                </a:ext>
              </a:extLst>
            </p:cNvPr>
            <p:cNvSpPr/>
            <p:nvPr/>
          </p:nvSpPr>
          <p:spPr>
            <a:xfrm rot="18535560">
              <a:off x="6085260" y="63661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30" name="Oval 1829">
              <a:extLst>
                <a:ext uri="{FF2B5EF4-FFF2-40B4-BE49-F238E27FC236}">
                  <a16:creationId xmlns:a16="http://schemas.microsoft.com/office/drawing/2014/main" id="{4C212287-112B-AF4B-B7A1-6F7227A61887}"/>
                </a:ext>
              </a:extLst>
            </p:cNvPr>
            <p:cNvSpPr/>
            <p:nvPr/>
          </p:nvSpPr>
          <p:spPr>
            <a:xfrm rot="18535560">
              <a:off x="6104818" y="63401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31" name="Oval 1830">
              <a:extLst>
                <a:ext uri="{FF2B5EF4-FFF2-40B4-BE49-F238E27FC236}">
                  <a16:creationId xmlns:a16="http://schemas.microsoft.com/office/drawing/2014/main" id="{3EB05100-FCF5-9E49-899E-724B31731B01}"/>
                </a:ext>
              </a:extLst>
            </p:cNvPr>
            <p:cNvSpPr/>
            <p:nvPr/>
          </p:nvSpPr>
          <p:spPr>
            <a:xfrm rot="18535560">
              <a:off x="6041163" y="64562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32" name="Oval 1831">
              <a:extLst>
                <a:ext uri="{FF2B5EF4-FFF2-40B4-BE49-F238E27FC236}">
                  <a16:creationId xmlns:a16="http://schemas.microsoft.com/office/drawing/2014/main" id="{BFCA0C51-7F50-A541-BCFA-874F77B5372B}"/>
                </a:ext>
              </a:extLst>
            </p:cNvPr>
            <p:cNvSpPr/>
            <p:nvPr/>
          </p:nvSpPr>
          <p:spPr>
            <a:xfrm rot="18535560">
              <a:off x="6059306" y="64374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33" name="Oval 1832">
              <a:extLst>
                <a:ext uri="{FF2B5EF4-FFF2-40B4-BE49-F238E27FC236}">
                  <a16:creationId xmlns:a16="http://schemas.microsoft.com/office/drawing/2014/main" id="{A3FDFA88-A01F-E64F-A589-CA29404E97BB}"/>
                </a:ext>
              </a:extLst>
            </p:cNvPr>
            <p:cNvSpPr/>
            <p:nvPr/>
          </p:nvSpPr>
          <p:spPr>
            <a:xfrm rot="18535560">
              <a:off x="6077481" y="64131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34" name="Oval 1833">
              <a:extLst>
                <a:ext uri="{FF2B5EF4-FFF2-40B4-BE49-F238E27FC236}">
                  <a16:creationId xmlns:a16="http://schemas.microsoft.com/office/drawing/2014/main" id="{389BCEC6-2B26-1249-8022-86CB59C1B193}"/>
                </a:ext>
              </a:extLst>
            </p:cNvPr>
            <p:cNvSpPr/>
            <p:nvPr/>
          </p:nvSpPr>
          <p:spPr>
            <a:xfrm rot="18535560">
              <a:off x="6102100" y="638262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35" name="Oval 1834">
              <a:extLst>
                <a:ext uri="{FF2B5EF4-FFF2-40B4-BE49-F238E27FC236}">
                  <a16:creationId xmlns:a16="http://schemas.microsoft.com/office/drawing/2014/main" id="{1D2412B0-C49C-924A-8497-C957E0C75374}"/>
                </a:ext>
              </a:extLst>
            </p:cNvPr>
            <p:cNvSpPr/>
            <p:nvPr/>
          </p:nvSpPr>
          <p:spPr>
            <a:xfrm rot="18535560">
              <a:off x="6124897" y="635067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36" name="Oval 1835">
              <a:extLst>
                <a:ext uri="{FF2B5EF4-FFF2-40B4-BE49-F238E27FC236}">
                  <a16:creationId xmlns:a16="http://schemas.microsoft.com/office/drawing/2014/main" id="{F45FDE03-41C9-EA41-8513-1F77A3883E27}"/>
                </a:ext>
              </a:extLst>
            </p:cNvPr>
            <p:cNvSpPr/>
            <p:nvPr/>
          </p:nvSpPr>
          <p:spPr>
            <a:xfrm rot="4135560">
              <a:off x="6061511" y="6470754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37" name="Oval 1836">
              <a:extLst>
                <a:ext uri="{FF2B5EF4-FFF2-40B4-BE49-F238E27FC236}">
                  <a16:creationId xmlns:a16="http://schemas.microsoft.com/office/drawing/2014/main" id="{3F6C8B72-3E3A-714A-9B02-4BF9F7AECB0C}"/>
                </a:ext>
              </a:extLst>
            </p:cNvPr>
            <p:cNvSpPr/>
            <p:nvPr/>
          </p:nvSpPr>
          <p:spPr>
            <a:xfrm rot="4135560">
              <a:off x="6084747" y="644198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38" name="Oval 1837">
              <a:extLst>
                <a:ext uri="{FF2B5EF4-FFF2-40B4-BE49-F238E27FC236}">
                  <a16:creationId xmlns:a16="http://schemas.microsoft.com/office/drawing/2014/main" id="{1E1A45BA-4E75-ED4A-851A-C1D54A3CB38F}"/>
                </a:ext>
              </a:extLst>
            </p:cNvPr>
            <p:cNvSpPr/>
            <p:nvPr/>
          </p:nvSpPr>
          <p:spPr>
            <a:xfrm rot="4135560">
              <a:off x="6102451" y="642006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39" name="Oval 1838">
              <a:extLst>
                <a:ext uri="{FF2B5EF4-FFF2-40B4-BE49-F238E27FC236}">
                  <a16:creationId xmlns:a16="http://schemas.microsoft.com/office/drawing/2014/main" id="{41BA88ED-927E-9E48-B6F1-37190C93E3E6}"/>
                </a:ext>
              </a:extLst>
            </p:cNvPr>
            <p:cNvSpPr/>
            <p:nvPr/>
          </p:nvSpPr>
          <p:spPr>
            <a:xfrm rot="4135560">
              <a:off x="6125687" y="639129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40" name="Oval 1839">
              <a:extLst>
                <a:ext uri="{FF2B5EF4-FFF2-40B4-BE49-F238E27FC236}">
                  <a16:creationId xmlns:a16="http://schemas.microsoft.com/office/drawing/2014/main" id="{A556D2AB-916A-7C43-9D7B-1BD896678FD3}"/>
                </a:ext>
              </a:extLst>
            </p:cNvPr>
            <p:cNvSpPr/>
            <p:nvPr/>
          </p:nvSpPr>
          <p:spPr>
            <a:xfrm rot="4135560">
              <a:off x="6145245" y="636521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41" name="Oval 1840">
              <a:extLst>
                <a:ext uri="{FF2B5EF4-FFF2-40B4-BE49-F238E27FC236}">
                  <a16:creationId xmlns:a16="http://schemas.microsoft.com/office/drawing/2014/main" id="{277451FF-01DE-2B49-BA8F-65CC60CB4C08}"/>
                </a:ext>
              </a:extLst>
            </p:cNvPr>
            <p:cNvSpPr/>
            <p:nvPr/>
          </p:nvSpPr>
          <p:spPr>
            <a:xfrm rot="4135560">
              <a:off x="6081590" y="648131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42" name="Oval 1841">
              <a:extLst>
                <a:ext uri="{FF2B5EF4-FFF2-40B4-BE49-F238E27FC236}">
                  <a16:creationId xmlns:a16="http://schemas.microsoft.com/office/drawing/2014/main" id="{5291E0B5-90B9-DC4E-90B8-D0B8D76C405F}"/>
                </a:ext>
              </a:extLst>
            </p:cNvPr>
            <p:cNvSpPr/>
            <p:nvPr/>
          </p:nvSpPr>
          <p:spPr>
            <a:xfrm rot="4135560">
              <a:off x="6099733" y="646257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43" name="Oval 1842">
              <a:extLst>
                <a:ext uri="{FF2B5EF4-FFF2-40B4-BE49-F238E27FC236}">
                  <a16:creationId xmlns:a16="http://schemas.microsoft.com/office/drawing/2014/main" id="{0A28D37B-1490-2948-9F17-5B9E7738E282}"/>
                </a:ext>
              </a:extLst>
            </p:cNvPr>
            <p:cNvSpPr/>
            <p:nvPr/>
          </p:nvSpPr>
          <p:spPr>
            <a:xfrm rot="4135560">
              <a:off x="6117908" y="64382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44" name="Oval 1843">
              <a:extLst>
                <a:ext uri="{FF2B5EF4-FFF2-40B4-BE49-F238E27FC236}">
                  <a16:creationId xmlns:a16="http://schemas.microsoft.com/office/drawing/2014/main" id="{3E4FAD51-9FEB-E044-A021-09EAD98A2C45}"/>
                </a:ext>
              </a:extLst>
            </p:cNvPr>
            <p:cNvSpPr/>
            <p:nvPr/>
          </p:nvSpPr>
          <p:spPr>
            <a:xfrm rot="4135560">
              <a:off x="6142527" y="640772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45" name="Oval 1844">
              <a:extLst>
                <a:ext uri="{FF2B5EF4-FFF2-40B4-BE49-F238E27FC236}">
                  <a16:creationId xmlns:a16="http://schemas.microsoft.com/office/drawing/2014/main" id="{17C04062-00AC-A749-BFC2-8F4575948C4B}"/>
                </a:ext>
              </a:extLst>
            </p:cNvPr>
            <p:cNvSpPr/>
            <p:nvPr/>
          </p:nvSpPr>
          <p:spPr>
            <a:xfrm rot="4135560">
              <a:off x="6165324" y="637577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46" name="Oval 1845">
              <a:extLst>
                <a:ext uri="{FF2B5EF4-FFF2-40B4-BE49-F238E27FC236}">
                  <a16:creationId xmlns:a16="http://schemas.microsoft.com/office/drawing/2014/main" id="{A3F8F998-917A-E440-B2EC-F20FCE5999DB}"/>
                </a:ext>
              </a:extLst>
            </p:cNvPr>
            <p:cNvSpPr/>
            <p:nvPr/>
          </p:nvSpPr>
          <p:spPr>
            <a:xfrm rot="18535560">
              <a:off x="6094097" y="650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47" name="Oval 1846">
              <a:extLst>
                <a:ext uri="{FF2B5EF4-FFF2-40B4-BE49-F238E27FC236}">
                  <a16:creationId xmlns:a16="http://schemas.microsoft.com/office/drawing/2014/main" id="{30E79FA7-DF61-5944-AEC4-77641D72C866}"/>
                </a:ext>
              </a:extLst>
            </p:cNvPr>
            <p:cNvSpPr/>
            <p:nvPr/>
          </p:nvSpPr>
          <p:spPr>
            <a:xfrm rot="18535560">
              <a:off x="6117333" y="64756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48" name="Oval 1847">
              <a:extLst>
                <a:ext uri="{FF2B5EF4-FFF2-40B4-BE49-F238E27FC236}">
                  <a16:creationId xmlns:a16="http://schemas.microsoft.com/office/drawing/2014/main" id="{3F2D3879-CB74-2744-B108-6EC325C998A4}"/>
                </a:ext>
              </a:extLst>
            </p:cNvPr>
            <p:cNvSpPr/>
            <p:nvPr/>
          </p:nvSpPr>
          <p:spPr>
            <a:xfrm rot="18535560">
              <a:off x="6135037" y="64536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49" name="Oval 1848">
              <a:extLst>
                <a:ext uri="{FF2B5EF4-FFF2-40B4-BE49-F238E27FC236}">
                  <a16:creationId xmlns:a16="http://schemas.microsoft.com/office/drawing/2014/main" id="{9EAC34E9-CC0E-924F-A8F2-B719D4BE7542}"/>
                </a:ext>
              </a:extLst>
            </p:cNvPr>
            <p:cNvSpPr/>
            <p:nvPr/>
          </p:nvSpPr>
          <p:spPr>
            <a:xfrm rot="18535560">
              <a:off x="6158273" y="642492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50" name="Oval 1849">
              <a:extLst>
                <a:ext uri="{FF2B5EF4-FFF2-40B4-BE49-F238E27FC236}">
                  <a16:creationId xmlns:a16="http://schemas.microsoft.com/office/drawing/2014/main" id="{7042423A-1E64-464A-90D6-91C2380A0B57}"/>
                </a:ext>
              </a:extLst>
            </p:cNvPr>
            <p:cNvSpPr/>
            <p:nvPr/>
          </p:nvSpPr>
          <p:spPr>
            <a:xfrm rot="18535560">
              <a:off x="6177831" y="63988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51" name="Oval 1850">
              <a:extLst>
                <a:ext uri="{FF2B5EF4-FFF2-40B4-BE49-F238E27FC236}">
                  <a16:creationId xmlns:a16="http://schemas.microsoft.com/office/drawing/2014/main" id="{7FCEF614-A8B8-C541-B531-6378D2AFA10E}"/>
                </a:ext>
              </a:extLst>
            </p:cNvPr>
            <p:cNvSpPr/>
            <p:nvPr/>
          </p:nvSpPr>
          <p:spPr>
            <a:xfrm rot="18535560">
              <a:off x="6114176" y="65149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52" name="Oval 1851">
              <a:extLst>
                <a:ext uri="{FF2B5EF4-FFF2-40B4-BE49-F238E27FC236}">
                  <a16:creationId xmlns:a16="http://schemas.microsoft.com/office/drawing/2014/main" id="{52E6D818-2662-0A42-9C99-230CE062AB9E}"/>
                </a:ext>
              </a:extLst>
            </p:cNvPr>
            <p:cNvSpPr/>
            <p:nvPr/>
          </p:nvSpPr>
          <p:spPr>
            <a:xfrm rot="18535560">
              <a:off x="6132319" y="649620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53" name="Oval 1852">
              <a:extLst>
                <a:ext uri="{FF2B5EF4-FFF2-40B4-BE49-F238E27FC236}">
                  <a16:creationId xmlns:a16="http://schemas.microsoft.com/office/drawing/2014/main" id="{A76BA575-568D-0347-8008-F15FF9005A16}"/>
                </a:ext>
              </a:extLst>
            </p:cNvPr>
            <p:cNvSpPr/>
            <p:nvPr/>
          </p:nvSpPr>
          <p:spPr>
            <a:xfrm rot="18535560">
              <a:off x="6150494" y="647183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54" name="Oval 1853">
              <a:extLst>
                <a:ext uri="{FF2B5EF4-FFF2-40B4-BE49-F238E27FC236}">
                  <a16:creationId xmlns:a16="http://schemas.microsoft.com/office/drawing/2014/main" id="{8F8D6347-CD1E-284D-A976-EE74DB01EB97}"/>
                </a:ext>
              </a:extLst>
            </p:cNvPr>
            <p:cNvSpPr/>
            <p:nvPr/>
          </p:nvSpPr>
          <p:spPr>
            <a:xfrm rot="18535560">
              <a:off x="6175113" y="644135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55" name="Oval 1854">
              <a:extLst>
                <a:ext uri="{FF2B5EF4-FFF2-40B4-BE49-F238E27FC236}">
                  <a16:creationId xmlns:a16="http://schemas.microsoft.com/office/drawing/2014/main" id="{21202416-E46A-6A49-B926-3E7E8E7B56F6}"/>
                </a:ext>
              </a:extLst>
            </p:cNvPr>
            <p:cNvSpPr/>
            <p:nvPr/>
          </p:nvSpPr>
          <p:spPr>
            <a:xfrm rot="18535560">
              <a:off x="6197911" y="640939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56" name="Oval 1855">
              <a:extLst>
                <a:ext uri="{FF2B5EF4-FFF2-40B4-BE49-F238E27FC236}">
                  <a16:creationId xmlns:a16="http://schemas.microsoft.com/office/drawing/2014/main" id="{C875B468-C951-884A-8B72-871E072909A5}"/>
                </a:ext>
              </a:extLst>
            </p:cNvPr>
            <p:cNvSpPr/>
            <p:nvPr/>
          </p:nvSpPr>
          <p:spPr>
            <a:xfrm rot="18535560">
              <a:off x="6140586" y="65232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57" name="Oval 1856">
              <a:extLst>
                <a:ext uri="{FF2B5EF4-FFF2-40B4-BE49-F238E27FC236}">
                  <a16:creationId xmlns:a16="http://schemas.microsoft.com/office/drawing/2014/main" id="{D3487965-304B-2F42-9BF6-BC8EA4A2D27C}"/>
                </a:ext>
              </a:extLst>
            </p:cNvPr>
            <p:cNvSpPr/>
            <p:nvPr/>
          </p:nvSpPr>
          <p:spPr>
            <a:xfrm rot="18535560">
              <a:off x="6163823" y="64944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58" name="Oval 1857">
              <a:extLst>
                <a:ext uri="{FF2B5EF4-FFF2-40B4-BE49-F238E27FC236}">
                  <a16:creationId xmlns:a16="http://schemas.microsoft.com/office/drawing/2014/main" id="{2EA09D71-C270-294A-914D-D45031B8B5B6}"/>
                </a:ext>
              </a:extLst>
            </p:cNvPr>
            <p:cNvSpPr/>
            <p:nvPr/>
          </p:nvSpPr>
          <p:spPr>
            <a:xfrm rot="18535560">
              <a:off x="6181526" y="64725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59" name="Oval 1858">
              <a:extLst>
                <a:ext uri="{FF2B5EF4-FFF2-40B4-BE49-F238E27FC236}">
                  <a16:creationId xmlns:a16="http://schemas.microsoft.com/office/drawing/2014/main" id="{FDC9554B-FD94-7944-85E4-F6875DDCA72F}"/>
                </a:ext>
              </a:extLst>
            </p:cNvPr>
            <p:cNvSpPr/>
            <p:nvPr/>
          </p:nvSpPr>
          <p:spPr>
            <a:xfrm rot="18535560">
              <a:off x="6204762" y="64437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60" name="Oval 1859">
              <a:extLst>
                <a:ext uri="{FF2B5EF4-FFF2-40B4-BE49-F238E27FC236}">
                  <a16:creationId xmlns:a16="http://schemas.microsoft.com/office/drawing/2014/main" id="{DE894802-76CB-2F42-83B9-D78746FA753B}"/>
                </a:ext>
              </a:extLst>
            </p:cNvPr>
            <p:cNvSpPr/>
            <p:nvPr/>
          </p:nvSpPr>
          <p:spPr>
            <a:xfrm rot="18535560">
              <a:off x="6224321" y="64177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61" name="Oval 1860">
              <a:extLst>
                <a:ext uri="{FF2B5EF4-FFF2-40B4-BE49-F238E27FC236}">
                  <a16:creationId xmlns:a16="http://schemas.microsoft.com/office/drawing/2014/main" id="{D0AB805B-04F2-604E-90F6-A6921B0A9C22}"/>
                </a:ext>
              </a:extLst>
            </p:cNvPr>
            <p:cNvSpPr/>
            <p:nvPr/>
          </p:nvSpPr>
          <p:spPr>
            <a:xfrm rot="18535560">
              <a:off x="6160665" y="65338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62" name="Oval 1861">
              <a:extLst>
                <a:ext uri="{FF2B5EF4-FFF2-40B4-BE49-F238E27FC236}">
                  <a16:creationId xmlns:a16="http://schemas.microsoft.com/office/drawing/2014/main" id="{F158CBF9-933A-2544-8E01-CF85A3BB3EF9}"/>
                </a:ext>
              </a:extLst>
            </p:cNvPr>
            <p:cNvSpPr/>
            <p:nvPr/>
          </p:nvSpPr>
          <p:spPr>
            <a:xfrm rot="18535560">
              <a:off x="6178809" y="651507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63" name="Oval 1862">
              <a:extLst>
                <a:ext uri="{FF2B5EF4-FFF2-40B4-BE49-F238E27FC236}">
                  <a16:creationId xmlns:a16="http://schemas.microsoft.com/office/drawing/2014/main" id="{20D1706C-D120-D849-A635-7BD3014F0D92}"/>
                </a:ext>
              </a:extLst>
            </p:cNvPr>
            <p:cNvSpPr/>
            <p:nvPr/>
          </p:nvSpPr>
          <p:spPr>
            <a:xfrm rot="18535560">
              <a:off x="6196983" y="64907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64" name="Oval 1863">
              <a:extLst>
                <a:ext uri="{FF2B5EF4-FFF2-40B4-BE49-F238E27FC236}">
                  <a16:creationId xmlns:a16="http://schemas.microsoft.com/office/drawing/2014/main" id="{DF30C61C-ACEA-C842-9491-92BDD9B66656}"/>
                </a:ext>
              </a:extLst>
            </p:cNvPr>
            <p:cNvSpPr/>
            <p:nvPr/>
          </p:nvSpPr>
          <p:spPr>
            <a:xfrm rot="18535560">
              <a:off x="6221603" y="646022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65" name="Oval 1864">
              <a:extLst>
                <a:ext uri="{FF2B5EF4-FFF2-40B4-BE49-F238E27FC236}">
                  <a16:creationId xmlns:a16="http://schemas.microsoft.com/office/drawing/2014/main" id="{0B42E6DA-C964-E14A-A246-8C52F54D8B8E}"/>
                </a:ext>
              </a:extLst>
            </p:cNvPr>
            <p:cNvSpPr/>
            <p:nvPr/>
          </p:nvSpPr>
          <p:spPr>
            <a:xfrm rot="18535560">
              <a:off x="6244400" y="64282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66" name="Oval 1865">
              <a:extLst>
                <a:ext uri="{FF2B5EF4-FFF2-40B4-BE49-F238E27FC236}">
                  <a16:creationId xmlns:a16="http://schemas.microsoft.com/office/drawing/2014/main" id="{D347A279-E13F-FA44-AD9F-E1CAD7A89F58}"/>
                </a:ext>
              </a:extLst>
            </p:cNvPr>
            <p:cNvSpPr/>
            <p:nvPr/>
          </p:nvSpPr>
          <p:spPr>
            <a:xfrm rot="4135560">
              <a:off x="6181014" y="65483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67" name="Oval 1866">
              <a:extLst>
                <a:ext uri="{FF2B5EF4-FFF2-40B4-BE49-F238E27FC236}">
                  <a16:creationId xmlns:a16="http://schemas.microsoft.com/office/drawing/2014/main" id="{1BB229B9-B91F-4B4C-9B88-B02EA7476C86}"/>
                </a:ext>
              </a:extLst>
            </p:cNvPr>
            <p:cNvSpPr/>
            <p:nvPr/>
          </p:nvSpPr>
          <p:spPr>
            <a:xfrm rot="4135560">
              <a:off x="6204250" y="651958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68" name="Oval 1867">
              <a:extLst>
                <a:ext uri="{FF2B5EF4-FFF2-40B4-BE49-F238E27FC236}">
                  <a16:creationId xmlns:a16="http://schemas.microsoft.com/office/drawing/2014/main" id="{73554B63-5B29-5740-8077-EB7D9F7B9930}"/>
                </a:ext>
              </a:extLst>
            </p:cNvPr>
            <p:cNvSpPr/>
            <p:nvPr/>
          </p:nvSpPr>
          <p:spPr>
            <a:xfrm rot="4135560">
              <a:off x="6221953" y="649766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69" name="Oval 1868">
              <a:extLst>
                <a:ext uri="{FF2B5EF4-FFF2-40B4-BE49-F238E27FC236}">
                  <a16:creationId xmlns:a16="http://schemas.microsoft.com/office/drawing/2014/main" id="{00CDC1D2-AFCC-AA40-A628-4B23417D475F}"/>
                </a:ext>
              </a:extLst>
            </p:cNvPr>
            <p:cNvSpPr/>
            <p:nvPr/>
          </p:nvSpPr>
          <p:spPr>
            <a:xfrm rot="4135560">
              <a:off x="6245189" y="646889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70" name="Oval 1869">
              <a:extLst>
                <a:ext uri="{FF2B5EF4-FFF2-40B4-BE49-F238E27FC236}">
                  <a16:creationId xmlns:a16="http://schemas.microsoft.com/office/drawing/2014/main" id="{05F3904D-F75F-514F-B7FC-D7799AF6A50C}"/>
                </a:ext>
              </a:extLst>
            </p:cNvPr>
            <p:cNvSpPr/>
            <p:nvPr/>
          </p:nvSpPr>
          <p:spPr>
            <a:xfrm rot="4135560">
              <a:off x="6264748" y="64428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71" name="Oval 1870">
              <a:extLst>
                <a:ext uri="{FF2B5EF4-FFF2-40B4-BE49-F238E27FC236}">
                  <a16:creationId xmlns:a16="http://schemas.microsoft.com/office/drawing/2014/main" id="{F7D279B9-7E72-C648-83D0-060B19D6FF79}"/>
                </a:ext>
              </a:extLst>
            </p:cNvPr>
            <p:cNvSpPr/>
            <p:nvPr/>
          </p:nvSpPr>
          <p:spPr>
            <a:xfrm rot="4135560">
              <a:off x="6201093" y="65589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72" name="Oval 1871">
              <a:extLst>
                <a:ext uri="{FF2B5EF4-FFF2-40B4-BE49-F238E27FC236}">
                  <a16:creationId xmlns:a16="http://schemas.microsoft.com/office/drawing/2014/main" id="{9D259F88-7CCD-9640-922E-9B22516838E3}"/>
                </a:ext>
              </a:extLst>
            </p:cNvPr>
            <p:cNvSpPr/>
            <p:nvPr/>
          </p:nvSpPr>
          <p:spPr>
            <a:xfrm rot="4135560">
              <a:off x="6219236" y="654017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73" name="Oval 1872">
              <a:extLst>
                <a:ext uri="{FF2B5EF4-FFF2-40B4-BE49-F238E27FC236}">
                  <a16:creationId xmlns:a16="http://schemas.microsoft.com/office/drawing/2014/main" id="{BD74FC43-687F-194A-9176-52AE7A9AC61C}"/>
                </a:ext>
              </a:extLst>
            </p:cNvPr>
            <p:cNvSpPr/>
            <p:nvPr/>
          </p:nvSpPr>
          <p:spPr>
            <a:xfrm rot="4135560">
              <a:off x="6237411" y="651580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74" name="Oval 1873">
              <a:extLst>
                <a:ext uri="{FF2B5EF4-FFF2-40B4-BE49-F238E27FC236}">
                  <a16:creationId xmlns:a16="http://schemas.microsoft.com/office/drawing/2014/main" id="{94F46B5E-BBEF-DD48-B067-24592C7AD37C}"/>
                </a:ext>
              </a:extLst>
            </p:cNvPr>
            <p:cNvSpPr/>
            <p:nvPr/>
          </p:nvSpPr>
          <p:spPr>
            <a:xfrm rot="4135560">
              <a:off x="6262030" y="648532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75" name="Oval 1874">
              <a:extLst>
                <a:ext uri="{FF2B5EF4-FFF2-40B4-BE49-F238E27FC236}">
                  <a16:creationId xmlns:a16="http://schemas.microsoft.com/office/drawing/2014/main" id="{6A7FF816-B15E-1646-BA2A-EF21C34DD0C2}"/>
                </a:ext>
              </a:extLst>
            </p:cNvPr>
            <p:cNvSpPr/>
            <p:nvPr/>
          </p:nvSpPr>
          <p:spPr>
            <a:xfrm rot="4135560">
              <a:off x="6284827" y="645336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76" name="Oval 1875">
              <a:extLst>
                <a:ext uri="{FF2B5EF4-FFF2-40B4-BE49-F238E27FC236}">
                  <a16:creationId xmlns:a16="http://schemas.microsoft.com/office/drawing/2014/main" id="{FCB25AA8-2F0B-E345-A091-6AA25F97E1DD}"/>
                </a:ext>
              </a:extLst>
            </p:cNvPr>
            <p:cNvSpPr/>
            <p:nvPr/>
          </p:nvSpPr>
          <p:spPr>
            <a:xfrm rot="18535560">
              <a:off x="6207334" y="657853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77" name="Oval 1876">
              <a:extLst>
                <a:ext uri="{FF2B5EF4-FFF2-40B4-BE49-F238E27FC236}">
                  <a16:creationId xmlns:a16="http://schemas.microsoft.com/office/drawing/2014/main" id="{B1816BB3-FC7F-5342-9845-B548CE5BEA90}"/>
                </a:ext>
              </a:extLst>
            </p:cNvPr>
            <p:cNvSpPr/>
            <p:nvPr/>
          </p:nvSpPr>
          <p:spPr>
            <a:xfrm rot="18535560">
              <a:off x="6230570" y="65497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78" name="Oval 1877">
              <a:extLst>
                <a:ext uri="{FF2B5EF4-FFF2-40B4-BE49-F238E27FC236}">
                  <a16:creationId xmlns:a16="http://schemas.microsoft.com/office/drawing/2014/main" id="{28A8FDA7-0C93-BD4F-AE84-98BAD16B64D9}"/>
                </a:ext>
              </a:extLst>
            </p:cNvPr>
            <p:cNvSpPr/>
            <p:nvPr/>
          </p:nvSpPr>
          <p:spPr>
            <a:xfrm rot="18535560">
              <a:off x="6248274" y="65278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79" name="Oval 1878">
              <a:extLst>
                <a:ext uri="{FF2B5EF4-FFF2-40B4-BE49-F238E27FC236}">
                  <a16:creationId xmlns:a16="http://schemas.microsoft.com/office/drawing/2014/main" id="{B9AA8C66-5129-844F-BB87-B9720FA92AFF}"/>
                </a:ext>
              </a:extLst>
            </p:cNvPr>
            <p:cNvSpPr/>
            <p:nvPr/>
          </p:nvSpPr>
          <p:spPr>
            <a:xfrm rot="18535560">
              <a:off x="6271510" y="64990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80" name="Oval 1879">
              <a:extLst>
                <a:ext uri="{FF2B5EF4-FFF2-40B4-BE49-F238E27FC236}">
                  <a16:creationId xmlns:a16="http://schemas.microsoft.com/office/drawing/2014/main" id="{611C3566-4269-EC48-8D23-5A8FF612F43B}"/>
                </a:ext>
              </a:extLst>
            </p:cNvPr>
            <p:cNvSpPr/>
            <p:nvPr/>
          </p:nvSpPr>
          <p:spPr>
            <a:xfrm rot="18535560">
              <a:off x="6291069" y="64729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81" name="Oval 1880">
              <a:extLst>
                <a:ext uri="{FF2B5EF4-FFF2-40B4-BE49-F238E27FC236}">
                  <a16:creationId xmlns:a16="http://schemas.microsoft.com/office/drawing/2014/main" id="{4DAFC390-F745-4E47-9BCF-BE7524FFE49F}"/>
                </a:ext>
              </a:extLst>
            </p:cNvPr>
            <p:cNvSpPr/>
            <p:nvPr/>
          </p:nvSpPr>
          <p:spPr>
            <a:xfrm rot="18535560">
              <a:off x="6227413" y="65890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82" name="Oval 1881">
              <a:extLst>
                <a:ext uri="{FF2B5EF4-FFF2-40B4-BE49-F238E27FC236}">
                  <a16:creationId xmlns:a16="http://schemas.microsoft.com/office/drawing/2014/main" id="{05EB7214-DE28-1A46-80E7-D6CEF5B34DB9}"/>
                </a:ext>
              </a:extLst>
            </p:cNvPr>
            <p:cNvSpPr/>
            <p:nvPr/>
          </p:nvSpPr>
          <p:spPr>
            <a:xfrm rot="18535560">
              <a:off x="6245557" y="65703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83" name="Oval 1882">
              <a:extLst>
                <a:ext uri="{FF2B5EF4-FFF2-40B4-BE49-F238E27FC236}">
                  <a16:creationId xmlns:a16="http://schemas.microsoft.com/office/drawing/2014/main" id="{7D1CA56D-29B9-654B-A26E-8A092F7D4F57}"/>
                </a:ext>
              </a:extLst>
            </p:cNvPr>
            <p:cNvSpPr/>
            <p:nvPr/>
          </p:nvSpPr>
          <p:spPr>
            <a:xfrm rot="18535560">
              <a:off x="6263731" y="654599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84" name="Oval 1883">
              <a:extLst>
                <a:ext uri="{FF2B5EF4-FFF2-40B4-BE49-F238E27FC236}">
                  <a16:creationId xmlns:a16="http://schemas.microsoft.com/office/drawing/2014/main" id="{7E5B70D1-6F10-E74C-8B6B-52A0268F9FD2}"/>
                </a:ext>
              </a:extLst>
            </p:cNvPr>
            <p:cNvSpPr/>
            <p:nvPr/>
          </p:nvSpPr>
          <p:spPr>
            <a:xfrm rot="18535560">
              <a:off x="6288350" y="65155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85" name="Oval 1884">
              <a:extLst>
                <a:ext uri="{FF2B5EF4-FFF2-40B4-BE49-F238E27FC236}">
                  <a16:creationId xmlns:a16="http://schemas.microsoft.com/office/drawing/2014/main" id="{D947612E-49C6-CA44-8601-15438513AA54}"/>
                </a:ext>
              </a:extLst>
            </p:cNvPr>
            <p:cNvSpPr/>
            <p:nvPr/>
          </p:nvSpPr>
          <p:spPr>
            <a:xfrm rot="18535560">
              <a:off x="6311148" y="648355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86" name="Oval 1885">
              <a:extLst>
                <a:ext uri="{FF2B5EF4-FFF2-40B4-BE49-F238E27FC236}">
                  <a16:creationId xmlns:a16="http://schemas.microsoft.com/office/drawing/2014/main" id="{CC19A0CD-2C9D-2549-8937-0C57ABEB4E96}"/>
                </a:ext>
              </a:extLst>
            </p:cNvPr>
            <p:cNvSpPr/>
            <p:nvPr/>
          </p:nvSpPr>
          <p:spPr>
            <a:xfrm rot="18535560">
              <a:off x="6253824" y="65974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87" name="Oval 1886">
              <a:extLst>
                <a:ext uri="{FF2B5EF4-FFF2-40B4-BE49-F238E27FC236}">
                  <a16:creationId xmlns:a16="http://schemas.microsoft.com/office/drawing/2014/main" id="{7B9715D8-E15F-FF44-9C07-E88EDB48DC55}"/>
                </a:ext>
              </a:extLst>
            </p:cNvPr>
            <p:cNvSpPr/>
            <p:nvPr/>
          </p:nvSpPr>
          <p:spPr>
            <a:xfrm rot="18535560">
              <a:off x="6277060" y="656863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88" name="Oval 1887">
              <a:extLst>
                <a:ext uri="{FF2B5EF4-FFF2-40B4-BE49-F238E27FC236}">
                  <a16:creationId xmlns:a16="http://schemas.microsoft.com/office/drawing/2014/main" id="{1B976621-3B5F-4049-9CB8-532C9CA8F775}"/>
                </a:ext>
              </a:extLst>
            </p:cNvPr>
            <p:cNvSpPr/>
            <p:nvPr/>
          </p:nvSpPr>
          <p:spPr>
            <a:xfrm rot="18535560">
              <a:off x="6294763" y="654671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89" name="Oval 1888">
              <a:extLst>
                <a:ext uri="{FF2B5EF4-FFF2-40B4-BE49-F238E27FC236}">
                  <a16:creationId xmlns:a16="http://schemas.microsoft.com/office/drawing/2014/main" id="{3459F82C-32FF-E04A-8B36-078814F07C61}"/>
                </a:ext>
              </a:extLst>
            </p:cNvPr>
            <p:cNvSpPr/>
            <p:nvPr/>
          </p:nvSpPr>
          <p:spPr>
            <a:xfrm rot="18535560">
              <a:off x="6317999" y="65179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90" name="Oval 1889">
              <a:extLst>
                <a:ext uri="{FF2B5EF4-FFF2-40B4-BE49-F238E27FC236}">
                  <a16:creationId xmlns:a16="http://schemas.microsoft.com/office/drawing/2014/main" id="{EAA77E32-69C7-D448-80A2-ADA3A65E8FDC}"/>
                </a:ext>
              </a:extLst>
            </p:cNvPr>
            <p:cNvSpPr/>
            <p:nvPr/>
          </p:nvSpPr>
          <p:spPr>
            <a:xfrm rot="18535560">
              <a:off x="6337558" y="6491866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91" name="Oval 1890">
              <a:extLst>
                <a:ext uri="{FF2B5EF4-FFF2-40B4-BE49-F238E27FC236}">
                  <a16:creationId xmlns:a16="http://schemas.microsoft.com/office/drawing/2014/main" id="{45A42938-EC89-5E48-B4D9-7A43BC1E4232}"/>
                </a:ext>
              </a:extLst>
            </p:cNvPr>
            <p:cNvSpPr/>
            <p:nvPr/>
          </p:nvSpPr>
          <p:spPr>
            <a:xfrm rot="18535560">
              <a:off x="6273902" y="660796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92" name="Oval 1891">
              <a:extLst>
                <a:ext uri="{FF2B5EF4-FFF2-40B4-BE49-F238E27FC236}">
                  <a16:creationId xmlns:a16="http://schemas.microsoft.com/office/drawing/2014/main" id="{ACB8F7D0-BD3E-FA47-A9A0-A4CA0EE57891}"/>
                </a:ext>
              </a:extLst>
            </p:cNvPr>
            <p:cNvSpPr/>
            <p:nvPr/>
          </p:nvSpPr>
          <p:spPr>
            <a:xfrm rot="18535560">
              <a:off x="6292046" y="658923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93" name="Oval 1892">
              <a:extLst>
                <a:ext uri="{FF2B5EF4-FFF2-40B4-BE49-F238E27FC236}">
                  <a16:creationId xmlns:a16="http://schemas.microsoft.com/office/drawing/2014/main" id="{0902CB1A-A042-834D-8A27-BF0992BD3C9E}"/>
                </a:ext>
              </a:extLst>
            </p:cNvPr>
            <p:cNvSpPr/>
            <p:nvPr/>
          </p:nvSpPr>
          <p:spPr>
            <a:xfrm rot="18535560">
              <a:off x="6310221" y="65648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94" name="Oval 1893">
              <a:extLst>
                <a:ext uri="{FF2B5EF4-FFF2-40B4-BE49-F238E27FC236}">
                  <a16:creationId xmlns:a16="http://schemas.microsoft.com/office/drawing/2014/main" id="{ACCAFF0D-A4E8-8B40-9012-D99E460AC84C}"/>
                </a:ext>
              </a:extLst>
            </p:cNvPr>
            <p:cNvSpPr/>
            <p:nvPr/>
          </p:nvSpPr>
          <p:spPr>
            <a:xfrm rot="18535560">
              <a:off x="6334840" y="653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95" name="Oval 1894">
              <a:extLst>
                <a:ext uri="{FF2B5EF4-FFF2-40B4-BE49-F238E27FC236}">
                  <a16:creationId xmlns:a16="http://schemas.microsoft.com/office/drawing/2014/main" id="{6ABD481F-2095-9244-B901-68A62CF67C6E}"/>
                </a:ext>
              </a:extLst>
            </p:cNvPr>
            <p:cNvSpPr/>
            <p:nvPr/>
          </p:nvSpPr>
          <p:spPr>
            <a:xfrm rot="18535560">
              <a:off x="6357637" y="6502425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96" name="Oval 1895">
              <a:extLst>
                <a:ext uri="{FF2B5EF4-FFF2-40B4-BE49-F238E27FC236}">
                  <a16:creationId xmlns:a16="http://schemas.microsoft.com/office/drawing/2014/main" id="{7EB6951C-0B10-A547-AAD4-E43DF9D1F38C}"/>
                </a:ext>
              </a:extLst>
            </p:cNvPr>
            <p:cNvSpPr/>
            <p:nvPr/>
          </p:nvSpPr>
          <p:spPr>
            <a:xfrm rot="4135560">
              <a:off x="6294251" y="662250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97" name="Oval 1896">
              <a:extLst>
                <a:ext uri="{FF2B5EF4-FFF2-40B4-BE49-F238E27FC236}">
                  <a16:creationId xmlns:a16="http://schemas.microsoft.com/office/drawing/2014/main" id="{BAE27988-53EB-B546-A891-E0D021BC8B44}"/>
                </a:ext>
              </a:extLst>
            </p:cNvPr>
            <p:cNvSpPr/>
            <p:nvPr/>
          </p:nvSpPr>
          <p:spPr>
            <a:xfrm rot="4135560">
              <a:off x="6317487" y="659373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98" name="Oval 1897">
              <a:extLst>
                <a:ext uri="{FF2B5EF4-FFF2-40B4-BE49-F238E27FC236}">
                  <a16:creationId xmlns:a16="http://schemas.microsoft.com/office/drawing/2014/main" id="{1C8B875D-6688-2743-B643-61BDDB7A0C5F}"/>
                </a:ext>
              </a:extLst>
            </p:cNvPr>
            <p:cNvSpPr/>
            <p:nvPr/>
          </p:nvSpPr>
          <p:spPr>
            <a:xfrm rot="4135560">
              <a:off x="6335190" y="657181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99" name="Oval 1898">
              <a:extLst>
                <a:ext uri="{FF2B5EF4-FFF2-40B4-BE49-F238E27FC236}">
                  <a16:creationId xmlns:a16="http://schemas.microsoft.com/office/drawing/2014/main" id="{AD537197-D6BD-9C4B-A11B-58F8EAA729BE}"/>
                </a:ext>
              </a:extLst>
            </p:cNvPr>
            <p:cNvSpPr/>
            <p:nvPr/>
          </p:nvSpPr>
          <p:spPr>
            <a:xfrm rot="4135560">
              <a:off x="6314330" y="663306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00" name="Oval 1899">
              <a:extLst>
                <a:ext uri="{FF2B5EF4-FFF2-40B4-BE49-F238E27FC236}">
                  <a16:creationId xmlns:a16="http://schemas.microsoft.com/office/drawing/2014/main" id="{76D5F931-99A8-F24E-9F8B-221A627B6E16}"/>
                </a:ext>
              </a:extLst>
            </p:cNvPr>
            <p:cNvSpPr/>
            <p:nvPr/>
          </p:nvSpPr>
          <p:spPr>
            <a:xfrm rot="4135560">
              <a:off x="6332473" y="661433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01" name="Oval 1900">
              <a:extLst>
                <a:ext uri="{FF2B5EF4-FFF2-40B4-BE49-F238E27FC236}">
                  <a16:creationId xmlns:a16="http://schemas.microsoft.com/office/drawing/2014/main" id="{B2B4531F-FD31-2C42-9118-CA8F8B8CAC19}"/>
                </a:ext>
              </a:extLst>
            </p:cNvPr>
            <p:cNvSpPr/>
            <p:nvPr/>
          </p:nvSpPr>
          <p:spPr>
            <a:xfrm rot="4135560">
              <a:off x="6350648" y="658996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02" name="Oval 1901">
              <a:extLst>
                <a:ext uri="{FF2B5EF4-FFF2-40B4-BE49-F238E27FC236}">
                  <a16:creationId xmlns:a16="http://schemas.microsoft.com/office/drawing/2014/main" id="{558D5F7D-F21F-DA4F-890B-1039C94CDB83}"/>
                </a:ext>
              </a:extLst>
            </p:cNvPr>
            <p:cNvSpPr/>
            <p:nvPr/>
          </p:nvSpPr>
          <p:spPr>
            <a:xfrm rot="11852637">
              <a:off x="6333490" y="664684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03" name="Oval 1902">
              <a:extLst>
                <a:ext uri="{FF2B5EF4-FFF2-40B4-BE49-F238E27FC236}">
                  <a16:creationId xmlns:a16="http://schemas.microsoft.com/office/drawing/2014/main" id="{A3342AB3-460A-5147-825A-38DB25BC669E}"/>
                </a:ext>
              </a:extLst>
            </p:cNvPr>
            <p:cNvSpPr/>
            <p:nvPr/>
          </p:nvSpPr>
          <p:spPr>
            <a:xfrm rot="11852637">
              <a:off x="6356726" y="661807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04" name="Oval 1903">
              <a:extLst>
                <a:ext uri="{FF2B5EF4-FFF2-40B4-BE49-F238E27FC236}">
                  <a16:creationId xmlns:a16="http://schemas.microsoft.com/office/drawing/2014/main" id="{586B801A-D488-944D-AF53-5BEAD499ED69}"/>
                </a:ext>
              </a:extLst>
            </p:cNvPr>
            <p:cNvSpPr/>
            <p:nvPr/>
          </p:nvSpPr>
          <p:spPr>
            <a:xfrm rot="11852637">
              <a:off x="6374430" y="65961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05" name="Oval 1904">
              <a:extLst>
                <a:ext uri="{FF2B5EF4-FFF2-40B4-BE49-F238E27FC236}">
                  <a16:creationId xmlns:a16="http://schemas.microsoft.com/office/drawing/2014/main" id="{8EB396F4-0E53-B142-9850-2B45B66C56B6}"/>
                </a:ext>
              </a:extLst>
            </p:cNvPr>
            <p:cNvSpPr/>
            <p:nvPr/>
          </p:nvSpPr>
          <p:spPr>
            <a:xfrm rot="11852637">
              <a:off x="6353569" y="665739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06" name="Oval 1905">
              <a:extLst>
                <a:ext uri="{FF2B5EF4-FFF2-40B4-BE49-F238E27FC236}">
                  <a16:creationId xmlns:a16="http://schemas.microsoft.com/office/drawing/2014/main" id="{80A579A8-E647-6B41-A8E7-0A7DD311747A}"/>
                </a:ext>
              </a:extLst>
            </p:cNvPr>
            <p:cNvSpPr/>
            <p:nvPr/>
          </p:nvSpPr>
          <p:spPr>
            <a:xfrm rot="11852637">
              <a:off x="6371713" y="6638662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07" name="Oval 1906">
              <a:extLst>
                <a:ext uri="{FF2B5EF4-FFF2-40B4-BE49-F238E27FC236}">
                  <a16:creationId xmlns:a16="http://schemas.microsoft.com/office/drawing/2014/main" id="{05DFDCAB-E4E2-AC4B-A1A3-BF78D3A86B9B}"/>
                </a:ext>
              </a:extLst>
            </p:cNvPr>
            <p:cNvSpPr/>
            <p:nvPr/>
          </p:nvSpPr>
          <p:spPr>
            <a:xfrm rot="11852637">
              <a:off x="6389887" y="6614295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08" name="Oval 1907">
              <a:extLst>
                <a:ext uri="{FF2B5EF4-FFF2-40B4-BE49-F238E27FC236}">
                  <a16:creationId xmlns:a16="http://schemas.microsoft.com/office/drawing/2014/main" id="{C2B53304-B13A-9049-A672-3D8C2D4455AE}"/>
                </a:ext>
              </a:extLst>
            </p:cNvPr>
            <p:cNvSpPr/>
            <p:nvPr/>
          </p:nvSpPr>
          <p:spPr>
            <a:xfrm rot="11852637">
              <a:off x="6379980" y="666571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09" name="Oval 1908">
              <a:extLst>
                <a:ext uri="{FF2B5EF4-FFF2-40B4-BE49-F238E27FC236}">
                  <a16:creationId xmlns:a16="http://schemas.microsoft.com/office/drawing/2014/main" id="{698B647D-126E-7948-AC1B-0D0B9DFE7863}"/>
                </a:ext>
              </a:extLst>
            </p:cNvPr>
            <p:cNvSpPr/>
            <p:nvPr/>
          </p:nvSpPr>
          <p:spPr>
            <a:xfrm rot="11852637">
              <a:off x="6403216" y="663694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10" name="Oval 1909">
              <a:extLst>
                <a:ext uri="{FF2B5EF4-FFF2-40B4-BE49-F238E27FC236}">
                  <a16:creationId xmlns:a16="http://schemas.microsoft.com/office/drawing/2014/main" id="{E71689ED-04EA-5349-B377-68D645681122}"/>
                </a:ext>
              </a:extLst>
            </p:cNvPr>
            <p:cNvSpPr/>
            <p:nvPr/>
          </p:nvSpPr>
          <p:spPr>
            <a:xfrm rot="11852637">
              <a:off x="6400059" y="667626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11" name="Oval 1910">
              <a:extLst>
                <a:ext uri="{FF2B5EF4-FFF2-40B4-BE49-F238E27FC236}">
                  <a16:creationId xmlns:a16="http://schemas.microsoft.com/office/drawing/2014/main" id="{D6713455-20F7-134B-9606-5908136C43D0}"/>
                </a:ext>
              </a:extLst>
            </p:cNvPr>
            <p:cNvSpPr/>
            <p:nvPr/>
          </p:nvSpPr>
          <p:spPr>
            <a:xfrm rot="11852637">
              <a:off x="6418202" y="665753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12" name="Freeform 1911">
              <a:extLst>
                <a:ext uri="{FF2B5EF4-FFF2-40B4-BE49-F238E27FC236}">
                  <a16:creationId xmlns:a16="http://schemas.microsoft.com/office/drawing/2014/main" id="{8352BA0A-2AE8-734F-89B2-613B3AA6C26D}"/>
                </a:ext>
              </a:extLst>
            </p:cNvPr>
            <p:cNvSpPr/>
            <p:nvPr/>
          </p:nvSpPr>
          <p:spPr>
            <a:xfrm rot="18535560">
              <a:off x="6045401" y="6304373"/>
              <a:ext cx="235075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3" name="Freeform 1912">
              <a:extLst>
                <a:ext uri="{FF2B5EF4-FFF2-40B4-BE49-F238E27FC236}">
                  <a16:creationId xmlns:a16="http://schemas.microsoft.com/office/drawing/2014/main" id="{29EACD3D-A9F4-564B-83F8-4A5E99A5048E}"/>
                </a:ext>
              </a:extLst>
            </p:cNvPr>
            <p:cNvSpPr/>
            <p:nvPr/>
          </p:nvSpPr>
          <p:spPr>
            <a:xfrm rot="18535560" flipH="1">
              <a:off x="6160015" y="6157256"/>
              <a:ext cx="227078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914" name="Group 1913">
            <a:extLst>
              <a:ext uri="{FF2B5EF4-FFF2-40B4-BE49-F238E27FC236}">
                <a16:creationId xmlns:a16="http://schemas.microsoft.com/office/drawing/2014/main" id="{0E8E3968-CE54-DA4F-8C2D-828E6EAAAE93}"/>
              </a:ext>
            </a:extLst>
          </p:cNvPr>
          <p:cNvGrpSpPr/>
          <p:nvPr/>
        </p:nvGrpSpPr>
        <p:grpSpPr>
          <a:xfrm rot="1434984">
            <a:off x="6263184" y="5944288"/>
            <a:ext cx="686823" cy="439136"/>
            <a:chOff x="5871652" y="6279397"/>
            <a:chExt cx="686823" cy="439136"/>
          </a:xfrm>
        </p:grpSpPr>
        <p:sp>
          <p:nvSpPr>
            <p:cNvPr id="1915" name="Freeform 1914">
              <a:extLst>
                <a:ext uri="{FF2B5EF4-FFF2-40B4-BE49-F238E27FC236}">
                  <a16:creationId xmlns:a16="http://schemas.microsoft.com/office/drawing/2014/main" id="{C754C682-C6F8-B749-B354-A76B0BFD8D95}"/>
                </a:ext>
              </a:extLst>
            </p:cNvPr>
            <p:cNvSpPr/>
            <p:nvPr/>
          </p:nvSpPr>
          <p:spPr>
            <a:xfrm rot="17421667">
              <a:off x="5962111" y="6248061"/>
              <a:ext cx="147799" cy="230790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6FA03B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6" name="Freeform 1915">
              <a:extLst>
                <a:ext uri="{FF2B5EF4-FFF2-40B4-BE49-F238E27FC236}">
                  <a16:creationId xmlns:a16="http://schemas.microsoft.com/office/drawing/2014/main" id="{8119F003-16EC-E944-B997-FC765B9B5D5D}"/>
                </a:ext>
              </a:extLst>
            </p:cNvPr>
            <p:cNvSpPr/>
            <p:nvPr/>
          </p:nvSpPr>
          <p:spPr>
            <a:xfrm rot="18535560" flipH="1">
              <a:off x="6065278" y="6197211"/>
              <a:ext cx="146579" cy="338361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17" name="Freeform 1916">
              <a:extLst>
                <a:ext uri="{FF2B5EF4-FFF2-40B4-BE49-F238E27FC236}">
                  <a16:creationId xmlns:a16="http://schemas.microsoft.com/office/drawing/2014/main" id="{A4E85C1F-7B30-7347-95D6-B92A2AA98D0B}"/>
                </a:ext>
              </a:extLst>
            </p:cNvPr>
            <p:cNvSpPr/>
            <p:nvPr/>
          </p:nvSpPr>
          <p:spPr>
            <a:xfrm rot="18535560">
              <a:off x="5968342" y="6315152"/>
              <a:ext cx="147799" cy="341179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Rectangle 1917">
              <a:extLst>
                <a:ext uri="{FF2B5EF4-FFF2-40B4-BE49-F238E27FC236}">
                  <a16:creationId xmlns:a16="http://schemas.microsoft.com/office/drawing/2014/main" id="{820BA74B-FDFD-0548-8DC8-3C234A16A509}"/>
                </a:ext>
              </a:extLst>
            </p:cNvPr>
            <p:cNvSpPr/>
            <p:nvPr/>
          </p:nvSpPr>
          <p:spPr>
            <a:xfrm rot="18535560">
              <a:off x="6119618" y="6244121"/>
              <a:ext cx="142391" cy="504896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1919" name="Oval 1918">
              <a:extLst>
                <a:ext uri="{FF2B5EF4-FFF2-40B4-BE49-F238E27FC236}">
                  <a16:creationId xmlns:a16="http://schemas.microsoft.com/office/drawing/2014/main" id="{37FECF10-50B1-BA46-8972-74B1AE77164A}"/>
                </a:ext>
              </a:extLst>
            </p:cNvPr>
            <p:cNvSpPr/>
            <p:nvPr/>
          </p:nvSpPr>
          <p:spPr>
            <a:xfrm rot="18535560">
              <a:off x="5929443" y="6341203"/>
              <a:ext cx="32213" cy="24486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20" name="Oval 1919">
              <a:extLst>
                <a:ext uri="{FF2B5EF4-FFF2-40B4-BE49-F238E27FC236}">
                  <a16:creationId xmlns:a16="http://schemas.microsoft.com/office/drawing/2014/main" id="{2A3CC57D-1228-D34E-A751-F4AF4BC2E2C8}"/>
                </a:ext>
              </a:extLst>
            </p:cNvPr>
            <p:cNvSpPr/>
            <p:nvPr/>
          </p:nvSpPr>
          <p:spPr>
            <a:xfrm rot="18535560">
              <a:off x="5936891" y="636058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21" name="Oval 1920">
              <a:extLst>
                <a:ext uri="{FF2B5EF4-FFF2-40B4-BE49-F238E27FC236}">
                  <a16:creationId xmlns:a16="http://schemas.microsoft.com/office/drawing/2014/main" id="{DB52D402-E2DE-1A49-961D-28E076B9A3F4}"/>
                </a:ext>
              </a:extLst>
            </p:cNvPr>
            <p:cNvSpPr/>
            <p:nvPr/>
          </p:nvSpPr>
          <p:spPr>
            <a:xfrm rot="18535560">
              <a:off x="5954255" y="633452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22" name="Oval 1921">
              <a:extLst>
                <a:ext uri="{FF2B5EF4-FFF2-40B4-BE49-F238E27FC236}">
                  <a16:creationId xmlns:a16="http://schemas.microsoft.com/office/drawing/2014/main" id="{8864E469-31E9-7446-B212-91659E7EE781}"/>
                </a:ext>
              </a:extLst>
            </p:cNvPr>
            <p:cNvSpPr/>
            <p:nvPr/>
          </p:nvSpPr>
          <p:spPr>
            <a:xfrm rot="18535560">
              <a:off x="5971959" y="631260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23" name="Oval 1922">
              <a:extLst>
                <a:ext uri="{FF2B5EF4-FFF2-40B4-BE49-F238E27FC236}">
                  <a16:creationId xmlns:a16="http://schemas.microsoft.com/office/drawing/2014/main" id="{791545AC-751A-FF45-A2BF-383CF62506B2}"/>
                </a:ext>
              </a:extLst>
            </p:cNvPr>
            <p:cNvSpPr/>
            <p:nvPr/>
          </p:nvSpPr>
          <p:spPr>
            <a:xfrm rot="18535560">
              <a:off x="5995195" y="628383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24" name="Oval 1923">
              <a:extLst>
                <a:ext uri="{FF2B5EF4-FFF2-40B4-BE49-F238E27FC236}">
                  <a16:creationId xmlns:a16="http://schemas.microsoft.com/office/drawing/2014/main" id="{77F49F92-2D0F-6644-8F7F-6B51C1EC1886}"/>
                </a:ext>
              </a:extLst>
            </p:cNvPr>
            <p:cNvSpPr/>
            <p:nvPr/>
          </p:nvSpPr>
          <p:spPr>
            <a:xfrm rot="18535560">
              <a:off x="5952745" y="6313963"/>
              <a:ext cx="31259" cy="23761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25" name="Oval 1924">
              <a:extLst>
                <a:ext uri="{FF2B5EF4-FFF2-40B4-BE49-F238E27FC236}">
                  <a16:creationId xmlns:a16="http://schemas.microsoft.com/office/drawing/2014/main" id="{59774E95-17D7-2747-ACA3-1E622C44624A}"/>
                </a:ext>
              </a:extLst>
            </p:cNvPr>
            <p:cNvSpPr/>
            <p:nvPr/>
          </p:nvSpPr>
          <p:spPr>
            <a:xfrm rot="18535560">
              <a:off x="5975491" y="6287033"/>
              <a:ext cx="32958" cy="22209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26" name="Oval 1925">
              <a:extLst>
                <a:ext uri="{FF2B5EF4-FFF2-40B4-BE49-F238E27FC236}">
                  <a16:creationId xmlns:a16="http://schemas.microsoft.com/office/drawing/2014/main" id="{2191044E-9E88-B049-A0CB-F4570A91FFB5}"/>
                </a:ext>
              </a:extLst>
            </p:cNvPr>
            <p:cNvSpPr/>
            <p:nvPr/>
          </p:nvSpPr>
          <p:spPr>
            <a:xfrm rot="18535560">
              <a:off x="5938537" y="6393133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27" name="Oval 1926">
              <a:extLst>
                <a:ext uri="{FF2B5EF4-FFF2-40B4-BE49-F238E27FC236}">
                  <a16:creationId xmlns:a16="http://schemas.microsoft.com/office/drawing/2014/main" id="{048B7AFC-A6C6-3443-885C-720898C5CC69}"/>
                </a:ext>
              </a:extLst>
            </p:cNvPr>
            <p:cNvSpPr/>
            <p:nvPr/>
          </p:nvSpPr>
          <p:spPr>
            <a:xfrm rot="18535560">
              <a:off x="5961773" y="63643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28" name="Oval 1927">
              <a:extLst>
                <a:ext uri="{FF2B5EF4-FFF2-40B4-BE49-F238E27FC236}">
                  <a16:creationId xmlns:a16="http://schemas.microsoft.com/office/drawing/2014/main" id="{2A0DF930-BF44-E44F-BC29-07A0CE209942}"/>
                </a:ext>
              </a:extLst>
            </p:cNvPr>
            <p:cNvSpPr/>
            <p:nvPr/>
          </p:nvSpPr>
          <p:spPr>
            <a:xfrm rot="18535560">
              <a:off x="5979476" y="634244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29" name="Oval 1928">
              <a:extLst>
                <a:ext uri="{FF2B5EF4-FFF2-40B4-BE49-F238E27FC236}">
                  <a16:creationId xmlns:a16="http://schemas.microsoft.com/office/drawing/2014/main" id="{FFF7379E-E775-2146-9459-FE57507A1C84}"/>
                </a:ext>
              </a:extLst>
            </p:cNvPr>
            <p:cNvSpPr/>
            <p:nvPr/>
          </p:nvSpPr>
          <p:spPr>
            <a:xfrm rot="18535560">
              <a:off x="6002713" y="631367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30" name="Oval 1929">
              <a:extLst>
                <a:ext uri="{FF2B5EF4-FFF2-40B4-BE49-F238E27FC236}">
                  <a16:creationId xmlns:a16="http://schemas.microsoft.com/office/drawing/2014/main" id="{2F2CC70F-72EE-0242-BA36-358B8CC3B5F8}"/>
                </a:ext>
              </a:extLst>
            </p:cNvPr>
            <p:cNvSpPr/>
            <p:nvPr/>
          </p:nvSpPr>
          <p:spPr>
            <a:xfrm rot="18535560">
              <a:off x="6022271" y="628759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31" name="Oval 1930">
              <a:extLst>
                <a:ext uri="{FF2B5EF4-FFF2-40B4-BE49-F238E27FC236}">
                  <a16:creationId xmlns:a16="http://schemas.microsoft.com/office/drawing/2014/main" id="{F7CFD53E-F2C7-1D4B-BDED-5A30BA230101}"/>
                </a:ext>
              </a:extLst>
            </p:cNvPr>
            <p:cNvSpPr/>
            <p:nvPr/>
          </p:nvSpPr>
          <p:spPr>
            <a:xfrm rot="18535560">
              <a:off x="5958616" y="6403691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32" name="Oval 1931">
              <a:extLst>
                <a:ext uri="{FF2B5EF4-FFF2-40B4-BE49-F238E27FC236}">
                  <a16:creationId xmlns:a16="http://schemas.microsoft.com/office/drawing/2014/main" id="{131A97DA-EB6B-C54F-A246-A5D62114EA20}"/>
                </a:ext>
              </a:extLst>
            </p:cNvPr>
            <p:cNvSpPr/>
            <p:nvPr/>
          </p:nvSpPr>
          <p:spPr>
            <a:xfrm rot="18535560">
              <a:off x="5976759" y="63849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33" name="Oval 1932">
              <a:extLst>
                <a:ext uri="{FF2B5EF4-FFF2-40B4-BE49-F238E27FC236}">
                  <a16:creationId xmlns:a16="http://schemas.microsoft.com/office/drawing/2014/main" id="{F3D4081B-61DA-CA4E-8C66-A7D84E855766}"/>
                </a:ext>
              </a:extLst>
            </p:cNvPr>
            <p:cNvSpPr/>
            <p:nvPr/>
          </p:nvSpPr>
          <p:spPr>
            <a:xfrm rot="18535560">
              <a:off x="5994934" y="636058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34" name="Oval 1933">
              <a:extLst>
                <a:ext uri="{FF2B5EF4-FFF2-40B4-BE49-F238E27FC236}">
                  <a16:creationId xmlns:a16="http://schemas.microsoft.com/office/drawing/2014/main" id="{811DFA22-E7E7-DE44-82C7-17FF7476A25C}"/>
                </a:ext>
              </a:extLst>
            </p:cNvPr>
            <p:cNvSpPr/>
            <p:nvPr/>
          </p:nvSpPr>
          <p:spPr>
            <a:xfrm rot="18535560">
              <a:off x="6019553" y="63301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35" name="Oval 1934">
              <a:extLst>
                <a:ext uri="{FF2B5EF4-FFF2-40B4-BE49-F238E27FC236}">
                  <a16:creationId xmlns:a16="http://schemas.microsoft.com/office/drawing/2014/main" id="{0577D26B-5971-5944-A9EA-DF25891819B6}"/>
                </a:ext>
              </a:extLst>
            </p:cNvPr>
            <p:cNvSpPr/>
            <p:nvPr/>
          </p:nvSpPr>
          <p:spPr>
            <a:xfrm rot="18535560">
              <a:off x="6042350" y="62981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36" name="Oval 1935">
              <a:extLst>
                <a:ext uri="{FF2B5EF4-FFF2-40B4-BE49-F238E27FC236}">
                  <a16:creationId xmlns:a16="http://schemas.microsoft.com/office/drawing/2014/main" id="{BBD8F8C5-CDC3-C948-B08A-0A289B8FCFA4}"/>
                </a:ext>
              </a:extLst>
            </p:cNvPr>
            <p:cNvSpPr/>
            <p:nvPr/>
          </p:nvSpPr>
          <p:spPr>
            <a:xfrm rot="18535560">
              <a:off x="5974595" y="6426784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37" name="Oval 1936">
              <a:extLst>
                <a:ext uri="{FF2B5EF4-FFF2-40B4-BE49-F238E27FC236}">
                  <a16:creationId xmlns:a16="http://schemas.microsoft.com/office/drawing/2014/main" id="{90497E23-4E85-204B-9F3A-1C90AF266EA5}"/>
                </a:ext>
              </a:extLst>
            </p:cNvPr>
            <p:cNvSpPr/>
            <p:nvPr/>
          </p:nvSpPr>
          <p:spPr>
            <a:xfrm rot="18535560">
              <a:off x="5997831" y="639801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38" name="Oval 1937">
              <a:extLst>
                <a:ext uri="{FF2B5EF4-FFF2-40B4-BE49-F238E27FC236}">
                  <a16:creationId xmlns:a16="http://schemas.microsoft.com/office/drawing/2014/main" id="{74898F74-DA9F-A842-AD97-05EDC2887288}"/>
                </a:ext>
              </a:extLst>
            </p:cNvPr>
            <p:cNvSpPr/>
            <p:nvPr/>
          </p:nvSpPr>
          <p:spPr>
            <a:xfrm rot="18535560">
              <a:off x="6015534" y="63760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39" name="Oval 1938">
              <a:extLst>
                <a:ext uri="{FF2B5EF4-FFF2-40B4-BE49-F238E27FC236}">
                  <a16:creationId xmlns:a16="http://schemas.microsoft.com/office/drawing/2014/main" id="{2105FAC3-079D-1B4D-BD0A-661C56C6A380}"/>
                </a:ext>
              </a:extLst>
            </p:cNvPr>
            <p:cNvSpPr/>
            <p:nvPr/>
          </p:nvSpPr>
          <p:spPr>
            <a:xfrm rot="18535560">
              <a:off x="6038770" y="634732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40" name="Oval 1939">
              <a:extLst>
                <a:ext uri="{FF2B5EF4-FFF2-40B4-BE49-F238E27FC236}">
                  <a16:creationId xmlns:a16="http://schemas.microsoft.com/office/drawing/2014/main" id="{A7317A0D-7BD9-DC4A-B680-A013FFEBAD9F}"/>
                </a:ext>
              </a:extLst>
            </p:cNvPr>
            <p:cNvSpPr/>
            <p:nvPr/>
          </p:nvSpPr>
          <p:spPr>
            <a:xfrm rot="18535560">
              <a:off x="6058329" y="632124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41" name="Oval 1940">
              <a:extLst>
                <a:ext uri="{FF2B5EF4-FFF2-40B4-BE49-F238E27FC236}">
                  <a16:creationId xmlns:a16="http://schemas.microsoft.com/office/drawing/2014/main" id="{FA5E9D74-5F03-6542-BE29-4D3F804147DA}"/>
                </a:ext>
              </a:extLst>
            </p:cNvPr>
            <p:cNvSpPr/>
            <p:nvPr/>
          </p:nvSpPr>
          <p:spPr>
            <a:xfrm rot="18535560">
              <a:off x="5994673" y="6437342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42" name="Oval 1941">
              <a:extLst>
                <a:ext uri="{FF2B5EF4-FFF2-40B4-BE49-F238E27FC236}">
                  <a16:creationId xmlns:a16="http://schemas.microsoft.com/office/drawing/2014/main" id="{8C187E7A-CA70-1E49-A994-119C3458720E}"/>
                </a:ext>
              </a:extLst>
            </p:cNvPr>
            <p:cNvSpPr/>
            <p:nvPr/>
          </p:nvSpPr>
          <p:spPr>
            <a:xfrm rot="18535560">
              <a:off x="6012817" y="64186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43" name="Oval 1942">
              <a:extLst>
                <a:ext uri="{FF2B5EF4-FFF2-40B4-BE49-F238E27FC236}">
                  <a16:creationId xmlns:a16="http://schemas.microsoft.com/office/drawing/2014/main" id="{57E11557-1374-794E-9415-8EABA12A4F1B}"/>
                </a:ext>
              </a:extLst>
            </p:cNvPr>
            <p:cNvSpPr/>
            <p:nvPr/>
          </p:nvSpPr>
          <p:spPr>
            <a:xfrm rot="18535560">
              <a:off x="6030991" y="63942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44" name="Oval 1943">
              <a:extLst>
                <a:ext uri="{FF2B5EF4-FFF2-40B4-BE49-F238E27FC236}">
                  <a16:creationId xmlns:a16="http://schemas.microsoft.com/office/drawing/2014/main" id="{6272777F-0433-9B46-A650-02CF50382A92}"/>
                </a:ext>
              </a:extLst>
            </p:cNvPr>
            <p:cNvSpPr/>
            <p:nvPr/>
          </p:nvSpPr>
          <p:spPr>
            <a:xfrm rot="18535560">
              <a:off x="6055611" y="63637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45" name="Oval 1944">
              <a:extLst>
                <a:ext uri="{FF2B5EF4-FFF2-40B4-BE49-F238E27FC236}">
                  <a16:creationId xmlns:a16="http://schemas.microsoft.com/office/drawing/2014/main" id="{7B3FC771-C334-134B-87FE-036B31BC3821}"/>
                </a:ext>
              </a:extLst>
            </p:cNvPr>
            <p:cNvSpPr/>
            <p:nvPr/>
          </p:nvSpPr>
          <p:spPr>
            <a:xfrm rot="18535560">
              <a:off x="6078408" y="633180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46" name="Oval 1945">
              <a:extLst>
                <a:ext uri="{FF2B5EF4-FFF2-40B4-BE49-F238E27FC236}">
                  <a16:creationId xmlns:a16="http://schemas.microsoft.com/office/drawing/2014/main" id="{F08A110C-D839-FB4F-A897-5F69455148BA}"/>
                </a:ext>
              </a:extLst>
            </p:cNvPr>
            <p:cNvSpPr/>
            <p:nvPr/>
          </p:nvSpPr>
          <p:spPr>
            <a:xfrm rot="18535560">
              <a:off x="6021084" y="644565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47" name="Oval 1946">
              <a:extLst>
                <a:ext uri="{FF2B5EF4-FFF2-40B4-BE49-F238E27FC236}">
                  <a16:creationId xmlns:a16="http://schemas.microsoft.com/office/drawing/2014/main" id="{61AA2364-5788-F142-98B6-8D51BCDA66F0}"/>
                </a:ext>
              </a:extLst>
            </p:cNvPr>
            <p:cNvSpPr/>
            <p:nvPr/>
          </p:nvSpPr>
          <p:spPr>
            <a:xfrm rot="18535560">
              <a:off x="6044320" y="641688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48" name="Oval 1947">
              <a:extLst>
                <a:ext uri="{FF2B5EF4-FFF2-40B4-BE49-F238E27FC236}">
                  <a16:creationId xmlns:a16="http://schemas.microsoft.com/office/drawing/2014/main" id="{C78AB275-D73F-E54C-AA73-E86DE1B9220B}"/>
                </a:ext>
              </a:extLst>
            </p:cNvPr>
            <p:cNvSpPr/>
            <p:nvPr/>
          </p:nvSpPr>
          <p:spPr>
            <a:xfrm rot="18535560">
              <a:off x="6062024" y="639496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49" name="Oval 1948">
              <a:extLst>
                <a:ext uri="{FF2B5EF4-FFF2-40B4-BE49-F238E27FC236}">
                  <a16:creationId xmlns:a16="http://schemas.microsoft.com/office/drawing/2014/main" id="{B9F8B453-4E4D-8848-9A6C-72C0870F5EE2}"/>
                </a:ext>
              </a:extLst>
            </p:cNvPr>
            <p:cNvSpPr/>
            <p:nvPr/>
          </p:nvSpPr>
          <p:spPr>
            <a:xfrm rot="18535560">
              <a:off x="6085260" y="63661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50" name="Oval 1949">
              <a:extLst>
                <a:ext uri="{FF2B5EF4-FFF2-40B4-BE49-F238E27FC236}">
                  <a16:creationId xmlns:a16="http://schemas.microsoft.com/office/drawing/2014/main" id="{95D714AE-9DFB-8C41-98E0-AF5E644A9CA3}"/>
                </a:ext>
              </a:extLst>
            </p:cNvPr>
            <p:cNvSpPr/>
            <p:nvPr/>
          </p:nvSpPr>
          <p:spPr>
            <a:xfrm rot="18535560">
              <a:off x="6104818" y="63401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51" name="Oval 1950">
              <a:extLst>
                <a:ext uri="{FF2B5EF4-FFF2-40B4-BE49-F238E27FC236}">
                  <a16:creationId xmlns:a16="http://schemas.microsoft.com/office/drawing/2014/main" id="{58E43CBE-5818-4144-B68E-362607BB8ACE}"/>
                </a:ext>
              </a:extLst>
            </p:cNvPr>
            <p:cNvSpPr/>
            <p:nvPr/>
          </p:nvSpPr>
          <p:spPr>
            <a:xfrm rot="18535560">
              <a:off x="6041163" y="64562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52" name="Oval 1951">
              <a:extLst>
                <a:ext uri="{FF2B5EF4-FFF2-40B4-BE49-F238E27FC236}">
                  <a16:creationId xmlns:a16="http://schemas.microsoft.com/office/drawing/2014/main" id="{0FE50265-179C-D04C-A2C5-252656A3C41A}"/>
                </a:ext>
              </a:extLst>
            </p:cNvPr>
            <p:cNvSpPr/>
            <p:nvPr/>
          </p:nvSpPr>
          <p:spPr>
            <a:xfrm rot="18535560">
              <a:off x="6059306" y="64374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53" name="Oval 1952">
              <a:extLst>
                <a:ext uri="{FF2B5EF4-FFF2-40B4-BE49-F238E27FC236}">
                  <a16:creationId xmlns:a16="http://schemas.microsoft.com/office/drawing/2014/main" id="{37DE6691-CDDB-1041-996A-AB5DEAB67CDD}"/>
                </a:ext>
              </a:extLst>
            </p:cNvPr>
            <p:cNvSpPr/>
            <p:nvPr/>
          </p:nvSpPr>
          <p:spPr>
            <a:xfrm rot="18535560">
              <a:off x="6077481" y="64131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54" name="Oval 1953">
              <a:extLst>
                <a:ext uri="{FF2B5EF4-FFF2-40B4-BE49-F238E27FC236}">
                  <a16:creationId xmlns:a16="http://schemas.microsoft.com/office/drawing/2014/main" id="{7703A9C7-857B-7847-9F3C-0A32D258F066}"/>
                </a:ext>
              </a:extLst>
            </p:cNvPr>
            <p:cNvSpPr/>
            <p:nvPr/>
          </p:nvSpPr>
          <p:spPr>
            <a:xfrm rot="18535560">
              <a:off x="6102100" y="638262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55" name="Oval 1954">
              <a:extLst>
                <a:ext uri="{FF2B5EF4-FFF2-40B4-BE49-F238E27FC236}">
                  <a16:creationId xmlns:a16="http://schemas.microsoft.com/office/drawing/2014/main" id="{880045E5-1F30-F241-BA6C-8D75D6B99524}"/>
                </a:ext>
              </a:extLst>
            </p:cNvPr>
            <p:cNvSpPr/>
            <p:nvPr/>
          </p:nvSpPr>
          <p:spPr>
            <a:xfrm rot="18535560">
              <a:off x="6124897" y="635067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56" name="Oval 1955">
              <a:extLst>
                <a:ext uri="{FF2B5EF4-FFF2-40B4-BE49-F238E27FC236}">
                  <a16:creationId xmlns:a16="http://schemas.microsoft.com/office/drawing/2014/main" id="{9C0C3284-EA67-9E46-93F1-21CDB6EB82F9}"/>
                </a:ext>
              </a:extLst>
            </p:cNvPr>
            <p:cNvSpPr/>
            <p:nvPr/>
          </p:nvSpPr>
          <p:spPr>
            <a:xfrm rot="4135560">
              <a:off x="6061511" y="6470754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57" name="Oval 1956">
              <a:extLst>
                <a:ext uri="{FF2B5EF4-FFF2-40B4-BE49-F238E27FC236}">
                  <a16:creationId xmlns:a16="http://schemas.microsoft.com/office/drawing/2014/main" id="{E55E905D-9CC3-F84A-ABEA-CB77CE856141}"/>
                </a:ext>
              </a:extLst>
            </p:cNvPr>
            <p:cNvSpPr/>
            <p:nvPr/>
          </p:nvSpPr>
          <p:spPr>
            <a:xfrm rot="4135560">
              <a:off x="6084747" y="644198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58" name="Oval 1957">
              <a:extLst>
                <a:ext uri="{FF2B5EF4-FFF2-40B4-BE49-F238E27FC236}">
                  <a16:creationId xmlns:a16="http://schemas.microsoft.com/office/drawing/2014/main" id="{1AF67EA8-0D3B-C24D-A01C-D1CD2356BB2B}"/>
                </a:ext>
              </a:extLst>
            </p:cNvPr>
            <p:cNvSpPr/>
            <p:nvPr/>
          </p:nvSpPr>
          <p:spPr>
            <a:xfrm rot="4135560">
              <a:off x="6102451" y="642006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59" name="Oval 1958">
              <a:extLst>
                <a:ext uri="{FF2B5EF4-FFF2-40B4-BE49-F238E27FC236}">
                  <a16:creationId xmlns:a16="http://schemas.microsoft.com/office/drawing/2014/main" id="{7549154E-4B02-7948-AAE2-2404B6D7EBCC}"/>
                </a:ext>
              </a:extLst>
            </p:cNvPr>
            <p:cNvSpPr/>
            <p:nvPr/>
          </p:nvSpPr>
          <p:spPr>
            <a:xfrm rot="4135560">
              <a:off x="6125687" y="639129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60" name="Oval 1959">
              <a:extLst>
                <a:ext uri="{FF2B5EF4-FFF2-40B4-BE49-F238E27FC236}">
                  <a16:creationId xmlns:a16="http://schemas.microsoft.com/office/drawing/2014/main" id="{25AB6551-99B9-8547-AC40-445E0B6FD595}"/>
                </a:ext>
              </a:extLst>
            </p:cNvPr>
            <p:cNvSpPr/>
            <p:nvPr/>
          </p:nvSpPr>
          <p:spPr>
            <a:xfrm rot="4135560">
              <a:off x="6145245" y="636521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61" name="Oval 1960">
              <a:extLst>
                <a:ext uri="{FF2B5EF4-FFF2-40B4-BE49-F238E27FC236}">
                  <a16:creationId xmlns:a16="http://schemas.microsoft.com/office/drawing/2014/main" id="{B1B76978-7EA6-E145-A7C3-B6B06A562BDE}"/>
                </a:ext>
              </a:extLst>
            </p:cNvPr>
            <p:cNvSpPr/>
            <p:nvPr/>
          </p:nvSpPr>
          <p:spPr>
            <a:xfrm rot="4135560">
              <a:off x="6081590" y="648131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62" name="Oval 1961">
              <a:extLst>
                <a:ext uri="{FF2B5EF4-FFF2-40B4-BE49-F238E27FC236}">
                  <a16:creationId xmlns:a16="http://schemas.microsoft.com/office/drawing/2014/main" id="{4DDF5C33-AE72-464B-A8B9-B516958EA4CF}"/>
                </a:ext>
              </a:extLst>
            </p:cNvPr>
            <p:cNvSpPr/>
            <p:nvPr/>
          </p:nvSpPr>
          <p:spPr>
            <a:xfrm rot="4135560">
              <a:off x="6099733" y="646257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63" name="Oval 1962">
              <a:extLst>
                <a:ext uri="{FF2B5EF4-FFF2-40B4-BE49-F238E27FC236}">
                  <a16:creationId xmlns:a16="http://schemas.microsoft.com/office/drawing/2014/main" id="{D5A40926-3BD6-F84A-A212-BCC71AEE85E2}"/>
                </a:ext>
              </a:extLst>
            </p:cNvPr>
            <p:cNvSpPr/>
            <p:nvPr/>
          </p:nvSpPr>
          <p:spPr>
            <a:xfrm rot="4135560">
              <a:off x="6117908" y="64382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64" name="Oval 1963">
              <a:extLst>
                <a:ext uri="{FF2B5EF4-FFF2-40B4-BE49-F238E27FC236}">
                  <a16:creationId xmlns:a16="http://schemas.microsoft.com/office/drawing/2014/main" id="{FFF9DB4B-F602-234B-8548-98B7D5C6BEBB}"/>
                </a:ext>
              </a:extLst>
            </p:cNvPr>
            <p:cNvSpPr/>
            <p:nvPr/>
          </p:nvSpPr>
          <p:spPr>
            <a:xfrm rot="4135560">
              <a:off x="6142527" y="640772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65" name="Oval 1964">
              <a:extLst>
                <a:ext uri="{FF2B5EF4-FFF2-40B4-BE49-F238E27FC236}">
                  <a16:creationId xmlns:a16="http://schemas.microsoft.com/office/drawing/2014/main" id="{A8953C32-9D96-A640-9A7F-73E48877B0B2}"/>
                </a:ext>
              </a:extLst>
            </p:cNvPr>
            <p:cNvSpPr/>
            <p:nvPr/>
          </p:nvSpPr>
          <p:spPr>
            <a:xfrm rot="4135560">
              <a:off x="6165324" y="637577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66" name="Oval 1965">
              <a:extLst>
                <a:ext uri="{FF2B5EF4-FFF2-40B4-BE49-F238E27FC236}">
                  <a16:creationId xmlns:a16="http://schemas.microsoft.com/office/drawing/2014/main" id="{EF3AC0B5-E90E-6140-9994-1124C03D2279}"/>
                </a:ext>
              </a:extLst>
            </p:cNvPr>
            <p:cNvSpPr/>
            <p:nvPr/>
          </p:nvSpPr>
          <p:spPr>
            <a:xfrm rot="18535560">
              <a:off x="6094097" y="650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67" name="Oval 1966">
              <a:extLst>
                <a:ext uri="{FF2B5EF4-FFF2-40B4-BE49-F238E27FC236}">
                  <a16:creationId xmlns:a16="http://schemas.microsoft.com/office/drawing/2014/main" id="{E46EDB6D-F097-FC49-B683-6A36983D2864}"/>
                </a:ext>
              </a:extLst>
            </p:cNvPr>
            <p:cNvSpPr/>
            <p:nvPr/>
          </p:nvSpPr>
          <p:spPr>
            <a:xfrm rot="18535560">
              <a:off x="6117333" y="64756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68" name="Oval 1967">
              <a:extLst>
                <a:ext uri="{FF2B5EF4-FFF2-40B4-BE49-F238E27FC236}">
                  <a16:creationId xmlns:a16="http://schemas.microsoft.com/office/drawing/2014/main" id="{6D66F1CD-AD70-B941-81CB-D9F98EBB2887}"/>
                </a:ext>
              </a:extLst>
            </p:cNvPr>
            <p:cNvSpPr/>
            <p:nvPr/>
          </p:nvSpPr>
          <p:spPr>
            <a:xfrm rot="18535560">
              <a:off x="6135037" y="64536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69" name="Oval 1968">
              <a:extLst>
                <a:ext uri="{FF2B5EF4-FFF2-40B4-BE49-F238E27FC236}">
                  <a16:creationId xmlns:a16="http://schemas.microsoft.com/office/drawing/2014/main" id="{8F3DABBE-4C05-8545-928E-78BA06E76C88}"/>
                </a:ext>
              </a:extLst>
            </p:cNvPr>
            <p:cNvSpPr/>
            <p:nvPr/>
          </p:nvSpPr>
          <p:spPr>
            <a:xfrm rot="18535560">
              <a:off x="6158273" y="642492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70" name="Oval 1969">
              <a:extLst>
                <a:ext uri="{FF2B5EF4-FFF2-40B4-BE49-F238E27FC236}">
                  <a16:creationId xmlns:a16="http://schemas.microsoft.com/office/drawing/2014/main" id="{FF6AC347-9423-6F4A-A3CC-32A84BF67288}"/>
                </a:ext>
              </a:extLst>
            </p:cNvPr>
            <p:cNvSpPr/>
            <p:nvPr/>
          </p:nvSpPr>
          <p:spPr>
            <a:xfrm rot="18535560">
              <a:off x="6177831" y="63988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71" name="Oval 1970">
              <a:extLst>
                <a:ext uri="{FF2B5EF4-FFF2-40B4-BE49-F238E27FC236}">
                  <a16:creationId xmlns:a16="http://schemas.microsoft.com/office/drawing/2014/main" id="{607B84B8-A30D-A840-BB31-CF251E5C7201}"/>
                </a:ext>
              </a:extLst>
            </p:cNvPr>
            <p:cNvSpPr/>
            <p:nvPr/>
          </p:nvSpPr>
          <p:spPr>
            <a:xfrm rot="18535560">
              <a:off x="6114176" y="65149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72" name="Oval 1971">
              <a:extLst>
                <a:ext uri="{FF2B5EF4-FFF2-40B4-BE49-F238E27FC236}">
                  <a16:creationId xmlns:a16="http://schemas.microsoft.com/office/drawing/2014/main" id="{5183AF1F-323D-3E49-B18B-BBC73A30DB7F}"/>
                </a:ext>
              </a:extLst>
            </p:cNvPr>
            <p:cNvSpPr/>
            <p:nvPr/>
          </p:nvSpPr>
          <p:spPr>
            <a:xfrm rot="18535560">
              <a:off x="6132319" y="649620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73" name="Oval 1972">
              <a:extLst>
                <a:ext uri="{FF2B5EF4-FFF2-40B4-BE49-F238E27FC236}">
                  <a16:creationId xmlns:a16="http://schemas.microsoft.com/office/drawing/2014/main" id="{8CF9A46E-E232-E04D-8FF2-B9D6C0D3D4BA}"/>
                </a:ext>
              </a:extLst>
            </p:cNvPr>
            <p:cNvSpPr/>
            <p:nvPr/>
          </p:nvSpPr>
          <p:spPr>
            <a:xfrm rot="18535560">
              <a:off x="6150494" y="647183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74" name="Oval 1973">
              <a:extLst>
                <a:ext uri="{FF2B5EF4-FFF2-40B4-BE49-F238E27FC236}">
                  <a16:creationId xmlns:a16="http://schemas.microsoft.com/office/drawing/2014/main" id="{6A2B0098-809F-0F41-8ADC-C519A8685EDE}"/>
                </a:ext>
              </a:extLst>
            </p:cNvPr>
            <p:cNvSpPr/>
            <p:nvPr/>
          </p:nvSpPr>
          <p:spPr>
            <a:xfrm rot="18535560">
              <a:off x="6175113" y="644135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75" name="Oval 1974">
              <a:extLst>
                <a:ext uri="{FF2B5EF4-FFF2-40B4-BE49-F238E27FC236}">
                  <a16:creationId xmlns:a16="http://schemas.microsoft.com/office/drawing/2014/main" id="{1C030C0E-8F8B-F84E-BB93-DA40A10044FA}"/>
                </a:ext>
              </a:extLst>
            </p:cNvPr>
            <p:cNvSpPr/>
            <p:nvPr/>
          </p:nvSpPr>
          <p:spPr>
            <a:xfrm rot="18535560">
              <a:off x="6197911" y="640939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76" name="Oval 1975">
              <a:extLst>
                <a:ext uri="{FF2B5EF4-FFF2-40B4-BE49-F238E27FC236}">
                  <a16:creationId xmlns:a16="http://schemas.microsoft.com/office/drawing/2014/main" id="{F8C65FC0-14F7-C544-A4BC-72EF7708E9BC}"/>
                </a:ext>
              </a:extLst>
            </p:cNvPr>
            <p:cNvSpPr/>
            <p:nvPr/>
          </p:nvSpPr>
          <p:spPr>
            <a:xfrm rot="18535560">
              <a:off x="6140586" y="65232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77" name="Oval 1976">
              <a:extLst>
                <a:ext uri="{FF2B5EF4-FFF2-40B4-BE49-F238E27FC236}">
                  <a16:creationId xmlns:a16="http://schemas.microsoft.com/office/drawing/2014/main" id="{7AF4C351-9FBB-5145-9C60-6571033D035C}"/>
                </a:ext>
              </a:extLst>
            </p:cNvPr>
            <p:cNvSpPr/>
            <p:nvPr/>
          </p:nvSpPr>
          <p:spPr>
            <a:xfrm rot="18535560">
              <a:off x="6163823" y="64944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78" name="Oval 1977">
              <a:extLst>
                <a:ext uri="{FF2B5EF4-FFF2-40B4-BE49-F238E27FC236}">
                  <a16:creationId xmlns:a16="http://schemas.microsoft.com/office/drawing/2014/main" id="{CF54818E-A64F-7745-BF0F-1B1E2C295DAD}"/>
                </a:ext>
              </a:extLst>
            </p:cNvPr>
            <p:cNvSpPr/>
            <p:nvPr/>
          </p:nvSpPr>
          <p:spPr>
            <a:xfrm rot="18535560">
              <a:off x="6181526" y="64725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79" name="Oval 1978">
              <a:extLst>
                <a:ext uri="{FF2B5EF4-FFF2-40B4-BE49-F238E27FC236}">
                  <a16:creationId xmlns:a16="http://schemas.microsoft.com/office/drawing/2014/main" id="{F6507135-354C-3B4B-8CDC-47FD6347F30E}"/>
                </a:ext>
              </a:extLst>
            </p:cNvPr>
            <p:cNvSpPr/>
            <p:nvPr/>
          </p:nvSpPr>
          <p:spPr>
            <a:xfrm rot="18535560">
              <a:off x="6204762" y="64437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80" name="Oval 1979">
              <a:extLst>
                <a:ext uri="{FF2B5EF4-FFF2-40B4-BE49-F238E27FC236}">
                  <a16:creationId xmlns:a16="http://schemas.microsoft.com/office/drawing/2014/main" id="{845FBB67-B753-5344-887A-D20F8D6CF1C5}"/>
                </a:ext>
              </a:extLst>
            </p:cNvPr>
            <p:cNvSpPr/>
            <p:nvPr/>
          </p:nvSpPr>
          <p:spPr>
            <a:xfrm rot="18535560">
              <a:off x="6224321" y="64177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81" name="Oval 1980">
              <a:extLst>
                <a:ext uri="{FF2B5EF4-FFF2-40B4-BE49-F238E27FC236}">
                  <a16:creationId xmlns:a16="http://schemas.microsoft.com/office/drawing/2014/main" id="{7EAFFBDB-269C-BC47-95FF-83E28E232E1C}"/>
                </a:ext>
              </a:extLst>
            </p:cNvPr>
            <p:cNvSpPr/>
            <p:nvPr/>
          </p:nvSpPr>
          <p:spPr>
            <a:xfrm rot="18535560">
              <a:off x="6160665" y="65338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82" name="Oval 1981">
              <a:extLst>
                <a:ext uri="{FF2B5EF4-FFF2-40B4-BE49-F238E27FC236}">
                  <a16:creationId xmlns:a16="http://schemas.microsoft.com/office/drawing/2014/main" id="{7C041C27-214F-F94E-BDA2-C881D5D45344}"/>
                </a:ext>
              </a:extLst>
            </p:cNvPr>
            <p:cNvSpPr/>
            <p:nvPr/>
          </p:nvSpPr>
          <p:spPr>
            <a:xfrm rot="18535560">
              <a:off x="6178809" y="651507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83" name="Oval 1982">
              <a:extLst>
                <a:ext uri="{FF2B5EF4-FFF2-40B4-BE49-F238E27FC236}">
                  <a16:creationId xmlns:a16="http://schemas.microsoft.com/office/drawing/2014/main" id="{6A1B1D9A-6F3C-DA40-BA61-9B2CF05E680D}"/>
                </a:ext>
              </a:extLst>
            </p:cNvPr>
            <p:cNvSpPr/>
            <p:nvPr/>
          </p:nvSpPr>
          <p:spPr>
            <a:xfrm rot="18535560">
              <a:off x="6196983" y="64907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84" name="Oval 1983">
              <a:extLst>
                <a:ext uri="{FF2B5EF4-FFF2-40B4-BE49-F238E27FC236}">
                  <a16:creationId xmlns:a16="http://schemas.microsoft.com/office/drawing/2014/main" id="{123D49FD-7D08-B64E-AF2E-0D2589B38B2E}"/>
                </a:ext>
              </a:extLst>
            </p:cNvPr>
            <p:cNvSpPr/>
            <p:nvPr/>
          </p:nvSpPr>
          <p:spPr>
            <a:xfrm rot="18535560">
              <a:off x="6221603" y="646022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85" name="Oval 1984">
              <a:extLst>
                <a:ext uri="{FF2B5EF4-FFF2-40B4-BE49-F238E27FC236}">
                  <a16:creationId xmlns:a16="http://schemas.microsoft.com/office/drawing/2014/main" id="{D1EF0CEF-DB1B-654E-9C2A-BC5CA1DC6324}"/>
                </a:ext>
              </a:extLst>
            </p:cNvPr>
            <p:cNvSpPr/>
            <p:nvPr/>
          </p:nvSpPr>
          <p:spPr>
            <a:xfrm rot="18535560">
              <a:off x="6244400" y="64282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86" name="Oval 1985">
              <a:extLst>
                <a:ext uri="{FF2B5EF4-FFF2-40B4-BE49-F238E27FC236}">
                  <a16:creationId xmlns:a16="http://schemas.microsoft.com/office/drawing/2014/main" id="{5999AF89-4B2C-E24A-9D83-B210A6A6BEF0}"/>
                </a:ext>
              </a:extLst>
            </p:cNvPr>
            <p:cNvSpPr/>
            <p:nvPr/>
          </p:nvSpPr>
          <p:spPr>
            <a:xfrm rot="4135560">
              <a:off x="6181014" y="65483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87" name="Oval 1986">
              <a:extLst>
                <a:ext uri="{FF2B5EF4-FFF2-40B4-BE49-F238E27FC236}">
                  <a16:creationId xmlns:a16="http://schemas.microsoft.com/office/drawing/2014/main" id="{EEB4A591-ACF7-EE41-9EB8-70588404B661}"/>
                </a:ext>
              </a:extLst>
            </p:cNvPr>
            <p:cNvSpPr/>
            <p:nvPr/>
          </p:nvSpPr>
          <p:spPr>
            <a:xfrm rot="4135560">
              <a:off x="6204250" y="651958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88" name="Oval 1987">
              <a:extLst>
                <a:ext uri="{FF2B5EF4-FFF2-40B4-BE49-F238E27FC236}">
                  <a16:creationId xmlns:a16="http://schemas.microsoft.com/office/drawing/2014/main" id="{9DFD2C5A-31AE-274B-82CF-EAEF993127CC}"/>
                </a:ext>
              </a:extLst>
            </p:cNvPr>
            <p:cNvSpPr/>
            <p:nvPr/>
          </p:nvSpPr>
          <p:spPr>
            <a:xfrm rot="4135560">
              <a:off x="6221953" y="649766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89" name="Oval 1988">
              <a:extLst>
                <a:ext uri="{FF2B5EF4-FFF2-40B4-BE49-F238E27FC236}">
                  <a16:creationId xmlns:a16="http://schemas.microsoft.com/office/drawing/2014/main" id="{1FC95647-095C-AA41-9A40-BAB7BFC0476F}"/>
                </a:ext>
              </a:extLst>
            </p:cNvPr>
            <p:cNvSpPr/>
            <p:nvPr/>
          </p:nvSpPr>
          <p:spPr>
            <a:xfrm rot="4135560">
              <a:off x="6245189" y="646889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90" name="Oval 1989">
              <a:extLst>
                <a:ext uri="{FF2B5EF4-FFF2-40B4-BE49-F238E27FC236}">
                  <a16:creationId xmlns:a16="http://schemas.microsoft.com/office/drawing/2014/main" id="{318380A9-BA65-C941-A14A-881FD918AB8F}"/>
                </a:ext>
              </a:extLst>
            </p:cNvPr>
            <p:cNvSpPr/>
            <p:nvPr/>
          </p:nvSpPr>
          <p:spPr>
            <a:xfrm rot="4135560">
              <a:off x="6264748" y="64428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91" name="Oval 1990">
              <a:extLst>
                <a:ext uri="{FF2B5EF4-FFF2-40B4-BE49-F238E27FC236}">
                  <a16:creationId xmlns:a16="http://schemas.microsoft.com/office/drawing/2014/main" id="{2703908D-7C37-4444-B5CA-43D4E8B1A7A5}"/>
                </a:ext>
              </a:extLst>
            </p:cNvPr>
            <p:cNvSpPr/>
            <p:nvPr/>
          </p:nvSpPr>
          <p:spPr>
            <a:xfrm rot="4135560">
              <a:off x="6201093" y="65589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92" name="Oval 1991">
              <a:extLst>
                <a:ext uri="{FF2B5EF4-FFF2-40B4-BE49-F238E27FC236}">
                  <a16:creationId xmlns:a16="http://schemas.microsoft.com/office/drawing/2014/main" id="{64294583-A3A6-2149-9361-693E5A3CF886}"/>
                </a:ext>
              </a:extLst>
            </p:cNvPr>
            <p:cNvSpPr/>
            <p:nvPr/>
          </p:nvSpPr>
          <p:spPr>
            <a:xfrm rot="4135560">
              <a:off x="6219236" y="654017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93" name="Oval 1992">
              <a:extLst>
                <a:ext uri="{FF2B5EF4-FFF2-40B4-BE49-F238E27FC236}">
                  <a16:creationId xmlns:a16="http://schemas.microsoft.com/office/drawing/2014/main" id="{6014FD6D-2463-374D-9456-8FA0583734CC}"/>
                </a:ext>
              </a:extLst>
            </p:cNvPr>
            <p:cNvSpPr/>
            <p:nvPr/>
          </p:nvSpPr>
          <p:spPr>
            <a:xfrm rot="4135560">
              <a:off x="6237411" y="651580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94" name="Oval 1993">
              <a:extLst>
                <a:ext uri="{FF2B5EF4-FFF2-40B4-BE49-F238E27FC236}">
                  <a16:creationId xmlns:a16="http://schemas.microsoft.com/office/drawing/2014/main" id="{ECAEDE70-4841-B745-9738-96D9E9F55585}"/>
                </a:ext>
              </a:extLst>
            </p:cNvPr>
            <p:cNvSpPr/>
            <p:nvPr/>
          </p:nvSpPr>
          <p:spPr>
            <a:xfrm rot="4135560">
              <a:off x="6262030" y="648532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95" name="Oval 1994">
              <a:extLst>
                <a:ext uri="{FF2B5EF4-FFF2-40B4-BE49-F238E27FC236}">
                  <a16:creationId xmlns:a16="http://schemas.microsoft.com/office/drawing/2014/main" id="{5879AEFC-665E-144E-A76D-839CD03069AC}"/>
                </a:ext>
              </a:extLst>
            </p:cNvPr>
            <p:cNvSpPr/>
            <p:nvPr/>
          </p:nvSpPr>
          <p:spPr>
            <a:xfrm rot="4135560">
              <a:off x="6284827" y="645336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96" name="Oval 1995">
              <a:extLst>
                <a:ext uri="{FF2B5EF4-FFF2-40B4-BE49-F238E27FC236}">
                  <a16:creationId xmlns:a16="http://schemas.microsoft.com/office/drawing/2014/main" id="{266EBAE2-C57E-9B4B-B200-E46F2152707C}"/>
                </a:ext>
              </a:extLst>
            </p:cNvPr>
            <p:cNvSpPr/>
            <p:nvPr/>
          </p:nvSpPr>
          <p:spPr>
            <a:xfrm rot="18535560">
              <a:off x="6207334" y="657853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97" name="Oval 1996">
              <a:extLst>
                <a:ext uri="{FF2B5EF4-FFF2-40B4-BE49-F238E27FC236}">
                  <a16:creationId xmlns:a16="http://schemas.microsoft.com/office/drawing/2014/main" id="{E2FCEA50-1BA1-7E42-89F5-77EAFB9FB986}"/>
                </a:ext>
              </a:extLst>
            </p:cNvPr>
            <p:cNvSpPr/>
            <p:nvPr/>
          </p:nvSpPr>
          <p:spPr>
            <a:xfrm rot="18535560">
              <a:off x="6230570" y="65497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98" name="Oval 1997">
              <a:extLst>
                <a:ext uri="{FF2B5EF4-FFF2-40B4-BE49-F238E27FC236}">
                  <a16:creationId xmlns:a16="http://schemas.microsoft.com/office/drawing/2014/main" id="{A90079C6-7563-FD41-828F-163CD1BD8443}"/>
                </a:ext>
              </a:extLst>
            </p:cNvPr>
            <p:cNvSpPr/>
            <p:nvPr/>
          </p:nvSpPr>
          <p:spPr>
            <a:xfrm rot="18535560">
              <a:off x="6248274" y="65278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99" name="Oval 1998">
              <a:extLst>
                <a:ext uri="{FF2B5EF4-FFF2-40B4-BE49-F238E27FC236}">
                  <a16:creationId xmlns:a16="http://schemas.microsoft.com/office/drawing/2014/main" id="{0FE60D8B-1337-9949-946E-BF43D1A8120D}"/>
                </a:ext>
              </a:extLst>
            </p:cNvPr>
            <p:cNvSpPr/>
            <p:nvPr/>
          </p:nvSpPr>
          <p:spPr>
            <a:xfrm rot="18535560">
              <a:off x="6271510" y="64990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00" name="Oval 1999">
              <a:extLst>
                <a:ext uri="{FF2B5EF4-FFF2-40B4-BE49-F238E27FC236}">
                  <a16:creationId xmlns:a16="http://schemas.microsoft.com/office/drawing/2014/main" id="{8D6C9882-CAE5-E944-A7F6-57C4B8200DF9}"/>
                </a:ext>
              </a:extLst>
            </p:cNvPr>
            <p:cNvSpPr/>
            <p:nvPr/>
          </p:nvSpPr>
          <p:spPr>
            <a:xfrm rot="18535560">
              <a:off x="6291069" y="64729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01" name="Oval 2000">
              <a:extLst>
                <a:ext uri="{FF2B5EF4-FFF2-40B4-BE49-F238E27FC236}">
                  <a16:creationId xmlns:a16="http://schemas.microsoft.com/office/drawing/2014/main" id="{3F3B33AA-C4CA-9042-8150-E1E26E0ED1F3}"/>
                </a:ext>
              </a:extLst>
            </p:cNvPr>
            <p:cNvSpPr/>
            <p:nvPr/>
          </p:nvSpPr>
          <p:spPr>
            <a:xfrm rot="18535560">
              <a:off x="6227413" y="65890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02" name="Oval 2001">
              <a:extLst>
                <a:ext uri="{FF2B5EF4-FFF2-40B4-BE49-F238E27FC236}">
                  <a16:creationId xmlns:a16="http://schemas.microsoft.com/office/drawing/2014/main" id="{A61D42C2-C963-B040-A400-FACBC81737CB}"/>
                </a:ext>
              </a:extLst>
            </p:cNvPr>
            <p:cNvSpPr/>
            <p:nvPr/>
          </p:nvSpPr>
          <p:spPr>
            <a:xfrm rot="18535560">
              <a:off x="6245557" y="65703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03" name="Oval 2002">
              <a:extLst>
                <a:ext uri="{FF2B5EF4-FFF2-40B4-BE49-F238E27FC236}">
                  <a16:creationId xmlns:a16="http://schemas.microsoft.com/office/drawing/2014/main" id="{A4DB0EE7-B2FC-A54B-96D2-C6659E60759F}"/>
                </a:ext>
              </a:extLst>
            </p:cNvPr>
            <p:cNvSpPr/>
            <p:nvPr/>
          </p:nvSpPr>
          <p:spPr>
            <a:xfrm rot="18535560">
              <a:off x="6263731" y="654599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04" name="Oval 2003">
              <a:extLst>
                <a:ext uri="{FF2B5EF4-FFF2-40B4-BE49-F238E27FC236}">
                  <a16:creationId xmlns:a16="http://schemas.microsoft.com/office/drawing/2014/main" id="{ADA6AA07-AC92-7B42-8125-3E67316EF047}"/>
                </a:ext>
              </a:extLst>
            </p:cNvPr>
            <p:cNvSpPr/>
            <p:nvPr/>
          </p:nvSpPr>
          <p:spPr>
            <a:xfrm rot="18535560">
              <a:off x="6288350" y="65155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05" name="Oval 2004">
              <a:extLst>
                <a:ext uri="{FF2B5EF4-FFF2-40B4-BE49-F238E27FC236}">
                  <a16:creationId xmlns:a16="http://schemas.microsoft.com/office/drawing/2014/main" id="{E70E1268-DB92-E248-BE69-4C840E62153D}"/>
                </a:ext>
              </a:extLst>
            </p:cNvPr>
            <p:cNvSpPr/>
            <p:nvPr/>
          </p:nvSpPr>
          <p:spPr>
            <a:xfrm rot="18535560">
              <a:off x="6311148" y="648355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06" name="Oval 2005">
              <a:extLst>
                <a:ext uri="{FF2B5EF4-FFF2-40B4-BE49-F238E27FC236}">
                  <a16:creationId xmlns:a16="http://schemas.microsoft.com/office/drawing/2014/main" id="{AE8FA071-E3F3-644D-B977-C61DD7A9C9C1}"/>
                </a:ext>
              </a:extLst>
            </p:cNvPr>
            <p:cNvSpPr/>
            <p:nvPr/>
          </p:nvSpPr>
          <p:spPr>
            <a:xfrm rot="18535560">
              <a:off x="6253824" y="65974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07" name="Oval 2006">
              <a:extLst>
                <a:ext uri="{FF2B5EF4-FFF2-40B4-BE49-F238E27FC236}">
                  <a16:creationId xmlns:a16="http://schemas.microsoft.com/office/drawing/2014/main" id="{547119CF-74A2-0E4C-BBB6-F8EDF554D0E9}"/>
                </a:ext>
              </a:extLst>
            </p:cNvPr>
            <p:cNvSpPr/>
            <p:nvPr/>
          </p:nvSpPr>
          <p:spPr>
            <a:xfrm rot="18535560">
              <a:off x="6277060" y="656863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08" name="Oval 2007">
              <a:extLst>
                <a:ext uri="{FF2B5EF4-FFF2-40B4-BE49-F238E27FC236}">
                  <a16:creationId xmlns:a16="http://schemas.microsoft.com/office/drawing/2014/main" id="{38383D78-B736-754B-BFD0-D576FDABCB3F}"/>
                </a:ext>
              </a:extLst>
            </p:cNvPr>
            <p:cNvSpPr/>
            <p:nvPr/>
          </p:nvSpPr>
          <p:spPr>
            <a:xfrm rot="18535560">
              <a:off x="6294763" y="654671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09" name="Oval 2008">
              <a:extLst>
                <a:ext uri="{FF2B5EF4-FFF2-40B4-BE49-F238E27FC236}">
                  <a16:creationId xmlns:a16="http://schemas.microsoft.com/office/drawing/2014/main" id="{00DAEED2-A0F7-5547-B8DA-171087D0B3A4}"/>
                </a:ext>
              </a:extLst>
            </p:cNvPr>
            <p:cNvSpPr/>
            <p:nvPr/>
          </p:nvSpPr>
          <p:spPr>
            <a:xfrm rot="18535560">
              <a:off x="6317999" y="65179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10" name="Oval 2009">
              <a:extLst>
                <a:ext uri="{FF2B5EF4-FFF2-40B4-BE49-F238E27FC236}">
                  <a16:creationId xmlns:a16="http://schemas.microsoft.com/office/drawing/2014/main" id="{A2503FFB-7A39-754F-8A73-E8924610A52B}"/>
                </a:ext>
              </a:extLst>
            </p:cNvPr>
            <p:cNvSpPr/>
            <p:nvPr/>
          </p:nvSpPr>
          <p:spPr>
            <a:xfrm rot="18535560">
              <a:off x="6337558" y="6491866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11" name="Oval 2010">
              <a:extLst>
                <a:ext uri="{FF2B5EF4-FFF2-40B4-BE49-F238E27FC236}">
                  <a16:creationId xmlns:a16="http://schemas.microsoft.com/office/drawing/2014/main" id="{FCE246EC-B260-8143-8D80-1DFB254D03E6}"/>
                </a:ext>
              </a:extLst>
            </p:cNvPr>
            <p:cNvSpPr/>
            <p:nvPr/>
          </p:nvSpPr>
          <p:spPr>
            <a:xfrm rot="18535560">
              <a:off x="6273902" y="660796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12" name="Oval 2011">
              <a:extLst>
                <a:ext uri="{FF2B5EF4-FFF2-40B4-BE49-F238E27FC236}">
                  <a16:creationId xmlns:a16="http://schemas.microsoft.com/office/drawing/2014/main" id="{19C35B6B-AF08-6148-BA25-AEC13CE90469}"/>
                </a:ext>
              </a:extLst>
            </p:cNvPr>
            <p:cNvSpPr/>
            <p:nvPr/>
          </p:nvSpPr>
          <p:spPr>
            <a:xfrm rot="18535560">
              <a:off x="6292046" y="658923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13" name="Oval 2012">
              <a:extLst>
                <a:ext uri="{FF2B5EF4-FFF2-40B4-BE49-F238E27FC236}">
                  <a16:creationId xmlns:a16="http://schemas.microsoft.com/office/drawing/2014/main" id="{F531701E-E978-D748-AC1F-450FBA7E4E62}"/>
                </a:ext>
              </a:extLst>
            </p:cNvPr>
            <p:cNvSpPr/>
            <p:nvPr/>
          </p:nvSpPr>
          <p:spPr>
            <a:xfrm rot="18535560">
              <a:off x="6310221" y="65648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14" name="Oval 2013">
              <a:extLst>
                <a:ext uri="{FF2B5EF4-FFF2-40B4-BE49-F238E27FC236}">
                  <a16:creationId xmlns:a16="http://schemas.microsoft.com/office/drawing/2014/main" id="{592CAFB2-FD49-CB4D-86F5-AAD25EE91A2C}"/>
                </a:ext>
              </a:extLst>
            </p:cNvPr>
            <p:cNvSpPr/>
            <p:nvPr/>
          </p:nvSpPr>
          <p:spPr>
            <a:xfrm rot="18535560">
              <a:off x="6334840" y="653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15" name="Oval 2014">
              <a:extLst>
                <a:ext uri="{FF2B5EF4-FFF2-40B4-BE49-F238E27FC236}">
                  <a16:creationId xmlns:a16="http://schemas.microsoft.com/office/drawing/2014/main" id="{CEC0425E-C9E8-9A4B-8BF9-DAA90D0D6A77}"/>
                </a:ext>
              </a:extLst>
            </p:cNvPr>
            <p:cNvSpPr/>
            <p:nvPr/>
          </p:nvSpPr>
          <p:spPr>
            <a:xfrm rot="18535560">
              <a:off x="6357637" y="6502425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16" name="Oval 2015">
              <a:extLst>
                <a:ext uri="{FF2B5EF4-FFF2-40B4-BE49-F238E27FC236}">
                  <a16:creationId xmlns:a16="http://schemas.microsoft.com/office/drawing/2014/main" id="{1C998B7D-C04D-1A44-8A0D-411AAC57DB99}"/>
                </a:ext>
              </a:extLst>
            </p:cNvPr>
            <p:cNvSpPr/>
            <p:nvPr/>
          </p:nvSpPr>
          <p:spPr>
            <a:xfrm rot="4135560">
              <a:off x="6294251" y="662250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17" name="Oval 2016">
              <a:extLst>
                <a:ext uri="{FF2B5EF4-FFF2-40B4-BE49-F238E27FC236}">
                  <a16:creationId xmlns:a16="http://schemas.microsoft.com/office/drawing/2014/main" id="{495F1882-9344-5846-A9D0-31DBB1A8399F}"/>
                </a:ext>
              </a:extLst>
            </p:cNvPr>
            <p:cNvSpPr/>
            <p:nvPr/>
          </p:nvSpPr>
          <p:spPr>
            <a:xfrm rot="4135560">
              <a:off x="6317487" y="659373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18" name="Oval 2017">
              <a:extLst>
                <a:ext uri="{FF2B5EF4-FFF2-40B4-BE49-F238E27FC236}">
                  <a16:creationId xmlns:a16="http://schemas.microsoft.com/office/drawing/2014/main" id="{4DC9F226-8963-1040-90A0-466804E93A79}"/>
                </a:ext>
              </a:extLst>
            </p:cNvPr>
            <p:cNvSpPr/>
            <p:nvPr/>
          </p:nvSpPr>
          <p:spPr>
            <a:xfrm rot="4135560">
              <a:off x="6335190" y="657181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19" name="Oval 2018">
              <a:extLst>
                <a:ext uri="{FF2B5EF4-FFF2-40B4-BE49-F238E27FC236}">
                  <a16:creationId xmlns:a16="http://schemas.microsoft.com/office/drawing/2014/main" id="{993D8EDD-3815-444E-AA0B-EA5C7F065A1D}"/>
                </a:ext>
              </a:extLst>
            </p:cNvPr>
            <p:cNvSpPr/>
            <p:nvPr/>
          </p:nvSpPr>
          <p:spPr>
            <a:xfrm rot="4135560">
              <a:off x="6314330" y="663306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20" name="Oval 2019">
              <a:extLst>
                <a:ext uri="{FF2B5EF4-FFF2-40B4-BE49-F238E27FC236}">
                  <a16:creationId xmlns:a16="http://schemas.microsoft.com/office/drawing/2014/main" id="{1D6BE531-1D0D-274A-9E9E-68A05BB2B474}"/>
                </a:ext>
              </a:extLst>
            </p:cNvPr>
            <p:cNvSpPr/>
            <p:nvPr/>
          </p:nvSpPr>
          <p:spPr>
            <a:xfrm rot="4135560">
              <a:off x="6332473" y="661433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21" name="Oval 2020">
              <a:extLst>
                <a:ext uri="{FF2B5EF4-FFF2-40B4-BE49-F238E27FC236}">
                  <a16:creationId xmlns:a16="http://schemas.microsoft.com/office/drawing/2014/main" id="{1063B5DB-D8D9-F347-9B1B-DEF1597EF0B2}"/>
                </a:ext>
              </a:extLst>
            </p:cNvPr>
            <p:cNvSpPr/>
            <p:nvPr/>
          </p:nvSpPr>
          <p:spPr>
            <a:xfrm rot="4135560">
              <a:off x="6350648" y="658996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22" name="Oval 2021">
              <a:extLst>
                <a:ext uri="{FF2B5EF4-FFF2-40B4-BE49-F238E27FC236}">
                  <a16:creationId xmlns:a16="http://schemas.microsoft.com/office/drawing/2014/main" id="{8AB1DC39-2F8A-5A4D-BC20-4F80FC6BD342}"/>
                </a:ext>
              </a:extLst>
            </p:cNvPr>
            <p:cNvSpPr/>
            <p:nvPr/>
          </p:nvSpPr>
          <p:spPr>
            <a:xfrm rot="11852637">
              <a:off x="6333490" y="664684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23" name="Oval 2022">
              <a:extLst>
                <a:ext uri="{FF2B5EF4-FFF2-40B4-BE49-F238E27FC236}">
                  <a16:creationId xmlns:a16="http://schemas.microsoft.com/office/drawing/2014/main" id="{2CAE0481-6051-9545-9C1A-22C997425287}"/>
                </a:ext>
              </a:extLst>
            </p:cNvPr>
            <p:cNvSpPr/>
            <p:nvPr/>
          </p:nvSpPr>
          <p:spPr>
            <a:xfrm rot="11852637">
              <a:off x="6356726" y="661807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24" name="Oval 2023">
              <a:extLst>
                <a:ext uri="{FF2B5EF4-FFF2-40B4-BE49-F238E27FC236}">
                  <a16:creationId xmlns:a16="http://schemas.microsoft.com/office/drawing/2014/main" id="{6B68062D-BDAB-844F-A754-6050FB8557E7}"/>
                </a:ext>
              </a:extLst>
            </p:cNvPr>
            <p:cNvSpPr/>
            <p:nvPr/>
          </p:nvSpPr>
          <p:spPr>
            <a:xfrm rot="11852637">
              <a:off x="6374430" y="65961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25" name="Oval 2024">
              <a:extLst>
                <a:ext uri="{FF2B5EF4-FFF2-40B4-BE49-F238E27FC236}">
                  <a16:creationId xmlns:a16="http://schemas.microsoft.com/office/drawing/2014/main" id="{DF9E3D12-C2E3-874A-B122-E75A39F7A55D}"/>
                </a:ext>
              </a:extLst>
            </p:cNvPr>
            <p:cNvSpPr/>
            <p:nvPr/>
          </p:nvSpPr>
          <p:spPr>
            <a:xfrm rot="11852637">
              <a:off x="6353569" y="665739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26" name="Oval 2025">
              <a:extLst>
                <a:ext uri="{FF2B5EF4-FFF2-40B4-BE49-F238E27FC236}">
                  <a16:creationId xmlns:a16="http://schemas.microsoft.com/office/drawing/2014/main" id="{297EA631-A894-1C47-9946-B8C18C8608A6}"/>
                </a:ext>
              </a:extLst>
            </p:cNvPr>
            <p:cNvSpPr/>
            <p:nvPr/>
          </p:nvSpPr>
          <p:spPr>
            <a:xfrm rot="11852637">
              <a:off x="6371713" y="6638662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27" name="Oval 2026">
              <a:extLst>
                <a:ext uri="{FF2B5EF4-FFF2-40B4-BE49-F238E27FC236}">
                  <a16:creationId xmlns:a16="http://schemas.microsoft.com/office/drawing/2014/main" id="{BDC890BC-ED5D-1441-B8D3-68F8D90A001E}"/>
                </a:ext>
              </a:extLst>
            </p:cNvPr>
            <p:cNvSpPr/>
            <p:nvPr/>
          </p:nvSpPr>
          <p:spPr>
            <a:xfrm rot="11852637">
              <a:off x="6389887" y="6614295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28" name="Oval 2027">
              <a:extLst>
                <a:ext uri="{FF2B5EF4-FFF2-40B4-BE49-F238E27FC236}">
                  <a16:creationId xmlns:a16="http://schemas.microsoft.com/office/drawing/2014/main" id="{9568C2C3-6D35-D24F-8AD6-97918E809FD7}"/>
                </a:ext>
              </a:extLst>
            </p:cNvPr>
            <p:cNvSpPr/>
            <p:nvPr/>
          </p:nvSpPr>
          <p:spPr>
            <a:xfrm rot="11852637">
              <a:off x="6379980" y="666571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29" name="Oval 2028">
              <a:extLst>
                <a:ext uri="{FF2B5EF4-FFF2-40B4-BE49-F238E27FC236}">
                  <a16:creationId xmlns:a16="http://schemas.microsoft.com/office/drawing/2014/main" id="{CA33272E-F974-E442-BAB2-61CAC441EC2A}"/>
                </a:ext>
              </a:extLst>
            </p:cNvPr>
            <p:cNvSpPr/>
            <p:nvPr/>
          </p:nvSpPr>
          <p:spPr>
            <a:xfrm rot="11852637">
              <a:off x="6403216" y="663694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30" name="Oval 2029">
              <a:extLst>
                <a:ext uri="{FF2B5EF4-FFF2-40B4-BE49-F238E27FC236}">
                  <a16:creationId xmlns:a16="http://schemas.microsoft.com/office/drawing/2014/main" id="{6390B0C4-73BA-4B46-8871-064138DCEF5E}"/>
                </a:ext>
              </a:extLst>
            </p:cNvPr>
            <p:cNvSpPr/>
            <p:nvPr/>
          </p:nvSpPr>
          <p:spPr>
            <a:xfrm rot="11852637">
              <a:off x="6400059" y="667626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31" name="Oval 2030">
              <a:extLst>
                <a:ext uri="{FF2B5EF4-FFF2-40B4-BE49-F238E27FC236}">
                  <a16:creationId xmlns:a16="http://schemas.microsoft.com/office/drawing/2014/main" id="{EE8F9BC4-A6F9-2843-818E-752AC6124583}"/>
                </a:ext>
              </a:extLst>
            </p:cNvPr>
            <p:cNvSpPr/>
            <p:nvPr/>
          </p:nvSpPr>
          <p:spPr>
            <a:xfrm rot="11852637">
              <a:off x="6418202" y="665753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32" name="Freeform 2031">
              <a:extLst>
                <a:ext uri="{FF2B5EF4-FFF2-40B4-BE49-F238E27FC236}">
                  <a16:creationId xmlns:a16="http://schemas.microsoft.com/office/drawing/2014/main" id="{16E0BF66-E90E-1A41-8E26-3309558CF4C9}"/>
                </a:ext>
              </a:extLst>
            </p:cNvPr>
            <p:cNvSpPr/>
            <p:nvPr/>
          </p:nvSpPr>
          <p:spPr>
            <a:xfrm rot="18535560">
              <a:off x="6045401" y="6304373"/>
              <a:ext cx="235075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33" name="Freeform 2032">
              <a:extLst>
                <a:ext uri="{FF2B5EF4-FFF2-40B4-BE49-F238E27FC236}">
                  <a16:creationId xmlns:a16="http://schemas.microsoft.com/office/drawing/2014/main" id="{F2485AF9-BCAC-514E-8F96-732B9966C557}"/>
                </a:ext>
              </a:extLst>
            </p:cNvPr>
            <p:cNvSpPr/>
            <p:nvPr/>
          </p:nvSpPr>
          <p:spPr>
            <a:xfrm rot="18535560" flipH="1">
              <a:off x="6160015" y="6157256"/>
              <a:ext cx="227078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034" name="Group 2033">
            <a:extLst>
              <a:ext uri="{FF2B5EF4-FFF2-40B4-BE49-F238E27FC236}">
                <a16:creationId xmlns:a16="http://schemas.microsoft.com/office/drawing/2014/main" id="{2CE337B7-39A3-FC45-ACB3-55AC611B0421}"/>
              </a:ext>
            </a:extLst>
          </p:cNvPr>
          <p:cNvGrpSpPr/>
          <p:nvPr/>
        </p:nvGrpSpPr>
        <p:grpSpPr>
          <a:xfrm>
            <a:off x="8011409" y="5099136"/>
            <a:ext cx="1023378" cy="764553"/>
            <a:chOff x="8011409" y="5099136"/>
            <a:chExt cx="1023378" cy="764553"/>
          </a:xfrm>
        </p:grpSpPr>
        <p:grpSp>
          <p:nvGrpSpPr>
            <p:cNvPr id="2035" name="Group 2034">
              <a:extLst>
                <a:ext uri="{FF2B5EF4-FFF2-40B4-BE49-F238E27FC236}">
                  <a16:creationId xmlns:a16="http://schemas.microsoft.com/office/drawing/2014/main" id="{7FAA29A5-6AAC-304E-8A06-4A1595A41441}"/>
                </a:ext>
              </a:extLst>
            </p:cNvPr>
            <p:cNvGrpSpPr/>
            <p:nvPr/>
          </p:nvGrpSpPr>
          <p:grpSpPr>
            <a:xfrm rot="1489317">
              <a:off x="8011409" y="5182745"/>
              <a:ext cx="561574" cy="394357"/>
              <a:chOff x="5871652" y="6279397"/>
              <a:chExt cx="686823" cy="439136"/>
            </a:xfrm>
          </p:grpSpPr>
          <p:sp>
            <p:nvSpPr>
              <p:cNvPr id="2406" name="Freeform 2405">
                <a:extLst>
                  <a:ext uri="{FF2B5EF4-FFF2-40B4-BE49-F238E27FC236}">
                    <a16:creationId xmlns:a16="http://schemas.microsoft.com/office/drawing/2014/main" id="{F9DEE223-86CA-0E40-9DC9-43FEB4B14F81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07" name="Freeform 2406">
                <a:extLst>
                  <a:ext uri="{FF2B5EF4-FFF2-40B4-BE49-F238E27FC236}">
                    <a16:creationId xmlns:a16="http://schemas.microsoft.com/office/drawing/2014/main" id="{655704EF-B5A7-7745-94DD-696AB40056AB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8" name="Freeform 2407">
                <a:extLst>
                  <a:ext uri="{FF2B5EF4-FFF2-40B4-BE49-F238E27FC236}">
                    <a16:creationId xmlns:a16="http://schemas.microsoft.com/office/drawing/2014/main" id="{72F2B2EF-FB2A-694C-A8A6-8DD931B78EB4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09" name="Rectangle 2408">
                <a:extLst>
                  <a:ext uri="{FF2B5EF4-FFF2-40B4-BE49-F238E27FC236}">
                    <a16:creationId xmlns:a16="http://schemas.microsoft.com/office/drawing/2014/main" id="{C68A8B5A-BCFB-EC45-8736-32289DD36947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2410" name="Oval 2409">
                <a:extLst>
                  <a:ext uri="{FF2B5EF4-FFF2-40B4-BE49-F238E27FC236}">
                    <a16:creationId xmlns:a16="http://schemas.microsoft.com/office/drawing/2014/main" id="{2C119EA4-CE63-C24F-B3B3-07B5108BC9E8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11" name="Oval 2410">
                <a:extLst>
                  <a:ext uri="{FF2B5EF4-FFF2-40B4-BE49-F238E27FC236}">
                    <a16:creationId xmlns:a16="http://schemas.microsoft.com/office/drawing/2014/main" id="{EB5FF860-7157-D74A-95BA-71FE3436EF8D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12" name="Oval 2411">
                <a:extLst>
                  <a:ext uri="{FF2B5EF4-FFF2-40B4-BE49-F238E27FC236}">
                    <a16:creationId xmlns:a16="http://schemas.microsoft.com/office/drawing/2014/main" id="{6C38AB5C-54C4-8D4F-B6D6-5A1D0C92F099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13" name="Oval 2412">
                <a:extLst>
                  <a:ext uri="{FF2B5EF4-FFF2-40B4-BE49-F238E27FC236}">
                    <a16:creationId xmlns:a16="http://schemas.microsoft.com/office/drawing/2014/main" id="{18FB3E1D-4C06-E343-8D00-B30A63F51A92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14" name="Oval 2413">
                <a:extLst>
                  <a:ext uri="{FF2B5EF4-FFF2-40B4-BE49-F238E27FC236}">
                    <a16:creationId xmlns:a16="http://schemas.microsoft.com/office/drawing/2014/main" id="{7AF20C9A-9A2C-3147-A214-6669A8BB23F8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15" name="Oval 2414">
                <a:extLst>
                  <a:ext uri="{FF2B5EF4-FFF2-40B4-BE49-F238E27FC236}">
                    <a16:creationId xmlns:a16="http://schemas.microsoft.com/office/drawing/2014/main" id="{EE1A13C4-F1C9-114B-B94B-EC2D30099C82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16" name="Oval 2415">
                <a:extLst>
                  <a:ext uri="{FF2B5EF4-FFF2-40B4-BE49-F238E27FC236}">
                    <a16:creationId xmlns:a16="http://schemas.microsoft.com/office/drawing/2014/main" id="{FBFF3321-F82B-2C4D-A8CE-41330CCC417D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17" name="Oval 2416">
                <a:extLst>
                  <a:ext uri="{FF2B5EF4-FFF2-40B4-BE49-F238E27FC236}">
                    <a16:creationId xmlns:a16="http://schemas.microsoft.com/office/drawing/2014/main" id="{4BEB1E31-5021-A547-962B-E43FEFE1D006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18" name="Oval 2417">
                <a:extLst>
                  <a:ext uri="{FF2B5EF4-FFF2-40B4-BE49-F238E27FC236}">
                    <a16:creationId xmlns:a16="http://schemas.microsoft.com/office/drawing/2014/main" id="{2B730BA8-6943-3342-8714-5CC015AA8313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19" name="Oval 2418">
                <a:extLst>
                  <a:ext uri="{FF2B5EF4-FFF2-40B4-BE49-F238E27FC236}">
                    <a16:creationId xmlns:a16="http://schemas.microsoft.com/office/drawing/2014/main" id="{647C1FCC-5B7B-5543-B459-C3120C44AB76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20" name="Oval 2419">
                <a:extLst>
                  <a:ext uri="{FF2B5EF4-FFF2-40B4-BE49-F238E27FC236}">
                    <a16:creationId xmlns:a16="http://schemas.microsoft.com/office/drawing/2014/main" id="{108449E7-9CAA-C24F-8C4A-F9E8643E9286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21" name="Oval 2420">
                <a:extLst>
                  <a:ext uri="{FF2B5EF4-FFF2-40B4-BE49-F238E27FC236}">
                    <a16:creationId xmlns:a16="http://schemas.microsoft.com/office/drawing/2014/main" id="{09D30E26-046F-E54D-BF5B-47E738772785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22" name="Oval 2421">
                <a:extLst>
                  <a:ext uri="{FF2B5EF4-FFF2-40B4-BE49-F238E27FC236}">
                    <a16:creationId xmlns:a16="http://schemas.microsoft.com/office/drawing/2014/main" id="{D42EF64F-6890-2440-8C87-46B82BF9421A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23" name="Oval 2422">
                <a:extLst>
                  <a:ext uri="{FF2B5EF4-FFF2-40B4-BE49-F238E27FC236}">
                    <a16:creationId xmlns:a16="http://schemas.microsoft.com/office/drawing/2014/main" id="{3250FF8B-7D23-884E-BA5A-8683B2E6DCC3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24" name="Oval 2423">
                <a:extLst>
                  <a:ext uri="{FF2B5EF4-FFF2-40B4-BE49-F238E27FC236}">
                    <a16:creationId xmlns:a16="http://schemas.microsoft.com/office/drawing/2014/main" id="{88C3ABD8-CA71-CF4F-903A-A1C1D9907320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25" name="Oval 2424">
                <a:extLst>
                  <a:ext uri="{FF2B5EF4-FFF2-40B4-BE49-F238E27FC236}">
                    <a16:creationId xmlns:a16="http://schemas.microsoft.com/office/drawing/2014/main" id="{225E2D52-76F2-D749-9660-204985FD0C07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26" name="Oval 2425">
                <a:extLst>
                  <a:ext uri="{FF2B5EF4-FFF2-40B4-BE49-F238E27FC236}">
                    <a16:creationId xmlns:a16="http://schemas.microsoft.com/office/drawing/2014/main" id="{3B032F71-499A-5745-8810-269BB9F97984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27" name="Oval 2426">
                <a:extLst>
                  <a:ext uri="{FF2B5EF4-FFF2-40B4-BE49-F238E27FC236}">
                    <a16:creationId xmlns:a16="http://schemas.microsoft.com/office/drawing/2014/main" id="{DED4BDDA-15F5-2040-80AC-C0754434BBC9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28" name="Oval 2427">
                <a:extLst>
                  <a:ext uri="{FF2B5EF4-FFF2-40B4-BE49-F238E27FC236}">
                    <a16:creationId xmlns:a16="http://schemas.microsoft.com/office/drawing/2014/main" id="{378AD20E-F400-7E49-B662-BC1289BE6BE6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29" name="Oval 2428">
                <a:extLst>
                  <a:ext uri="{FF2B5EF4-FFF2-40B4-BE49-F238E27FC236}">
                    <a16:creationId xmlns:a16="http://schemas.microsoft.com/office/drawing/2014/main" id="{9B312D79-407E-044B-8FF7-1773A091DED3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30" name="Oval 2429">
                <a:extLst>
                  <a:ext uri="{FF2B5EF4-FFF2-40B4-BE49-F238E27FC236}">
                    <a16:creationId xmlns:a16="http://schemas.microsoft.com/office/drawing/2014/main" id="{B648BFED-2F30-1A49-9836-10C52A9DC5E2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31" name="Oval 2430">
                <a:extLst>
                  <a:ext uri="{FF2B5EF4-FFF2-40B4-BE49-F238E27FC236}">
                    <a16:creationId xmlns:a16="http://schemas.microsoft.com/office/drawing/2014/main" id="{0E3FCCB7-AB3C-2D47-A956-27AFED3C49CD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32" name="Oval 2431">
                <a:extLst>
                  <a:ext uri="{FF2B5EF4-FFF2-40B4-BE49-F238E27FC236}">
                    <a16:creationId xmlns:a16="http://schemas.microsoft.com/office/drawing/2014/main" id="{AE52D72C-DB02-5C4C-AE74-026E92A7A02F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33" name="Oval 2432">
                <a:extLst>
                  <a:ext uri="{FF2B5EF4-FFF2-40B4-BE49-F238E27FC236}">
                    <a16:creationId xmlns:a16="http://schemas.microsoft.com/office/drawing/2014/main" id="{66565C9A-D5FE-2548-A492-9D2042636E11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34" name="Oval 2433">
                <a:extLst>
                  <a:ext uri="{FF2B5EF4-FFF2-40B4-BE49-F238E27FC236}">
                    <a16:creationId xmlns:a16="http://schemas.microsoft.com/office/drawing/2014/main" id="{6B8C9614-B272-514F-B576-4B1572642D4E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35" name="Oval 2434">
                <a:extLst>
                  <a:ext uri="{FF2B5EF4-FFF2-40B4-BE49-F238E27FC236}">
                    <a16:creationId xmlns:a16="http://schemas.microsoft.com/office/drawing/2014/main" id="{98E4F2EB-8B59-B940-A1A6-D1618F9E8C9B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36" name="Oval 2435">
                <a:extLst>
                  <a:ext uri="{FF2B5EF4-FFF2-40B4-BE49-F238E27FC236}">
                    <a16:creationId xmlns:a16="http://schemas.microsoft.com/office/drawing/2014/main" id="{D18A5FB0-9E5C-784D-BC24-4E18AFFE48FE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37" name="Oval 2436">
                <a:extLst>
                  <a:ext uri="{FF2B5EF4-FFF2-40B4-BE49-F238E27FC236}">
                    <a16:creationId xmlns:a16="http://schemas.microsoft.com/office/drawing/2014/main" id="{BE56B26E-DC0D-0F41-BE54-31B08F29957F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38" name="Oval 2437">
                <a:extLst>
                  <a:ext uri="{FF2B5EF4-FFF2-40B4-BE49-F238E27FC236}">
                    <a16:creationId xmlns:a16="http://schemas.microsoft.com/office/drawing/2014/main" id="{4B1ACEAA-E5B2-BA42-9A5D-4F42F967A7AD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39" name="Oval 2438">
                <a:extLst>
                  <a:ext uri="{FF2B5EF4-FFF2-40B4-BE49-F238E27FC236}">
                    <a16:creationId xmlns:a16="http://schemas.microsoft.com/office/drawing/2014/main" id="{3936C5CF-CBC8-904E-942C-A454B1DE2753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40" name="Oval 2439">
                <a:extLst>
                  <a:ext uri="{FF2B5EF4-FFF2-40B4-BE49-F238E27FC236}">
                    <a16:creationId xmlns:a16="http://schemas.microsoft.com/office/drawing/2014/main" id="{BF5E3CC6-0CB4-6742-B4AC-F912F82F3046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41" name="Oval 2440">
                <a:extLst>
                  <a:ext uri="{FF2B5EF4-FFF2-40B4-BE49-F238E27FC236}">
                    <a16:creationId xmlns:a16="http://schemas.microsoft.com/office/drawing/2014/main" id="{0AFC93EA-4DD0-1045-A69B-C910F13AFF0A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42" name="Oval 2441">
                <a:extLst>
                  <a:ext uri="{FF2B5EF4-FFF2-40B4-BE49-F238E27FC236}">
                    <a16:creationId xmlns:a16="http://schemas.microsoft.com/office/drawing/2014/main" id="{8D20912F-2CF2-0047-B84E-DFBE62B9BDC7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43" name="Oval 2442">
                <a:extLst>
                  <a:ext uri="{FF2B5EF4-FFF2-40B4-BE49-F238E27FC236}">
                    <a16:creationId xmlns:a16="http://schemas.microsoft.com/office/drawing/2014/main" id="{78D3CBB5-BDC6-E347-9889-E4D601736287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44" name="Oval 2443">
                <a:extLst>
                  <a:ext uri="{FF2B5EF4-FFF2-40B4-BE49-F238E27FC236}">
                    <a16:creationId xmlns:a16="http://schemas.microsoft.com/office/drawing/2014/main" id="{E3BF5AF9-73CA-E94C-A7C3-9FE73BFC5E54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45" name="Oval 2444">
                <a:extLst>
                  <a:ext uri="{FF2B5EF4-FFF2-40B4-BE49-F238E27FC236}">
                    <a16:creationId xmlns:a16="http://schemas.microsoft.com/office/drawing/2014/main" id="{E9355B43-898E-1B4C-8908-F931F4FE521E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46" name="Oval 2445">
                <a:extLst>
                  <a:ext uri="{FF2B5EF4-FFF2-40B4-BE49-F238E27FC236}">
                    <a16:creationId xmlns:a16="http://schemas.microsoft.com/office/drawing/2014/main" id="{99139569-3068-E141-957C-1B9CBF4B9114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47" name="Oval 2446">
                <a:extLst>
                  <a:ext uri="{FF2B5EF4-FFF2-40B4-BE49-F238E27FC236}">
                    <a16:creationId xmlns:a16="http://schemas.microsoft.com/office/drawing/2014/main" id="{0A53F595-E855-F347-BD91-0F6341EDBB6F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48" name="Oval 2447">
                <a:extLst>
                  <a:ext uri="{FF2B5EF4-FFF2-40B4-BE49-F238E27FC236}">
                    <a16:creationId xmlns:a16="http://schemas.microsoft.com/office/drawing/2014/main" id="{CDB17875-8D60-C442-B58F-CF8826363CEC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49" name="Oval 2448">
                <a:extLst>
                  <a:ext uri="{FF2B5EF4-FFF2-40B4-BE49-F238E27FC236}">
                    <a16:creationId xmlns:a16="http://schemas.microsoft.com/office/drawing/2014/main" id="{D8DB49F4-7638-DE48-9862-4E853095FF93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50" name="Oval 2449">
                <a:extLst>
                  <a:ext uri="{FF2B5EF4-FFF2-40B4-BE49-F238E27FC236}">
                    <a16:creationId xmlns:a16="http://schemas.microsoft.com/office/drawing/2014/main" id="{69FC5BB5-54A5-C347-8E36-6789A99E86DC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51" name="Oval 2450">
                <a:extLst>
                  <a:ext uri="{FF2B5EF4-FFF2-40B4-BE49-F238E27FC236}">
                    <a16:creationId xmlns:a16="http://schemas.microsoft.com/office/drawing/2014/main" id="{2F08B830-BBEE-8249-9996-866A9C3B468B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52" name="Oval 2451">
                <a:extLst>
                  <a:ext uri="{FF2B5EF4-FFF2-40B4-BE49-F238E27FC236}">
                    <a16:creationId xmlns:a16="http://schemas.microsoft.com/office/drawing/2014/main" id="{5A2D5FE4-317E-2F4F-87F2-8D762C820FAB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53" name="Oval 2452">
                <a:extLst>
                  <a:ext uri="{FF2B5EF4-FFF2-40B4-BE49-F238E27FC236}">
                    <a16:creationId xmlns:a16="http://schemas.microsoft.com/office/drawing/2014/main" id="{01126ED9-BC20-9146-A4DE-45DA8E28536D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54" name="Oval 2453">
                <a:extLst>
                  <a:ext uri="{FF2B5EF4-FFF2-40B4-BE49-F238E27FC236}">
                    <a16:creationId xmlns:a16="http://schemas.microsoft.com/office/drawing/2014/main" id="{161C783A-A445-B243-98A8-D3629D35CE95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55" name="Oval 2454">
                <a:extLst>
                  <a:ext uri="{FF2B5EF4-FFF2-40B4-BE49-F238E27FC236}">
                    <a16:creationId xmlns:a16="http://schemas.microsoft.com/office/drawing/2014/main" id="{968B9EC3-B945-A844-880B-EF4055CF8C5C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56" name="Oval 2455">
                <a:extLst>
                  <a:ext uri="{FF2B5EF4-FFF2-40B4-BE49-F238E27FC236}">
                    <a16:creationId xmlns:a16="http://schemas.microsoft.com/office/drawing/2014/main" id="{5A437ABC-34E3-C043-A85E-4A3B14F55F57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57" name="Oval 2456">
                <a:extLst>
                  <a:ext uri="{FF2B5EF4-FFF2-40B4-BE49-F238E27FC236}">
                    <a16:creationId xmlns:a16="http://schemas.microsoft.com/office/drawing/2014/main" id="{B9ACDAF1-343B-0B4E-AE11-FBC8519AA507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58" name="Oval 2457">
                <a:extLst>
                  <a:ext uri="{FF2B5EF4-FFF2-40B4-BE49-F238E27FC236}">
                    <a16:creationId xmlns:a16="http://schemas.microsoft.com/office/drawing/2014/main" id="{5CAD3E35-5874-A94F-AA71-93D705AA7767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59" name="Oval 2458">
                <a:extLst>
                  <a:ext uri="{FF2B5EF4-FFF2-40B4-BE49-F238E27FC236}">
                    <a16:creationId xmlns:a16="http://schemas.microsoft.com/office/drawing/2014/main" id="{E8B594B3-2E70-AB42-A265-937EF48697F5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60" name="Oval 2459">
                <a:extLst>
                  <a:ext uri="{FF2B5EF4-FFF2-40B4-BE49-F238E27FC236}">
                    <a16:creationId xmlns:a16="http://schemas.microsoft.com/office/drawing/2014/main" id="{00CED7F3-A4CA-A644-879D-DBB9CDDA74A2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61" name="Oval 2460">
                <a:extLst>
                  <a:ext uri="{FF2B5EF4-FFF2-40B4-BE49-F238E27FC236}">
                    <a16:creationId xmlns:a16="http://schemas.microsoft.com/office/drawing/2014/main" id="{9C6110FC-958A-EB46-90A1-9CD1BCB94167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62" name="Oval 2461">
                <a:extLst>
                  <a:ext uri="{FF2B5EF4-FFF2-40B4-BE49-F238E27FC236}">
                    <a16:creationId xmlns:a16="http://schemas.microsoft.com/office/drawing/2014/main" id="{139FC266-20CB-E241-A495-57CC7DE59552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63" name="Oval 2462">
                <a:extLst>
                  <a:ext uri="{FF2B5EF4-FFF2-40B4-BE49-F238E27FC236}">
                    <a16:creationId xmlns:a16="http://schemas.microsoft.com/office/drawing/2014/main" id="{2FFC3A99-B38D-B64B-9EB3-011C20C46C4D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64" name="Oval 2463">
                <a:extLst>
                  <a:ext uri="{FF2B5EF4-FFF2-40B4-BE49-F238E27FC236}">
                    <a16:creationId xmlns:a16="http://schemas.microsoft.com/office/drawing/2014/main" id="{9997E046-2664-8441-85A2-9B0D7C641FCD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65" name="Oval 2464">
                <a:extLst>
                  <a:ext uri="{FF2B5EF4-FFF2-40B4-BE49-F238E27FC236}">
                    <a16:creationId xmlns:a16="http://schemas.microsoft.com/office/drawing/2014/main" id="{5F71E4B0-E575-FE4B-BA55-B9BC92E2D0AA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66" name="Oval 2465">
                <a:extLst>
                  <a:ext uri="{FF2B5EF4-FFF2-40B4-BE49-F238E27FC236}">
                    <a16:creationId xmlns:a16="http://schemas.microsoft.com/office/drawing/2014/main" id="{4E825917-FC16-4C44-BB17-024B549FFF0B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67" name="Oval 2466">
                <a:extLst>
                  <a:ext uri="{FF2B5EF4-FFF2-40B4-BE49-F238E27FC236}">
                    <a16:creationId xmlns:a16="http://schemas.microsoft.com/office/drawing/2014/main" id="{228C198A-EAE8-404C-800F-204A569634C6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68" name="Oval 2467">
                <a:extLst>
                  <a:ext uri="{FF2B5EF4-FFF2-40B4-BE49-F238E27FC236}">
                    <a16:creationId xmlns:a16="http://schemas.microsoft.com/office/drawing/2014/main" id="{D71C81BE-0C0D-F146-8155-D12AB5AA8CC5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69" name="Oval 2468">
                <a:extLst>
                  <a:ext uri="{FF2B5EF4-FFF2-40B4-BE49-F238E27FC236}">
                    <a16:creationId xmlns:a16="http://schemas.microsoft.com/office/drawing/2014/main" id="{DFEFE220-7546-064C-8EB9-C1FE0F0965EB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70" name="Oval 2469">
                <a:extLst>
                  <a:ext uri="{FF2B5EF4-FFF2-40B4-BE49-F238E27FC236}">
                    <a16:creationId xmlns:a16="http://schemas.microsoft.com/office/drawing/2014/main" id="{0ECCBBC8-0A2D-4543-91B7-61A355316CAC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71" name="Oval 2470">
                <a:extLst>
                  <a:ext uri="{FF2B5EF4-FFF2-40B4-BE49-F238E27FC236}">
                    <a16:creationId xmlns:a16="http://schemas.microsoft.com/office/drawing/2014/main" id="{AD4AD5BC-A798-D34F-818D-BF6F24DBCA50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72" name="Oval 2471">
                <a:extLst>
                  <a:ext uri="{FF2B5EF4-FFF2-40B4-BE49-F238E27FC236}">
                    <a16:creationId xmlns:a16="http://schemas.microsoft.com/office/drawing/2014/main" id="{1E073C24-BFB0-7E45-AD63-E084EF829757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73" name="Oval 2472">
                <a:extLst>
                  <a:ext uri="{FF2B5EF4-FFF2-40B4-BE49-F238E27FC236}">
                    <a16:creationId xmlns:a16="http://schemas.microsoft.com/office/drawing/2014/main" id="{144CA9E8-E7DE-464F-96B9-5E77E69E1E33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74" name="Oval 2473">
                <a:extLst>
                  <a:ext uri="{FF2B5EF4-FFF2-40B4-BE49-F238E27FC236}">
                    <a16:creationId xmlns:a16="http://schemas.microsoft.com/office/drawing/2014/main" id="{BA506D9D-7507-8D4F-94AB-AD6BF09504FC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75" name="Oval 2474">
                <a:extLst>
                  <a:ext uri="{FF2B5EF4-FFF2-40B4-BE49-F238E27FC236}">
                    <a16:creationId xmlns:a16="http://schemas.microsoft.com/office/drawing/2014/main" id="{F25C368F-A730-3D49-AB5F-584E52818F13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76" name="Oval 2475">
                <a:extLst>
                  <a:ext uri="{FF2B5EF4-FFF2-40B4-BE49-F238E27FC236}">
                    <a16:creationId xmlns:a16="http://schemas.microsoft.com/office/drawing/2014/main" id="{CB2FDD9A-F4F4-C249-BAFE-DC0BC60AF5E2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77" name="Oval 2476">
                <a:extLst>
                  <a:ext uri="{FF2B5EF4-FFF2-40B4-BE49-F238E27FC236}">
                    <a16:creationId xmlns:a16="http://schemas.microsoft.com/office/drawing/2014/main" id="{6A3CC04F-1D88-AC41-A285-6E7CE2A2D5F1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78" name="Oval 2477">
                <a:extLst>
                  <a:ext uri="{FF2B5EF4-FFF2-40B4-BE49-F238E27FC236}">
                    <a16:creationId xmlns:a16="http://schemas.microsoft.com/office/drawing/2014/main" id="{BC3349F4-28DB-7244-A9DE-E141209C610E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79" name="Oval 2478">
                <a:extLst>
                  <a:ext uri="{FF2B5EF4-FFF2-40B4-BE49-F238E27FC236}">
                    <a16:creationId xmlns:a16="http://schemas.microsoft.com/office/drawing/2014/main" id="{EEA77D26-1F0B-F047-BFD8-EEECF464FA46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80" name="Oval 2479">
                <a:extLst>
                  <a:ext uri="{FF2B5EF4-FFF2-40B4-BE49-F238E27FC236}">
                    <a16:creationId xmlns:a16="http://schemas.microsoft.com/office/drawing/2014/main" id="{3D6C8A39-0FC6-6746-9D5E-F076C21C2DFC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81" name="Oval 2480">
                <a:extLst>
                  <a:ext uri="{FF2B5EF4-FFF2-40B4-BE49-F238E27FC236}">
                    <a16:creationId xmlns:a16="http://schemas.microsoft.com/office/drawing/2014/main" id="{5D0C2EED-44F2-A74E-B790-40E5CEF18236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82" name="Oval 2481">
                <a:extLst>
                  <a:ext uri="{FF2B5EF4-FFF2-40B4-BE49-F238E27FC236}">
                    <a16:creationId xmlns:a16="http://schemas.microsoft.com/office/drawing/2014/main" id="{0E7861AC-7A78-1E4D-B80D-CA8E72312680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83" name="Oval 2482">
                <a:extLst>
                  <a:ext uri="{FF2B5EF4-FFF2-40B4-BE49-F238E27FC236}">
                    <a16:creationId xmlns:a16="http://schemas.microsoft.com/office/drawing/2014/main" id="{9CB9BC7D-2913-BA46-A46C-87408E08399F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84" name="Oval 2483">
                <a:extLst>
                  <a:ext uri="{FF2B5EF4-FFF2-40B4-BE49-F238E27FC236}">
                    <a16:creationId xmlns:a16="http://schemas.microsoft.com/office/drawing/2014/main" id="{B694E5A4-7867-6145-A934-65E15C80C42D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85" name="Oval 2484">
                <a:extLst>
                  <a:ext uri="{FF2B5EF4-FFF2-40B4-BE49-F238E27FC236}">
                    <a16:creationId xmlns:a16="http://schemas.microsoft.com/office/drawing/2014/main" id="{A804E3B7-3769-1E4A-8D54-D37E37DE7A1E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86" name="Oval 2485">
                <a:extLst>
                  <a:ext uri="{FF2B5EF4-FFF2-40B4-BE49-F238E27FC236}">
                    <a16:creationId xmlns:a16="http://schemas.microsoft.com/office/drawing/2014/main" id="{2A379CC9-A0A2-F349-A404-1AEE5362D367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87" name="Oval 2486">
                <a:extLst>
                  <a:ext uri="{FF2B5EF4-FFF2-40B4-BE49-F238E27FC236}">
                    <a16:creationId xmlns:a16="http://schemas.microsoft.com/office/drawing/2014/main" id="{812376A0-3221-9D4A-93E7-FFCA8E562B0D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88" name="Oval 2487">
                <a:extLst>
                  <a:ext uri="{FF2B5EF4-FFF2-40B4-BE49-F238E27FC236}">
                    <a16:creationId xmlns:a16="http://schemas.microsoft.com/office/drawing/2014/main" id="{014B773A-AE64-A345-9AD5-69FEEAF5A600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89" name="Oval 2488">
                <a:extLst>
                  <a:ext uri="{FF2B5EF4-FFF2-40B4-BE49-F238E27FC236}">
                    <a16:creationId xmlns:a16="http://schemas.microsoft.com/office/drawing/2014/main" id="{86BE2853-9285-2648-9D41-367350AB88E9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90" name="Oval 2489">
                <a:extLst>
                  <a:ext uri="{FF2B5EF4-FFF2-40B4-BE49-F238E27FC236}">
                    <a16:creationId xmlns:a16="http://schemas.microsoft.com/office/drawing/2014/main" id="{A59BB17E-6B71-2D4D-A161-EE6C5776EA41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91" name="Oval 2490">
                <a:extLst>
                  <a:ext uri="{FF2B5EF4-FFF2-40B4-BE49-F238E27FC236}">
                    <a16:creationId xmlns:a16="http://schemas.microsoft.com/office/drawing/2014/main" id="{85FAF82E-49A1-A245-A30F-C4F91953CC6C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92" name="Oval 2491">
                <a:extLst>
                  <a:ext uri="{FF2B5EF4-FFF2-40B4-BE49-F238E27FC236}">
                    <a16:creationId xmlns:a16="http://schemas.microsoft.com/office/drawing/2014/main" id="{3E842097-7FC0-5041-BD8B-82DD4BEB06B3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93" name="Oval 2492">
                <a:extLst>
                  <a:ext uri="{FF2B5EF4-FFF2-40B4-BE49-F238E27FC236}">
                    <a16:creationId xmlns:a16="http://schemas.microsoft.com/office/drawing/2014/main" id="{67F07452-9417-6148-BB48-4714CAA724B1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94" name="Oval 2493">
                <a:extLst>
                  <a:ext uri="{FF2B5EF4-FFF2-40B4-BE49-F238E27FC236}">
                    <a16:creationId xmlns:a16="http://schemas.microsoft.com/office/drawing/2014/main" id="{38EC2B4A-770D-1C42-9773-D452B6220E66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95" name="Oval 2494">
                <a:extLst>
                  <a:ext uri="{FF2B5EF4-FFF2-40B4-BE49-F238E27FC236}">
                    <a16:creationId xmlns:a16="http://schemas.microsoft.com/office/drawing/2014/main" id="{123238CD-2AD4-9645-ACE5-EB8C1D47ED8A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96" name="Oval 2495">
                <a:extLst>
                  <a:ext uri="{FF2B5EF4-FFF2-40B4-BE49-F238E27FC236}">
                    <a16:creationId xmlns:a16="http://schemas.microsoft.com/office/drawing/2014/main" id="{2176AF89-D2C3-5942-AD50-11586A14658E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97" name="Oval 2496">
                <a:extLst>
                  <a:ext uri="{FF2B5EF4-FFF2-40B4-BE49-F238E27FC236}">
                    <a16:creationId xmlns:a16="http://schemas.microsoft.com/office/drawing/2014/main" id="{7325D55F-0A18-D94E-90E8-A72B658E5A66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98" name="Oval 2497">
                <a:extLst>
                  <a:ext uri="{FF2B5EF4-FFF2-40B4-BE49-F238E27FC236}">
                    <a16:creationId xmlns:a16="http://schemas.microsoft.com/office/drawing/2014/main" id="{C0EA555F-2F6B-6545-8B4E-8F56D5EB92A0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99" name="Oval 2498">
                <a:extLst>
                  <a:ext uri="{FF2B5EF4-FFF2-40B4-BE49-F238E27FC236}">
                    <a16:creationId xmlns:a16="http://schemas.microsoft.com/office/drawing/2014/main" id="{C0B2A8F3-37CF-444F-9DD4-B5B37EB722C3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00" name="Oval 2499">
                <a:extLst>
                  <a:ext uri="{FF2B5EF4-FFF2-40B4-BE49-F238E27FC236}">
                    <a16:creationId xmlns:a16="http://schemas.microsoft.com/office/drawing/2014/main" id="{ED734633-01D6-D64A-9588-7332C643C75D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01" name="Oval 2500">
                <a:extLst>
                  <a:ext uri="{FF2B5EF4-FFF2-40B4-BE49-F238E27FC236}">
                    <a16:creationId xmlns:a16="http://schemas.microsoft.com/office/drawing/2014/main" id="{FC962BD8-1665-7A4E-BFB7-42F14837440F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02" name="Oval 2501">
                <a:extLst>
                  <a:ext uri="{FF2B5EF4-FFF2-40B4-BE49-F238E27FC236}">
                    <a16:creationId xmlns:a16="http://schemas.microsoft.com/office/drawing/2014/main" id="{058164D5-F50D-F54A-BA56-0040F9C50542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03" name="Oval 2502">
                <a:extLst>
                  <a:ext uri="{FF2B5EF4-FFF2-40B4-BE49-F238E27FC236}">
                    <a16:creationId xmlns:a16="http://schemas.microsoft.com/office/drawing/2014/main" id="{BEC585F7-C4E5-0242-8CD9-AD096B77FBB9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04" name="Oval 2503">
                <a:extLst>
                  <a:ext uri="{FF2B5EF4-FFF2-40B4-BE49-F238E27FC236}">
                    <a16:creationId xmlns:a16="http://schemas.microsoft.com/office/drawing/2014/main" id="{691B910A-F283-334F-91BC-D3769E88FB0D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05" name="Oval 2504">
                <a:extLst>
                  <a:ext uri="{FF2B5EF4-FFF2-40B4-BE49-F238E27FC236}">
                    <a16:creationId xmlns:a16="http://schemas.microsoft.com/office/drawing/2014/main" id="{8FF55CAC-FF12-2B4E-9964-5CDC79E93E2C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06" name="Oval 2505">
                <a:extLst>
                  <a:ext uri="{FF2B5EF4-FFF2-40B4-BE49-F238E27FC236}">
                    <a16:creationId xmlns:a16="http://schemas.microsoft.com/office/drawing/2014/main" id="{0080D238-3D96-F84B-B481-619F359A1D8C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07" name="Oval 2506">
                <a:extLst>
                  <a:ext uri="{FF2B5EF4-FFF2-40B4-BE49-F238E27FC236}">
                    <a16:creationId xmlns:a16="http://schemas.microsoft.com/office/drawing/2014/main" id="{A8C0F2EF-2B16-DD4F-A7B1-33D7D27F7FF1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08" name="Oval 2507">
                <a:extLst>
                  <a:ext uri="{FF2B5EF4-FFF2-40B4-BE49-F238E27FC236}">
                    <a16:creationId xmlns:a16="http://schemas.microsoft.com/office/drawing/2014/main" id="{82A0E939-6798-5045-85AD-EEBF5D934D7A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09" name="Oval 2508">
                <a:extLst>
                  <a:ext uri="{FF2B5EF4-FFF2-40B4-BE49-F238E27FC236}">
                    <a16:creationId xmlns:a16="http://schemas.microsoft.com/office/drawing/2014/main" id="{08E692D2-449B-E54C-8927-C6EB922995E0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10" name="Oval 2509">
                <a:extLst>
                  <a:ext uri="{FF2B5EF4-FFF2-40B4-BE49-F238E27FC236}">
                    <a16:creationId xmlns:a16="http://schemas.microsoft.com/office/drawing/2014/main" id="{0E216752-33E6-FC46-A2B5-05C1A13BC212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11" name="Oval 2510">
                <a:extLst>
                  <a:ext uri="{FF2B5EF4-FFF2-40B4-BE49-F238E27FC236}">
                    <a16:creationId xmlns:a16="http://schemas.microsoft.com/office/drawing/2014/main" id="{2D67CBC7-C7DE-CD4E-B72B-C97EA1B74454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12" name="Oval 2511">
                <a:extLst>
                  <a:ext uri="{FF2B5EF4-FFF2-40B4-BE49-F238E27FC236}">
                    <a16:creationId xmlns:a16="http://schemas.microsoft.com/office/drawing/2014/main" id="{75C1E031-E703-1247-8B5F-13FE510AB462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13" name="Oval 2512">
                <a:extLst>
                  <a:ext uri="{FF2B5EF4-FFF2-40B4-BE49-F238E27FC236}">
                    <a16:creationId xmlns:a16="http://schemas.microsoft.com/office/drawing/2014/main" id="{230313DC-F561-F949-8988-127B6CDA8591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14" name="Oval 2513">
                <a:extLst>
                  <a:ext uri="{FF2B5EF4-FFF2-40B4-BE49-F238E27FC236}">
                    <a16:creationId xmlns:a16="http://schemas.microsoft.com/office/drawing/2014/main" id="{1B3ACDAB-270B-5247-82AC-1FB4A80382DB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15" name="Oval 2514">
                <a:extLst>
                  <a:ext uri="{FF2B5EF4-FFF2-40B4-BE49-F238E27FC236}">
                    <a16:creationId xmlns:a16="http://schemas.microsoft.com/office/drawing/2014/main" id="{0944582E-38E8-0446-B286-7E6383684EBE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16" name="Oval 2515">
                <a:extLst>
                  <a:ext uri="{FF2B5EF4-FFF2-40B4-BE49-F238E27FC236}">
                    <a16:creationId xmlns:a16="http://schemas.microsoft.com/office/drawing/2014/main" id="{632705AC-6E2A-314B-ADD3-81CA58C74861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17" name="Oval 2516">
                <a:extLst>
                  <a:ext uri="{FF2B5EF4-FFF2-40B4-BE49-F238E27FC236}">
                    <a16:creationId xmlns:a16="http://schemas.microsoft.com/office/drawing/2014/main" id="{B2E354B0-4159-9045-9D00-4FDB17912234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18" name="Oval 2517">
                <a:extLst>
                  <a:ext uri="{FF2B5EF4-FFF2-40B4-BE49-F238E27FC236}">
                    <a16:creationId xmlns:a16="http://schemas.microsoft.com/office/drawing/2014/main" id="{FCB03A96-F89B-4E4D-B696-8729282CFFFB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19" name="Oval 2518">
                <a:extLst>
                  <a:ext uri="{FF2B5EF4-FFF2-40B4-BE49-F238E27FC236}">
                    <a16:creationId xmlns:a16="http://schemas.microsoft.com/office/drawing/2014/main" id="{BAC65AA8-A979-D743-B7BF-3AF031A242C5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20" name="Oval 2519">
                <a:extLst>
                  <a:ext uri="{FF2B5EF4-FFF2-40B4-BE49-F238E27FC236}">
                    <a16:creationId xmlns:a16="http://schemas.microsoft.com/office/drawing/2014/main" id="{07D3B44D-A949-E048-ADF6-F6C1EBC0D7EC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21" name="Oval 2520">
                <a:extLst>
                  <a:ext uri="{FF2B5EF4-FFF2-40B4-BE49-F238E27FC236}">
                    <a16:creationId xmlns:a16="http://schemas.microsoft.com/office/drawing/2014/main" id="{A23A3A1F-FEC1-9E45-BC11-CDF980F437D9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22" name="Oval 2521">
                <a:extLst>
                  <a:ext uri="{FF2B5EF4-FFF2-40B4-BE49-F238E27FC236}">
                    <a16:creationId xmlns:a16="http://schemas.microsoft.com/office/drawing/2014/main" id="{06F48936-17EF-794B-A053-D2E280CEBE1B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23" name="Freeform 2522">
                <a:extLst>
                  <a:ext uri="{FF2B5EF4-FFF2-40B4-BE49-F238E27FC236}">
                    <a16:creationId xmlns:a16="http://schemas.microsoft.com/office/drawing/2014/main" id="{3910D905-1021-B846-9BAA-C0AD92DD0D8B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24" name="Freeform 2523">
                <a:extLst>
                  <a:ext uri="{FF2B5EF4-FFF2-40B4-BE49-F238E27FC236}">
                    <a16:creationId xmlns:a16="http://schemas.microsoft.com/office/drawing/2014/main" id="{C41FF2B9-CDF3-9B40-8897-E903CC45492F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036" name="Group 2035">
              <a:extLst>
                <a:ext uri="{FF2B5EF4-FFF2-40B4-BE49-F238E27FC236}">
                  <a16:creationId xmlns:a16="http://schemas.microsoft.com/office/drawing/2014/main" id="{30572089-CF5F-F047-AEC9-1665CD06A10E}"/>
                </a:ext>
              </a:extLst>
            </p:cNvPr>
            <p:cNvGrpSpPr/>
            <p:nvPr/>
          </p:nvGrpSpPr>
          <p:grpSpPr>
            <a:xfrm rot="2196952">
              <a:off x="8212449" y="5210505"/>
              <a:ext cx="561574" cy="394357"/>
              <a:chOff x="5871652" y="6279397"/>
              <a:chExt cx="686823" cy="439136"/>
            </a:xfrm>
          </p:grpSpPr>
          <p:sp>
            <p:nvSpPr>
              <p:cNvPr id="2287" name="Freeform 2286">
                <a:extLst>
                  <a:ext uri="{FF2B5EF4-FFF2-40B4-BE49-F238E27FC236}">
                    <a16:creationId xmlns:a16="http://schemas.microsoft.com/office/drawing/2014/main" id="{4852D013-A779-8647-AE66-4FE07A043526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88" name="Freeform 2287">
                <a:extLst>
                  <a:ext uri="{FF2B5EF4-FFF2-40B4-BE49-F238E27FC236}">
                    <a16:creationId xmlns:a16="http://schemas.microsoft.com/office/drawing/2014/main" id="{33A666FE-9C2B-9849-8968-C056D59609EE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9" name="Freeform 2288">
                <a:extLst>
                  <a:ext uri="{FF2B5EF4-FFF2-40B4-BE49-F238E27FC236}">
                    <a16:creationId xmlns:a16="http://schemas.microsoft.com/office/drawing/2014/main" id="{65B2D9B9-1B85-1D47-97B5-0B24E33A2AD4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90" name="Rectangle 2289">
                <a:extLst>
                  <a:ext uri="{FF2B5EF4-FFF2-40B4-BE49-F238E27FC236}">
                    <a16:creationId xmlns:a16="http://schemas.microsoft.com/office/drawing/2014/main" id="{2FEA1E29-D98A-0741-8A2A-38B66278F707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2291" name="Oval 2290">
                <a:extLst>
                  <a:ext uri="{FF2B5EF4-FFF2-40B4-BE49-F238E27FC236}">
                    <a16:creationId xmlns:a16="http://schemas.microsoft.com/office/drawing/2014/main" id="{2CD86A67-994B-884D-8F80-8A2120565843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92" name="Oval 2291">
                <a:extLst>
                  <a:ext uri="{FF2B5EF4-FFF2-40B4-BE49-F238E27FC236}">
                    <a16:creationId xmlns:a16="http://schemas.microsoft.com/office/drawing/2014/main" id="{FD234179-8681-FD47-B13C-6FBBCB0E2FB2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93" name="Oval 2292">
                <a:extLst>
                  <a:ext uri="{FF2B5EF4-FFF2-40B4-BE49-F238E27FC236}">
                    <a16:creationId xmlns:a16="http://schemas.microsoft.com/office/drawing/2014/main" id="{030EFCA6-370D-9945-9C58-BED2E3C8E73D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94" name="Oval 2293">
                <a:extLst>
                  <a:ext uri="{FF2B5EF4-FFF2-40B4-BE49-F238E27FC236}">
                    <a16:creationId xmlns:a16="http://schemas.microsoft.com/office/drawing/2014/main" id="{4658DDA3-B98A-4F49-9AA2-84DCF8D4B82F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95" name="Oval 2294">
                <a:extLst>
                  <a:ext uri="{FF2B5EF4-FFF2-40B4-BE49-F238E27FC236}">
                    <a16:creationId xmlns:a16="http://schemas.microsoft.com/office/drawing/2014/main" id="{CE1430EB-3314-2044-B782-CEADA6402345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96" name="Oval 2295">
                <a:extLst>
                  <a:ext uri="{FF2B5EF4-FFF2-40B4-BE49-F238E27FC236}">
                    <a16:creationId xmlns:a16="http://schemas.microsoft.com/office/drawing/2014/main" id="{054C2A48-8638-E44F-9E5D-208CBECDA822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97" name="Oval 2296">
                <a:extLst>
                  <a:ext uri="{FF2B5EF4-FFF2-40B4-BE49-F238E27FC236}">
                    <a16:creationId xmlns:a16="http://schemas.microsoft.com/office/drawing/2014/main" id="{53B730D3-5376-1548-AC96-D216E55C0DD1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98" name="Oval 2297">
                <a:extLst>
                  <a:ext uri="{FF2B5EF4-FFF2-40B4-BE49-F238E27FC236}">
                    <a16:creationId xmlns:a16="http://schemas.microsoft.com/office/drawing/2014/main" id="{C312031B-F3AC-2040-AF9F-A1CDFDF8B5B1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99" name="Oval 2298">
                <a:extLst>
                  <a:ext uri="{FF2B5EF4-FFF2-40B4-BE49-F238E27FC236}">
                    <a16:creationId xmlns:a16="http://schemas.microsoft.com/office/drawing/2014/main" id="{54E1C5FE-494C-5C4F-8366-B4BA2A859DE8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00" name="Oval 2299">
                <a:extLst>
                  <a:ext uri="{FF2B5EF4-FFF2-40B4-BE49-F238E27FC236}">
                    <a16:creationId xmlns:a16="http://schemas.microsoft.com/office/drawing/2014/main" id="{11FEB7AF-59A1-1443-BD9A-93E79930BBC4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01" name="Oval 2300">
                <a:extLst>
                  <a:ext uri="{FF2B5EF4-FFF2-40B4-BE49-F238E27FC236}">
                    <a16:creationId xmlns:a16="http://schemas.microsoft.com/office/drawing/2014/main" id="{093A75AD-3BC3-1348-BF8A-436EBAB65573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02" name="Oval 2301">
                <a:extLst>
                  <a:ext uri="{FF2B5EF4-FFF2-40B4-BE49-F238E27FC236}">
                    <a16:creationId xmlns:a16="http://schemas.microsoft.com/office/drawing/2014/main" id="{43994D46-950A-974A-B43C-A8DFACD62099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03" name="Oval 2302">
                <a:extLst>
                  <a:ext uri="{FF2B5EF4-FFF2-40B4-BE49-F238E27FC236}">
                    <a16:creationId xmlns:a16="http://schemas.microsoft.com/office/drawing/2014/main" id="{E825FB51-7E15-B24A-8B26-6A51041E1CA4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04" name="Oval 2303">
                <a:extLst>
                  <a:ext uri="{FF2B5EF4-FFF2-40B4-BE49-F238E27FC236}">
                    <a16:creationId xmlns:a16="http://schemas.microsoft.com/office/drawing/2014/main" id="{CECB5CE5-230B-8643-83C9-87385D8E4A79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05" name="Oval 2304">
                <a:extLst>
                  <a:ext uri="{FF2B5EF4-FFF2-40B4-BE49-F238E27FC236}">
                    <a16:creationId xmlns:a16="http://schemas.microsoft.com/office/drawing/2014/main" id="{2888AFDC-4452-344A-BEA4-CC141A317D19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06" name="Oval 2305">
                <a:extLst>
                  <a:ext uri="{FF2B5EF4-FFF2-40B4-BE49-F238E27FC236}">
                    <a16:creationId xmlns:a16="http://schemas.microsoft.com/office/drawing/2014/main" id="{336008A0-87D4-AD45-B23D-69D6CDAC193D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07" name="Oval 2306">
                <a:extLst>
                  <a:ext uri="{FF2B5EF4-FFF2-40B4-BE49-F238E27FC236}">
                    <a16:creationId xmlns:a16="http://schemas.microsoft.com/office/drawing/2014/main" id="{8648902B-4496-E041-8FE3-6499AC89A057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08" name="Oval 2307">
                <a:extLst>
                  <a:ext uri="{FF2B5EF4-FFF2-40B4-BE49-F238E27FC236}">
                    <a16:creationId xmlns:a16="http://schemas.microsoft.com/office/drawing/2014/main" id="{ED12D214-59D2-2C45-9201-97A5D759F9AC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09" name="Oval 2308">
                <a:extLst>
                  <a:ext uri="{FF2B5EF4-FFF2-40B4-BE49-F238E27FC236}">
                    <a16:creationId xmlns:a16="http://schemas.microsoft.com/office/drawing/2014/main" id="{BBED0858-1C81-C24D-A1F2-4108A1034F3E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0" name="Oval 2309">
                <a:extLst>
                  <a:ext uri="{FF2B5EF4-FFF2-40B4-BE49-F238E27FC236}">
                    <a16:creationId xmlns:a16="http://schemas.microsoft.com/office/drawing/2014/main" id="{4478D495-B46C-7649-A80D-49914E6B35D8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1" name="Oval 2310">
                <a:extLst>
                  <a:ext uri="{FF2B5EF4-FFF2-40B4-BE49-F238E27FC236}">
                    <a16:creationId xmlns:a16="http://schemas.microsoft.com/office/drawing/2014/main" id="{AD7BCD1B-F577-E349-80F1-7DEA719CA0AE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2" name="Oval 2311">
                <a:extLst>
                  <a:ext uri="{FF2B5EF4-FFF2-40B4-BE49-F238E27FC236}">
                    <a16:creationId xmlns:a16="http://schemas.microsoft.com/office/drawing/2014/main" id="{166B7961-F708-3C44-A6C4-98C3FE3615E2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3" name="Oval 2312">
                <a:extLst>
                  <a:ext uri="{FF2B5EF4-FFF2-40B4-BE49-F238E27FC236}">
                    <a16:creationId xmlns:a16="http://schemas.microsoft.com/office/drawing/2014/main" id="{833564CB-1D06-B442-A89D-2A3553A090B0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4" name="Oval 2313">
                <a:extLst>
                  <a:ext uri="{FF2B5EF4-FFF2-40B4-BE49-F238E27FC236}">
                    <a16:creationId xmlns:a16="http://schemas.microsoft.com/office/drawing/2014/main" id="{F0B091D3-7EB0-E647-9F4A-77B3C400E11C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5" name="Oval 2314">
                <a:extLst>
                  <a:ext uri="{FF2B5EF4-FFF2-40B4-BE49-F238E27FC236}">
                    <a16:creationId xmlns:a16="http://schemas.microsoft.com/office/drawing/2014/main" id="{8BF7CF77-5C9F-264F-B0B2-B117F90B2D73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6" name="Oval 2315">
                <a:extLst>
                  <a:ext uri="{FF2B5EF4-FFF2-40B4-BE49-F238E27FC236}">
                    <a16:creationId xmlns:a16="http://schemas.microsoft.com/office/drawing/2014/main" id="{05EFE8AD-C6A8-5544-8672-A1802120A56A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7" name="Oval 2316">
                <a:extLst>
                  <a:ext uri="{FF2B5EF4-FFF2-40B4-BE49-F238E27FC236}">
                    <a16:creationId xmlns:a16="http://schemas.microsoft.com/office/drawing/2014/main" id="{7231F52E-7BFD-7846-8C27-ABE235A3983B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8" name="Oval 2317">
                <a:extLst>
                  <a:ext uri="{FF2B5EF4-FFF2-40B4-BE49-F238E27FC236}">
                    <a16:creationId xmlns:a16="http://schemas.microsoft.com/office/drawing/2014/main" id="{1B448000-512F-754D-908C-A1A641191A84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9" name="Oval 2318">
                <a:extLst>
                  <a:ext uri="{FF2B5EF4-FFF2-40B4-BE49-F238E27FC236}">
                    <a16:creationId xmlns:a16="http://schemas.microsoft.com/office/drawing/2014/main" id="{9CD88516-FE8C-7A44-8CA6-78A0465902BB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0" name="Oval 2319">
                <a:extLst>
                  <a:ext uri="{FF2B5EF4-FFF2-40B4-BE49-F238E27FC236}">
                    <a16:creationId xmlns:a16="http://schemas.microsoft.com/office/drawing/2014/main" id="{3758574A-7D97-3C44-BCD9-81A621CBABFC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1" name="Oval 2320">
                <a:extLst>
                  <a:ext uri="{FF2B5EF4-FFF2-40B4-BE49-F238E27FC236}">
                    <a16:creationId xmlns:a16="http://schemas.microsoft.com/office/drawing/2014/main" id="{B4485587-34DB-A643-A643-80939ECD6170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2" name="Oval 2321">
                <a:extLst>
                  <a:ext uri="{FF2B5EF4-FFF2-40B4-BE49-F238E27FC236}">
                    <a16:creationId xmlns:a16="http://schemas.microsoft.com/office/drawing/2014/main" id="{39DEEE0E-C9B2-5542-AE59-8207B7A2561B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3" name="Oval 2322">
                <a:extLst>
                  <a:ext uri="{FF2B5EF4-FFF2-40B4-BE49-F238E27FC236}">
                    <a16:creationId xmlns:a16="http://schemas.microsoft.com/office/drawing/2014/main" id="{FB78088E-5793-8142-B891-2EC85EF77624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4" name="Oval 2323">
                <a:extLst>
                  <a:ext uri="{FF2B5EF4-FFF2-40B4-BE49-F238E27FC236}">
                    <a16:creationId xmlns:a16="http://schemas.microsoft.com/office/drawing/2014/main" id="{93EE7DE3-4AAB-4D4C-A51D-B93477C16F0C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5" name="Oval 2324">
                <a:extLst>
                  <a:ext uri="{FF2B5EF4-FFF2-40B4-BE49-F238E27FC236}">
                    <a16:creationId xmlns:a16="http://schemas.microsoft.com/office/drawing/2014/main" id="{D82D98C8-44E4-CB46-BD2C-D1D67E9484BA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6" name="Oval 2325">
                <a:extLst>
                  <a:ext uri="{FF2B5EF4-FFF2-40B4-BE49-F238E27FC236}">
                    <a16:creationId xmlns:a16="http://schemas.microsoft.com/office/drawing/2014/main" id="{5B570C2A-032B-314C-8317-82D4CBF300BF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7" name="Oval 2326">
                <a:extLst>
                  <a:ext uri="{FF2B5EF4-FFF2-40B4-BE49-F238E27FC236}">
                    <a16:creationId xmlns:a16="http://schemas.microsoft.com/office/drawing/2014/main" id="{C0149F28-A269-1B47-B873-F5716F4EDD25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8" name="Oval 2327">
                <a:extLst>
                  <a:ext uri="{FF2B5EF4-FFF2-40B4-BE49-F238E27FC236}">
                    <a16:creationId xmlns:a16="http://schemas.microsoft.com/office/drawing/2014/main" id="{BBC47B59-458A-C64F-8968-30825256A4AA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9" name="Oval 2328">
                <a:extLst>
                  <a:ext uri="{FF2B5EF4-FFF2-40B4-BE49-F238E27FC236}">
                    <a16:creationId xmlns:a16="http://schemas.microsoft.com/office/drawing/2014/main" id="{B149A1A1-1642-D94B-96B4-B4258F5B58FF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30" name="Oval 2329">
                <a:extLst>
                  <a:ext uri="{FF2B5EF4-FFF2-40B4-BE49-F238E27FC236}">
                    <a16:creationId xmlns:a16="http://schemas.microsoft.com/office/drawing/2014/main" id="{97A764A2-D5DC-8045-8B73-30119627E209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31" name="Oval 2330">
                <a:extLst>
                  <a:ext uri="{FF2B5EF4-FFF2-40B4-BE49-F238E27FC236}">
                    <a16:creationId xmlns:a16="http://schemas.microsoft.com/office/drawing/2014/main" id="{6B590BEB-0F8E-D04C-B366-4EB3F789B3F2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32" name="Oval 2331">
                <a:extLst>
                  <a:ext uri="{FF2B5EF4-FFF2-40B4-BE49-F238E27FC236}">
                    <a16:creationId xmlns:a16="http://schemas.microsoft.com/office/drawing/2014/main" id="{1ECAD7D7-B7B7-554D-A3BF-B72CC04AC775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33" name="Oval 2332">
                <a:extLst>
                  <a:ext uri="{FF2B5EF4-FFF2-40B4-BE49-F238E27FC236}">
                    <a16:creationId xmlns:a16="http://schemas.microsoft.com/office/drawing/2014/main" id="{376A3C7B-88DC-5D44-B222-9787E366C4FE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34" name="Oval 2333">
                <a:extLst>
                  <a:ext uri="{FF2B5EF4-FFF2-40B4-BE49-F238E27FC236}">
                    <a16:creationId xmlns:a16="http://schemas.microsoft.com/office/drawing/2014/main" id="{8436572C-EB31-D941-A577-6ADF5C7CFF75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35" name="Oval 2334">
                <a:extLst>
                  <a:ext uri="{FF2B5EF4-FFF2-40B4-BE49-F238E27FC236}">
                    <a16:creationId xmlns:a16="http://schemas.microsoft.com/office/drawing/2014/main" id="{7B8C081C-DEB6-5F4D-B7AC-9EF074185DB0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36" name="Oval 2335">
                <a:extLst>
                  <a:ext uri="{FF2B5EF4-FFF2-40B4-BE49-F238E27FC236}">
                    <a16:creationId xmlns:a16="http://schemas.microsoft.com/office/drawing/2014/main" id="{80560BF1-0D3B-1244-8581-72CF0F4EC7F2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37" name="Oval 2336">
                <a:extLst>
                  <a:ext uri="{FF2B5EF4-FFF2-40B4-BE49-F238E27FC236}">
                    <a16:creationId xmlns:a16="http://schemas.microsoft.com/office/drawing/2014/main" id="{AD988973-0C29-194C-8416-528F6E29F32A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38" name="Oval 2337">
                <a:extLst>
                  <a:ext uri="{FF2B5EF4-FFF2-40B4-BE49-F238E27FC236}">
                    <a16:creationId xmlns:a16="http://schemas.microsoft.com/office/drawing/2014/main" id="{15978F90-A04F-5C49-8BFB-E0B6F03BA511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39" name="Oval 2338">
                <a:extLst>
                  <a:ext uri="{FF2B5EF4-FFF2-40B4-BE49-F238E27FC236}">
                    <a16:creationId xmlns:a16="http://schemas.microsoft.com/office/drawing/2014/main" id="{C87DF52A-ACD3-8E45-AAE4-6EBC784C9D36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0" name="Oval 2339">
                <a:extLst>
                  <a:ext uri="{FF2B5EF4-FFF2-40B4-BE49-F238E27FC236}">
                    <a16:creationId xmlns:a16="http://schemas.microsoft.com/office/drawing/2014/main" id="{8E7C1DFA-E419-5A48-BEA0-484981E5D847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1" name="Oval 2340">
                <a:extLst>
                  <a:ext uri="{FF2B5EF4-FFF2-40B4-BE49-F238E27FC236}">
                    <a16:creationId xmlns:a16="http://schemas.microsoft.com/office/drawing/2014/main" id="{8BE80C17-E275-AB46-9CF9-F04BFEFA7DA4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2" name="Oval 2341">
                <a:extLst>
                  <a:ext uri="{FF2B5EF4-FFF2-40B4-BE49-F238E27FC236}">
                    <a16:creationId xmlns:a16="http://schemas.microsoft.com/office/drawing/2014/main" id="{54630D71-50A7-3B40-B0AB-CCF0AB1712DC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3" name="Oval 2342">
                <a:extLst>
                  <a:ext uri="{FF2B5EF4-FFF2-40B4-BE49-F238E27FC236}">
                    <a16:creationId xmlns:a16="http://schemas.microsoft.com/office/drawing/2014/main" id="{1CF408CA-F7F9-864C-A327-AE279D787D20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4" name="Oval 2343">
                <a:extLst>
                  <a:ext uri="{FF2B5EF4-FFF2-40B4-BE49-F238E27FC236}">
                    <a16:creationId xmlns:a16="http://schemas.microsoft.com/office/drawing/2014/main" id="{7BBA2C3D-6446-2845-9900-CF3FFF8A67DD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5" name="Oval 2344">
                <a:extLst>
                  <a:ext uri="{FF2B5EF4-FFF2-40B4-BE49-F238E27FC236}">
                    <a16:creationId xmlns:a16="http://schemas.microsoft.com/office/drawing/2014/main" id="{3B896C9A-7D01-1C4E-92FF-1E545339C53D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6" name="Oval 2345">
                <a:extLst>
                  <a:ext uri="{FF2B5EF4-FFF2-40B4-BE49-F238E27FC236}">
                    <a16:creationId xmlns:a16="http://schemas.microsoft.com/office/drawing/2014/main" id="{E845D887-E255-F74A-9EA5-1F989BC3AC5C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7" name="Oval 2346">
                <a:extLst>
                  <a:ext uri="{FF2B5EF4-FFF2-40B4-BE49-F238E27FC236}">
                    <a16:creationId xmlns:a16="http://schemas.microsoft.com/office/drawing/2014/main" id="{6EE2E5C2-0067-574B-A97E-4A90843BB0D5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8" name="Oval 2347">
                <a:extLst>
                  <a:ext uri="{FF2B5EF4-FFF2-40B4-BE49-F238E27FC236}">
                    <a16:creationId xmlns:a16="http://schemas.microsoft.com/office/drawing/2014/main" id="{0709D228-AAA0-A64A-A2F2-8A511AD5A710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9" name="Oval 2348">
                <a:extLst>
                  <a:ext uri="{FF2B5EF4-FFF2-40B4-BE49-F238E27FC236}">
                    <a16:creationId xmlns:a16="http://schemas.microsoft.com/office/drawing/2014/main" id="{4617353E-E688-AB47-BDDB-8168E5520110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50" name="Oval 2349">
                <a:extLst>
                  <a:ext uri="{FF2B5EF4-FFF2-40B4-BE49-F238E27FC236}">
                    <a16:creationId xmlns:a16="http://schemas.microsoft.com/office/drawing/2014/main" id="{BE8CB999-5FD8-254B-B361-13E46C435FDA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51" name="Oval 2350">
                <a:extLst>
                  <a:ext uri="{FF2B5EF4-FFF2-40B4-BE49-F238E27FC236}">
                    <a16:creationId xmlns:a16="http://schemas.microsoft.com/office/drawing/2014/main" id="{731E6330-E520-504A-A6F8-8AC3CD697F84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52" name="Oval 2351">
                <a:extLst>
                  <a:ext uri="{FF2B5EF4-FFF2-40B4-BE49-F238E27FC236}">
                    <a16:creationId xmlns:a16="http://schemas.microsoft.com/office/drawing/2014/main" id="{BE2A8437-5FDB-1C4C-9681-E724D29FD565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53" name="Oval 2352">
                <a:extLst>
                  <a:ext uri="{FF2B5EF4-FFF2-40B4-BE49-F238E27FC236}">
                    <a16:creationId xmlns:a16="http://schemas.microsoft.com/office/drawing/2014/main" id="{40D3B468-1919-F84E-B4B0-C748BE78A3A1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54" name="Oval 2353">
                <a:extLst>
                  <a:ext uri="{FF2B5EF4-FFF2-40B4-BE49-F238E27FC236}">
                    <a16:creationId xmlns:a16="http://schemas.microsoft.com/office/drawing/2014/main" id="{99AFB94E-C4A8-1844-A8EB-14E00959223C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55" name="Oval 2354">
                <a:extLst>
                  <a:ext uri="{FF2B5EF4-FFF2-40B4-BE49-F238E27FC236}">
                    <a16:creationId xmlns:a16="http://schemas.microsoft.com/office/drawing/2014/main" id="{97508F73-4B3B-3F42-B499-2D5E705821AA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56" name="Oval 2355">
                <a:extLst>
                  <a:ext uri="{FF2B5EF4-FFF2-40B4-BE49-F238E27FC236}">
                    <a16:creationId xmlns:a16="http://schemas.microsoft.com/office/drawing/2014/main" id="{BBC3EB79-913F-6A4D-890A-B32C52EE6EA2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57" name="Oval 2356">
                <a:extLst>
                  <a:ext uri="{FF2B5EF4-FFF2-40B4-BE49-F238E27FC236}">
                    <a16:creationId xmlns:a16="http://schemas.microsoft.com/office/drawing/2014/main" id="{785DA707-552E-004D-B2E0-0F27C0935349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58" name="Oval 2357">
                <a:extLst>
                  <a:ext uri="{FF2B5EF4-FFF2-40B4-BE49-F238E27FC236}">
                    <a16:creationId xmlns:a16="http://schemas.microsoft.com/office/drawing/2014/main" id="{0364120D-FCDD-7142-A962-B643178FA87C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59" name="Oval 2358">
                <a:extLst>
                  <a:ext uri="{FF2B5EF4-FFF2-40B4-BE49-F238E27FC236}">
                    <a16:creationId xmlns:a16="http://schemas.microsoft.com/office/drawing/2014/main" id="{24A10CEF-23BC-B84A-BE55-1C615BBC75D3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60" name="Oval 2359">
                <a:extLst>
                  <a:ext uri="{FF2B5EF4-FFF2-40B4-BE49-F238E27FC236}">
                    <a16:creationId xmlns:a16="http://schemas.microsoft.com/office/drawing/2014/main" id="{8BD1E443-8DE8-DC48-A3DF-C848EE5C2D98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61" name="Oval 2360">
                <a:extLst>
                  <a:ext uri="{FF2B5EF4-FFF2-40B4-BE49-F238E27FC236}">
                    <a16:creationId xmlns:a16="http://schemas.microsoft.com/office/drawing/2014/main" id="{5D1390EF-E28B-6D40-8D5C-E9EE3811F6A6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62" name="Oval 2361">
                <a:extLst>
                  <a:ext uri="{FF2B5EF4-FFF2-40B4-BE49-F238E27FC236}">
                    <a16:creationId xmlns:a16="http://schemas.microsoft.com/office/drawing/2014/main" id="{584B5ABD-5B22-3A4A-B402-73BB2155B72D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63" name="Oval 2362">
                <a:extLst>
                  <a:ext uri="{FF2B5EF4-FFF2-40B4-BE49-F238E27FC236}">
                    <a16:creationId xmlns:a16="http://schemas.microsoft.com/office/drawing/2014/main" id="{90A426B4-A823-EF47-A480-06E75C121DC3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64" name="Oval 2363">
                <a:extLst>
                  <a:ext uri="{FF2B5EF4-FFF2-40B4-BE49-F238E27FC236}">
                    <a16:creationId xmlns:a16="http://schemas.microsoft.com/office/drawing/2014/main" id="{7271C3C5-25DA-FA43-BEC4-BC1586180CD2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65" name="Oval 2364">
                <a:extLst>
                  <a:ext uri="{FF2B5EF4-FFF2-40B4-BE49-F238E27FC236}">
                    <a16:creationId xmlns:a16="http://schemas.microsoft.com/office/drawing/2014/main" id="{2CFB8F6F-C811-354D-8CE0-A77844428E02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66" name="Oval 2365">
                <a:extLst>
                  <a:ext uri="{FF2B5EF4-FFF2-40B4-BE49-F238E27FC236}">
                    <a16:creationId xmlns:a16="http://schemas.microsoft.com/office/drawing/2014/main" id="{5A1E9BF9-D8E0-0549-9647-FC1BFC3ED7B8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67" name="Oval 2366">
                <a:extLst>
                  <a:ext uri="{FF2B5EF4-FFF2-40B4-BE49-F238E27FC236}">
                    <a16:creationId xmlns:a16="http://schemas.microsoft.com/office/drawing/2014/main" id="{DC391741-FE0B-8F40-8BA7-8E1FCEADA635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68" name="Oval 2367">
                <a:extLst>
                  <a:ext uri="{FF2B5EF4-FFF2-40B4-BE49-F238E27FC236}">
                    <a16:creationId xmlns:a16="http://schemas.microsoft.com/office/drawing/2014/main" id="{5E460397-CC69-7941-94F5-4D4A38267108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69" name="Oval 2368">
                <a:extLst>
                  <a:ext uri="{FF2B5EF4-FFF2-40B4-BE49-F238E27FC236}">
                    <a16:creationId xmlns:a16="http://schemas.microsoft.com/office/drawing/2014/main" id="{0A178834-5B32-3C40-8E0D-EA0504847251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0" name="Oval 2369">
                <a:extLst>
                  <a:ext uri="{FF2B5EF4-FFF2-40B4-BE49-F238E27FC236}">
                    <a16:creationId xmlns:a16="http://schemas.microsoft.com/office/drawing/2014/main" id="{CD8C5CA3-34AE-8344-9A85-E4D18029D172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1" name="Oval 2370">
                <a:extLst>
                  <a:ext uri="{FF2B5EF4-FFF2-40B4-BE49-F238E27FC236}">
                    <a16:creationId xmlns:a16="http://schemas.microsoft.com/office/drawing/2014/main" id="{DD371436-C48F-F345-93D1-840C1A330DAA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2" name="Oval 2371">
                <a:extLst>
                  <a:ext uri="{FF2B5EF4-FFF2-40B4-BE49-F238E27FC236}">
                    <a16:creationId xmlns:a16="http://schemas.microsoft.com/office/drawing/2014/main" id="{450FCE6D-744E-634A-8738-BE7F5659B510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3" name="Oval 2372">
                <a:extLst>
                  <a:ext uri="{FF2B5EF4-FFF2-40B4-BE49-F238E27FC236}">
                    <a16:creationId xmlns:a16="http://schemas.microsoft.com/office/drawing/2014/main" id="{335EF5E2-1783-0945-9B15-DF672383C311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4" name="Oval 2373">
                <a:extLst>
                  <a:ext uri="{FF2B5EF4-FFF2-40B4-BE49-F238E27FC236}">
                    <a16:creationId xmlns:a16="http://schemas.microsoft.com/office/drawing/2014/main" id="{C2FDDA67-3F91-9D42-89A3-F4CCF2947C77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5" name="Oval 2374">
                <a:extLst>
                  <a:ext uri="{FF2B5EF4-FFF2-40B4-BE49-F238E27FC236}">
                    <a16:creationId xmlns:a16="http://schemas.microsoft.com/office/drawing/2014/main" id="{A2958873-2527-3440-81D7-C11C92603DD6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6" name="Oval 2375">
                <a:extLst>
                  <a:ext uri="{FF2B5EF4-FFF2-40B4-BE49-F238E27FC236}">
                    <a16:creationId xmlns:a16="http://schemas.microsoft.com/office/drawing/2014/main" id="{1D219825-1311-E141-87C1-EBCA8BD223B0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7" name="Oval 2376">
                <a:extLst>
                  <a:ext uri="{FF2B5EF4-FFF2-40B4-BE49-F238E27FC236}">
                    <a16:creationId xmlns:a16="http://schemas.microsoft.com/office/drawing/2014/main" id="{3E38AB92-6320-B04F-8588-F3E7509F622F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8" name="Oval 2377">
                <a:extLst>
                  <a:ext uri="{FF2B5EF4-FFF2-40B4-BE49-F238E27FC236}">
                    <a16:creationId xmlns:a16="http://schemas.microsoft.com/office/drawing/2014/main" id="{36E1FC4F-4A0B-B344-B6FD-2D2AFAACB48B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9" name="Oval 2378">
                <a:extLst>
                  <a:ext uri="{FF2B5EF4-FFF2-40B4-BE49-F238E27FC236}">
                    <a16:creationId xmlns:a16="http://schemas.microsoft.com/office/drawing/2014/main" id="{66F2321A-48BE-8244-B5DF-3143F3157827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80" name="Oval 2379">
                <a:extLst>
                  <a:ext uri="{FF2B5EF4-FFF2-40B4-BE49-F238E27FC236}">
                    <a16:creationId xmlns:a16="http://schemas.microsoft.com/office/drawing/2014/main" id="{C3D26DE1-311C-F644-9BE4-B04B1009615E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81" name="Oval 2380">
                <a:extLst>
                  <a:ext uri="{FF2B5EF4-FFF2-40B4-BE49-F238E27FC236}">
                    <a16:creationId xmlns:a16="http://schemas.microsoft.com/office/drawing/2014/main" id="{0EBF8D8A-4F90-784C-A6B6-56C0F77DE142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82" name="Oval 2381">
                <a:extLst>
                  <a:ext uri="{FF2B5EF4-FFF2-40B4-BE49-F238E27FC236}">
                    <a16:creationId xmlns:a16="http://schemas.microsoft.com/office/drawing/2014/main" id="{9F86B4E6-E66B-1949-848D-00A1B2B79069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83" name="Oval 2382">
                <a:extLst>
                  <a:ext uri="{FF2B5EF4-FFF2-40B4-BE49-F238E27FC236}">
                    <a16:creationId xmlns:a16="http://schemas.microsoft.com/office/drawing/2014/main" id="{C4871B65-1AFA-6B46-9C3B-0305EF695511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84" name="Oval 2383">
                <a:extLst>
                  <a:ext uri="{FF2B5EF4-FFF2-40B4-BE49-F238E27FC236}">
                    <a16:creationId xmlns:a16="http://schemas.microsoft.com/office/drawing/2014/main" id="{DC59D5BB-8B90-3E4B-85B1-159C81574095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85" name="Oval 2384">
                <a:extLst>
                  <a:ext uri="{FF2B5EF4-FFF2-40B4-BE49-F238E27FC236}">
                    <a16:creationId xmlns:a16="http://schemas.microsoft.com/office/drawing/2014/main" id="{5297D902-2FF1-6D49-A7D8-56D9C7D66FFB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86" name="Oval 2385">
                <a:extLst>
                  <a:ext uri="{FF2B5EF4-FFF2-40B4-BE49-F238E27FC236}">
                    <a16:creationId xmlns:a16="http://schemas.microsoft.com/office/drawing/2014/main" id="{DE7C2738-48AB-6643-91B7-B247712B33B7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87" name="Oval 2386">
                <a:extLst>
                  <a:ext uri="{FF2B5EF4-FFF2-40B4-BE49-F238E27FC236}">
                    <a16:creationId xmlns:a16="http://schemas.microsoft.com/office/drawing/2014/main" id="{313EBF51-5EA7-A148-91FA-AC971846E12B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88" name="Oval 2387">
                <a:extLst>
                  <a:ext uri="{FF2B5EF4-FFF2-40B4-BE49-F238E27FC236}">
                    <a16:creationId xmlns:a16="http://schemas.microsoft.com/office/drawing/2014/main" id="{D47AD504-77D9-E84B-B40D-09904BB0596D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89" name="Oval 2388">
                <a:extLst>
                  <a:ext uri="{FF2B5EF4-FFF2-40B4-BE49-F238E27FC236}">
                    <a16:creationId xmlns:a16="http://schemas.microsoft.com/office/drawing/2014/main" id="{19EF2009-479B-1E43-95D4-1217A6BC63E0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90" name="Oval 2389">
                <a:extLst>
                  <a:ext uri="{FF2B5EF4-FFF2-40B4-BE49-F238E27FC236}">
                    <a16:creationId xmlns:a16="http://schemas.microsoft.com/office/drawing/2014/main" id="{26645C85-30B4-0D40-B754-53B622DF346E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91" name="Oval 2390">
                <a:extLst>
                  <a:ext uri="{FF2B5EF4-FFF2-40B4-BE49-F238E27FC236}">
                    <a16:creationId xmlns:a16="http://schemas.microsoft.com/office/drawing/2014/main" id="{7F8095D2-4404-664E-846C-E38D3D9EAA1A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92" name="Oval 2391">
                <a:extLst>
                  <a:ext uri="{FF2B5EF4-FFF2-40B4-BE49-F238E27FC236}">
                    <a16:creationId xmlns:a16="http://schemas.microsoft.com/office/drawing/2014/main" id="{83683F23-42F3-C648-8FC5-B7667F4904A9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93" name="Oval 2392">
                <a:extLst>
                  <a:ext uri="{FF2B5EF4-FFF2-40B4-BE49-F238E27FC236}">
                    <a16:creationId xmlns:a16="http://schemas.microsoft.com/office/drawing/2014/main" id="{DCE2C350-31EE-CF4B-BDBF-233F4B9E93DC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94" name="Oval 2393">
                <a:extLst>
                  <a:ext uri="{FF2B5EF4-FFF2-40B4-BE49-F238E27FC236}">
                    <a16:creationId xmlns:a16="http://schemas.microsoft.com/office/drawing/2014/main" id="{144DAD1C-3241-0046-8261-49EB6D5C102F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95" name="Oval 2394">
                <a:extLst>
                  <a:ext uri="{FF2B5EF4-FFF2-40B4-BE49-F238E27FC236}">
                    <a16:creationId xmlns:a16="http://schemas.microsoft.com/office/drawing/2014/main" id="{DCD6EBB0-E6A9-8141-8E91-A8D9B858172E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96" name="Oval 2395">
                <a:extLst>
                  <a:ext uri="{FF2B5EF4-FFF2-40B4-BE49-F238E27FC236}">
                    <a16:creationId xmlns:a16="http://schemas.microsoft.com/office/drawing/2014/main" id="{BBB175C5-BF46-6C49-B2A7-370261FCF8D1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97" name="Oval 2396">
                <a:extLst>
                  <a:ext uri="{FF2B5EF4-FFF2-40B4-BE49-F238E27FC236}">
                    <a16:creationId xmlns:a16="http://schemas.microsoft.com/office/drawing/2014/main" id="{EB61D51F-5CE7-144D-BE93-7665715B18AA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98" name="Oval 2397">
                <a:extLst>
                  <a:ext uri="{FF2B5EF4-FFF2-40B4-BE49-F238E27FC236}">
                    <a16:creationId xmlns:a16="http://schemas.microsoft.com/office/drawing/2014/main" id="{2521A712-DB36-1A4B-86A9-B606F601D954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99" name="Oval 2398">
                <a:extLst>
                  <a:ext uri="{FF2B5EF4-FFF2-40B4-BE49-F238E27FC236}">
                    <a16:creationId xmlns:a16="http://schemas.microsoft.com/office/drawing/2014/main" id="{DB06828F-D10F-9E4D-857C-34DFF168A256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0" name="Oval 2399">
                <a:extLst>
                  <a:ext uri="{FF2B5EF4-FFF2-40B4-BE49-F238E27FC236}">
                    <a16:creationId xmlns:a16="http://schemas.microsoft.com/office/drawing/2014/main" id="{70ACBEE6-6F99-BC45-901F-DA2E60239CF8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1" name="Oval 2400">
                <a:extLst>
                  <a:ext uri="{FF2B5EF4-FFF2-40B4-BE49-F238E27FC236}">
                    <a16:creationId xmlns:a16="http://schemas.microsoft.com/office/drawing/2014/main" id="{D156CB21-423C-DB44-8512-F51E7C5A5CB6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2" name="Oval 2401">
                <a:extLst>
                  <a:ext uri="{FF2B5EF4-FFF2-40B4-BE49-F238E27FC236}">
                    <a16:creationId xmlns:a16="http://schemas.microsoft.com/office/drawing/2014/main" id="{E26C5470-19DA-A24D-8686-291D8E52D644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3" name="Oval 2402">
                <a:extLst>
                  <a:ext uri="{FF2B5EF4-FFF2-40B4-BE49-F238E27FC236}">
                    <a16:creationId xmlns:a16="http://schemas.microsoft.com/office/drawing/2014/main" id="{5B021BB5-9AB0-784D-85C8-D8A1B5780714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4" name="Freeform 2403">
                <a:extLst>
                  <a:ext uri="{FF2B5EF4-FFF2-40B4-BE49-F238E27FC236}">
                    <a16:creationId xmlns:a16="http://schemas.microsoft.com/office/drawing/2014/main" id="{016903AA-286A-D948-8E69-94F708A3164A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05" name="Freeform 2404">
                <a:extLst>
                  <a:ext uri="{FF2B5EF4-FFF2-40B4-BE49-F238E27FC236}">
                    <a16:creationId xmlns:a16="http://schemas.microsoft.com/office/drawing/2014/main" id="{036E8421-9DC1-9943-9216-3B873990D4BA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037" name="Group 2036">
              <a:extLst>
                <a:ext uri="{FF2B5EF4-FFF2-40B4-BE49-F238E27FC236}">
                  <a16:creationId xmlns:a16="http://schemas.microsoft.com/office/drawing/2014/main" id="{2D395132-94FF-9F44-90E6-BD0B26D89C95}"/>
                </a:ext>
              </a:extLst>
            </p:cNvPr>
            <p:cNvGrpSpPr/>
            <p:nvPr/>
          </p:nvGrpSpPr>
          <p:grpSpPr>
            <a:xfrm rot="2670456">
              <a:off x="8337262" y="5210504"/>
              <a:ext cx="561574" cy="394357"/>
              <a:chOff x="5871652" y="6279397"/>
              <a:chExt cx="686823" cy="439136"/>
            </a:xfrm>
          </p:grpSpPr>
          <p:sp>
            <p:nvSpPr>
              <p:cNvPr id="2168" name="Freeform 2167">
                <a:extLst>
                  <a:ext uri="{FF2B5EF4-FFF2-40B4-BE49-F238E27FC236}">
                    <a16:creationId xmlns:a16="http://schemas.microsoft.com/office/drawing/2014/main" id="{4C12029B-19BC-A648-B111-806AF188DBBF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69" name="Freeform 2168">
                <a:extLst>
                  <a:ext uri="{FF2B5EF4-FFF2-40B4-BE49-F238E27FC236}">
                    <a16:creationId xmlns:a16="http://schemas.microsoft.com/office/drawing/2014/main" id="{33D1C382-66E3-EA45-A907-7898C97DEB34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70" name="Freeform 2169">
                <a:extLst>
                  <a:ext uri="{FF2B5EF4-FFF2-40B4-BE49-F238E27FC236}">
                    <a16:creationId xmlns:a16="http://schemas.microsoft.com/office/drawing/2014/main" id="{0EAB6DA4-2C6B-D44B-BBFA-48C13703366C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71" name="Rectangle 2170">
                <a:extLst>
                  <a:ext uri="{FF2B5EF4-FFF2-40B4-BE49-F238E27FC236}">
                    <a16:creationId xmlns:a16="http://schemas.microsoft.com/office/drawing/2014/main" id="{0FCEC03F-E064-E348-BA1A-CA8289EC5666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2172" name="Oval 2171">
                <a:extLst>
                  <a:ext uri="{FF2B5EF4-FFF2-40B4-BE49-F238E27FC236}">
                    <a16:creationId xmlns:a16="http://schemas.microsoft.com/office/drawing/2014/main" id="{8251CB04-1AF2-CE4C-A44D-61F9723A0DB4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73" name="Oval 2172">
                <a:extLst>
                  <a:ext uri="{FF2B5EF4-FFF2-40B4-BE49-F238E27FC236}">
                    <a16:creationId xmlns:a16="http://schemas.microsoft.com/office/drawing/2014/main" id="{4935BEFD-EB5C-F74A-ACB7-CFCD60EA0164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74" name="Oval 2173">
                <a:extLst>
                  <a:ext uri="{FF2B5EF4-FFF2-40B4-BE49-F238E27FC236}">
                    <a16:creationId xmlns:a16="http://schemas.microsoft.com/office/drawing/2014/main" id="{C549AC8A-5A24-4147-AD2D-6E3A405A7C3B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75" name="Oval 2174">
                <a:extLst>
                  <a:ext uri="{FF2B5EF4-FFF2-40B4-BE49-F238E27FC236}">
                    <a16:creationId xmlns:a16="http://schemas.microsoft.com/office/drawing/2014/main" id="{397B93DB-AA13-844A-99C9-EFDB08702AC9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76" name="Oval 2175">
                <a:extLst>
                  <a:ext uri="{FF2B5EF4-FFF2-40B4-BE49-F238E27FC236}">
                    <a16:creationId xmlns:a16="http://schemas.microsoft.com/office/drawing/2014/main" id="{F5189774-792A-224B-A19B-CFDE22A8B6DC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77" name="Oval 2176">
                <a:extLst>
                  <a:ext uri="{FF2B5EF4-FFF2-40B4-BE49-F238E27FC236}">
                    <a16:creationId xmlns:a16="http://schemas.microsoft.com/office/drawing/2014/main" id="{533C31B3-FC07-714D-BD35-C7F30A6C8EF7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78" name="Oval 2177">
                <a:extLst>
                  <a:ext uri="{FF2B5EF4-FFF2-40B4-BE49-F238E27FC236}">
                    <a16:creationId xmlns:a16="http://schemas.microsoft.com/office/drawing/2014/main" id="{BF2B49E6-9858-AF43-A2D0-0B94C02640FE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79" name="Oval 2178">
                <a:extLst>
                  <a:ext uri="{FF2B5EF4-FFF2-40B4-BE49-F238E27FC236}">
                    <a16:creationId xmlns:a16="http://schemas.microsoft.com/office/drawing/2014/main" id="{4F837A11-18E9-E34C-AB82-5B6870574498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80" name="Oval 2179">
                <a:extLst>
                  <a:ext uri="{FF2B5EF4-FFF2-40B4-BE49-F238E27FC236}">
                    <a16:creationId xmlns:a16="http://schemas.microsoft.com/office/drawing/2014/main" id="{A9E761D0-0CCB-8B4B-8DDE-2E697A820876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81" name="Oval 2180">
                <a:extLst>
                  <a:ext uri="{FF2B5EF4-FFF2-40B4-BE49-F238E27FC236}">
                    <a16:creationId xmlns:a16="http://schemas.microsoft.com/office/drawing/2014/main" id="{9B8C4581-19EC-964F-9DB6-3A73CB8DC7C6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82" name="Oval 2181">
                <a:extLst>
                  <a:ext uri="{FF2B5EF4-FFF2-40B4-BE49-F238E27FC236}">
                    <a16:creationId xmlns:a16="http://schemas.microsoft.com/office/drawing/2014/main" id="{3E4B584C-B847-C847-A3F0-EB80CD14F2C6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83" name="Oval 2182">
                <a:extLst>
                  <a:ext uri="{FF2B5EF4-FFF2-40B4-BE49-F238E27FC236}">
                    <a16:creationId xmlns:a16="http://schemas.microsoft.com/office/drawing/2014/main" id="{532A7FE9-6A01-384A-9F1D-7AC4E40A3B9B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84" name="Oval 2183">
                <a:extLst>
                  <a:ext uri="{FF2B5EF4-FFF2-40B4-BE49-F238E27FC236}">
                    <a16:creationId xmlns:a16="http://schemas.microsoft.com/office/drawing/2014/main" id="{1BD00F10-61DA-934C-BC7F-91089BD22742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85" name="Oval 2184">
                <a:extLst>
                  <a:ext uri="{FF2B5EF4-FFF2-40B4-BE49-F238E27FC236}">
                    <a16:creationId xmlns:a16="http://schemas.microsoft.com/office/drawing/2014/main" id="{C6B516A9-B1F7-414A-8987-F2F0E94BB441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86" name="Oval 2185">
                <a:extLst>
                  <a:ext uri="{FF2B5EF4-FFF2-40B4-BE49-F238E27FC236}">
                    <a16:creationId xmlns:a16="http://schemas.microsoft.com/office/drawing/2014/main" id="{C09C5210-5E85-E14E-89B3-A5835C4929A8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87" name="Oval 2186">
                <a:extLst>
                  <a:ext uri="{FF2B5EF4-FFF2-40B4-BE49-F238E27FC236}">
                    <a16:creationId xmlns:a16="http://schemas.microsoft.com/office/drawing/2014/main" id="{9785E467-9FC9-FC44-9D82-E4BA350568B8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88" name="Oval 2187">
                <a:extLst>
                  <a:ext uri="{FF2B5EF4-FFF2-40B4-BE49-F238E27FC236}">
                    <a16:creationId xmlns:a16="http://schemas.microsoft.com/office/drawing/2014/main" id="{2DC58BA3-21D4-EA40-9E89-D2D0CA80E83D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89" name="Oval 2188">
                <a:extLst>
                  <a:ext uri="{FF2B5EF4-FFF2-40B4-BE49-F238E27FC236}">
                    <a16:creationId xmlns:a16="http://schemas.microsoft.com/office/drawing/2014/main" id="{A8942A3D-63C0-BE46-AF6E-2DB36EFE5B8C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90" name="Oval 2189">
                <a:extLst>
                  <a:ext uri="{FF2B5EF4-FFF2-40B4-BE49-F238E27FC236}">
                    <a16:creationId xmlns:a16="http://schemas.microsoft.com/office/drawing/2014/main" id="{8E8E90AD-8B5B-A44A-8EB2-5EC5BAB4D817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91" name="Oval 2190">
                <a:extLst>
                  <a:ext uri="{FF2B5EF4-FFF2-40B4-BE49-F238E27FC236}">
                    <a16:creationId xmlns:a16="http://schemas.microsoft.com/office/drawing/2014/main" id="{23EAE108-CF0E-C44A-83EA-1CBC3F66FA1D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92" name="Oval 2191">
                <a:extLst>
                  <a:ext uri="{FF2B5EF4-FFF2-40B4-BE49-F238E27FC236}">
                    <a16:creationId xmlns:a16="http://schemas.microsoft.com/office/drawing/2014/main" id="{547725A7-D196-FB40-9BB7-70601635CE3B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93" name="Oval 2192">
                <a:extLst>
                  <a:ext uri="{FF2B5EF4-FFF2-40B4-BE49-F238E27FC236}">
                    <a16:creationId xmlns:a16="http://schemas.microsoft.com/office/drawing/2014/main" id="{0474FCA8-5BF8-2945-A9DD-B65566CB211E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94" name="Oval 2193">
                <a:extLst>
                  <a:ext uri="{FF2B5EF4-FFF2-40B4-BE49-F238E27FC236}">
                    <a16:creationId xmlns:a16="http://schemas.microsoft.com/office/drawing/2014/main" id="{011F3542-5570-8E43-899C-0B4052606C2D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95" name="Oval 2194">
                <a:extLst>
                  <a:ext uri="{FF2B5EF4-FFF2-40B4-BE49-F238E27FC236}">
                    <a16:creationId xmlns:a16="http://schemas.microsoft.com/office/drawing/2014/main" id="{C40BAF51-3C8B-6E49-9B56-2105551D8579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96" name="Oval 2195">
                <a:extLst>
                  <a:ext uri="{FF2B5EF4-FFF2-40B4-BE49-F238E27FC236}">
                    <a16:creationId xmlns:a16="http://schemas.microsoft.com/office/drawing/2014/main" id="{E0F61F5D-B226-EA4B-88B7-9402221F696E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97" name="Oval 2196">
                <a:extLst>
                  <a:ext uri="{FF2B5EF4-FFF2-40B4-BE49-F238E27FC236}">
                    <a16:creationId xmlns:a16="http://schemas.microsoft.com/office/drawing/2014/main" id="{174EB9E7-D56C-654C-861E-50F80AB61DE9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98" name="Oval 2197">
                <a:extLst>
                  <a:ext uri="{FF2B5EF4-FFF2-40B4-BE49-F238E27FC236}">
                    <a16:creationId xmlns:a16="http://schemas.microsoft.com/office/drawing/2014/main" id="{9A7FB47A-716C-1943-8194-5ABD69038415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99" name="Oval 2198">
                <a:extLst>
                  <a:ext uri="{FF2B5EF4-FFF2-40B4-BE49-F238E27FC236}">
                    <a16:creationId xmlns:a16="http://schemas.microsoft.com/office/drawing/2014/main" id="{D1F3F38C-F142-7342-8A85-410B03940BDB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00" name="Oval 2199">
                <a:extLst>
                  <a:ext uri="{FF2B5EF4-FFF2-40B4-BE49-F238E27FC236}">
                    <a16:creationId xmlns:a16="http://schemas.microsoft.com/office/drawing/2014/main" id="{8415E379-E903-074E-9597-51A8AF93B2C2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01" name="Oval 2200">
                <a:extLst>
                  <a:ext uri="{FF2B5EF4-FFF2-40B4-BE49-F238E27FC236}">
                    <a16:creationId xmlns:a16="http://schemas.microsoft.com/office/drawing/2014/main" id="{C733C993-9388-254A-8CC9-E11FC2FB12E1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02" name="Oval 2201">
                <a:extLst>
                  <a:ext uri="{FF2B5EF4-FFF2-40B4-BE49-F238E27FC236}">
                    <a16:creationId xmlns:a16="http://schemas.microsoft.com/office/drawing/2014/main" id="{08DC7792-BD60-B14B-B4CD-A528EFB34EEA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03" name="Oval 2202">
                <a:extLst>
                  <a:ext uri="{FF2B5EF4-FFF2-40B4-BE49-F238E27FC236}">
                    <a16:creationId xmlns:a16="http://schemas.microsoft.com/office/drawing/2014/main" id="{B46B5FFA-7A6B-734F-A9EB-E52C402CBE85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04" name="Oval 2203">
                <a:extLst>
                  <a:ext uri="{FF2B5EF4-FFF2-40B4-BE49-F238E27FC236}">
                    <a16:creationId xmlns:a16="http://schemas.microsoft.com/office/drawing/2014/main" id="{7956D62C-248D-CB46-B43B-20744FBEAA24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05" name="Oval 2204">
                <a:extLst>
                  <a:ext uri="{FF2B5EF4-FFF2-40B4-BE49-F238E27FC236}">
                    <a16:creationId xmlns:a16="http://schemas.microsoft.com/office/drawing/2014/main" id="{8B5AF8B1-10A6-0E45-90E9-1607849C450C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06" name="Oval 2205">
                <a:extLst>
                  <a:ext uri="{FF2B5EF4-FFF2-40B4-BE49-F238E27FC236}">
                    <a16:creationId xmlns:a16="http://schemas.microsoft.com/office/drawing/2014/main" id="{6DDEC3CC-3105-674A-92D1-C0A5A505F40D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07" name="Oval 2206">
                <a:extLst>
                  <a:ext uri="{FF2B5EF4-FFF2-40B4-BE49-F238E27FC236}">
                    <a16:creationId xmlns:a16="http://schemas.microsoft.com/office/drawing/2014/main" id="{F6F33A9B-F83E-3545-B9AF-668E7DC46FD5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08" name="Oval 2207">
                <a:extLst>
                  <a:ext uri="{FF2B5EF4-FFF2-40B4-BE49-F238E27FC236}">
                    <a16:creationId xmlns:a16="http://schemas.microsoft.com/office/drawing/2014/main" id="{68C845B9-24B0-B443-A1EE-1DF52BC6D427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09" name="Oval 2208">
                <a:extLst>
                  <a:ext uri="{FF2B5EF4-FFF2-40B4-BE49-F238E27FC236}">
                    <a16:creationId xmlns:a16="http://schemas.microsoft.com/office/drawing/2014/main" id="{7DCB7A9C-8812-A848-906F-4A17DE25F2FE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10" name="Oval 2209">
                <a:extLst>
                  <a:ext uri="{FF2B5EF4-FFF2-40B4-BE49-F238E27FC236}">
                    <a16:creationId xmlns:a16="http://schemas.microsoft.com/office/drawing/2014/main" id="{3621EDA9-76E0-A845-B18B-5E4962CDA179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11" name="Oval 2210">
                <a:extLst>
                  <a:ext uri="{FF2B5EF4-FFF2-40B4-BE49-F238E27FC236}">
                    <a16:creationId xmlns:a16="http://schemas.microsoft.com/office/drawing/2014/main" id="{9389DD15-17F9-8146-9F0B-7F8116FC228A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12" name="Oval 2211">
                <a:extLst>
                  <a:ext uri="{FF2B5EF4-FFF2-40B4-BE49-F238E27FC236}">
                    <a16:creationId xmlns:a16="http://schemas.microsoft.com/office/drawing/2014/main" id="{31757F2D-F0E5-1F48-A2DE-0EF1D80215B3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13" name="Oval 2212">
                <a:extLst>
                  <a:ext uri="{FF2B5EF4-FFF2-40B4-BE49-F238E27FC236}">
                    <a16:creationId xmlns:a16="http://schemas.microsoft.com/office/drawing/2014/main" id="{5626EB1E-3642-7E44-8710-7623CA949A61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14" name="Oval 2213">
                <a:extLst>
                  <a:ext uri="{FF2B5EF4-FFF2-40B4-BE49-F238E27FC236}">
                    <a16:creationId xmlns:a16="http://schemas.microsoft.com/office/drawing/2014/main" id="{CBAF459A-5EEE-C846-8322-BE2CF973893C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15" name="Oval 2214">
                <a:extLst>
                  <a:ext uri="{FF2B5EF4-FFF2-40B4-BE49-F238E27FC236}">
                    <a16:creationId xmlns:a16="http://schemas.microsoft.com/office/drawing/2014/main" id="{C0F0C952-2F12-FE45-BC5C-F12DBBF6D3F3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16" name="Oval 2215">
                <a:extLst>
                  <a:ext uri="{FF2B5EF4-FFF2-40B4-BE49-F238E27FC236}">
                    <a16:creationId xmlns:a16="http://schemas.microsoft.com/office/drawing/2014/main" id="{6F22920E-D5D0-9C4D-84FA-AB46EC67D51A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17" name="Oval 2216">
                <a:extLst>
                  <a:ext uri="{FF2B5EF4-FFF2-40B4-BE49-F238E27FC236}">
                    <a16:creationId xmlns:a16="http://schemas.microsoft.com/office/drawing/2014/main" id="{253C4DF4-AA48-A545-AF44-77B2CE9776D6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18" name="Oval 2217">
                <a:extLst>
                  <a:ext uri="{FF2B5EF4-FFF2-40B4-BE49-F238E27FC236}">
                    <a16:creationId xmlns:a16="http://schemas.microsoft.com/office/drawing/2014/main" id="{FDE341DC-20CE-8244-BE00-B2A435DB3708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19" name="Oval 2218">
                <a:extLst>
                  <a:ext uri="{FF2B5EF4-FFF2-40B4-BE49-F238E27FC236}">
                    <a16:creationId xmlns:a16="http://schemas.microsoft.com/office/drawing/2014/main" id="{C6032E80-D1DC-FD43-AA8C-782380578455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20" name="Oval 2219">
                <a:extLst>
                  <a:ext uri="{FF2B5EF4-FFF2-40B4-BE49-F238E27FC236}">
                    <a16:creationId xmlns:a16="http://schemas.microsoft.com/office/drawing/2014/main" id="{7B3C08CD-C029-BF49-AD8F-0BA840A76600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21" name="Oval 2220">
                <a:extLst>
                  <a:ext uri="{FF2B5EF4-FFF2-40B4-BE49-F238E27FC236}">
                    <a16:creationId xmlns:a16="http://schemas.microsoft.com/office/drawing/2014/main" id="{A36F75E5-459D-1941-AC95-D83FBF6978A4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22" name="Oval 2221">
                <a:extLst>
                  <a:ext uri="{FF2B5EF4-FFF2-40B4-BE49-F238E27FC236}">
                    <a16:creationId xmlns:a16="http://schemas.microsoft.com/office/drawing/2014/main" id="{91BB964E-EF5C-674A-A308-E6389BEBB5ED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23" name="Oval 2222">
                <a:extLst>
                  <a:ext uri="{FF2B5EF4-FFF2-40B4-BE49-F238E27FC236}">
                    <a16:creationId xmlns:a16="http://schemas.microsoft.com/office/drawing/2014/main" id="{2D564291-4833-C24B-9C39-D9074A1A0C9C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24" name="Oval 2223">
                <a:extLst>
                  <a:ext uri="{FF2B5EF4-FFF2-40B4-BE49-F238E27FC236}">
                    <a16:creationId xmlns:a16="http://schemas.microsoft.com/office/drawing/2014/main" id="{A3D51A5A-3B05-574F-87CE-8543DCDB5BC3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25" name="Oval 2224">
                <a:extLst>
                  <a:ext uri="{FF2B5EF4-FFF2-40B4-BE49-F238E27FC236}">
                    <a16:creationId xmlns:a16="http://schemas.microsoft.com/office/drawing/2014/main" id="{C169446A-6875-3244-BA61-FF024E33DC1D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26" name="Oval 2225">
                <a:extLst>
                  <a:ext uri="{FF2B5EF4-FFF2-40B4-BE49-F238E27FC236}">
                    <a16:creationId xmlns:a16="http://schemas.microsoft.com/office/drawing/2014/main" id="{C42674F8-A78D-954B-834A-70534592FE81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27" name="Oval 2226">
                <a:extLst>
                  <a:ext uri="{FF2B5EF4-FFF2-40B4-BE49-F238E27FC236}">
                    <a16:creationId xmlns:a16="http://schemas.microsoft.com/office/drawing/2014/main" id="{B86F2786-3F71-8048-A5EC-F5890C52C98C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28" name="Oval 2227">
                <a:extLst>
                  <a:ext uri="{FF2B5EF4-FFF2-40B4-BE49-F238E27FC236}">
                    <a16:creationId xmlns:a16="http://schemas.microsoft.com/office/drawing/2014/main" id="{CC86BF04-618D-9C42-A6DC-8E5BACBE6966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29" name="Oval 2228">
                <a:extLst>
                  <a:ext uri="{FF2B5EF4-FFF2-40B4-BE49-F238E27FC236}">
                    <a16:creationId xmlns:a16="http://schemas.microsoft.com/office/drawing/2014/main" id="{E5786CD5-F0F6-2A48-90AD-6DBA9B7A07AA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30" name="Oval 2229">
                <a:extLst>
                  <a:ext uri="{FF2B5EF4-FFF2-40B4-BE49-F238E27FC236}">
                    <a16:creationId xmlns:a16="http://schemas.microsoft.com/office/drawing/2014/main" id="{0860B613-E996-7545-80AF-22D70234BECD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31" name="Oval 2230">
                <a:extLst>
                  <a:ext uri="{FF2B5EF4-FFF2-40B4-BE49-F238E27FC236}">
                    <a16:creationId xmlns:a16="http://schemas.microsoft.com/office/drawing/2014/main" id="{E40C3A97-F23F-0142-B6A1-99A3A1BDB0DF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32" name="Oval 2231">
                <a:extLst>
                  <a:ext uri="{FF2B5EF4-FFF2-40B4-BE49-F238E27FC236}">
                    <a16:creationId xmlns:a16="http://schemas.microsoft.com/office/drawing/2014/main" id="{6B79A097-BAF4-1A4F-9FD0-B9BCA1701787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33" name="Oval 2232">
                <a:extLst>
                  <a:ext uri="{FF2B5EF4-FFF2-40B4-BE49-F238E27FC236}">
                    <a16:creationId xmlns:a16="http://schemas.microsoft.com/office/drawing/2014/main" id="{795439FF-585D-E947-A34C-487233D7F550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34" name="Oval 2233">
                <a:extLst>
                  <a:ext uri="{FF2B5EF4-FFF2-40B4-BE49-F238E27FC236}">
                    <a16:creationId xmlns:a16="http://schemas.microsoft.com/office/drawing/2014/main" id="{BDD81935-C582-A54B-B336-998401C4AFFF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35" name="Oval 2234">
                <a:extLst>
                  <a:ext uri="{FF2B5EF4-FFF2-40B4-BE49-F238E27FC236}">
                    <a16:creationId xmlns:a16="http://schemas.microsoft.com/office/drawing/2014/main" id="{A8E1F272-B56B-2047-8FCC-D8C1CBD8422A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36" name="Oval 2235">
                <a:extLst>
                  <a:ext uri="{FF2B5EF4-FFF2-40B4-BE49-F238E27FC236}">
                    <a16:creationId xmlns:a16="http://schemas.microsoft.com/office/drawing/2014/main" id="{5F59D0DE-C1D1-EC43-8703-7D9618F6D668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37" name="Oval 2236">
                <a:extLst>
                  <a:ext uri="{FF2B5EF4-FFF2-40B4-BE49-F238E27FC236}">
                    <a16:creationId xmlns:a16="http://schemas.microsoft.com/office/drawing/2014/main" id="{21C14483-7E1C-6242-BECD-D13CEB440D4A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38" name="Oval 2237">
                <a:extLst>
                  <a:ext uri="{FF2B5EF4-FFF2-40B4-BE49-F238E27FC236}">
                    <a16:creationId xmlns:a16="http://schemas.microsoft.com/office/drawing/2014/main" id="{FBA3C794-970F-0241-AE23-D2A4A02A0FA0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39" name="Oval 2238">
                <a:extLst>
                  <a:ext uri="{FF2B5EF4-FFF2-40B4-BE49-F238E27FC236}">
                    <a16:creationId xmlns:a16="http://schemas.microsoft.com/office/drawing/2014/main" id="{59AC1E6B-56D3-6945-8229-62CB643120B7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40" name="Oval 2239">
                <a:extLst>
                  <a:ext uri="{FF2B5EF4-FFF2-40B4-BE49-F238E27FC236}">
                    <a16:creationId xmlns:a16="http://schemas.microsoft.com/office/drawing/2014/main" id="{9AD4B5BD-003F-3C4C-9B7F-E53F9B1AC892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41" name="Oval 2240">
                <a:extLst>
                  <a:ext uri="{FF2B5EF4-FFF2-40B4-BE49-F238E27FC236}">
                    <a16:creationId xmlns:a16="http://schemas.microsoft.com/office/drawing/2014/main" id="{4FBC30B3-8E67-FD4E-AFB3-213450B08EFA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42" name="Oval 2241">
                <a:extLst>
                  <a:ext uri="{FF2B5EF4-FFF2-40B4-BE49-F238E27FC236}">
                    <a16:creationId xmlns:a16="http://schemas.microsoft.com/office/drawing/2014/main" id="{935ED47E-19EA-0D4E-97D6-A07361F1AA07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43" name="Oval 2242">
                <a:extLst>
                  <a:ext uri="{FF2B5EF4-FFF2-40B4-BE49-F238E27FC236}">
                    <a16:creationId xmlns:a16="http://schemas.microsoft.com/office/drawing/2014/main" id="{40B4E4A3-FB33-324F-BF14-AAD43E388586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44" name="Oval 2243">
                <a:extLst>
                  <a:ext uri="{FF2B5EF4-FFF2-40B4-BE49-F238E27FC236}">
                    <a16:creationId xmlns:a16="http://schemas.microsoft.com/office/drawing/2014/main" id="{0A452EB0-EB33-5842-9FD1-E427AD763DAD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45" name="Oval 2244">
                <a:extLst>
                  <a:ext uri="{FF2B5EF4-FFF2-40B4-BE49-F238E27FC236}">
                    <a16:creationId xmlns:a16="http://schemas.microsoft.com/office/drawing/2014/main" id="{9502347F-F6CF-9641-81FD-0F9B646DB563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46" name="Oval 2245">
                <a:extLst>
                  <a:ext uri="{FF2B5EF4-FFF2-40B4-BE49-F238E27FC236}">
                    <a16:creationId xmlns:a16="http://schemas.microsoft.com/office/drawing/2014/main" id="{5AD243BF-9BD5-004B-BCC7-9B1468289184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47" name="Oval 2246">
                <a:extLst>
                  <a:ext uri="{FF2B5EF4-FFF2-40B4-BE49-F238E27FC236}">
                    <a16:creationId xmlns:a16="http://schemas.microsoft.com/office/drawing/2014/main" id="{B4E9C7A2-A687-EE40-B0B0-ACD309E33E3B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48" name="Oval 2247">
                <a:extLst>
                  <a:ext uri="{FF2B5EF4-FFF2-40B4-BE49-F238E27FC236}">
                    <a16:creationId xmlns:a16="http://schemas.microsoft.com/office/drawing/2014/main" id="{9A7856DB-D3CE-4A42-A4F4-6FAB8916D008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49" name="Oval 2248">
                <a:extLst>
                  <a:ext uri="{FF2B5EF4-FFF2-40B4-BE49-F238E27FC236}">
                    <a16:creationId xmlns:a16="http://schemas.microsoft.com/office/drawing/2014/main" id="{24E1E494-A3E0-6D4E-84B6-1589A7E12CA2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50" name="Oval 2249">
                <a:extLst>
                  <a:ext uri="{FF2B5EF4-FFF2-40B4-BE49-F238E27FC236}">
                    <a16:creationId xmlns:a16="http://schemas.microsoft.com/office/drawing/2014/main" id="{7EFF7FAB-1274-4A4F-81E1-462867FA3EC4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51" name="Oval 2250">
                <a:extLst>
                  <a:ext uri="{FF2B5EF4-FFF2-40B4-BE49-F238E27FC236}">
                    <a16:creationId xmlns:a16="http://schemas.microsoft.com/office/drawing/2014/main" id="{0BBF6AFE-2073-3E43-BC68-15B0A1D7054F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52" name="Oval 2251">
                <a:extLst>
                  <a:ext uri="{FF2B5EF4-FFF2-40B4-BE49-F238E27FC236}">
                    <a16:creationId xmlns:a16="http://schemas.microsoft.com/office/drawing/2014/main" id="{4AA48AE0-946A-5540-8EAB-1228B67C2991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53" name="Oval 2252">
                <a:extLst>
                  <a:ext uri="{FF2B5EF4-FFF2-40B4-BE49-F238E27FC236}">
                    <a16:creationId xmlns:a16="http://schemas.microsoft.com/office/drawing/2014/main" id="{EC81F85C-6B51-A047-A9FD-32B19886ECE5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54" name="Oval 2253">
                <a:extLst>
                  <a:ext uri="{FF2B5EF4-FFF2-40B4-BE49-F238E27FC236}">
                    <a16:creationId xmlns:a16="http://schemas.microsoft.com/office/drawing/2014/main" id="{9DB7222B-4D85-DA4D-9F18-10061A1B949E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55" name="Oval 2254">
                <a:extLst>
                  <a:ext uri="{FF2B5EF4-FFF2-40B4-BE49-F238E27FC236}">
                    <a16:creationId xmlns:a16="http://schemas.microsoft.com/office/drawing/2014/main" id="{75B764F1-DA51-9442-A3D9-AEAD5533CE08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56" name="Oval 2255">
                <a:extLst>
                  <a:ext uri="{FF2B5EF4-FFF2-40B4-BE49-F238E27FC236}">
                    <a16:creationId xmlns:a16="http://schemas.microsoft.com/office/drawing/2014/main" id="{D1C5C3BC-DB4D-DC48-8DC1-3EACEA8E85E5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57" name="Oval 2256">
                <a:extLst>
                  <a:ext uri="{FF2B5EF4-FFF2-40B4-BE49-F238E27FC236}">
                    <a16:creationId xmlns:a16="http://schemas.microsoft.com/office/drawing/2014/main" id="{A1FD133D-84D8-DF4A-9FCE-2EAFE6857E47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58" name="Oval 2257">
                <a:extLst>
                  <a:ext uri="{FF2B5EF4-FFF2-40B4-BE49-F238E27FC236}">
                    <a16:creationId xmlns:a16="http://schemas.microsoft.com/office/drawing/2014/main" id="{4AA835FC-431D-FD45-89C2-66E3A549B954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59" name="Oval 2258">
                <a:extLst>
                  <a:ext uri="{FF2B5EF4-FFF2-40B4-BE49-F238E27FC236}">
                    <a16:creationId xmlns:a16="http://schemas.microsoft.com/office/drawing/2014/main" id="{2DDD78A0-59A2-DA4F-9DB1-986D75E4CC67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60" name="Oval 2259">
                <a:extLst>
                  <a:ext uri="{FF2B5EF4-FFF2-40B4-BE49-F238E27FC236}">
                    <a16:creationId xmlns:a16="http://schemas.microsoft.com/office/drawing/2014/main" id="{628CBCC1-D6F4-8941-B0EE-7E7A259B1C7A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61" name="Oval 2260">
                <a:extLst>
                  <a:ext uri="{FF2B5EF4-FFF2-40B4-BE49-F238E27FC236}">
                    <a16:creationId xmlns:a16="http://schemas.microsoft.com/office/drawing/2014/main" id="{301CB985-8E76-F04F-9978-123D3A40BE46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62" name="Oval 2261">
                <a:extLst>
                  <a:ext uri="{FF2B5EF4-FFF2-40B4-BE49-F238E27FC236}">
                    <a16:creationId xmlns:a16="http://schemas.microsoft.com/office/drawing/2014/main" id="{21EE3555-A1C5-3341-821D-A036155C1AD1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63" name="Oval 2262">
                <a:extLst>
                  <a:ext uri="{FF2B5EF4-FFF2-40B4-BE49-F238E27FC236}">
                    <a16:creationId xmlns:a16="http://schemas.microsoft.com/office/drawing/2014/main" id="{B6974933-9E55-8348-8008-C41C63459AAA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64" name="Oval 2263">
                <a:extLst>
                  <a:ext uri="{FF2B5EF4-FFF2-40B4-BE49-F238E27FC236}">
                    <a16:creationId xmlns:a16="http://schemas.microsoft.com/office/drawing/2014/main" id="{1F33F9E7-A7AF-4B4F-82B3-35EF64918950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65" name="Oval 2264">
                <a:extLst>
                  <a:ext uri="{FF2B5EF4-FFF2-40B4-BE49-F238E27FC236}">
                    <a16:creationId xmlns:a16="http://schemas.microsoft.com/office/drawing/2014/main" id="{514BE62F-BD28-9544-8D1D-9BF61215DF9F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66" name="Oval 2265">
                <a:extLst>
                  <a:ext uri="{FF2B5EF4-FFF2-40B4-BE49-F238E27FC236}">
                    <a16:creationId xmlns:a16="http://schemas.microsoft.com/office/drawing/2014/main" id="{7D97D315-4976-6945-BE77-FB749C023A77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67" name="Oval 2266">
                <a:extLst>
                  <a:ext uri="{FF2B5EF4-FFF2-40B4-BE49-F238E27FC236}">
                    <a16:creationId xmlns:a16="http://schemas.microsoft.com/office/drawing/2014/main" id="{2C50C975-9131-CB41-AA9E-65F2EC857E55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68" name="Oval 2267">
                <a:extLst>
                  <a:ext uri="{FF2B5EF4-FFF2-40B4-BE49-F238E27FC236}">
                    <a16:creationId xmlns:a16="http://schemas.microsoft.com/office/drawing/2014/main" id="{31D20746-23D5-D147-8CA6-85AC86BD8AF5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69" name="Oval 2268">
                <a:extLst>
                  <a:ext uri="{FF2B5EF4-FFF2-40B4-BE49-F238E27FC236}">
                    <a16:creationId xmlns:a16="http://schemas.microsoft.com/office/drawing/2014/main" id="{FE5228B5-D78A-744F-9564-4ADA7A0A73ED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70" name="Oval 2269">
                <a:extLst>
                  <a:ext uri="{FF2B5EF4-FFF2-40B4-BE49-F238E27FC236}">
                    <a16:creationId xmlns:a16="http://schemas.microsoft.com/office/drawing/2014/main" id="{EE6A67B8-CB22-7B45-8284-03AE717A03E4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71" name="Oval 2270">
                <a:extLst>
                  <a:ext uri="{FF2B5EF4-FFF2-40B4-BE49-F238E27FC236}">
                    <a16:creationId xmlns:a16="http://schemas.microsoft.com/office/drawing/2014/main" id="{F509050B-2743-E24A-8322-50B24B16CF49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72" name="Oval 2271">
                <a:extLst>
                  <a:ext uri="{FF2B5EF4-FFF2-40B4-BE49-F238E27FC236}">
                    <a16:creationId xmlns:a16="http://schemas.microsoft.com/office/drawing/2014/main" id="{AFCDF398-FC72-3641-A13D-472C17514D33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73" name="Oval 2272">
                <a:extLst>
                  <a:ext uri="{FF2B5EF4-FFF2-40B4-BE49-F238E27FC236}">
                    <a16:creationId xmlns:a16="http://schemas.microsoft.com/office/drawing/2014/main" id="{E8A48A86-E6FC-5748-BB36-99FAC944377B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74" name="Oval 2273">
                <a:extLst>
                  <a:ext uri="{FF2B5EF4-FFF2-40B4-BE49-F238E27FC236}">
                    <a16:creationId xmlns:a16="http://schemas.microsoft.com/office/drawing/2014/main" id="{26A7C73A-EEAB-5547-87C1-9F454F85691D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75" name="Oval 2274">
                <a:extLst>
                  <a:ext uri="{FF2B5EF4-FFF2-40B4-BE49-F238E27FC236}">
                    <a16:creationId xmlns:a16="http://schemas.microsoft.com/office/drawing/2014/main" id="{AF406778-D504-804F-B4BE-D35C01B8C1AF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76" name="Oval 2275">
                <a:extLst>
                  <a:ext uri="{FF2B5EF4-FFF2-40B4-BE49-F238E27FC236}">
                    <a16:creationId xmlns:a16="http://schemas.microsoft.com/office/drawing/2014/main" id="{CB5CFD0E-52B4-114C-A7FB-24948F073ACC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77" name="Oval 2276">
                <a:extLst>
                  <a:ext uri="{FF2B5EF4-FFF2-40B4-BE49-F238E27FC236}">
                    <a16:creationId xmlns:a16="http://schemas.microsoft.com/office/drawing/2014/main" id="{5B8207DE-83C4-2046-B717-F56773CA32A7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78" name="Oval 2277">
                <a:extLst>
                  <a:ext uri="{FF2B5EF4-FFF2-40B4-BE49-F238E27FC236}">
                    <a16:creationId xmlns:a16="http://schemas.microsoft.com/office/drawing/2014/main" id="{B6C5222B-EAC9-0445-8D1C-A954209B7F1D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79" name="Oval 2278">
                <a:extLst>
                  <a:ext uri="{FF2B5EF4-FFF2-40B4-BE49-F238E27FC236}">
                    <a16:creationId xmlns:a16="http://schemas.microsoft.com/office/drawing/2014/main" id="{2E48CD62-9FB8-7947-84F3-C3D9752488AC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0" name="Oval 2279">
                <a:extLst>
                  <a:ext uri="{FF2B5EF4-FFF2-40B4-BE49-F238E27FC236}">
                    <a16:creationId xmlns:a16="http://schemas.microsoft.com/office/drawing/2014/main" id="{D4762A34-D1BB-0F41-985F-B72A5EC5FDFE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1" name="Oval 2280">
                <a:extLst>
                  <a:ext uri="{FF2B5EF4-FFF2-40B4-BE49-F238E27FC236}">
                    <a16:creationId xmlns:a16="http://schemas.microsoft.com/office/drawing/2014/main" id="{2027E60C-E02C-2843-BAB0-EC90025ED1DE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2" name="Oval 2281">
                <a:extLst>
                  <a:ext uri="{FF2B5EF4-FFF2-40B4-BE49-F238E27FC236}">
                    <a16:creationId xmlns:a16="http://schemas.microsoft.com/office/drawing/2014/main" id="{8B865C9A-D4CD-1046-A8B4-7E1F0F8E06A8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3" name="Oval 2282">
                <a:extLst>
                  <a:ext uri="{FF2B5EF4-FFF2-40B4-BE49-F238E27FC236}">
                    <a16:creationId xmlns:a16="http://schemas.microsoft.com/office/drawing/2014/main" id="{13855B4F-0951-724E-BD86-12C865649E07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4" name="Oval 2283">
                <a:extLst>
                  <a:ext uri="{FF2B5EF4-FFF2-40B4-BE49-F238E27FC236}">
                    <a16:creationId xmlns:a16="http://schemas.microsoft.com/office/drawing/2014/main" id="{C306870F-CF9F-4446-AA48-20760D617A96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5" name="Freeform 2284">
                <a:extLst>
                  <a:ext uri="{FF2B5EF4-FFF2-40B4-BE49-F238E27FC236}">
                    <a16:creationId xmlns:a16="http://schemas.microsoft.com/office/drawing/2014/main" id="{D51534C7-DF61-FA46-B826-06E312E3FF14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86" name="Freeform 2285">
                <a:extLst>
                  <a:ext uri="{FF2B5EF4-FFF2-40B4-BE49-F238E27FC236}">
                    <a16:creationId xmlns:a16="http://schemas.microsoft.com/office/drawing/2014/main" id="{6C5B4149-0136-F541-BAAD-0049D87BA160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038" name="Group 2037">
              <a:extLst>
                <a:ext uri="{FF2B5EF4-FFF2-40B4-BE49-F238E27FC236}">
                  <a16:creationId xmlns:a16="http://schemas.microsoft.com/office/drawing/2014/main" id="{2B74EA10-8AB2-7E4E-86D6-B5F96BB33515}"/>
                </a:ext>
              </a:extLst>
            </p:cNvPr>
            <p:cNvGrpSpPr/>
            <p:nvPr/>
          </p:nvGrpSpPr>
          <p:grpSpPr>
            <a:xfrm rot="4383271">
              <a:off x="8556822" y="5182744"/>
              <a:ext cx="561574" cy="394357"/>
              <a:chOff x="5871652" y="6279397"/>
              <a:chExt cx="686823" cy="439136"/>
            </a:xfrm>
          </p:grpSpPr>
          <p:sp>
            <p:nvSpPr>
              <p:cNvPr id="2049" name="Freeform 2048">
                <a:extLst>
                  <a:ext uri="{FF2B5EF4-FFF2-40B4-BE49-F238E27FC236}">
                    <a16:creationId xmlns:a16="http://schemas.microsoft.com/office/drawing/2014/main" id="{E46CA21A-1624-1C47-8B4F-EA09127E0793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50" name="Freeform 2049">
                <a:extLst>
                  <a:ext uri="{FF2B5EF4-FFF2-40B4-BE49-F238E27FC236}">
                    <a16:creationId xmlns:a16="http://schemas.microsoft.com/office/drawing/2014/main" id="{668C780A-0FA6-9944-99A3-D97A17719576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51" name="Freeform 2050">
                <a:extLst>
                  <a:ext uri="{FF2B5EF4-FFF2-40B4-BE49-F238E27FC236}">
                    <a16:creationId xmlns:a16="http://schemas.microsoft.com/office/drawing/2014/main" id="{3BF6D791-50EE-4442-8C4B-1F9103F782B6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52" name="Rectangle 2051">
                <a:extLst>
                  <a:ext uri="{FF2B5EF4-FFF2-40B4-BE49-F238E27FC236}">
                    <a16:creationId xmlns:a16="http://schemas.microsoft.com/office/drawing/2014/main" id="{BBF6DB67-DDD0-234B-AC1A-68A6ED1E8946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2053" name="Oval 2052">
                <a:extLst>
                  <a:ext uri="{FF2B5EF4-FFF2-40B4-BE49-F238E27FC236}">
                    <a16:creationId xmlns:a16="http://schemas.microsoft.com/office/drawing/2014/main" id="{792568CF-536B-DE4C-996E-3C5913414692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54" name="Oval 2053">
                <a:extLst>
                  <a:ext uri="{FF2B5EF4-FFF2-40B4-BE49-F238E27FC236}">
                    <a16:creationId xmlns:a16="http://schemas.microsoft.com/office/drawing/2014/main" id="{DA34C2AF-98D7-0A46-938C-011E9D246B82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55" name="Oval 2054">
                <a:extLst>
                  <a:ext uri="{FF2B5EF4-FFF2-40B4-BE49-F238E27FC236}">
                    <a16:creationId xmlns:a16="http://schemas.microsoft.com/office/drawing/2014/main" id="{F96923F0-B1AC-934A-91E6-E9ECB4034D66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56" name="Oval 2055">
                <a:extLst>
                  <a:ext uri="{FF2B5EF4-FFF2-40B4-BE49-F238E27FC236}">
                    <a16:creationId xmlns:a16="http://schemas.microsoft.com/office/drawing/2014/main" id="{53093BCD-0279-3745-8FB4-0C031E9D042E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57" name="Oval 2056">
                <a:extLst>
                  <a:ext uri="{FF2B5EF4-FFF2-40B4-BE49-F238E27FC236}">
                    <a16:creationId xmlns:a16="http://schemas.microsoft.com/office/drawing/2014/main" id="{10E98B3D-57F6-4F46-AD7D-25364F72DCDE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58" name="Oval 2057">
                <a:extLst>
                  <a:ext uri="{FF2B5EF4-FFF2-40B4-BE49-F238E27FC236}">
                    <a16:creationId xmlns:a16="http://schemas.microsoft.com/office/drawing/2014/main" id="{47BDFF3C-61A3-C449-B551-CF078B657AA2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59" name="Oval 2058">
                <a:extLst>
                  <a:ext uri="{FF2B5EF4-FFF2-40B4-BE49-F238E27FC236}">
                    <a16:creationId xmlns:a16="http://schemas.microsoft.com/office/drawing/2014/main" id="{52B3A485-B820-E049-A127-E2BDDA002FE8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60" name="Oval 2059">
                <a:extLst>
                  <a:ext uri="{FF2B5EF4-FFF2-40B4-BE49-F238E27FC236}">
                    <a16:creationId xmlns:a16="http://schemas.microsoft.com/office/drawing/2014/main" id="{BC9628CA-E36B-DF4A-87CA-58668672C36E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61" name="Oval 2060">
                <a:extLst>
                  <a:ext uri="{FF2B5EF4-FFF2-40B4-BE49-F238E27FC236}">
                    <a16:creationId xmlns:a16="http://schemas.microsoft.com/office/drawing/2014/main" id="{CDD65ABB-2EF4-E041-B375-FBAFDEEF1958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62" name="Oval 2061">
                <a:extLst>
                  <a:ext uri="{FF2B5EF4-FFF2-40B4-BE49-F238E27FC236}">
                    <a16:creationId xmlns:a16="http://schemas.microsoft.com/office/drawing/2014/main" id="{2079F6D5-4D7C-EE4F-BE27-EA96FF1FD0D8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63" name="Oval 2062">
                <a:extLst>
                  <a:ext uri="{FF2B5EF4-FFF2-40B4-BE49-F238E27FC236}">
                    <a16:creationId xmlns:a16="http://schemas.microsoft.com/office/drawing/2014/main" id="{E35D0EF4-05D5-8544-A447-B4C57C3CA346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64" name="Oval 2063">
                <a:extLst>
                  <a:ext uri="{FF2B5EF4-FFF2-40B4-BE49-F238E27FC236}">
                    <a16:creationId xmlns:a16="http://schemas.microsoft.com/office/drawing/2014/main" id="{B6BA4CA8-2B71-6745-BEFA-8001D69957FD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65" name="Oval 2064">
                <a:extLst>
                  <a:ext uri="{FF2B5EF4-FFF2-40B4-BE49-F238E27FC236}">
                    <a16:creationId xmlns:a16="http://schemas.microsoft.com/office/drawing/2014/main" id="{7C7F13CD-13F4-0D40-8CDA-505470B55C7A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66" name="Oval 2065">
                <a:extLst>
                  <a:ext uri="{FF2B5EF4-FFF2-40B4-BE49-F238E27FC236}">
                    <a16:creationId xmlns:a16="http://schemas.microsoft.com/office/drawing/2014/main" id="{A010C40C-FAA3-684A-8893-6840F95D8985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67" name="Oval 2066">
                <a:extLst>
                  <a:ext uri="{FF2B5EF4-FFF2-40B4-BE49-F238E27FC236}">
                    <a16:creationId xmlns:a16="http://schemas.microsoft.com/office/drawing/2014/main" id="{3DC63B33-2E2C-2740-B5C3-77DEB57A9C3E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68" name="Oval 2067">
                <a:extLst>
                  <a:ext uri="{FF2B5EF4-FFF2-40B4-BE49-F238E27FC236}">
                    <a16:creationId xmlns:a16="http://schemas.microsoft.com/office/drawing/2014/main" id="{4AE5BE43-1D8A-BB43-A8EF-460910A7AC44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69" name="Oval 2068">
                <a:extLst>
                  <a:ext uri="{FF2B5EF4-FFF2-40B4-BE49-F238E27FC236}">
                    <a16:creationId xmlns:a16="http://schemas.microsoft.com/office/drawing/2014/main" id="{AD589354-00D7-774F-94FC-6D2BDCF2697C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70" name="Oval 2069">
                <a:extLst>
                  <a:ext uri="{FF2B5EF4-FFF2-40B4-BE49-F238E27FC236}">
                    <a16:creationId xmlns:a16="http://schemas.microsoft.com/office/drawing/2014/main" id="{45B102FF-F4B0-084B-8079-C34B3A0BCC49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71" name="Oval 2070">
                <a:extLst>
                  <a:ext uri="{FF2B5EF4-FFF2-40B4-BE49-F238E27FC236}">
                    <a16:creationId xmlns:a16="http://schemas.microsoft.com/office/drawing/2014/main" id="{E535FF90-9421-FF47-A28B-739F9A1CF1BA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72" name="Oval 2071">
                <a:extLst>
                  <a:ext uri="{FF2B5EF4-FFF2-40B4-BE49-F238E27FC236}">
                    <a16:creationId xmlns:a16="http://schemas.microsoft.com/office/drawing/2014/main" id="{5242630F-35E9-444F-8A7B-8D7E41F1A450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73" name="Oval 2072">
                <a:extLst>
                  <a:ext uri="{FF2B5EF4-FFF2-40B4-BE49-F238E27FC236}">
                    <a16:creationId xmlns:a16="http://schemas.microsoft.com/office/drawing/2014/main" id="{2D14E0CC-C642-A14F-B50F-E600E9BA6AF5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74" name="Oval 2073">
                <a:extLst>
                  <a:ext uri="{FF2B5EF4-FFF2-40B4-BE49-F238E27FC236}">
                    <a16:creationId xmlns:a16="http://schemas.microsoft.com/office/drawing/2014/main" id="{BF2DD45D-E0B8-D84E-BDF4-947379C75797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75" name="Oval 2074">
                <a:extLst>
                  <a:ext uri="{FF2B5EF4-FFF2-40B4-BE49-F238E27FC236}">
                    <a16:creationId xmlns:a16="http://schemas.microsoft.com/office/drawing/2014/main" id="{47F29B54-8AEC-E144-A0C6-244265714EBE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76" name="Oval 2075">
                <a:extLst>
                  <a:ext uri="{FF2B5EF4-FFF2-40B4-BE49-F238E27FC236}">
                    <a16:creationId xmlns:a16="http://schemas.microsoft.com/office/drawing/2014/main" id="{9EC56F1F-3E05-9444-A8AD-B7058EDD164E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77" name="Oval 2076">
                <a:extLst>
                  <a:ext uri="{FF2B5EF4-FFF2-40B4-BE49-F238E27FC236}">
                    <a16:creationId xmlns:a16="http://schemas.microsoft.com/office/drawing/2014/main" id="{19DC31D1-0748-BF4E-806E-0D0A2E3935C4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78" name="Oval 2077">
                <a:extLst>
                  <a:ext uri="{FF2B5EF4-FFF2-40B4-BE49-F238E27FC236}">
                    <a16:creationId xmlns:a16="http://schemas.microsoft.com/office/drawing/2014/main" id="{8176FC97-DBE9-0847-89B9-B9E5DD61A05D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79" name="Oval 2078">
                <a:extLst>
                  <a:ext uri="{FF2B5EF4-FFF2-40B4-BE49-F238E27FC236}">
                    <a16:creationId xmlns:a16="http://schemas.microsoft.com/office/drawing/2014/main" id="{854469C5-28A6-D743-97F8-B27505F204F8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80" name="Oval 2079">
                <a:extLst>
                  <a:ext uri="{FF2B5EF4-FFF2-40B4-BE49-F238E27FC236}">
                    <a16:creationId xmlns:a16="http://schemas.microsoft.com/office/drawing/2014/main" id="{FF9BFE4E-4A72-EA42-A720-BD8A10236B59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81" name="Oval 2080">
                <a:extLst>
                  <a:ext uri="{FF2B5EF4-FFF2-40B4-BE49-F238E27FC236}">
                    <a16:creationId xmlns:a16="http://schemas.microsoft.com/office/drawing/2014/main" id="{EA20BE7D-20E6-0945-A8AD-6E48B855A3C0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82" name="Oval 2081">
                <a:extLst>
                  <a:ext uri="{FF2B5EF4-FFF2-40B4-BE49-F238E27FC236}">
                    <a16:creationId xmlns:a16="http://schemas.microsoft.com/office/drawing/2014/main" id="{A649010B-1FF7-5144-B574-E645B664802E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83" name="Oval 2082">
                <a:extLst>
                  <a:ext uri="{FF2B5EF4-FFF2-40B4-BE49-F238E27FC236}">
                    <a16:creationId xmlns:a16="http://schemas.microsoft.com/office/drawing/2014/main" id="{96D379A6-45A8-A341-B027-F3611A6345AE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84" name="Oval 2083">
                <a:extLst>
                  <a:ext uri="{FF2B5EF4-FFF2-40B4-BE49-F238E27FC236}">
                    <a16:creationId xmlns:a16="http://schemas.microsoft.com/office/drawing/2014/main" id="{3CCF79B8-C299-EC45-BD4F-3DD915C84EDD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85" name="Oval 2084">
                <a:extLst>
                  <a:ext uri="{FF2B5EF4-FFF2-40B4-BE49-F238E27FC236}">
                    <a16:creationId xmlns:a16="http://schemas.microsoft.com/office/drawing/2014/main" id="{FA51618D-647C-1147-8E82-0F77F544A4BB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86" name="Oval 2085">
                <a:extLst>
                  <a:ext uri="{FF2B5EF4-FFF2-40B4-BE49-F238E27FC236}">
                    <a16:creationId xmlns:a16="http://schemas.microsoft.com/office/drawing/2014/main" id="{ABF2B5EC-D950-E845-B3D2-12DD946E3D76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87" name="Oval 2086">
                <a:extLst>
                  <a:ext uri="{FF2B5EF4-FFF2-40B4-BE49-F238E27FC236}">
                    <a16:creationId xmlns:a16="http://schemas.microsoft.com/office/drawing/2014/main" id="{A92DE7FE-E45A-AA44-B83B-842C9B41EC1F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88" name="Oval 2087">
                <a:extLst>
                  <a:ext uri="{FF2B5EF4-FFF2-40B4-BE49-F238E27FC236}">
                    <a16:creationId xmlns:a16="http://schemas.microsoft.com/office/drawing/2014/main" id="{6749F0DA-1A62-6949-9BAB-3B8130C6329C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89" name="Oval 2088">
                <a:extLst>
                  <a:ext uri="{FF2B5EF4-FFF2-40B4-BE49-F238E27FC236}">
                    <a16:creationId xmlns:a16="http://schemas.microsoft.com/office/drawing/2014/main" id="{F1BB2675-DB40-0343-AE02-755C3451CB87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90" name="Oval 2089">
                <a:extLst>
                  <a:ext uri="{FF2B5EF4-FFF2-40B4-BE49-F238E27FC236}">
                    <a16:creationId xmlns:a16="http://schemas.microsoft.com/office/drawing/2014/main" id="{38B6417D-C80D-724B-9A75-48CBABF5E39A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91" name="Oval 2090">
                <a:extLst>
                  <a:ext uri="{FF2B5EF4-FFF2-40B4-BE49-F238E27FC236}">
                    <a16:creationId xmlns:a16="http://schemas.microsoft.com/office/drawing/2014/main" id="{53CBE02F-E419-3446-8668-0C87E7F8F057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92" name="Oval 2091">
                <a:extLst>
                  <a:ext uri="{FF2B5EF4-FFF2-40B4-BE49-F238E27FC236}">
                    <a16:creationId xmlns:a16="http://schemas.microsoft.com/office/drawing/2014/main" id="{8C6E33C3-DAAF-8E49-978F-F7C7FB862E43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93" name="Oval 2092">
                <a:extLst>
                  <a:ext uri="{FF2B5EF4-FFF2-40B4-BE49-F238E27FC236}">
                    <a16:creationId xmlns:a16="http://schemas.microsoft.com/office/drawing/2014/main" id="{51BB0135-7822-7A43-84CA-58F601961113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94" name="Oval 2093">
                <a:extLst>
                  <a:ext uri="{FF2B5EF4-FFF2-40B4-BE49-F238E27FC236}">
                    <a16:creationId xmlns:a16="http://schemas.microsoft.com/office/drawing/2014/main" id="{BF88FC5E-8C00-E345-9BF4-A027B15F6514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95" name="Oval 2094">
                <a:extLst>
                  <a:ext uri="{FF2B5EF4-FFF2-40B4-BE49-F238E27FC236}">
                    <a16:creationId xmlns:a16="http://schemas.microsoft.com/office/drawing/2014/main" id="{A4E209AD-84FD-B241-8F66-7ECA83407297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96" name="Oval 2095">
                <a:extLst>
                  <a:ext uri="{FF2B5EF4-FFF2-40B4-BE49-F238E27FC236}">
                    <a16:creationId xmlns:a16="http://schemas.microsoft.com/office/drawing/2014/main" id="{DDEBC1A1-33F7-A74D-A474-37D9CCECB55A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97" name="Oval 2096">
                <a:extLst>
                  <a:ext uri="{FF2B5EF4-FFF2-40B4-BE49-F238E27FC236}">
                    <a16:creationId xmlns:a16="http://schemas.microsoft.com/office/drawing/2014/main" id="{6A2EC877-098F-FF4C-9580-423D512796AE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98" name="Oval 2097">
                <a:extLst>
                  <a:ext uri="{FF2B5EF4-FFF2-40B4-BE49-F238E27FC236}">
                    <a16:creationId xmlns:a16="http://schemas.microsoft.com/office/drawing/2014/main" id="{6EA77FFD-E12C-324A-9469-EDF6C31E9848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99" name="Oval 2098">
                <a:extLst>
                  <a:ext uri="{FF2B5EF4-FFF2-40B4-BE49-F238E27FC236}">
                    <a16:creationId xmlns:a16="http://schemas.microsoft.com/office/drawing/2014/main" id="{8A02918B-1284-7444-AD8C-DDBDFABD7EF6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00" name="Oval 2099">
                <a:extLst>
                  <a:ext uri="{FF2B5EF4-FFF2-40B4-BE49-F238E27FC236}">
                    <a16:creationId xmlns:a16="http://schemas.microsoft.com/office/drawing/2014/main" id="{C197062D-5D48-214A-891D-AED250F93B5F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01" name="Oval 2100">
                <a:extLst>
                  <a:ext uri="{FF2B5EF4-FFF2-40B4-BE49-F238E27FC236}">
                    <a16:creationId xmlns:a16="http://schemas.microsoft.com/office/drawing/2014/main" id="{5F2BD1E9-AE6F-434B-80CF-148588DAA31D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02" name="Oval 2101">
                <a:extLst>
                  <a:ext uri="{FF2B5EF4-FFF2-40B4-BE49-F238E27FC236}">
                    <a16:creationId xmlns:a16="http://schemas.microsoft.com/office/drawing/2014/main" id="{888CCB5F-F588-1444-A7C5-A77308D9001F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03" name="Oval 2102">
                <a:extLst>
                  <a:ext uri="{FF2B5EF4-FFF2-40B4-BE49-F238E27FC236}">
                    <a16:creationId xmlns:a16="http://schemas.microsoft.com/office/drawing/2014/main" id="{B78136D6-EDD0-214C-A356-8371119F8085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04" name="Oval 2103">
                <a:extLst>
                  <a:ext uri="{FF2B5EF4-FFF2-40B4-BE49-F238E27FC236}">
                    <a16:creationId xmlns:a16="http://schemas.microsoft.com/office/drawing/2014/main" id="{308A4015-BD7C-0E4B-B034-1803DA102F0A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05" name="Oval 2104">
                <a:extLst>
                  <a:ext uri="{FF2B5EF4-FFF2-40B4-BE49-F238E27FC236}">
                    <a16:creationId xmlns:a16="http://schemas.microsoft.com/office/drawing/2014/main" id="{62000F63-969D-1349-960C-8473B5B9C524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06" name="Oval 2105">
                <a:extLst>
                  <a:ext uri="{FF2B5EF4-FFF2-40B4-BE49-F238E27FC236}">
                    <a16:creationId xmlns:a16="http://schemas.microsoft.com/office/drawing/2014/main" id="{618F7F99-575D-804B-85CB-9B04E4C01A6F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07" name="Oval 2106">
                <a:extLst>
                  <a:ext uri="{FF2B5EF4-FFF2-40B4-BE49-F238E27FC236}">
                    <a16:creationId xmlns:a16="http://schemas.microsoft.com/office/drawing/2014/main" id="{B5D9942D-5D49-6440-B0D6-74BB6D505975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08" name="Oval 2107">
                <a:extLst>
                  <a:ext uri="{FF2B5EF4-FFF2-40B4-BE49-F238E27FC236}">
                    <a16:creationId xmlns:a16="http://schemas.microsoft.com/office/drawing/2014/main" id="{9C7AAA62-6CEC-CC4B-8199-4EBDFA62366B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09" name="Oval 2108">
                <a:extLst>
                  <a:ext uri="{FF2B5EF4-FFF2-40B4-BE49-F238E27FC236}">
                    <a16:creationId xmlns:a16="http://schemas.microsoft.com/office/drawing/2014/main" id="{147B228E-AA59-584D-AED6-94AB9D89EEEC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10" name="Oval 2109">
                <a:extLst>
                  <a:ext uri="{FF2B5EF4-FFF2-40B4-BE49-F238E27FC236}">
                    <a16:creationId xmlns:a16="http://schemas.microsoft.com/office/drawing/2014/main" id="{0C6C3FF4-8FC4-4D41-90A2-5042CD055B2C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11" name="Oval 2110">
                <a:extLst>
                  <a:ext uri="{FF2B5EF4-FFF2-40B4-BE49-F238E27FC236}">
                    <a16:creationId xmlns:a16="http://schemas.microsoft.com/office/drawing/2014/main" id="{D04DABA6-E472-014E-8A5B-AE47A42178BB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12" name="Oval 2111">
                <a:extLst>
                  <a:ext uri="{FF2B5EF4-FFF2-40B4-BE49-F238E27FC236}">
                    <a16:creationId xmlns:a16="http://schemas.microsoft.com/office/drawing/2014/main" id="{3DA8F527-C6D0-D94E-9343-2EE669800384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13" name="Oval 2112">
                <a:extLst>
                  <a:ext uri="{FF2B5EF4-FFF2-40B4-BE49-F238E27FC236}">
                    <a16:creationId xmlns:a16="http://schemas.microsoft.com/office/drawing/2014/main" id="{2D0A2F78-B673-7E49-9FB0-4C4245DC5149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14" name="Oval 2113">
                <a:extLst>
                  <a:ext uri="{FF2B5EF4-FFF2-40B4-BE49-F238E27FC236}">
                    <a16:creationId xmlns:a16="http://schemas.microsoft.com/office/drawing/2014/main" id="{C2A2CB93-393C-A14C-933E-8521C02882AE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15" name="Oval 2114">
                <a:extLst>
                  <a:ext uri="{FF2B5EF4-FFF2-40B4-BE49-F238E27FC236}">
                    <a16:creationId xmlns:a16="http://schemas.microsoft.com/office/drawing/2014/main" id="{8DDB7B62-CCC0-7D42-BBB0-3F9974CD3869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16" name="Oval 2115">
                <a:extLst>
                  <a:ext uri="{FF2B5EF4-FFF2-40B4-BE49-F238E27FC236}">
                    <a16:creationId xmlns:a16="http://schemas.microsoft.com/office/drawing/2014/main" id="{48865A16-131D-E54A-9E8C-EAC443FF7941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17" name="Oval 2116">
                <a:extLst>
                  <a:ext uri="{FF2B5EF4-FFF2-40B4-BE49-F238E27FC236}">
                    <a16:creationId xmlns:a16="http://schemas.microsoft.com/office/drawing/2014/main" id="{03FAFB9F-D681-2642-8982-1F1F769F18FB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18" name="Oval 2117">
                <a:extLst>
                  <a:ext uri="{FF2B5EF4-FFF2-40B4-BE49-F238E27FC236}">
                    <a16:creationId xmlns:a16="http://schemas.microsoft.com/office/drawing/2014/main" id="{411842D1-8582-E642-8475-3860A8A3576C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19" name="Oval 2118">
                <a:extLst>
                  <a:ext uri="{FF2B5EF4-FFF2-40B4-BE49-F238E27FC236}">
                    <a16:creationId xmlns:a16="http://schemas.microsoft.com/office/drawing/2014/main" id="{97D9F056-F967-554A-9F39-244B495F6157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20" name="Oval 2119">
                <a:extLst>
                  <a:ext uri="{FF2B5EF4-FFF2-40B4-BE49-F238E27FC236}">
                    <a16:creationId xmlns:a16="http://schemas.microsoft.com/office/drawing/2014/main" id="{D98D1470-97F8-4C40-BAA8-F0C2037D1055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21" name="Oval 2120">
                <a:extLst>
                  <a:ext uri="{FF2B5EF4-FFF2-40B4-BE49-F238E27FC236}">
                    <a16:creationId xmlns:a16="http://schemas.microsoft.com/office/drawing/2014/main" id="{52687D07-CCB2-684A-AA94-EAD17C1C5753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22" name="Oval 2121">
                <a:extLst>
                  <a:ext uri="{FF2B5EF4-FFF2-40B4-BE49-F238E27FC236}">
                    <a16:creationId xmlns:a16="http://schemas.microsoft.com/office/drawing/2014/main" id="{89A8FAA2-EA8B-CB40-9835-7A6D28382FBD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23" name="Oval 2122">
                <a:extLst>
                  <a:ext uri="{FF2B5EF4-FFF2-40B4-BE49-F238E27FC236}">
                    <a16:creationId xmlns:a16="http://schemas.microsoft.com/office/drawing/2014/main" id="{DF790B08-D4CC-D84C-AD93-10BCDC154279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24" name="Oval 2123">
                <a:extLst>
                  <a:ext uri="{FF2B5EF4-FFF2-40B4-BE49-F238E27FC236}">
                    <a16:creationId xmlns:a16="http://schemas.microsoft.com/office/drawing/2014/main" id="{E338B4E1-6646-9940-AC4E-735D4CB762F9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25" name="Oval 2124">
                <a:extLst>
                  <a:ext uri="{FF2B5EF4-FFF2-40B4-BE49-F238E27FC236}">
                    <a16:creationId xmlns:a16="http://schemas.microsoft.com/office/drawing/2014/main" id="{6FA64552-6761-C442-A501-A6A71B5B7A24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26" name="Oval 2125">
                <a:extLst>
                  <a:ext uri="{FF2B5EF4-FFF2-40B4-BE49-F238E27FC236}">
                    <a16:creationId xmlns:a16="http://schemas.microsoft.com/office/drawing/2014/main" id="{FDF95591-D8CF-A74A-B4E5-DE47B072DA58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27" name="Oval 2126">
                <a:extLst>
                  <a:ext uri="{FF2B5EF4-FFF2-40B4-BE49-F238E27FC236}">
                    <a16:creationId xmlns:a16="http://schemas.microsoft.com/office/drawing/2014/main" id="{E0753383-04CC-B54A-97ED-BCCDB044ED57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28" name="Oval 2127">
                <a:extLst>
                  <a:ext uri="{FF2B5EF4-FFF2-40B4-BE49-F238E27FC236}">
                    <a16:creationId xmlns:a16="http://schemas.microsoft.com/office/drawing/2014/main" id="{57C45C59-B3AF-BD4C-A418-02D0F5185BCE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29" name="Oval 2128">
                <a:extLst>
                  <a:ext uri="{FF2B5EF4-FFF2-40B4-BE49-F238E27FC236}">
                    <a16:creationId xmlns:a16="http://schemas.microsoft.com/office/drawing/2014/main" id="{5B6139DB-20B8-4A4D-8C0E-08E11F76F329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30" name="Oval 2129">
                <a:extLst>
                  <a:ext uri="{FF2B5EF4-FFF2-40B4-BE49-F238E27FC236}">
                    <a16:creationId xmlns:a16="http://schemas.microsoft.com/office/drawing/2014/main" id="{5937D5EF-9025-A948-A1CC-63571129A697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31" name="Oval 2130">
                <a:extLst>
                  <a:ext uri="{FF2B5EF4-FFF2-40B4-BE49-F238E27FC236}">
                    <a16:creationId xmlns:a16="http://schemas.microsoft.com/office/drawing/2014/main" id="{A451D6E2-8537-8E49-9D05-0114E1A5AA5F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32" name="Oval 2131">
                <a:extLst>
                  <a:ext uri="{FF2B5EF4-FFF2-40B4-BE49-F238E27FC236}">
                    <a16:creationId xmlns:a16="http://schemas.microsoft.com/office/drawing/2014/main" id="{8AF3D7D0-0D57-D840-B870-1B65E1D65B75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33" name="Oval 2132">
                <a:extLst>
                  <a:ext uri="{FF2B5EF4-FFF2-40B4-BE49-F238E27FC236}">
                    <a16:creationId xmlns:a16="http://schemas.microsoft.com/office/drawing/2014/main" id="{1764BB02-661E-D043-B015-05827D80859F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34" name="Oval 2133">
                <a:extLst>
                  <a:ext uri="{FF2B5EF4-FFF2-40B4-BE49-F238E27FC236}">
                    <a16:creationId xmlns:a16="http://schemas.microsoft.com/office/drawing/2014/main" id="{5B4E8914-1B7E-214E-9C31-2170A2062AFA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35" name="Oval 2134">
                <a:extLst>
                  <a:ext uri="{FF2B5EF4-FFF2-40B4-BE49-F238E27FC236}">
                    <a16:creationId xmlns:a16="http://schemas.microsoft.com/office/drawing/2014/main" id="{7A74E3DE-845C-9549-A46B-94992A2B323D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36" name="Oval 2135">
                <a:extLst>
                  <a:ext uri="{FF2B5EF4-FFF2-40B4-BE49-F238E27FC236}">
                    <a16:creationId xmlns:a16="http://schemas.microsoft.com/office/drawing/2014/main" id="{CB49C3CB-38DA-0141-B6DA-EBACE51A7D10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37" name="Oval 2136">
                <a:extLst>
                  <a:ext uri="{FF2B5EF4-FFF2-40B4-BE49-F238E27FC236}">
                    <a16:creationId xmlns:a16="http://schemas.microsoft.com/office/drawing/2014/main" id="{46AA896A-FB00-F044-9A84-60EE6ED53593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38" name="Oval 2137">
                <a:extLst>
                  <a:ext uri="{FF2B5EF4-FFF2-40B4-BE49-F238E27FC236}">
                    <a16:creationId xmlns:a16="http://schemas.microsoft.com/office/drawing/2014/main" id="{1B0B9448-344F-DF47-BC54-BA87A00AF271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39" name="Oval 2138">
                <a:extLst>
                  <a:ext uri="{FF2B5EF4-FFF2-40B4-BE49-F238E27FC236}">
                    <a16:creationId xmlns:a16="http://schemas.microsoft.com/office/drawing/2014/main" id="{EA0698E8-61E1-7C4E-B94D-57AC6CDF3A2C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0" name="Oval 2139">
                <a:extLst>
                  <a:ext uri="{FF2B5EF4-FFF2-40B4-BE49-F238E27FC236}">
                    <a16:creationId xmlns:a16="http://schemas.microsoft.com/office/drawing/2014/main" id="{FFB057FD-36F5-4343-AE5E-0A70343F15C3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1" name="Oval 2140">
                <a:extLst>
                  <a:ext uri="{FF2B5EF4-FFF2-40B4-BE49-F238E27FC236}">
                    <a16:creationId xmlns:a16="http://schemas.microsoft.com/office/drawing/2014/main" id="{0866BE27-B346-1245-B595-5416999DECDD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2" name="Oval 2141">
                <a:extLst>
                  <a:ext uri="{FF2B5EF4-FFF2-40B4-BE49-F238E27FC236}">
                    <a16:creationId xmlns:a16="http://schemas.microsoft.com/office/drawing/2014/main" id="{2E204AEF-8661-4949-8CC7-4D57974ED89D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3" name="Oval 2142">
                <a:extLst>
                  <a:ext uri="{FF2B5EF4-FFF2-40B4-BE49-F238E27FC236}">
                    <a16:creationId xmlns:a16="http://schemas.microsoft.com/office/drawing/2014/main" id="{4C9AE8AD-E80C-FA4A-9DF4-013319F335B1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4" name="Oval 2143">
                <a:extLst>
                  <a:ext uri="{FF2B5EF4-FFF2-40B4-BE49-F238E27FC236}">
                    <a16:creationId xmlns:a16="http://schemas.microsoft.com/office/drawing/2014/main" id="{A2FA9812-ABAE-6C49-8387-0EB7934C6749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5" name="Oval 2144">
                <a:extLst>
                  <a:ext uri="{FF2B5EF4-FFF2-40B4-BE49-F238E27FC236}">
                    <a16:creationId xmlns:a16="http://schemas.microsoft.com/office/drawing/2014/main" id="{853FB92D-5457-4B40-8B22-19A4DF2F7654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6" name="Oval 2145">
                <a:extLst>
                  <a:ext uri="{FF2B5EF4-FFF2-40B4-BE49-F238E27FC236}">
                    <a16:creationId xmlns:a16="http://schemas.microsoft.com/office/drawing/2014/main" id="{BAF0C4C1-F331-6F4B-B4E7-9DA187BB2490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7" name="Oval 2146">
                <a:extLst>
                  <a:ext uri="{FF2B5EF4-FFF2-40B4-BE49-F238E27FC236}">
                    <a16:creationId xmlns:a16="http://schemas.microsoft.com/office/drawing/2014/main" id="{10F398C7-C335-C240-8DB1-4DE4B3957333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8" name="Oval 2147">
                <a:extLst>
                  <a:ext uri="{FF2B5EF4-FFF2-40B4-BE49-F238E27FC236}">
                    <a16:creationId xmlns:a16="http://schemas.microsoft.com/office/drawing/2014/main" id="{42614AB9-F2CA-914E-ABAC-4298BE82284B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9" name="Oval 2148">
                <a:extLst>
                  <a:ext uri="{FF2B5EF4-FFF2-40B4-BE49-F238E27FC236}">
                    <a16:creationId xmlns:a16="http://schemas.microsoft.com/office/drawing/2014/main" id="{7ECE8E5B-0305-F54E-9081-FA4154343780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50" name="Oval 2149">
                <a:extLst>
                  <a:ext uri="{FF2B5EF4-FFF2-40B4-BE49-F238E27FC236}">
                    <a16:creationId xmlns:a16="http://schemas.microsoft.com/office/drawing/2014/main" id="{684929F2-F1D5-E747-BEFF-E80EB571986D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51" name="Oval 2150">
                <a:extLst>
                  <a:ext uri="{FF2B5EF4-FFF2-40B4-BE49-F238E27FC236}">
                    <a16:creationId xmlns:a16="http://schemas.microsoft.com/office/drawing/2014/main" id="{C9BE7905-C7BC-BA4E-A386-824924453477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52" name="Oval 2151">
                <a:extLst>
                  <a:ext uri="{FF2B5EF4-FFF2-40B4-BE49-F238E27FC236}">
                    <a16:creationId xmlns:a16="http://schemas.microsoft.com/office/drawing/2014/main" id="{DEBE9D2D-21C5-FD49-90C5-EF66C3E26E94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53" name="Oval 2152">
                <a:extLst>
                  <a:ext uri="{FF2B5EF4-FFF2-40B4-BE49-F238E27FC236}">
                    <a16:creationId xmlns:a16="http://schemas.microsoft.com/office/drawing/2014/main" id="{3DCFFD7B-D816-8047-9E50-2C8819C265BA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54" name="Oval 2153">
                <a:extLst>
                  <a:ext uri="{FF2B5EF4-FFF2-40B4-BE49-F238E27FC236}">
                    <a16:creationId xmlns:a16="http://schemas.microsoft.com/office/drawing/2014/main" id="{00ADF506-18AE-9044-92FD-A2FC685AF891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55" name="Oval 2154">
                <a:extLst>
                  <a:ext uri="{FF2B5EF4-FFF2-40B4-BE49-F238E27FC236}">
                    <a16:creationId xmlns:a16="http://schemas.microsoft.com/office/drawing/2014/main" id="{9ACC24B1-51BD-CD40-B183-64F301D3FBC3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56" name="Oval 2155">
                <a:extLst>
                  <a:ext uri="{FF2B5EF4-FFF2-40B4-BE49-F238E27FC236}">
                    <a16:creationId xmlns:a16="http://schemas.microsoft.com/office/drawing/2014/main" id="{8ED32F41-0961-304E-B91D-9E46AAB07AED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57" name="Oval 2156">
                <a:extLst>
                  <a:ext uri="{FF2B5EF4-FFF2-40B4-BE49-F238E27FC236}">
                    <a16:creationId xmlns:a16="http://schemas.microsoft.com/office/drawing/2014/main" id="{F80A5E99-8594-A945-87D4-0A8D1BAC5F34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58" name="Oval 2157">
                <a:extLst>
                  <a:ext uri="{FF2B5EF4-FFF2-40B4-BE49-F238E27FC236}">
                    <a16:creationId xmlns:a16="http://schemas.microsoft.com/office/drawing/2014/main" id="{E8BAD955-AE94-A64D-A1B3-8A04B45C03A0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59" name="Oval 2158">
                <a:extLst>
                  <a:ext uri="{FF2B5EF4-FFF2-40B4-BE49-F238E27FC236}">
                    <a16:creationId xmlns:a16="http://schemas.microsoft.com/office/drawing/2014/main" id="{8C9987D3-9014-1E43-8CFB-BC3754F807BC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60" name="Oval 2159">
                <a:extLst>
                  <a:ext uri="{FF2B5EF4-FFF2-40B4-BE49-F238E27FC236}">
                    <a16:creationId xmlns:a16="http://schemas.microsoft.com/office/drawing/2014/main" id="{05EE59DF-3A9D-1841-BD7E-2F3AA5CF9F42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61" name="Oval 2160">
                <a:extLst>
                  <a:ext uri="{FF2B5EF4-FFF2-40B4-BE49-F238E27FC236}">
                    <a16:creationId xmlns:a16="http://schemas.microsoft.com/office/drawing/2014/main" id="{CA487B83-D774-464E-9693-8CF181C78C70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62" name="Oval 2161">
                <a:extLst>
                  <a:ext uri="{FF2B5EF4-FFF2-40B4-BE49-F238E27FC236}">
                    <a16:creationId xmlns:a16="http://schemas.microsoft.com/office/drawing/2014/main" id="{29868659-6FB6-7540-98A6-76FE78DE15F1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63" name="Oval 2162">
                <a:extLst>
                  <a:ext uri="{FF2B5EF4-FFF2-40B4-BE49-F238E27FC236}">
                    <a16:creationId xmlns:a16="http://schemas.microsoft.com/office/drawing/2014/main" id="{72306847-FCBF-BA47-B7E6-9DA8CA89217D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64" name="Oval 2163">
                <a:extLst>
                  <a:ext uri="{FF2B5EF4-FFF2-40B4-BE49-F238E27FC236}">
                    <a16:creationId xmlns:a16="http://schemas.microsoft.com/office/drawing/2014/main" id="{F993AB21-924B-7646-A14F-F43373379CA5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65" name="Oval 2164">
                <a:extLst>
                  <a:ext uri="{FF2B5EF4-FFF2-40B4-BE49-F238E27FC236}">
                    <a16:creationId xmlns:a16="http://schemas.microsoft.com/office/drawing/2014/main" id="{BB086E76-4538-DB48-AAC8-60B0779FEC4A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66" name="Freeform 2165">
                <a:extLst>
                  <a:ext uri="{FF2B5EF4-FFF2-40B4-BE49-F238E27FC236}">
                    <a16:creationId xmlns:a16="http://schemas.microsoft.com/office/drawing/2014/main" id="{7BA318F6-5003-CD45-9808-AA31FD9A9A03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67" name="Freeform 2166">
                <a:extLst>
                  <a:ext uri="{FF2B5EF4-FFF2-40B4-BE49-F238E27FC236}">
                    <a16:creationId xmlns:a16="http://schemas.microsoft.com/office/drawing/2014/main" id="{6E356EE0-3068-3A43-A731-9208354EA64C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039" name="Group 2038">
              <a:extLst>
                <a:ext uri="{FF2B5EF4-FFF2-40B4-BE49-F238E27FC236}">
                  <a16:creationId xmlns:a16="http://schemas.microsoft.com/office/drawing/2014/main" id="{9358A41B-A056-AE45-88E5-41990C5F2E5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173323" y="5449899"/>
              <a:ext cx="759030" cy="413790"/>
              <a:chOff x="3201292" y="2360359"/>
              <a:chExt cx="2414304" cy="1316173"/>
            </a:xfrm>
            <a:solidFill>
              <a:srgbClr val="945200"/>
            </a:solidFill>
          </p:grpSpPr>
          <p:sp>
            <p:nvSpPr>
              <p:cNvPr id="2040" name="Rectangle 2039">
                <a:extLst>
                  <a:ext uri="{FF2B5EF4-FFF2-40B4-BE49-F238E27FC236}">
                    <a16:creationId xmlns:a16="http://schemas.microsoft.com/office/drawing/2014/main" id="{D556D471-C0CA-8B4C-8549-4259D9B6E46E}"/>
                  </a:ext>
                </a:extLst>
              </p:cNvPr>
              <p:cNvSpPr/>
              <p:nvPr/>
            </p:nvSpPr>
            <p:spPr>
              <a:xfrm rot="15476139">
                <a:off x="2817867" y="2883547"/>
                <a:ext cx="1232289" cy="200631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41" name="Rectangle 2040">
                <a:extLst>
                  <a:ext uri="{FF2B5EF4-FFF2-40B4-BE49-F238E27FC236}">
                    <a16:creationId xmlns:a16="http://schemas.microsoft.com/office/drawing/2014/main" id="{39705F53-3C6A-DB44-979D-D4DE1C60D1A5}"/>
                  </a:ext>
                </a:extLst>
              </p:cNvPr>
              <p:cNvSpPr/>
              <p:nvPr/>
            </p:nvSpPr>
            <p:spPr>
              <a:xfrm rot="16805759">
                <a:off x="4792679" y="2899071"/>
                <a:ext cx="1232289" cy="200631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42" name="Rectangle 2041">
                <a:extLst>
                  <a:ext uri="{FF2B5EF4-FFF2-40B4-BE49-F238E27FC236}">
                    <a16:creationId xmlns:a16="http://schemas.microsoft.com/office/drawing/2014/main" id="{8A9AF41A-396E-5542-9871-A9664180310D}"/>
                  </a:ext>
                </a:extLst>
              </p:cNvPr>
              <p:cNvSpPr/>
              <p:nvPr/>
            </p:nvSpPr>
            <p:spPr>
              <a:xfrm rot="15723645">
                <a:off x="3318840" y="2883270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43" name="Rectangle 2042">
                <a:extLst>
                  <a:ext uri="{FF2B5EF4-FFF2-40B4-BE49-F238E27FC236}">
                    <a16:creationId xmlns:a16="http://schemas.microsoft.com/office/drawing/2014/main" id="{81382095-3DD3-A449-8595-D53A6238E42D}"/>
                  </a:ext>
                </a:extLst>
              </p:cNvPr>
              <p:cNvSpPr/>
              <p:nvPr/>
            </p:nvSpPr>
            <p:spPr>
              <a:xfrm rot="16637368">
                <a:off x="4512031" y="2882723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44" name="Rectangle 2043">
                <a:extLst>
                  <a:ext uri="{FF2B5EF4-FFF2-40B4-BE49-F238E27FC236}">
                    <a16:creationId xmlns:a16="http://schemas.microsoft.com/office/drawing/2014/main" id="{F3944808-2E3A-5647-9ED2-137710406E67}"/>
                  </a:ext>
                </a:extLst>
              </p:cNvPr>
              <p:cNvSpPr/>
              <p:nvPr/>
            </p:nvSpPr>
            <p:spPr>
              <a:xfrm rot="16412111">
                <a:off x="4125130" y="2882716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45" name="Rectangle 2044">
                <a:extLst>
                  <a:ext uri="{FF2B5EF4-FFF2-40B4-BE49-F238E27FC236}">
                    <a16:creationId xmlns:a16="http://schemas.microsoft.com/office/drawing/2014/main" id="{3B325271-8F3F-7447-BC01-7C3F73FB1EF0}"/>
                  </a:ext>
                </a:extLst>
              </p:cNvPr>
              <p:cNvSpPr/>
              <p:nvPr/>
            </p:nvSpPr>
            <p:spPr>
              <a:xfrm rot="15975407">
                <a:off x="3713083" y="2882718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46" name="Rectangle 2045">
                <a:extLst>
                  <a:ext uri="{FF2B5EF4-FFF2-40B4-BE49-F238E27FC236}">
                    <a16:creationId xmlns:a16="http://schemas.microsoft.com/office/drawing/2014/main" id="{2A4C03B3-C440-B446-95EE-322352AFDC9E}"/>
                  </a:ext>
                </a:extLst>
              </p:cNvPr>
              <p:cNvSpPr/>
              <p:nvPr/>
            </p:nvSpPr>
            <p:spPr>
              <a:xfrm>
                <a:off x="3201292" y="2360359"/>
                <a:ext cx="2414304" cy="187758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47" name="Rectangle 2046">
                <a:extLst>
                  <a:ext uri="{FF2B5EF4-FFF2-40B4-BE49-F238E27FC236}">
                    <a16:creationId xmlns:a16="http://schemas.microsoft.com/office/drawing/2014/main" id="{C0FA936D-34D4-5B43-9FB1-FD14A8661648}"/>
                  </a:ext>
                </a:extLst>
              </p:cNvPr>
              <p:cNvSpPr/>
              <p:nvPr/>
            </p:nvSpPr>
            <p:spPr>
              <a:xfrm>
                <a:off x="3445667" y="3449576"/>
                <a:ext cx="1963156" cy="226956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48" name="Rectangle 2047">
                <a:extLst>
                  <a:ext uri="{FF2B5EF4-FFF2-40B4-BE49-F238E27FC236}">
                    <a16:creationId xmlns:a16="http://schemas.microsoft.com/office/drawing/2014/main" id="{0E474377-D13C-084B-A2BB-16D66A99C2CA}"/>
                  </a:ext>
                </a:extLst>
              </p:cNvPr>
              <p:cNvSpPr/>
              <p:nvPr/>
            </p:nvSpPr>
            <p:spPr>
              <a:xfrm>
                <a:off x="3351008" y="2926523"/>
                <a:ext cx="2114872" cy="14464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525" name="Group 2524">
            <a:extLst>
              <a:ext uri="{FF2B5EF4-FFF2-40B4-BE49-F238E27FC236}">
                <a16:creationId xmlns:a16="http://schemas.microsoft.com/office/drawing/2014/main" id="{E43FF09A-FA60-5F45-832E-BE4E9D87F898}"/>
              </a:ext>
            </a:extLst>
          </p:cNvPr>
          <p:cNvGrpSpPr/>
          <p:nvPr/>
        </p:nvGrpSpPr>
        <p:grpSpPr>
          <a:xfrm rot="5400000">
            <a:off x="8005623" y="6105539"/>
            <a:ext cx="561574" cy="394357"/>
            <a:chOff x="5871652" y="6279397"/>
            <a:chExt cx="686823" cy="439136"/>
          </a:xfrm>
        </p:grpSpPr>
        <p:sp>
          <p:nvSpPr>
            <p:cNvPr id="2526" name="Freeform 2525">
              <a:extLst>
                <a:ext uri="{FF2B5EF4-FFF2-40B4-BE49-F238E27FC236}">
                  <a16:creationId xmlns:a16="http://schemas.microsoft.com/office/drawing/2014/main" id="{415AEA9E-7AA2-D547-BC00-7A99B5BA1622}"/>
                </a:ext>
              </a:extLst>
            </p:cNvPr>
            <p:cNvSpPr/>
            <p:nvPr/>
          </p:nvSpPr>
          <p:spPr>
            <a:xfrm rot="17421667">
              <a:off x="5962111" y="6248061"/>
              <a:ext cx="147799" cy="230790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6FA03B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7" name="Freeform 2526">
              <a:extLst>
                <a:ext uri="{FF2B5EF4-FFF2-40B4-BE49-F238E27FC236}">
                  <a16:creationId xmlns:a16="http://schemas.microsoft.com/office/drawing/2014/main" id="{FD6D3630-2FF4-0746-A8A4-B72F97F3C25A}"/>
                </a:ext>
              </a:extLst>
            </p:cNvPr>
            <p:cNvSpPr/>
            <p:nvPr/>
          </p:nvSpPr>
          <p:spPr>
            <a:xfrm rot="18535560" flipH="1">
              <a:off x="6065278" y="6197211"/>
              <a:ext cx="146579" cy="338361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28" name="Freeform 2527">
              <a:extLst>
                <a:ext uri="{FF2B5EF4-FFF2-40B4-BE49-F238E27FC236}">
                  <a16:creationId xmlns:a16="http://schemas.microsoft.com/office/drawing/2014/main" id="{FF261E7D-B205-6D47-A6C7-5B2E46F7F38F}"/>
                </a:ext>
              </a:extLst>
            </p:cNvPr>
            <p:cNvSpPr/>
            <p:nvPr/>
          </p:nvSpPr>
          <p:spPr>
            <a:xfrm rot="18535560">
              <a:off x="5968342" y="6315152"/>
              <a:ext cx="147799" cy="341179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9" name="Rectangle 2528">
              <a:extLst>
                <a:ext uri="{FF2B5EF4-FFF2-40B4-BE49-F238E27FC236}">
                  <a16:creationId xmlns:a16="http://schemas.microsoft.com/office/drawing/2014/main" id="{A46F7877-18BC-F847-8171-EC4D90623461}"/>
                </a:ext>
              </a:extLst>
            </p:cNvPr>
            <p:cNvSpPr/>
            <p:nvPr/>
          </p:nvSpPr>
          <p:spPr>
            <a:xfrm rot="18535560">
              <a:off x="6119618" y="6244121"/>
              <a:ext cx="142391" cy="504896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2530" name="Oval 2529">
              <a:extLst>
                <a:ext uri="{FF2B5EF4-FFF2-40B4-BE49-F238E27FC236}">
                  <a16:creationId xmlns:a16="http://schemas.microsoft.com/office/drawing/2014/main" id="{8D3DB574-04D0-8341-A6CC-BDECB7237E14}"/>
                </a:ext>
              </a:extLst>
            </p:cNvPr>
            <p:cNvSpPr/>
            <p:nvPr/>
          </p:nvSpPr>
          <p:spPr>
            <a:xfrm rot="18535560">
              <a:off x="5929443" y="6341203"/>
              <a:ext cx="32213" cy="24486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31" name="Oval 2530">
              <a:extLst>
                <a:ext uri="{FF2B5EF4-FFF2-40B4-BE49-F238E27FC236}">
                  <a16:creationId xmlns:a16="http://schemas.microsoft.com/office/drawing/2014/main" id="{8FDC6079-363C-A643-884A-ECD91DBF15AE}"/>
                </a:ext>
              </a:extLst>
            </p:cNvPr>
            <p:cNvSpPr/>
            <p:nvPr/>
          </p:nvSpPr>
          <p:spPr>
            <a:xfrm rot="18535560">
              <a:off x="5936891" y="636058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32" name="Oval 2531">
              <a:extLst>
                <a:ext uri="{FF2B5EF4-FFF2-40B4-BE49-F238E27FC236}">
                  <a16:creationId xmlns:a16="http://schemas.microsoft.com/office/drawing/2014/main" id="{687B58C1-442A-CD44-BBFE-07CC69E522A1}"/>
                </a:ext>
              </a:extLst>
            </p:cNvPr>
            <p:cNvSpPr/>
            <p:nvPr/>
          </p:nvSpPr>
          <p:spPr>
            <a:xfrm rot="18535560">
              <a:off x="5954255" y="633452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33" name="Oval 2532">
              <a:extLst>
                <a:ext uri="{FF2B5EF4-FFF2-40B4-BE49-F238E27FC236}">
                  <a16:creationId xmlns:a16="http://schemas.microsoft.com/office/drawing/2014/main" id="{F173D4FD-0931-2B4F-B8B8-AEAE4B42F6BC}"/>
                </a:ext>
              </a:extLst>
            </p:cNvPr>
            <p:cNvSpPr/>
            <p:nvPr/>
          </p:nvSpPr>
          <p:spPr>
            <a:xfrm rot="18535560">
              <a:off x="5971959" y="631260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34" name="Oval 2533">
              <a:extLst>
                <a:ext uri="{FF2B5EF4-FFF2-40B4-BE49-F238E27FC236}">
                  <a16:creationId xmlns:a16="http://schemas.microsoft.com/office/drawing/2014/main" id="{3DB7294D-FE59-A84F-934C-4CE45065BAE4}"/>
                </a:ext>
              </a:extLst>
            </p:cNvPr>
            <p:cNvSpPr/>
            <p:nvPr/>
          </p:nvSpPr>
          <p:spPr>
            <a:xfrm rot="18535560">
              <a:off x="5995195" y="628383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35" name="Oval 2534">
              <a:extLst>
                <a:ext uri="{FF2B5EF4-FFF2-40B4-BE49-F238E27FC236}">
                  <a16:creationId xmlns:a16="http://schemas.microsoft.com/office/drawing/2014/main" id="{02CB93B7-8EAD-EB4C-8409-CBF45D6189BC}"/>
                </a:ext>
              </a:extLst>
            </p:cNvPr>
            <p:cNvSpPr/>
            <p:nvPr/>
          </p:nvSpPr>
          <p:spPr>
            <a:xfrm rot="18535560">
              <a:off x="5952745" y="6313963"/>
              <a:ext cx="31259" cy="23761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36" name="Oval 2535">
              <a:extLst>
                <a:ext uri="{FF2B5EF4-FFF2-40B4-BE49-F238E27FC236}">
                  <a16:creationId xmlns:a16="http://schemas.microsoft.com/office/drawing/2014/main" id="{433FB48A-249C-784E-840B-F4FD20F9AA7A}"/>
                </a:ext>
              </a:extLst>
            </p:cNvPr>
            <p:cNvSpPr/>
            <p:nvPr/>
          </p:nvSpPr>
          <p:spPr>
            <a:xfrm rot="18535560">
              <a:off x="5975491" y="6287033"/>
              <a:ext cx="32958" cy="22209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37" name="Oval 2536">
              <a:extLst>
                <a:ext uri="{FF2B5EF4-FFF2-40B4-BE49-F238E27FC236}">
                  <a16:creationId xmlns:a16="http://schemas.microsoft.com/office/drawing/2014/main" id="{927A6FEA-10DB-3146-8663-F30248E58D96}"/>
                </a:ext>
              </a:extLst>
            </p:cNvPr>
            <p:cNvSpPr/>
            <p:nvPr/>
          </p:nvSpPr>
          <p:spPr>
            <a:xfrm rot="18535560">
              <a:off x="5938537" y="6393133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38" name="Oval 2537">
              <a:extLst>
                <a:ext uri="{FF2B5EF4-FFF2-40B4-BE49-F238E27FC236}">
                  <a16:creationId xmlns:a16="http://schemas.microsoft.com/office/drawing/2014/main" id="{0BCCE0FC-E069-D04D-9DA7-BAEC20758F8F}"/>
                </a:ext>
              </a:extLst>
            </p:cNvPr>
            <p:cNvSpPr/>
            <p:nvPr/>
          </p:nvSpPr>
          <p:spPr>
            <a:xfrm rot="18535560">
              <a:off x="5961773" y="63643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39" name="Oval 2538">
              <a:extLst>
                <a:ext uri="{FF2B5EF4-FFF2-40B4-BE49-F238E27FC236}">
                  <a16:creationId xmlns:a16="http://schemas.microsoft.com/office/drawing/2014/main" id="{4056B2C5-F30C-2D4C-93DD-BE5659D58466}"/>
                </a:ext>
              </a:extLst>
            </p:cNvPr>
            <p:cNvSpPr/>
            <p:nvPr/>
          </p:nvSpPr>
          <p:spPr>
            <a:xfrm rot="18535560">
              <a:off x="5979476" y="634244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40" name="Oval 2539">
              <a:extLst>
                <a:ext uri="{FF2B5EF4-FFF2-40B4-BE49-F238E27FC236}">
                  <a16:creationId xmlns:a16="http://schemas.microsoft.com/office/drawing/2014/main" id="{86953B0A-D171-6A45-A2EF-4E3FDF4E746A}"/>
                </a:ext>
              </a:extLst>
            </p:cNvPr>
            <p:cNvSpPr/>
            <p:nvPr/>
          </p:nvSpPr>
          <p:spPr>
            <a:xfrm rot="18535560">
              <a:off x="6002713" y="631367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41" name="Oval 2540">
              <a:extLst>
                <a:ext uri="{FF2B5EF4-FFF2-40B4-BE49-F238E27FC236}">
                  <a16:creationId xmlns:a16="http://schemas.microsoft.com/office/drawing/2014/main" id="{F1ED903B-E27A-1E4C-B616-CD3E1CADA89C}"/>
                </a:ext>
              </a:extLst>
            </p:cNvPr>
            <p:cNvSpPr/>
            <p:nvPr/>
          </p:nvSpPr>
          <p:spPr>
            <a:xfrm rot="18535560">
              <a:off x="6022271" y="628759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42" name="Oval 2541">
              <a:extLst>
                <a:ext uri="{FF2B5EF4-FFF2-40B4-BE49-F238E27FC236}">
                  <a16:creationId xmlns:a16="http://schemas.microsoft.com/office/drawing/2014/main" id="{5FDDEA49-65CB-5E49-A1FE-9D368D50B21F}"/>
                </a:ext>
              </a:extLst>
            </p:cNvPr>
            <p:cNvSpPr/>
            <p:nvPr/>
          </p:nvSpPr>
          <p:spPr>
            <a:xfrm rot="18535560">
              <a:off x="5958616" y="6403691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43" name="Oval 2542">
              <a:extLst>
                <a:ext uri="{FF2B5EF4-FFF2-40B4-BE49-F238E27FC236}">
                  <a16:creationId xmlns:a16="http://schemas.microsoft.com/office/drawing/2014/main" id="{C5133070-C0DD-784B-B5FE-38D5962DE6B2}"/>
                </a:ext>
              </a:extLst>
            </p:cNvPr>
            <p:cNvSpPr/>
            <p:nvPr/>
          </p:nvSpPr>
          <p:spPr>
            <a:xfrm rot="18535560">
              <a:off x="5976759" y="63849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44" name="Oval 2543">
              <a:extLst>
                <a:ext uri="{FF2B5EF4-FFF2-40B4-BE49-F238E27FC236}">
                  <a16:creationId xmlns:a16="http://schemas.microsoft.com/office/drawing/2014/main" id="{5CCD60FC-73B7-3A4E-AD03-FD055AB11AA5}"/>
                </a:ext>
              </a:extLst>
            </p:cNvPr>
            <p:cNvSpPr/>
            <p:nvPr/>
          </p:nvSpPr>
          <p:spPr>
            <a:xfrm rot="18535560">
              <a:off x="5994934" y="636058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45" name="Oval 2544">
              <a:extLst>
                <a:ext uri="{FF2B5EF4-FFF2-40B4-BE49-F238E27FC236}">
                  <a16:creationId xmlns:a16="http://schemas.microsoft.com/office/drawing/2014/main" id="{418F06DA-8B4C-F94D-B7F2-3704BF5B009D}"/>
                </a:ext>
              </a:extLst>
            </p:cNvPr>
            <p:cNvSpPr/>
            <p:nvPr/>
          </p:nvSpPr>
          <p:spPr>
            <a:xfrm rot="18535560">
              <a:off x="6019553" y="63301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46" name="Oval 2545">
              <a:extLst>
                <a:ext uri="{FF2B5EF4-FFF2-40B4-BE49-F238E27FC236}">
                  <a16:creationId xmlns:a16="http://schemas.microsoft.com/office/drawing/2014/main" id="{174C4862-E0DE-6745-971C-1E354AAB6E0F}"/>
                </a:ext>
              </a:extLst>
            </p:cNvPr>
            <p:cNvSpPr/>
            <p:nvPr/>
          </p:nvSpPr>
          <p:spPr>
            <a:xfrm rot="18535560">
              <a:off x="6042350" y="62981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47" name="Oval 2546">
              <a:extLst>
                <a:ext uri="{FF2B5EF4-FFF2-40B4-BE49-F238E27FC236}">
                  <a16:creationId xmlns:a16="http://schemas.microsoft.com/office/drawing/2014/main" id="{54877119-5ADB-C449-84ED-623E520797AE}"/>
                </a:ext>
              </a:extLst>
            </p:cNvPr>
            <p:cNvSpPr/>
            <p:nvPr/>
          </p:nvSpPr>
          <p:spPr>
            <a:xfrm rot="18535560">
              <a:off x="5974595" y="6426784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48" name="Oval 2547">
              <a:extLst>
                <a:ext uri="{FF2B5EF4-FFF2-40B4-BE49-F238E27FC236}">
                  <a16:creationId xmlns:a16="http://schemas.microsoft.com/office/drawing/2014/main" id="{01756BF3-8B8F-7046-9D32-35169D97EBF9}"/>
                </a:ext>
              </a:extLst>
            </p:cNvPr>
            <p:cNvSpPr/>
            <p:nvPr/>
          </p:nvSpPr>
          <p:spPr>
            <a:xfrm rot="18535560">
              <a:off x="5997831" y="639801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49" name="Oval 2548">
              <a:extLst>
                <a:ext uri="{FF2B5EF4-FFF2-40B4-BE49-F238E27FC236}">
                  <a16:creationId xmlns:a16="http://schemas.microsoft.com/office/drawing/2014/main" id="{E376CE79-3628-DF41-8D75-9B9BBE7C4473}"/>
                </a:ext>
              </a:extLst>
            </p:cNvPr>
            <p:cNvSpPr/>
            <p:nvPr/>
          </p:nvSpPr>
          <p:spPr>
            <a:xfrm rot="18535560">
              <a:off x="6015534" y="63760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50" name="Oval 2549">
              <a:extLst>
                <a:ext uri="{FF2B5EF4-FFF2-40B4-BE49-F238E27FC236}">
                  <a16:creationId xmlns:a16="http://schemas.microsoft.com/office/drawing/2014/main" id="{E0EC4509-CA4C-7C45-9BF2-143B0689DA0A}"/>
                </a:ext>
              </a:extLst>
            </p:cNvPr>
            <p:cNvSpPr/>
            <p:nvPr/>
          </p:nvSpPr>
          <p:spPr>
            <a:xfrm rot="18535560">
              <a:off x="6038770" y="634732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51" name="Oval 2550">
              <a:extLst>
                <a:ext uri="{FF2B5EF4-FFF2-40B4-BE49-F238E27FC236}">
                  <a16:creationId xmlns:a16="http://schemas.microsoft.com/office/drawing/2014/main" id="{9EDEA313-574B-C64C-896E-6D4F3A12B2E7}"/>
                </a:ext>
              </a:extLst>
            </p:cNvPr>
            <p:cNvSpPr/>
            <p:nvPr/>
          </p:nvSpPr>
          <p:spPr>
            <a:xfrm rot="18535560">
              <a:off x="6058329" y="632124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52" name="Oval 2551">
              <a:extLst>
                <a:ext uri="{FF2B5EF4-FFF2-40B4-BE49-F238E27FC236}">
                  <a16:creationId xmlns:a16="http://schemas.microsoft.com/office/drawing/2014/main" id="{C0F2DD70-3D11-884D-8134-8DF783B16485}"/>
                </a:ext>
              </a:extLst>
            </p:cNvPr>
            <p:cNvSpPr/>
            <p:nvPr/>
          </p:nvSpPr>
          <p:spPr>
            <a:xfrm rot="18535560">
              <a:off x="5994673" y="6437342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53" name="Oval 2552">
              <a:extLst>
                <a:ext uri="{FF2B5EF4-FFF2-40B4-BE49-F238E27FC236}">
                  <a16:creationId xmlns:a16="http://schemas.microsoft.com/office/drawing/2014/main" id="{4E68792E-F6D8-D84B-9E36-DCB2A8154918}"/>
                </a:ext>
              </a:extLst>
            </p:cNvPr>
            <p:cNvSpPr/>
            <p:nvPr/>
          </p:nvSpPr>
          <p:spPr>
            <a:xfrm rot="18535560">
              <a:off x="6012817" y="64186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54" name="Oval 2553">
              <a:extLst>
                <a:ext uri="{FF2B5EF4-FFF2-40B4-BE49-F238E27FC236}">
                  <a16:creationId xmlns:a16="http://schemas.microsoft.com/office/drawing/2014/main" id="{4AB7C0A4-5699-E94B-8C1F-FC2472F88A08}"/>
                </a:ext>
              </a:extLst>
            </p:cNvPr>
            <p:cNvSpPr/>
            <p:nvPr/>
          </p:nvSpPr>
          <p:spPr>
            <a:xfrm rot="18535560">
              <a:off x="6030991" y="63942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55" name="Oval 2554">
              <a:extLst>
                <a:ext uri="{FF2B5EF4-FFF2-40B4-BE49-F238E27FC236}">
                  <a16:creationId xmlns:a16="http://schemas.microsoft.com/office/drawing/2014/main" id="{3C95C494-7220-BA4A-9D59-EC07B6DAA7C7}"/>
                </a:ext>
              </a:extLst>
            </p:cNvPr>
            <p:cNvSpPr/>
            <p:nvPr/>
          </p:nvSpPr>
          <p:spPr>
            <a:xfrm rot="18535560">
              <a:off x="6055611" y="63637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56" name="Oval 2555">
              <a:extLst>
                <a:ext uri="{FF2B5EF4-FFF2-40B4-BE49-F238E27FC236}">
                  <a16:creationId xmlns:a16="http://schemas.microsoft.com/office/drawing/2014/main" id="{32F37614-3E10-7F4A-8368-56E96681EFE5}"/>
                </a:ext>
              </a:extLst>
            </p:cNvPr>
            <p:cNvSpPr/>
            <p:nvPr/>
          </p:nvSpPr>
          <p:spPr>
            <a:xfrm rot="18535560">
              <a:off x="6078408" y="633180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57" name="Oval 2556">
              <a:extLst>
                <a:ext uri="{FF2B5EF4-FFF2-40B4-BE49-F238E27FC236}">
                  <a16:creationId xmlns:a16="http://schemas.microsoft.com/office/drawing/2014/main" id="{D6675393-1805-B845-9415-1AD1823C48C0}"/>
                </a:ext>
              </a:extLst>
            </p:cNvPr>
            <p:cNvSpPr/>
            <p:nvPr/>
          </p:nvSpPr>
          <p:spPr>
            <a:xfrm rot="18535560">
              <a:off x="6021084" y="644565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58" name="Oval 2557">
              <a:extLst>
                <a:ext uri="{FF2B5EF4-FFF2-40B4-BE49-F238E27FC236}">
                  <a16:creationId xmlns:a16="http://schemas.microsoft.com/office/drawing/2014/main" id="{E5ED8ED5-163E-5546-B510-1D65760E4D1F}"/>
                </a:ext>
              </a:extLst>
            </p:cNvPr>
            <p:cNvSpPr/>
            <p:nvPr/>
          </p:nvSpPr>
          <p:spPr>
            <a:xfrm rot="18535560">
              <a:off x="6044320" y="641688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59" name="Oval 2558">
              <a:extLst>
                <a:ext uri="{FF2B5EF4-FFF2-40B4-BE49-F238E27FC236}">
                  <a16:creationId xmlns:a16="http://schemas.microsoft.com/office/drawing/2014/main" id="{C3F9CAA3-14CB-2848-9CA8-E8B0613DAE47}"/>
                </a:ext>
              </a:extLst>
            </p:cNvPr>
            <p:cNvSpPr/>
            <p:nvPr/>
          </p:nvSpPr>
          <p:spPr>
            <a:xfrm rot="18535560">
              <a:off x="6062024" y="639496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60" name="Oval 2559">
              <a:extLst>
                <a:ext uri="{FF2B5EF4-FFF2-40B4-BE49-F238E27FC236}">
                  <a16:creationId xmlns:a16="http://schemas.microsoft.com/office/drawing/2014/main" id="{2414EA82-3EDE-D245-9439-BD40FE23CECB}"/>
                </a:ext>
              </a:extLst>
            </p:cNvPr>
            <p:cNvSpPr/>
            <p:nvPr/>
          </p:nvSpPr>
          <p:spPr>
            <a:xfrm rot="18535560">
              <a:off x="6085260" y="63661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61" name="Oval 2560">
              <a:extLst>
                <a:ext uri="{FF2B5EF4-FFF2-40B4-BE49-F238E27FC236}">
                  <a16:creationId xmlns:a16="http://schemas.microsoft.com/office/drawing/2014/main" id="{7A5D0DD7-F2F0-D04D-8765-4227ECF52321}"/>
                </a:ext>
              </a:extLst>
            </p:cNvPr>
            <p:cNvSpPr/>
            <p:nvPr/>
          </p:nvSpPr>
          <p:spPr>
            <a:xfrm rot="18535560">
              <a:off x="6104818" y="63401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62" name="Oval 2561">
              <a:extLst>
                <a:ext uri="{FF2B5EF4-FFF2-40B4-BE49-F238E27FC236}">
                  <a16:creationId xmlns:a16="http://schemas.microsoft.com/office/drawing/2014/main" id="{41502C1E-1446-5D4A-910D-7DA575AACF41}"/>
                </a:ext>
              </a:extLst>
            </p:cNvPr>
            <p:cNvSpPr/>
            <p:nvPr/>
          </p:nvSpPr>
          <p:spPr>
            <a:xfrm rot="18535560">
              <a:off x="6041163" y="64562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63" name="Oval 2562">
              <a:extLst>
                <a:ext uri="{FF2B5EF4-FFF2-40B4-BE49-F238E27FC236}">
                  <a16:creationId xmlns:a16="http://schemas.microsoft.com/office/drawing/2014/main" id="{05F95E42-B3B7-D241-A3EF-7D6B3C2A336E}"/>
                </a:ext>
              </a:extLst>
            </p:cNvPr>
            <p:cNvSpPr/>
            <p:nvPr/>
          </p:nvSpPr>
          <p:spPr>
            <a:xfrm rot="18535560">
              <a:off x="6059306" y="64374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64" name="Oval 2563">
              <a:extLst>
                <a:ext uri="{FF2B5EF4-FFF2-40B4-BE49-F238E27FC236}">
                  <a16:creationId xmlns:a16="http://schemas.microsoft.com/office/drawing/2014/main" id="{2240F82A-200B-F941-973F-9293F487F984}"/>
                </a:ext>
              </a:extLst>
            </p:cNvPr>
            <p:cNvSpPr/>
            <p:nvPr/>
          </p:nvSpPr>
          <p:spPr>
            <a:xfrm rot="18535560">
              <a:off x="6077481" y="64131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65" name="Oval 2564">
              <a:extLst>
                <a:ext uri="{FF2B5EF4-FFF2-40B4-BE49-F238E27FC236}">
                  <a16:creationId xmlns:a16="http://schemas.microsoft.com/office/drawing/2014/main" id="{AB292E5C-04CE-BB46-8ED5-7517ACF8030A}"/>
                </a:ext>
              </a:extLst>
            </p:cNvPr>
            <p:cNvSpPr/>
            <p:nvPr/>
          </p:nvSpPr>
          <p:spPr>
            <a:xfrm rot="18535560">
              <a:off x="6102100" y="638262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66" name="Oval 2565">
              <a:extLst>
                <a:ext uri="{FF2B5EF4-FFF2-40B4-BE49-F238E27FC236}">
                  <a16:creationId xmlns:a16="http://schemas.microsoft.com/office/drawing/2014/main" id="{C099E315-12DB-7548-AC7B-C8297B2D6D50}"/>
                </a:ext>
              </a:extLst>
            </p:cNvPr>
            <p:cNvSpPr/>
            <p:nvPr/>
          </p:nvSpPr>
          <p:spPr>
            <a:xfrm rot="18535560">
              <a:off x="6124897" y="635067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67" name="Oval 2566">
              <a:extLst>
                <a:ext uri="{FF2B5EF4-FFF2-40B4-BE49-F238E27FC236}">
                  <a16:creationId xmlns:a16="http://schemas.microsoft.com/office/drawing/2014/main" id="{37F25C35-D00E-D845-8045-05E744DC3301}"/>
                </a:ext>
              </a:extLst>
            </p:cNvPr>
            <p:cNvSpPr/>
            <p:nvPr/>
          </p:nvSpPr>
          <p:spPr>
            <a:xfrm rot="4135560">
              <a:off x="6061511" y="6470754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68" name="Oval 2567">
              <a:extLst>
                <a:ext uri="{FF2B5EF4-FFF2-40B4-BE49-F238E27FC236}">
                  <a16:creationId xmlns:a16="http://schemas.microsoft.com/office/drawing/2014/main" id="{5C795AD3-94E3-5A4C-8AFC-DB001038ADF8}"/>
                </a:ext>
              </a:extLst>
            </p:cNvPr>
            <p:cNvSpPr/>
            <p:nvPr/>
          </p:nvSpPr>
          <p:spPr>
            <a:xfrm rot="4135560">
              <a:off x="6084747" y="644198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69" name="Oval 2568">
              <a:extLst>
                <a:ext uri="{FF2B5EF4-FFF2-40B4-BE49-F238E27FC236}">
                  <a16:creationId xmlns:a16="http://schemas.microsoft.com/office/drawing/2014/main" id="{65E1A5AF-A3AC-2E4D-87D9-CF5B8026F2AC}"/>
                </a:ext>
              </a:extLst>
            </p:cNvPr>
            <p:cNvSpPr/>
            <p:nvPr/>
          </p:nvSpPr>
          <p:spPr>
            <a:xfrm rot="4135560">
              <a:off x="6102451" y="642006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70" name="Oval 2569">
              <a:extLst>
                <a:ext uri="{FF2B5EF4-FFF2-40B4-BE49-F238E27FC236}">
                  <a16:creationId xmlns:a16="http://schemas.microsoft.com/office/drawing/2014/main" id="{1D34EB61-2DA9-D84D-B95D-9787D12F313C}"/>
                </a:ext>
              </a:extLst>
            </p:cNvPr>
            <p:cNvSpPr/>
            <p:nvPr/>
          </p:nvSpPr>
          <p:spPr>
            <a:xfrm rot="4135560">
              <a:off x="6125687" y="639129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71" name="Oval 2570">
              <a:extLst>
                <a:ext uri="{FF2B5EF4-FFF2-40B4-BE49-F238E27FC236}">
                  <a16:creationId xmlns:a16="http://schemas.microsoft.com/office/drawing/2014/main" id="{96CE8DFA-9E3C-AA4D-8BC1-432C8908973E}"/>
                </a:ext>
              </a:extLst>
            </p:cNvPr>
            <p:cNvSpPr/>
            <p:nvPr/>
          </p:nvSpPr>
          <p:spPr>
            <a:xfrm rot="4135560">
              <a:off x="6145245" y="636521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72" name="Oval 2571">
              <a:extLst>
                <a:ext uri="{FF2B5EF4-FFF2-40B4-BE49-F238E27FC236}">
                  <a16:creationId xmlns:a16="http://schemas.microsoft.com/office/drawing/2014/main" id="{B6C6EC58-4A5C-1840-A658-95303A5D39FE}"/>
                </a:ext>
              </a:extLst>
            </p:cNvPr>
            <p:cNvSpPr/>
            <p:nvPr/>
          </p:nvSpPr>
          <p:spPr>
            <a:xfrm rot="4135560">
              <a:off x="6081590" y="648131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73" name="Oval 2572">
              <a:extLst>
                <a:ext uri="{FF2B5EF4-FFF2-40B4-BE49-F238E27FC236}">
                  <a16:creationId xmlns:a16="http://schemas.microsoft.com/office/drawing/2014/main" id="{67625F38-86EA-F645-8D37-6850A6914423}"/>
                </a:ext>
              </a:extLst>
            </p:cNvPr>
            <p:cNvSpPr/>
            <p:nvPr/>
          </p:nvSpPr>
          <p:spPr>
            <a:xfrm rot="4135560">
              <a:off x="6099733" y="646257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74" name="Oval 2573">
              <a:extLst>
                <a:ext uri="{FF2B5EF4-FFF2-40B4-BE49-F238E27FC236}">
                  <a16:creationId xmlns:a16="http://schemas.microsoft.com/office/drawing/2014/main" id="{5AD64EB0-7AA7-8747-983D-646E99864FE8}"/>
                </a:ext>
              </a:extLst>
            </p:cNvPr>
            <p:cNvSpPr/>
            <p:nvPr/>
          </p:nvSpPr>
          <p:spPr>
            <a:xfrm rot="4135560">
              <a:off x="6117908" y="64382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75" name="Oval 2574">
              <a:extLst>
                <a:ext uri="{FF2B5EF4-FFF2-40B4-BE49-F238E27FC236}">
                  <a16:creationId xmlns:a16="http://schemas.microsoft.com/office/drawing/2014/main" id="{9FCA74F8-E325-854C-B85D-593790C5346F}"/>
                </a:ext>
              </a:extLst>
            </p:cNvPr>
            <p:cNvSpPr/>
            <p:nvPr/>
          </p:nvSpPr>
          <p:spPr>
            <a:xfrm rot="4135560">
              <a:off x="6142527" y="640772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76" name="Oval 2575">
              <a:extLst>
                <a:ext uri="{FF2B5EF4-FFF2-40B4-BE49-F238E27FC236}">
                  <a16:creationId xmlns:a16="http://schemas.microsoft.com/office/drawing/2014/main" id="{315DF494-0005-6749-877F-EB775E5FCB8D}"/>
                </a:ext>
              </a:extLst>
            </p:cNvPr>
            <p:cNvSpPr/>
            <p:nvPr/>
          </p:nvSpPr>
          <p:spPr>
            <a:xfrm rot="4135560">
              <a:off x="6165324" y="637577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77" name="Oval 2576">
              <a:extLst>
                <a:ext uri="{FF2B5EF4-FFF2-40B4-BE49-F238E27FC236}">
                  <a16:creationId xmlns:a16="http://schemas.microsoft.com/office/drawing/2014/main" id="{0C5060F2-B388-2449-9633-7C7A8C8A279C}"/>
                </a:ext>
              </a:extLst>
            </p:cNvPr>
            <p:cNvSpPr/>
            <p:nvPr/>
          </p:nvSpPr>
          <p:spPr>
            <a:xfrm rot="18535560">
              <a:off x="6094097" y="650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78" name="Oval 2577">
              <a:extLst>
                <a:ext uri="{FF2B5EF4-FFF2-40B4-BE49-F238E27FC236}">
                  <a16:creationId xmlns:a16="http://schemas.microsoft.com/office/drawing/2014/main" id="{D4CCA832-83CE-A54C-8853-0708B97BFEDC}"/>
                </a:ext>
              </a:extLst>
            </p:cNvPr>
            <p:cNvSpPr/>
            <p:nvPr/>
          </p:nvSpPr>
          <p:spPr>
            <a:xfrm rot="18535560">
              <a:off x="6117333" y="64756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79" name="Oval 2578">
              <a:extLst>
                <a:ext uri="{FF2B5EF4-FFF2-40B4-BE49-F238E27FC236}">
                  <a16:creationId xmlns:a16="http://schemas.microsoft.com/office/drawing/2014/main" id="{0AED1010-1AB8-3844-A770-424E12F2BBCD}"/>
                </a:ext>
              </a:extLst>
            </p:cNvPr>
            <p:cNvSpPr/>
            <p:nvPr/>
          </p:nvSpPr>
          <p:spPr>
            <a:xfrm rot="18535560">
              <a:off x="6135037" y="64536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80" name="Oval 2579">
              <a:extLst>
                <a:ext uri="{FF2B5EF4-FFF2-40B4-BE49-F238E27FC236}">
                  <a16:creationId xmlns:a16="http://schemas.microsoft.com/office/drawing/2014/main" id="{5C86836C-0C1F-4A44-8FAF-4EB8D7EDA310}"/>
                </a:ext>
              </a:extLst>
            </p:cNvPr>
            <p:cNvSpPr/>
            <p:nvPr/>
          </p:nvSpPr>
          <p:spPr>
            <a:xfrm rot="18535560">
              <a:off x="6158273" y="642492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81" name="Oval 2580">
              <a:extLst>
                <a:ext uri="{FF2B5EF4-FFF2-40B4-BE49-F238E27FC236}">
                  <a16:creationId xmlns:a16="http://schemas.microsoft.com/office/drawing/2014/main" id="{1B7D778A-3A19-8E44-8B81-FD5B465E4DCA}"/>
                </a:ext>
              </a:extLst>
            </p:cNvPr>
            <p:cNvSpPr/>
            <p:nvPr/>
          </p:nvSpPr>
          <p:spPr>
            <a:xfrm rot="18535560">
              <a:off x="6177831" y="63988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82" name="Oval 2581">
              <a:extLst>
                <a:ext uri="{FF2B5EF4-FFF2-40B4-BE49-F238E27FC236}">
                  <a16:creationId xmlns:a16="http://schemas.microsoft.com/office/drawing/2014/main" id="{CAB2544B-3898-A04F-9968-D91D6C50BF7A}"/>
                </a:ext>
              </a:extLst>
            </p:cNvPr>
            <p:cNvSpPr/>
            <p:nvPr/>
          </p:nvSpPr>
          <p:spPr>
            <a:xfrm rot="18535560">
              <a:off x="6114176" y="65149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83" name="Oval 2582">
              <a:extLst>
                <a:ext uri="{FF2B5EF4-FFF2-40B4-BE49-F238E27FC236}">
                  <a16:creationId xmlns:a16="http://schemas.microsoft.com/office/drawing/2014/main" id="{C40612EC-8FBE-7F4F-A52C-9157E41348F0}"/>
                </a:ext>
              </a:extLst>
            </p:cNvPr>
            <p:cNvSpPr/>
            <p:nvPr/>
          </p:nvSpPr>
          <p:spPr>
            <a:xfrm rot="18535560">
              <a:off x="6132319" y="649620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84" name="Oval 2583">
              <a:extLst>
                <a:ext uri="{FF2B5EF4-FFF2-40B4-BE49-F238E27FC236}">
                  <a16:creationId xmlns:a16="http://schemas.microsoft.com/office/drawing/2014/main" id="{7ADE9EDA-885B-6446-996F-3C916068BFCF}"/>
                </a:ext>
              </a:extLst>
            </p:cNvPr>
            <p:cNvSpPr/>
            <p:nvPr/>
          </p:nvSpPr>
          <p:spPr>
            <a:xfrm rot="18535560">
              <a:off x="6150494" y="647183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85" name="Oval 2584">
              <a:extLst>
                <a:ext uri="{FF2B5EF4-FFF2-40B4-BE49-F238E27FC236}">
                  <a16:creationId xmlns:a16="http://schemas.microsoft.com/office/drawing/2014/main" id="{7EACEF65-D4B1-4A43-B3C9-6D70DD2434D9}"/>
                </a:ext>
              </a:extLst>
            </p:cNvPr>
            <p:cNvSpPr/>
            <p:nvPr/>
          </p:nvSpPr>
          <p:spPr>
            <a:xfrm rot="18535560">
              <a:off x="6175113" y="644135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86" name="Oval 2585">
              <a:extLst>
                <a:ext uri="{FF2B5EF4-FFF2-40B4-BE49-F238E27FC236}">
                  <a16:creationId xmlns:a16="http://schemas.microsoft.com/office/drawing/2014/main" id="{6B166631-56C6-C943-ABAF-FB5F286FCABB}"/>
                </a:ext>
              </a:extLst>
            </p:cNvPr>
            <p:cNvSpPr/>
            <p:nvPr/>
          </p:nvSpPr>
          <p:spPr>
            <a:xfrm rot="18535560">
              <a:off x="6197911" y="640939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87" name="Oval 2586">
              <a:extLst>
                <a:ext uri="{FF2B5EF4-FFF2-40B4-BE49-F238E27FC236}">
                  <a16:creationId xmlns:a16="http://schemas.microsoft.com/office/drawing/2014/main" id="{E7F6F7AE-4FFB-3845-99C5-CC6077A4B047}"/>
                </a:ext>
              </a:extLst>
            </p:cNvPr>
            <p:cNvSpPr/>
            <p:nvPr/>
          </p:nvSpPr>
          <p:spPr>
            <a:xfrm rot="18535560">
              <a:off x="6140586" y="65232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88" name="Oval 2587">
              <a:extLst>
                <a:ext uri="{FF2B5EF4-FFF2-40B4-BE49-F238E27FC236}">
                  <a16:creationId xmlns:a16="http://schemas.microsoft.com/office/drawing/2014/main" id="{10E99F0B-96CD-8247-AD32-098A1EAE26C4}"/>
                </a:ext>
              </a:extLst>
            </p:cNvPr>
            <p:cNvSpPr/>
            <p:nvPr/>
          </p:nvSpPr>
          <p:spPr>
            <a:xfrm rot="18535560">
              <a:off x="6163823" y="64944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89" name="Oval 2588">
              <a:extLst>
                <a:ext uri="{FF2B5EF4-FFF2-40B4-BE49-F238E27FC236}">
                  <a16:creationId xmlns:a16="http://schemas.microsoft.com/office/drawing/2014/main" id="{233E0D3E-B20E-C641-8A58-A583EF33EB1C}"/>
                </a:ext>
              </a:extLst>
            </p:cNvPr>
            <p:cNvSpPr/>
            <p:nvPr/>
          </p:nvSpPr>
          <p:spPr>
            <a:xfrm rot="18535560">
              <a:off x="6181526" y="64725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90" name="Oval 2589">
              <a:extLst>
                <a:ext uri="{FF2B5EF4-FFF2-40B4-BE49-F238E27FC236}">
                  <a16:creationId xmlns:a16="http://schemas.microsoft.com/office/drawing/2014/main" id="{F97FCF3D-15DE-BD47-B276-B8400D0B17E5}"/>
                </a:ext>
              </a:extLst>
            </p:cNvPr>
            <p:cNvSpPr/>
            <p:nvPr/>
          </p:nvSpPr>
          <p:spPr>
            <a:xfrm rot="18535560">
              <a:off x="6204762" y="64437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91" name="Oval 2590">
              <a:extLst>
                <a:ext uri="{FF2B5EF4-FFF2-40B4-BE49-F238E27FC236}">
                  <a16:creationId xmlns:a16="http://schemas.microsoft.com/office/drawing/2014/main" id="{AF5D1737-F1A3-464C-B7F5-FCA86C78036E}"/>
                </a:ext>
              </a:extLst>
            </p:cNvPr>
            <p:cNvSpPr/>
            <p:nvPr/>
          </p:nvSpPr>
          <p:spPr>
            <a:xfrm rot="18535560">
              <a:off x="6224321" y="64177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92" name="Oval 2591">
              <a:extLst>
                <a:ext uri="{FF2B5EF4-FFF2-40B4-BE49-F238E27FC236}">
                  <a16:creationId xmlns:a16="http://schemas.microsoft.com/office/drawing/2014/main" id="{534FC384-53DC-9346-8FC2-3412F04C38A7}"/>
                </a:ext>
              </a:extLst>
            </p:cNvPr>
            <p:cNvSpPr/>
            <p:nvPr/>
          </p:nvSpPr>
          <p:spPr>
            <a:xfrm rot="18535560">
              <a:off x="6160665" y="65338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93" name="Oval 2592">
              <a:extLst>
                <a:ext uri="{FF2B5EF4-FFF2-40B4-BE49-F238E27FC236}">
                  <a16:creationId xmlns:a16="http://schemas.microsoft.com/office/drawing/2014/main" id="{EC495B89-DC37-264E-899E-389E208E2812}"/>
                </a:ext>
              </a:extLst>
            </p:cNvPr>
            <p:cNvSpPr/>
            <p:nvPr/>
          </p:nvSpPr>
          <p:spPr>
            <a:xfrm rot="18535560">
              <a:off x="6178809" y="651507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94" name="Oval 2593">
              <a:extLst>
                <a:ext uri="{FF2B5EF4-FFF2-40B4-BE49-F238E27FC236}">
                  <a16:creationId xmlns:a16="http://schemas.microsoft.com/office/drawing/2014/main" id="{089756C7-168C-C34E-A267-1444E8EF662E}"/>
                </a:ext>
              </a:extLst>
            </p:cNvPr>
            <p:cNvSpPr/>
            <p:nvPr/>
          </p:nvSpPr>
          <p:spPr>
            <a:xfrm rot="18535560">
              <a:off x="6196983" y="64907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95" name="Oval 2594">
              <a:extLst>
                <a:ext uri="{FF2B5EF4-FFF2-40B4-BE49-F238E27FC236}">
                  <a16:creationId xmlns:a16="http://schemas.microsoft.com/office/drawing/2014/main" id="{703BF15E-42E1-1444-8246-F72DAC672C7E}"/>
                </a:ext>
              </a:extLst>
            </p:cNvPr>
            <p:cNvSpPr/>
            <p:nvPr/>
          </p:nvSpPr>
          <p:spPr>
            <a:xfrm rot="18535560">
              <a:off x="6221603" y="646022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96" name="Oval 2595">
              <a:extLst>
                <a:ext uri="{FF2B5EF4-FFF2-40B4-BE49-F238E27FC236}">
                  <a16:creationId xmlns:a16="http://schemas.microsoft.com/office/drawing/2014/main" id="{97F695FC-9D7E-2247-A3A1-0489C100C177}"/>
                </a:ext>
              </a:extLst>
            </p:cNvPr>
            <p:cNvSpPr/>
            <p:nvPr/>
          </p:nvSpPr>
          <p:spPr>
            <a:xfrm rot="18535560">
              <a:off x="6244400" y="64282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97" name="Oval 2596">
              <a:extLst>
                <a:ext uri="{FF2B5EF4-FFF2-40B4-BE49-F238E27FC236}">
                  <a16:creationId xmlns:a16="http://schemas.microsoft.com/office/drawing/2014/main" id="{4DCDB32F-4227-574A-9A24-D8936C8BF4C0}"/>
                </a:ext>
              </a:extLst>
            </p:cNvPr>
            <p:cNvSpPr/>
            <p:nvPr/>
          </p:nvSpPr>
          <p:spPr>
            <a:xfrm rot="4135560">
              <a:off x="6181014" y="65483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98" name="Oval 2597">
              <a:extLst>
                <a:ext uri="{FF2B5EF4-FFF2-40B4-BE49-F238E27FC236}">
                  <a16:creationId xmlns:a16="http://schemas.microsoft.com/office/drawing/2014/main" id="{6A6E181D-815C-EC4D-A8C0-178561441B4D}"/>
                </a:ext>
              </a:extLst>
            </p:cNvPr>
            <p:cNvSpPr/>
            <p:nvPr/>
          </p:nvSpPr>
          <p:spPr>
            <a:xfrm rot="4135560">
              <a:off x="6204250" y="651958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99" name="Oval 2598">
              <a:extLst>
                <a:ext uri="{FF2B5EF4-FFF2-40B4-BE49-F238E27FC236}">
                  <a16:creationId xmlns:a16="http://schemas.microsoft.com/office/drawing/2014/main" id="{32A914A9-9AF3-EE47-A549-4604B658B453}"/>
                </a:ext>
              </a:extLst>
            </p:cNvPr>
            <p:cNvSpPr/>
            <p:nvPr/>
          </p:nvSpPr>
          <p:spPr>
            <a:xfrm rot="4135560">
              <a:off x="6221953" y="649766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00" name="Oval 2599">
              <a:extLst>
                <a:ext uri="{FF2B5EF4-FFF2-40B4-BE49-F238E27FC236}">
                  <a16:creationId xmlns:a16="http://schemas.microsoft.com/office/drawing/2014/main" id="{EB677692-334A-FC46-B6E7-E87D940E7B59}"/>
                </a:ext>
              </a:extLst>
            </p:cNvPr>
            <p:cNvSpPr/>
            <p:nvPr/>
          </p:nvSpPr>
          <p:spPr>
            <a:xfrm rot="4135560">
              <a:off x="6245189" y="646889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01" name="Oval 2600">
              <a:extLst>
                <a:ext uri="{FF2B5EF4-FFF2-40B4-BE49-F238E27FC236}">
                  <a16:creationId xmlns:a16="http://schemas.microsoft.com/office/drawing/2014/main" id="{A29FE5AD-3092-A342-97B0-F42DB4378B93}"/>
                </a:ext>
              </a:extLst>
            </p:cNvPr>
            <p:cNvSpPr/>
            <p:nvPr/>
          </p:nvSpPr>
          <p:spPr>
            <a:xfrm rot="4135560">
              <a:off x="6264748" y="64428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02" name="Oval 2601">
              <a:extLst>
                <a:ext uri="{FF2B5EF4-FFF2-40B4-BE49-F238E27FC236}">
                  <a16:creationId xmlns:a16="http://schemas.microsoft.com/office/drawing/2014/main" id="{0C2C83E7-CF3E-754B-B8A3-593040B4303A}"/>
                </a:ext>
              </a:extLst>
            </p:cNvPr>
            <p:cNvSpPr/>
            <p:nvPr/>
          </p:nvSpPr>
          <p:spPr>
            <a:xfrm rot="4135560">
              <a:off x="6201093" y="65589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03" name="Oval 2602">
              <a:extLst>
                <a:ext uri="{FF2B5EF4-FFF2-40B4-BE49-F238E27FC236}">
                  <a16:creationId xmlns:a16="http://schemas.microsoft.com/office/drawing/2014/main" id="{75FD3308-B4EA-014A-A84A-FDFCDA220482}"/>
                </a:ext>
              </a:extLst>
            </p:cNvPr>
            <p:cNvSpPr/>
            <p:nvPr/>
          </p:nvSpPr>
          <p:spPr>
            <a:xfrm rot="4135560">
              <a:off x="6219236" y="654017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04" name="Oval 2603">
              <a:extLst>
                <a:ext uri="{FF2B5EF4-FFF2-40B4-BE49-F238E27FC236}">
                  <a16:creationId xmlns:a16="http://schemas.microsoft.com/office/drawing/2014/main" id="{8E8D6CB6-75A9-2F41-BA61-0E8808835F10}"/>
                </a:ext>
              </a:extLst>
            </p:cNvPr>
            <p:cNvSpPr/>
            <p:nvPr/>
          </p:nvSpPr>
          <p:spPr>
            <a:xfrm rot="4135560">
              <a:off x="6237411" y="651580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05" name="Oval 2604">
              <a:extLst>
                <a:ext uri="{FF2B5EF4-FFF2-40B4-BE49-F238E27FC236}">
                  <a16:creationId xmlns:a16="http://schemas.microsoft.com/office/drawing/2014/main" id="{B6A2398A-BAAD-EE4F-8C84-A4116A6D6213}"/>
                </a:ext>
              </a:extLst>
            </p:cNvPr>
            <p:cNvSpPr/>
            <p:nvPr/>
          </p:nvSpPr>
          <p:spPr>
            <a:xfrm rot="4135560">
              <a:off x="6262030" y="648532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06" name="Oval 2605">
              <a:extLst>
                <a:ext uri="{FF2B5EF4-FFF2-40B4-BE49-F238E27FC236}">
                  <a16:creationId xmlns:a16="http://schemas.microsoft.com/office/drawing/2014/main" id="{53311E0E-D6CC-CE44-AE2F-E2399E1C35E5}"/>
                </a:ext>
              </a:extLst>
            </p:cNvPr>
            <p:cNvSpPr/>
            <p:nvPr/>
          </p:nvSpPr>
          <p:spPr>
            <a:xfrm rot="4135560">
              <a:off x="6284827" y="645336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07" name="Oval 2606">
              <a:extLst>
                <a:ext uri="{FF2B5EF4-FFF2-40B4-BE49-F238E27FC236}">
                  <a16:creationId xmlns:a16="http://schemas.microsoft.com/office/drawing/2014/main" id="{0AB20D26-1088-2240-9140-0847AC89CA2D}"/>
                </a:ext>
              </a:extLst>
            </p:cNvPr>
            <p:cNvSpPr/>
            <p:nvPr/>
          </p:nvSpPr>
          <p:spPr>
            <a:xfrm rot="18535560">
              <a:off x="6207334" y="657853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08" name="Oval 2607">
              <a:extLst>
                <a:ext uri="{FF2B5EF4-FFF2-40B4-BE49-F238E27FC236}">
                  <a16:creationId xmlns:a16="http://schemas.microsoft.com/office/drawing/2014/main" id="{A4E800D0-47A0-8343-9E03-385E3C458138}"/>
                </a:ext>
              </a:extLst>
            </p:cNvPr>
            <p:cNvSpPr/>
            <p:nvPr/>
          </p:nvSpPr>
          <p:spPr>
            <a:xfrm rot="18535560">
              <a:off x="6230570" y="65497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09" name="Oval 2608">
              <a:extLst>
                <a:ext uri="{FF2B5EF4-FFF2-40B4-BE49-F238E27FC236}">
                  <a16:creationId xmlns:a16="http://schemas.microsoft.com/office/drawing/2014/main" id="{490FBC20-ABCF-FB43-A27E-7DDA9601A1A8}"/>
                </a:ext>
              </a:extLst>
            </p:cNvPr>
            <p:cNvSpPr/>
            <p:nvPr/>
          </p:nvSpPr>
          <p:spPr>
            <a:xfrm rot="18535560">
              <a:off x="6248274" y="65278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10" name="Oval 2609">
              <a:extLst>
                <a:ext uri="{FF2B5EF4-FFF2-40B4-BE49-F238E27FC236}">
                  <a16:creationId xmlns:a16="http://schemas.microsoft.com/office/drawing/2014/main" id="{32E23DED-1A2B-A748-851A-FD5484BEA4EF}"/>
                </a:ext>
              </a:extLst>
            </p:cNvPr>
            <p:cNvSpPr/>
            <p:nvPr/>
          </p:nvSpPr>
          <p:spPr>
            <a:xfrm rot="18535560">
              <a:off x="6271510" y="64990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11" name="Oval 2610">
              <a:extLst>
                <a:ext uri="{FF2B5EF4-FFF2-40B4-BE49-F238E27FC236}">
                  <a16:creationId xmlns:a16="http://schemas.microsoft.com/office/drawing/2014/main" id="{183894E1-D25D-EE4C-A124-AEF6FD748B19}"/>
                </a:ext>
              </a:extLst>
            </p:cNvPr>
            <p:cNvSpPr/>
            <p:nvPr/>
          </p:nvSpPr>
          <p:spPr>
            <a:xfrm rot="18535560">
              <a:off x="6291069" y="64729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12" name="Oval 2611">
              <a:extLst>
                <a:ext uri="{FF2B5EF4-FFF2-40B4-BE49-F238E27FC236}">
                  <a16:creationId xmlns:a16="http://schemas.microsoft.com/office/drawing/2014/main" id="{DADB6A3A-8D43-D243-BAC1-D463AD557B06}"/>
                </a:ext>
              </a:extLst>
            </p:cNvPr>
            <p:cNvSpPr/>
            <p:nvPr/>
          </p:nvSpPr>
          <p:spPr>
            <a:xfrm rot="18535560">
              <a:off x="6227413" y="65890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13" name="Oval 2612">
              <a:extLst>
                <a:ext uri="{FF2B5EF4-FFF2-40B4-BE49-F238E27FC236}">
                  <a16:creationId xmlns:a16="http://schemas.microsoft.com/office/drawing/2014/main" id="{C26E96A5-3F9F-1C47-8FB9-2BD7990D395E}"/>
                </a:ext>
              </a:extLst>
            </p:cNvPr>
            <p:cNvSpPr/>
            <p:nvPr/>
          </p:nvSpPr>
          <p:spPr>
            <a:xfrm rot="18535560">
              <a:off x="6245557" y="65703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14" name="Oval 2613">
              <a:extLst>
                <a:ext uri="{FF2B5EF4-FFF2-40B4-BE49-F238E27FC236}">
                  <a16:creationId xmlns:a16="http://schemas.microsoft.com/office/drawing/2014/main" id="{40724E3A-A9FA-3A4F-A83E-92C22C3993F5}"/>
                </a:ext>
              </a:extLst>
            </p:cNvPr>
            <p:cNvSpPr/>
            <p:nvPr/>
          </p:nvSpPr>
          <p:spPr>
            <a:xfrm rot="18535560">
              <a:off x="6263731" y="654599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15" name="Oval 2614">
              <a:extLst>
                <a:ext uri="{FF2B5EF4-FFF2-40B4-BE49-F238E27FC236}">
                  <a16:creationId xmlns:a16="http://schemas.microsoft.com/office/drawing/2014/main" id="{FDDAD913-358B-F94D-B346-E56588EB03DE}"/>
                </a:ext>
              </a:extLst>
            </p:cNvPr>
            <p:cNvSpPr/>
            <p:nvPr/>
          </p:nvSpPr>
          <p:spPr>
            <a:xfrm rot="18535560">
              <a:off x="6288350" y="65155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16" name="Oval 2615">
              <a:extLst>
                <a:ext uri="{FF2B5EF4-FFF2-40B4-BE49-F238E27FC236}">
                  <a16:creationId xmlns:a16="http://schemas.microsoft.com/office/drawing/2014/main" id="{66532EBF-B39E-E14A-A7C5-D7A3C1FF67B3}"/>
                </a:ext>
              </a:extLst>
            </p:cNvPr>
            <p:cNvSpPr/>
            <p:nvPr/>
          </p:nvSpPr>
          <p:spPr>
            <a:xfrm rot="18535560">
              <a:off x="6311148" y="648355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17" name="Oval 2616">
              <a:extLst>
                <a:ext uri="{FF2B5EF4-FFF2-40B4-BE49-F238E27FC236}">
                  <a16:creationId xmlns:a16="http://schemas.microsoft.com/office/drawing/2014/main" id="{36DA464B-247E-6449-922F-6B3E9173CB58}"/>
                </a:ext>
              </a:extLst>
            </p:cNvPr>
            <p:cNvSpPr/>
            <p:nvPr/>
          </p:nvSpPr>
          <p:spPr>
            <a:xfrm rot="18535560">
              <a:off x="6253824" y="65974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18" name="Oval 2617">
              <a:extLst>
                <a:ext uri="{FF2B5EF4-FFF2-40B4-BE49-F238E27FC236}">
                  <a16:creationId xmlns:a16="http://schemas.microsoft.com/office/drawing/2014/main" id="{22FC6A97-38CB-EA43-8F28-3CA23AF938AE}"/>
                </a:ext>
              </a:extLst>
            </p:cNvPr>
            <p:cNvSpPr/>
            <p:nvPr/>
          </p:nvSpPr>
          <p:spPr>
            <a:xfrm rot="18535560">
              <a:off x="6277060" y="656863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19" name="Oval 2618">
              <a:extLst>
                <a:ext uri="{FF2B5EF4-FFF2-40B4-BE49-F238E27FC236}">
                  <a16:creationId xmlns:a16="http://schemas.microsoft.com/office/drawing/2014/main" id="{8D5D8227-2FAD-A145-AFF5-D38B1DCDC438}"/>
                </a:ext>
              </a:extLst>
            </p:cNvPr>
            <p:cNvSpPr/>
            <p:nvPr/>
          </p:nvSpPr>
          <p:spPr>
            <a:xfrm rot="18535560">
              <a:off x="6294763" y="654671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0" name="Oval 2619">
              <a:extLst>
                <a:ext uri="{FF2B5EF4-FFF2-40B4-BE49-F238E27FC236}">
                  <a16:creationId xmlns:a16="http://schemas.microsoft.com/office/drawing/2014/main" id="{4D9BF49D-43CE-BD47-A5A5-211C64541CA1}"/>
                </a:ext>
              </a:extLst>
            </p:cNvPr>
            <p:cNvSpPr/>
            <p:nvPr/>
          </p:nvSpPr>
          <p:spPr>
            <a:xfrm rot="18535560">
              <a:off x="6317999" y="65179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1" name="Oval 2620">
              <a:extLst>
                <a:ext uri="{FF2B5EF4-FFF2-40B4-BE49-F238E27FC236}">
                  <a16:creationId xmlns:a16="http://schemas.microsoft.com/office/drawing/2014/main" id="{99A77EBF-D160-EE46-84C0-0931B1428031}"/>
                </a:ext>
              </a:extLst>
            </p:cNvPr>
            <p:cNvSpPr/>
            <p:nvPr/>
          </p:nvSpPr>
          <p:spPr>
            <a:xfrm rot="18535560">
              <a:off x="6337558" y="6491866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2" name="Oval 2621">
              <a:extLst>
                <a:ext uri="{FF2B5EF4-FFF2-40B4-BE49-F238E27FC236}">
                  <a16:creationId xmlns:a16="http://schemas.microsoft.com/office/drawing/2014/main" id="{D8A29E55-AB69-3B46-9A49-4C6C7CB199D7}"/>
                </a:ext>
              </a:extLst>
            </p:cNvPr>
            <p:cNvSpPr/>
            <p:nvPr/>
          </p:nvSpPr>
          <p:spPr>
            <a:xfrm rot="18535560">
              <a:off x="6273902" y="660796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3" name="Oval 2622">
              <a:extLst>
                <a:ext uri="{FF2B5EF4-FFF2-40B4-BE49-F238E27FC236}">
                  <a16:creationId xmlns:a16="http://schemas.microsoft.com/office/drawing/2014/main" id="{CF9C13CF-B3A1-5245-9FCE-C6535A917C97}"/>
                </a:ext>
              </a:extLst>
            </p:cNvPr>
            <p:cNvSpPr/>
            <p:nvPr/>
          </p:nvSpPr>
          <p:spPr>
            <a:xfrm rot="18535560">
              <a:off x="6292046" y="658923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4" name="Oval 2623">
              <a:extLst>
                <a:ext uri="{FF2B5EF4-FFF2-40B4-BE49-F238E27FC236}">
                  <a16:creationId xmlns:a16="http://schemas.microsoft.com/office/drawing/2014/main" id="{52359AC0-562F-5C47-9DBB-C79D39614B41}"/>
                </a:ext>
              </a:extLst>
            </p:cNvPr>
            <p:cNvSpPr/>
            <p:nvPr/>
          </p:nvSpPr>
          <p:spPr>
            <a:xfrm rot="18535560">
              <a:off x="6310221" y="65648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5" name="Oval 2624">
              <a:extLst>
                <a:ext uri="{FF2B5EF4-FFF2-40B4-BE49-F238E27FC236}">
                  <a16:creationId xmlns:a16="http://schemas.microsoft.com/office/drawing/2014/main" id="{750F8B48-D85E-384E-B0CC-9BF1C1BD5802}"/>
                </a:ext>
              </a:extLst>
            </p:cNvPr>
            <p:cNvSpPr/>
            <p:nvPr/>
          </p:nvSpPr>
          <p:spPr>
            <a:xfrm rot="18535560">
              <a:off x="6334840" y="653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6" name="Oval 2625">
              <a:extLst>
                <a:ext uri="{FF2B5EF4-FFF2-40B4-BE49-F238E27FC236}">
                  <a16:creationId xmlns:a16="http://schemas.microsoft.com/office/drawing/2014/main" id="{7EC24FC4-D9CA-D646-A2D5-8A569B85A08A}"/>
                </a:ext>
              </a:extLst>
            </p:cNvPr>
            <p:cNvSpPr/>
            <p:nvPr/>
          </p:nvSpPr>
          <p:spPr>
            <a:xfrm rot="18535560">
              <a:off x="6357637" y="6502425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7" name="Oval 2626">
              <a:extLst>
                <a:ext uri="{FF2B5EF4-FFF2-40B4-BE49-F238E27FC236}">
                  <a16:creationId xmlns:a16="http://schemas.microsoft.com/office/drawing/2014/main" id="{84A285B1-B9ED-1941-8CEA-A78124A843EE}"/>
                </a:ext>
              </a:extLst>
            </p:cNvPr>
            <p:cNvSpPr/>
            <p:nvPr/>
          </p:nvSpPr>
          <p:spPr>
            <a:xfrm rot="4135560">
              <a:off x="6294251" y="662250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8" name="Oval 2627">
              <a:extLst>
                <a:ext uri="{FF2B5EF4-FFF2-40B4-BE49-F238E27FC236}">
                  <a16:creationId xmlns:a16="http://schemas.microsoft.com/office/drawing/2014/main" id="{9966CBB1-A2C1-974E-BE91-8BB2C32BE0D4}"/>
                </a:ext>
              </a:extLst>
            </p:cNvPr>
            <p:cNvSpPr/>
            <p:nvPr/>
          </p:nvSpPr>
          <p:spPr>
            <a:xfrm rot="4135560">
              <a:off x="6317487" y="659373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9" name="Oval 2628">
              <a:extLst>
                <a:ext uri="{FF2B5EF4-FFF2-40B4-BE49-F238E27FC236}">
                  <a16:creationId xmlns:a16="http://schemas.microsoft.com/office/drawing/2014/main" id="{E26A3EC6-D001-D047-8818-F30C6F335A45}"/>
                </a:ext>
              </a:extLst>
            </p:cNvPr>
            <p:cNvSpPr/>
            <p:nvPr/>
          </p:nvSpPr>
          <p:spPr>
            <a:xfrm rot="4135560">
              <a:off x="6335190" y="657181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30" name="Oval 2629">
              <a:extLst>
                <a:ext uri="{FF2B5EF4-FFF2-40B4-BE49-F238E27FC236}">
                  <a16:creationId xmlns:a16="http://schemas.microsoft.com/office/drawing/2014/main" id="{7C62156D-BF5E-6A4A-85BD-8BC62E903D22}"/>
                </a:ext>
              </a:extLst>
            </p:cNvPr>
            <p:cNvSpPr/>
            <p:nvPr/>
          </p:nvSpPr>
          <p:spPr>
            <a:xfrm rot="4135560">
              <a:off x="6314330" y="663306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31" name="Oval 2630">
              <a:extLst>
                <a:ext uri="{FF2B5EF4-FFF2-40B4-BE49-F238E27FC236}">
                  <a16:creationId xmlns:a16="http://schemas.microsoft.com/office/drawing/2014/main" id="{60356997-B2A2-6A4E-8435-BA8ECB41F58E}"/>
                </a:ext>
              </a:extLst>
            </p:cNvPr>
            <p:cNvSpPr/>
            <p:nvPr/>
          </p:nvSpPr>
          <p:spPr>
            <a:xfrm rot="4135560">
              <a:off x="6332473" y="661433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32" name="Oval 2631">
              <a:extLst>
                <a:ext uri="{FF2B5EF4-FFF2-40B4-BE49-F238E27FC236}">
                  <a16:creationId xmlns:a16="http://schemas.microsoft.com/office/drawing/2014/main" id="{7546AE7C-99D8-F44C-9EA4-E9027970F8CD}"/>
                </a:ext>
              </a:extLst>
            </p:cNvPr>
            <p:cNvSpPr/>
            <p:nvPr/>
          </p:nvSpPr>
          <p:spPr>
            <a:xfrm rot="4135560">
              <a:off x="6350648" y="658996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33" name="Oval 2632">
              <a:extLst>
                <a:ext uri="{FF2B5EF4-FFF2-40B4-BE49-F238E27FC236}">
                  <a16:creationId xmlns:a16="http://schemas.microsoft.com/office/drawing/2014/main" id="{A307AC59-1721-1347-B418-F93D6AE8979B}"/>
                </a:ext>
              </a:extLst>
            </p:cNvPr>
            <p:cNvSpPr/>
            <p:nvPr/>
          </p:nvSpPr>
          <p:spPr>
            <a:xfrm rot="11852637">
              <a:off x="6333490" y="664684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34" name="Oval 2633">
              <a:extLst>
                <a:ext uri="{FF2B5EF4-FFF2-40B4-BE49-F238E27FC236}">
                  <a16:creationId xmlns:a16="http://schemas.microsoft.com/office/drawing/2014/main" id="{E98F054C-C622-2D4A-B08D-73363B69892A}"/>
                </a:ext>
              </a:extLst>
            </p:cNvPr>
            <p:cNvSpPr/>
            <p:nvPr/>
          </p:nvSpPr>
          <p:spPr>
            <a:xfrm rot="11852637">
              <a:off x="6356726" y="661807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35" name="Oval 2634">
              <a:extLst>
                <a:ext uri="{FF2B5EF4-FFF2-40B4-BE49-F238E27FC236}">
                  <a16:creationId xmlns:a16="http://schemas.microsoft.com/office/drawing/2014/main" id="{475B0FFC-6FA7-114A-B08D-6FCC072599F6}"/>
                </a:ext>
              </a:extLst>
            </p:cNvPr>
            <p:cNvSpPr/>
            <p:nvPr/>
          </p:nvSpPr>
          <p:spPr>
            <a:xfrm rot="11852637">
              <a:off x="6374430" y="65961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36" name="Oval 2635">
              <a:extLst>
                <a:ext uri="{FF2B5EF4-FFF2-40B4-BE49-F238E27FC236}">
                  <a16:creationId xmlns:a16="http://schemas.microsoft.com/office/drawing/2014/main" id="{942E7F2A-7A4A-1B48-8AA2-849C383385CA}"/>
                </a:ext>
              </a:extLst>
            </p:cNvPr>
            <p:cNvSpPr/>
            <p:nvPr/>
          </p:nvSpPr>
          <p:spPr>
            <a:xfrm rot="11852637">
              <a:off x="6353569" y="665739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37" name="Oval 2636">
              <a:extLst>
                <a:ext uri="{FF2B5EF4-FFF2-40B4-BE49-F238E27FC236}">
                  <a16:creationId xmlns:a16="http://schemas.microsoft.com/office/drawing/2014/main" id="{69149186-A334-FF4A-BD24-08119913D2BA}"/>
                </a:ext>
              </a:extLst>
            </p:cNvPr>
            <p:cNvSpPr/>
            <p:nvPr/>
          </p:nvSpPr>
          <p:spPr>
            <a:xfrm rot="11852637">
              <a:off x="6371713" y="6638662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38" name="Oval 2637">
              <a:extLst>
                <a:ext uri="{FF2B5EF4-FFF2-40B4-BE49-F238E27FC236}">
                  <a16:creationId xmlns:a16="http://schemas.microsoft.com/office/drawing/2014/main" id="{869D64A9-DA6C-AA43-9289-BAFC8BDF0522}"/>
                </a:ext>
              </a:extLst>
            </p:cNvPr>
            <p:cNvSpPr/>
            <p:nvPr/>
          </p:nvSpPr>
          <p:spPr>
            <a:xfrm rot="11852637">
              <a:off x="6389887" y="6614295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39" name="Oval 2638">
              <a:extLst>
                <a:ext uri="{FF2B5EF4-FFF2-40B4-BE49-F238E27FC236}">
                  <a16:creationId xmlns:a16="http://schemas.microsoft.com/office/drawing/2014/main" id="{F333661B-5270-1F4A-B9B8-C129E7715D4E}"/>
                </a:ext>
              </a:extLst>
            </p:cNvPr>
            <p:cNvSpPr/>
            <p:nvPr/>
          </p:nvSpPr>
          <p:spPr>
            <a:xfrm rot="11852637">
              <a:off x="6379980" y="666571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40" name="Oval 2639">
              <a:extLst>
                <a:ext uri="{FF2B5EF4-FFF2-40B4-BE49-F238E27FC236}">
                  <a16:creationId xmlns:a16="http://schemas.microsoft.com/office/drawing/2014/main" id="{E1EF5E19-B682-D643-BF0A-61E472E07D68}"/>
                </a:ext>
              </a:extLst>
            </p:cNvPr>
            <p:cNvSpPr/>
            <p:nvPr/>
          </p:nvSpPr>
          <p:spPr>
            <a:xfrm rot="11852637">
              <a:off x="6403216" y="663694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41" name="Oval 2640">
              <a:extLst>
                <a:ext uri="{FF2B5EF4-FFF2-40B4-BE49-F238E27FC236}">
                  <a16:creationId xmlns:a16="http://schemas.microsoft.com/office/drawing/2014/main" id="{643099BD-1970-D649-BF26-E7251F579342}"/>
                </a:ext>
              </a:extLst>
            </p:cNvPr>
            <p:cNvSpPr/>
            <p:nvPr/>
          </p:nvSpPr>
          <p:spPr>
            <a:xfrm rot="11852637">
              <a:off x="6400059" y="667626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42" name="Oval 2641">
              <a:extLst>
                <a:ext uri="{FF2B5EF4-FFF2-40B4-BE49-F238E27FC236}">
                  <a16:creationId xmlns:a16="http://schemas.microsoft.com/office/drawing/2014/main" id="{0862B401-1890-484B-8CC9-24E6B94238BA}"/>
                </a:ext>
              </a:extLst>
            </p:cNvPr>
            <p:cNvSpPr/>
            <p:nvPr/>
          </p:nvSpPr>
          <p:spPr>
            <a:xfrm rot="11852637">
              <a:off x="6418202" y="665753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43" name="Freeform 2642">
              <a:extLst>
                <a:ext uri="{FF2B5EF4-FFF2-40B4-BE49-F238E27FC236}">
                  <a16:creationId xmlns:a16="http://schemas.microsoft.com/office/drawing/2014/main" id="{0ABD498E-3B1A-2D41-B2B9-163A2B00B8AE}"/>
                </a:ext>
              </a:extLst>
            </p:cNvPr>
            <p:cNvSpPr/>
            <p:nvPr/>
          </p:nvSpPr>
          <p:spPr>
            <a:xfrm rot="18535560">
              <a:off x="6045401" y="6304373"/>
              <a:ext cx="235075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44" name="Freeform 2643">
              <a:extLst>
                <a:ext uri="{FF2B5EF4-FFF2-40B4-BE49-F238E27FC236}">
                  <a16:creationId xmlns:a16="http://schemas.microsoft.com/office/drawing/2014/main" id="{16A5396F-7DF8-6041-8D76-A7AA2BDAC1B4}"/>
                </a:ext>
              </a:extLst>
            </p:cNvPr>
            <p:cNvSpPr/>
            <p:nvPr/>
          </p:nvSpPr>
          <p:spPr>
            <a:xfrm rot="18535560" flipH="1">
              <a:off x="6160015" y="6157256"/>
              <a:ext cx="227078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645" name="Group 2644">
            <a:extLst>
              <a:ext uri="{FF2B5EF4-FFF2-40B4-BE49-F238E27FC236}">
                <a16:creationId xmlns:a16="http://schemas.microsoft.com/office/drawing/2014/main" id="{68334C37-0388-EB43-BA58-A4DE26C28ECF}"/>
              </a:ext>
            </a:extLst>
          </p:cNvPr>
          <p:cNvGrpSpPr/>
          <p:nvPr/>
        </p:nvGrpSpPr>
        <p:grpSpPr>
          <a:xfrm rot="4409643">
            <a:off x="7808445" y="6053463"/>
            <a:ext cx="561574" cy="394357"/>
            <a:chOff x="5871652" y="6279397"/>
            <a:chExt cx="686823" cy="439136"/>
          </a:xfrm>
        </p:grpSpPr>
        <p:sp>
          <p:nvSpPr>
            <p:cNvPr id="2646" name="Freeform 2645">
              <a:extLst>
                <a:ext uri="{FF2B5EF4-FFF2-40B4-BE49-F238E27FC236}">
                  <a16:creationId xmlns:a16="http://schemas.microsoft.com/office/drawing/2014/main" id="{D3E287FB-97A5-2B48-9314-D28A7748DF55}"/>
                </a:ext>
              </a:extLst>
            </p:cNvPr>
            <p:cNvSpPr/>
            <p:nvPr/>
          </p:nvSpPr>
          <p:spPr>
            <a:xfrm rot="17421667">
              <a:off x="5962111" y="6248061"/>
              <a:ext cx="147799" cy="230790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6FA03B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47" name="Freeform 2646">
              <a:extLst>
                <a:ext uri="{FF2B5EF4-FFF2-40B4-BE49-F238E27FC236}">
                  <a16:creationId xmlns:a16="http://schemas.microsoft.com/office/drawing/2014/main" id="{4B6A01F8-410E-FE4A-9FC4-B80072B56279}"/>
                </a:ext>
              </a:extLst>
            </p:cNvPr>
            <p:cNvSpPr/>
            <p:nvPr/>
          </p:nvSpPr>
          <p:spPr>
            <a:xfrm rot="18535560" flipH="1">
              <a:off x="6065278" y="6197211"/>
              <a:ext cx="146579" cy="338361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48" name="Freeform 2647">
              <a:extLst>
                <a:ext uri="{FF2B5EF4-FFF2-40B4-BE49-F238E27FC236}">
                  <a16:creationId xmlns:a16="http://schemas.microsoft.com/office/drawing/2014/main" id="{F31A1627-942B-9F40-8383-7D0D421525E0}"/>
                </a:ext>
              </a:extLst>
            </p:cNvPr>
            <p:cNvSpPr/>
            <p:nvPr/>
          </p:nvSpPr>
          <p:spPr>
            <a:xfrm rot="18535560">
              <a:off x="5968342" y="6315152"/>
              <a:ext cx="147799" cy="341179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49" name="Rectangle 2648">
              <a:extLst>
                <a:ext uri="{FF2B5EF4-FFF2-40B4-BE49-F238E27FC236}">
                  <a16:creationId xmlns:a16="http://schemas.microsoft.com/office/drawing/2014/main" id="{BE3D5F6A-DEA3-E240-BA7B-98C2C0E01AFB}"/>
                </a:ext>
              </a:extLst>
            </p:cNvPr>
            <p:cNvSpPr/>
            <p:nvPr/>
          </p:nvSpPr>
          <p:spPr>
            <a:xfrm rot="18535560">
              <a:off x="6119618" y="6244121"/>
              <a:ext cx="142391" cy="504896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2650" name="Oval 2649">
              <a:extLst>
                <a:ext uri="{FF2B5EF4-FFF2-40B4-BE49-F238E27FC236}">
                  <a16:creationId xmlns:a16="http://schemas.microsoft.com/office/drawing/2014/main" id="{330D4C6F-628A-A249-A3C7-40C769E41DA3}"/>
                </a:ext>
              </a:extLst>
            </p:cNvPr>
            <p:cNvSpPr/>
            <p:nvPr/>
          </p:nvSpPr>
          <p:spPr>
            <a:xfrm rot="18535560">
              <a:off x="5929443" y="6341203"/>
              <a:ext cx="32213" cy="24486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51" name="Oval 2650">
              <a:extLst>
                <a:ext uri="{FF2B5EF4-FFF2-40B4-BE49-F238E27FC236}">
                  <a16:creationId xmlns:a16="http://schemas.microsoft.com/office/drawing/2014/main" id="{13FE1CEE-787D-F94D-9F9E-52B18D18CF2F}"/>
                </a:ext>
              </a:extLst>
            </p:cNvPr>
            <p:cNvSpPr/>
            <p:nvPr/>
          </p:nvSpPr>
          <p:spPr>
            <a:xfrm rot="18535560">
              <a:off x="5936891" y="636058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52" name="Oval 2651">
              <a:extLst>
                <a:ext uri="{FF2B5EF4-FFF2-40B4-BE49-F238E27FC236}">
                  <a16:creationId xmlns:a16="http://schemas.microsoft.com/office/drawing/2014/main" id="{1BC13DC0-885B-154F-B0F7-2A211E55CF41}"/>
                </a:ext>
              </a:extLst>
            </p:cNvPr>
            <p:cNvSpPr/>
            <p:nvPr/>
          </p:nvSpPr>
          <p:spPr>
            <a:xfrm rot="18535560">
              <a:off x="5954255" y="633452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53" name="Oval 2652">
              <a:extLst>
                <a:ext uri="{FF2B5EF4-FFF2-40B4-BE49-F238E27FC236}">
                  <a16:creationId xmlns:a16="http://schemas.microsoft.com/office/drawing/2014/main" id="{AEC6F48E-62A3-E34E-8C1F-C2A30545089F}"/>
                </a:ext>
              </a:extLst>
            </p:cNvPr>
            <p:cNvSpPr/>
            <p:nvPr/>
          </p:nvSpPr>
          <p:spPr>
            <a:xfrm rot="18535560">
              <a:off x="5971959" y="631260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54" name="Oval 2653">
              <a:extLst>
                <a:ext uri="{FF2B5EF4-FFF2-40B4-BE49-F238E27FC236}">
                  <a16:creationId xmlns:a16="http://schemas.microsoft.com/office/drawing/2014/main" id="{6275C2EB-D6FC-DA4A-B095-A2569389FA78}"/>
                </a:ext>
              </a:extLst>
            </p:cNvPr>
            <p:cNvSpPr/>
            <p:nvPr/>
          </p:nvSpPr>
          <p:spPr>
            <a:xfrm rot="18535560">
              <a:off x="5995195" y="628383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55" name="Oval 2654">
              <a:extLst>
                <a:ext uri="{FF2B5EF4-FFF2-40B4-BE49-F238E27FC236}">
                  <a16:creationId xmlns:a16="http://schemas.microsoft.com/office/drawing/2014/main" id="{7A25709C-C3FD-3A40-AB30-31B534EAA7E7}"/>
                </a:ext>
              </a:extLst>
            </p:cNvPr>
            <p:cNvSpPr/>
            <p:nvPr/>
          </p:nvSpPr>
          <p:spPr>
            <a:xfrm rot="18535560">
              <a:off x="5952745" y="6313963"/>
              <a:ext cx="31259" cy="23761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56" name="Oval 2655">
              <a:extLst>
                <a:ext uri="{FF2B5EF4-FFF2-40B4-BE49-F238E27FC236}">
                  <a16:creationId xmlns:a16="http://schemas.microsoft.com/office/drawing/2014/main" id="{4EECB96B-019A-8143-8516-0DEB3BDB3FEE}"/>
                </a:ext>
              </a:extLst>
            </p:cNvPr>
            <p:cNvSpPr/>
            <p:nvPr/>
          </p:nvSpPr>
          <p:spPr>
            <a:xfrm rot="18535560">
              <a:off x="5975491" y="6287033"/>
              <a:ext cx="32958" cy="22209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57" name="Oval 2656">
              <a:extLst>
                <a:ext uri="{FF2B5EF4-FFF2-40B4-BE49-F238E27FC236}">
                  <a16:creationId xmlns:a16="http://schemas.microsoft.com/office/drawing/2014/main" id="{7022CA4A-2CF3-0A4A-9D09-6F1DB6F6EBBC}"/>
                </a:ext>
              </a:extLst>
            </p:cNvPr>
            <p:cNvSpPr/>
            <p:nvPr/>
          </p:nvSpPr>
          <p:spPr>
            <a:xfrm rot="18535560">
              <a:off x="5938537" y="6393133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58" name="Oval 2657">
              <a:extLst>
                <a:ext uri="{FF2B5EF4-FFF2-40B4-BE49-F238E27FC236}">
                  <a16:creationId xmlns:a16="http://schemas.microsoft.com/office/drawing/2014/main" id="{EE97C504-0B6B-5244-8C3D-AD5B4A5F4AF2}"/>
                </a:ext>
              </a:extLst>
            </p:cNvPr>
            <p:cNvSpPr/>
            <p:nvPr/>
          </p:nvSpPr>
          <p:spPr>
            <a:xfrm rot="18535560">
              <a:off x="5961773" y="63643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59" name="Oval 2658">
              <a:extLst>
                <a:ext uri="{FF2B5EF4-FFF2-40B4-BE49-F238E27FC236}">
                  <a16:creationId xmlns:a16="http://schemas.microsoft.com/office/drawing/2014/main" id="{02447F37-6106-684D-8734-21A8CAECC5B4}"/>
                </a:ext>
              </a:extLst>
            </p:cNvPr>
            <p:cNvSpPr/>
            <p:nvPr/>
          </p:nvSpPr>
          <p:spPr>
            <a:xfrm rot="18535560">
              <a:off x="5979476" y="634244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60" name="Oval 2659">
              <a:extLst>
                <a:ext uri="{FF2B5EF4-FFF2-40B4-BE49-F238E27FC236}">
                  <a16:creationId xmlns:a16="http://schemas.microsoft.com/office/drawing/2014/main" id="{17BAC33E-ADF3-5349-85B2-7B3C0F765C02}"/>
                </a:ext>
              </a:extLst>
            </p:cNvPr>
            <p:cNvSpPr/>
            <p:nvPr/>
          </p:nvSpPr>
          <p:spPr>
            <a:xfrm rot="18535560">
              <a:off x="6002713" y="631367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61" name="Oval 2660">
              <a:extLst>
                <a:ext uri="{FF2B5EF4-FFF2-40B4-BE49-F238E27FC236}">
                  <a16:creationId xmlns:a16="http://schemas.microsoft.com/office/drawing/2014/main" id="{3388475F-2AB6-EF47-AAD7-C4CC17113D3C}"/>
                </a:ext>
              </a:extLst>
            </p:cNvPr>
            <p:cNvSpPr/>
            <p:nvPr/>
          </p:nvSpPr>
          <p:spPr>
            <a:xfrm rot="18535560">
              <a:off x="6022271" y="628759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62" name="Oval 2661">
              <a:extLst>
                <a:ext uri="{FF2B5EF4-FFF2-40B4-BE49-F238E27FC236}">
                  <a16:creationId xmlns:a16="http://schemas.microsoft.com/office/drawing/2014/main" id="{7A5A0569-AFC1-4D43-92C0-3750D64F2D7C}"/>
                </a:ext>
              </a:extLst>
            </p:cNvPr>
            <p:cNvSpPr/>
            <p:nvPr/>
          </p:nvSpPr>
          <p:spPr>
            <a:xfrm rot="18535560">
              <a:off x="5958616" y="6403691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63" name="Oval 2662">
              <a:extLst>
                <a:ext uri="{FF2B5EF4-FFF2-40B4-BE49-F238E27FC236}">
                  <a16:creationId xmlns:a16="http://schemas.microsoft.com/office/drawing/2014/main" id="{4FCE2BE6-B52B-7447-A10A-7389BCEBB2C1}"/>
                </a:ext>
              </a:extLst>
            </p:cNvPr>
            <p:cNvSpPr/>
            <p:nvPr/>
          </p:nvSpPr>
          <p:spPr>
            <a:xfrm rot="18535560">
              <a:off x="5976759" y="63849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64" name="Oval 2663">
              <a:extLst>
                <a:ext uri="{FF2B5EF4-FFF2-40B4-BE49-F238E27FC236}">
                  <a16:creationId xmlns:a16="http://schemas.microsoft.com/office/drawing/2014/main" id="{17C633F9-3232-224C-9B2E-ACD7BD1A9F7B}"/>
                </a:ext>
              </a:extLst>
            </p:cNvPr>
            <p:cNvSpPr/>
            <p:nvPr/>
          </p:nvSpPr>
          <p:spPr>
            <a:xfrm rot="18535560">
              <a:off x="5994934" y="636058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65" name="Oval 2664">
              <a:extLst>
                <a:ext uri="{FF2B5EF4-FFF2-40B4-BE49-F238E27FC236}">
                  <a16:creationId xmlns:a16="http://schemas.microsoft.com/office/drawing/2014/main" id="{4EEB0EE2-CB27-3941-91CC-687977344653}"/>
                </a:ext>
              </a:extLst>
            </p:cNvPr>
            <p:cNvSpPr/>
            <p:nvPr/>
          </p:nvSpPr>
          <p:spPr>
            <a:xfrm rot="18535560">
              <a:off x="6019553" y="63301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66" name="Oval 2665">
              <a:extLst>
                <a:ext uri="{FF2B5EF4-FFF2-40B4-BE49-F238E27FC236}">
                  <a16:creationId xmlns:a16="http://schemas.microsoft.com/office/drawing/2014/main" id="{EF9D268A-3838-A240-862E-FE63919434F4}"/>
                </a:ext>
              </a:extLst>
            </p:cNvPr>
            <p:cNvSpPr/>
            <p:nvPr/>
          </p:nvSpPr>
          <p:spPr>
            <a:xfrm rot="18535560">
              <a:off x="6042350" y="62981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67" name="Oval 2666">
              <a:extLst>
                <a:ext uri="{FF2B5EF4-FFF2-40B4-BE49-F238E27FC236}">
                  <a16:creationId xmlns:a16="http://schemas.microsoft.com/office/drawing/2014/main" id="{ACF2B4DE-3BF1-004A-A648-05CE3F4536F4}"/>
                </a:ext>
              </a:extLst>
            </p:cNvPr>
            <p:cNvSpPr/>
            <p:nvPr/>
          </p:nvSpPr>
          <p:spPr>
            <a:xfrm rot="18535560">
              <a:off x="5974595" y="6426784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68" name="Oval 2667">
              <a:extLst>
                <a:ext uri="{FF2B5EF4-FFF2-40B4-BE49-F238E27FC236}">
                  <a16:creationId xmlns:a16="http://schemas.microsoft.com/office/drawing/2014/main" id="{599C0474-FEA7-F040-8D36-306F42D79F6B}"/>
                </a:ext>
              </a:extLst>
            </p:cNvPr>
            <p:cNvSpPr/>
            <p:nvPr/>
          </p:nvSpPr>
          <p:spPr>
            <a:xfrm rot="18535560">
              <a:off x="5997831" y="639801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69" name="Oval 2668">
              <a:extLst>
                <a:ext uri="{FF2B5EF4-FFF2-40B4-BE49-F238E27FC236}">
                  <a16:creationId xmlns:a16="http://schemas.microsoft.com/office/drawing/2014/main" id="{3BCC66B8-82C4-B544-B85D-3CCC0943B061}"/>
                </a:ext>
              </a:extLst>
            </p:cNvPr>
            <p:cNvSpPr/>
            <p:nvPr/>
          </p:nvSpPr>
          <p:spPr>
            <a:xfrm rot="18535560">
              <a:off x="6015534" y="63760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70" name="Oval 2669">
              <a:extLst>
                <a:ext uri="{FF2B5EF4-FFF2-40B4-BE49-F238E27FC236}">
                  <a16:creationId xmlns:a16="http://schemas.microsoft.com/office/drawing/2014/main" id="{4CEF05EC-CA77-7545-BEED-574D3076EBE8}"/>
                </a:ext>
              </a:extLst>
            </p:cNvPr>
            <p:cNvSpPr/>
            <p:nvPr/>
          </p:nvSpPr>
          <p:spPr>
            <a:xfrm rot="18535560">
              <a:off x="6038770" y="634732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71" name="Oval 2670">
              <a:extLst>
                <a:ext uri="{FF2B5EF4-FFF2-40B4-BE49-F238E27FC236}">
                  <a16:creationId xmlns:a16="http://schemas.microsoft.com/office/drawing/2014/main" id="{4F95828D-9275-A94B-84CD-9D80EFB88816}"/>
                </a:ext>
              </a:extLst>
            </p:cNvPr>
            <p:cNvSpPr/>
            <p:nvPr/>
          </p:nvSpPr>
          <p:spPr>
            <a:xfrm rot="18535560">
              <a:off x="6058329" y="632124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72" name="Oval 2671">
              <a:extLst>
                <a:ext uri="{FF2B5EF4-FFF2-40B4-BE49-F238E27FC236}">
                  <a16:creationId xmlns:a16="http://schemas.microsoft.com/office/drawing/2014/main" id="{291E24BB-D2C9-104F-A25F-3D47BF3C5942}"/>
                </a:ext>
              </a:extLst>
            </p:cNvPr>
            <p:cNvSpPr/>
            <p:nvPr/>
          </p:nvSpPr>
          <p:spPr>
            <a:xfrm rot="18535560">
              <a:off x="5994673" y="6437342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73" name="Oval 2672">
              <a:extLst>
                <a:ext uri="{FF2B5EF4-FFF2-40B4-BE49-F238E27FC236}">
                  <a16:creationId xmlns:a16="http://schemas.microsoft.com/office/drawing/2014/main" id="{0D99A8BF-79C6-F34C-BA54-717E4F4C7FD5}"/>
                </a:ext>
              </a:extLst>
            </p:cNvPr>
            <p:cNvSpPr/>
            <p:nvPr/>
          </p:nvSpPr>
          <p:spPr>
            <a:xfrm rot="18535560">
              <a:off x="6012817" y="64186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74" name="Oval 2673">
              <a:extLst>
                <a:ext uri="{FF2B5EF4-FFF2-40B4-BE49-F238E27FC236}">
                  <a16:creationId xmlns:a16="http://schemas.microsoft.com/office/drawing/2014/main" id="{88CCA87F-2F61-5C42-98EA-9884423B8E9F}"/>
                </a:ext>
              </a:extLst>
            </p:cNvPr>
            <p:cNvSpPr/>
            <p:nvPr/>
          </p:nvSpPr>
          <p:spPr>
            <a:xfrm rot="18535560">
              <a:off x="6030991" y="63942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75" name="Oval 2674">
              <a:extLst>
                <a:ext uri="{FF2B5EF4-FFF2-40B4-BE49-F238E27FC236}">
                  <a16:creationId xmlns:a16="http://schemas.microsoft.com/office/drawing/2014/main" id="{9202A161-0D49-AB40-844A-63EB3953EF24}"/>
                </a:ext>
              </a:extLst>
            </p:cNvPr>
            <p:cNvSpPr/>
            <p:nvPr/>
          </p:nvSpPr>
          <p:spPr>
            <a:xfrm rot="18535560">
              <a:off x="6055611" y="63637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76" name="Oval 2675">
              <a:extLst>
                <a:ext uri="{FF2B5EF4-FFF2-40B4-BE49-F238E27FC236}">
                  <a16:creationId xmlns:a16="http://schemas.microsoft.com/office/drawing/2014/main" id="{6A4CA8F4-4C1A-F54D-A99B-9128978070AA}"/>
                </a:ext>
              </a:extLst>
            </p:cNvPr>
            <p:cNvSpPr/>
            <p:nvPr/>
          </p:nvSpPr>
          <p:spPr>
            <a:xfrm rot="18535560">
              <a:off x="6078408" y="633180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77" name="Oval 2676">
              <a:extLst>
                <a:ext uri="{FF2B5EF4-FFF2-40B4-BE49-F238E27FC236}">
                  <a16:creationId xmlns:a16="http://schemas.microsoft.com/office/drawing/2014/main" id="{1A3EAD62-7F79-AA4F-B0B6-F4498BF1A256}"/>
                </a:ext>
              </a:extLst>
            </p:cNvPr>
            <p:cNvSpPr/>
            <p:nvPr/>
          </p:nvSpPr>
          <p:spPr>
            <a:xfrm rot="18535560">
              <a:off x="6021084" y="644565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78" name="Oval 2677">
              <a:extLst>
                <a:ext uri="{FF2B5EF4-FFF2-40B4-BE49-F238E27FC236}">
                  <a16:creationId xmlns:a16="http://schemas.microsoft.com/office/drawing/2014/main" id="{22124D83-D1DB-1A4D-B0EE-002CADD88287}"/>
                </a:ext>
              </a:extLst>
            </p:cNvPr>
            <p:cNvSpPr/>
            <p:nvPr/>
          </p:nvSpPr>
          <p:spPr>
            <a:xfrm rot="18535560">
              <a:off x="6044320" y="641688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79" name="Oval 2678">
              <a:extLst>
                <a:ext uri="{FF2B5EF4-FFF2-40B4-BE49-F238E27FC236}">
                  <a16:creationId xmlns:a16="http://schemas.microsoft.com/office/drawing/2014/main" id="{E262CEB0-8D84-0D47-ABE4-3F432A8046D0}"/>
                </a:ext>
              </a:extLst>
            </p:cNvPr>
            <p:cNvSpPr/>
            <p:nvPr/>
          </p:nvSpPr>
          <p:spPr>
            <a:xfrm rot="18535560">
              <a:off x="6062024" y="639496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80" name="Oval 2679">
              <a:extLst>
                <a:ext uri="{FF2B5EF4-FFF2-40B4-BE49-F238E27FC236}">
                  <a16:creationId xmlns:a16="http://schemas.microsoft.com/office/drawing/2014/main" id="{F7E78F83-FCEA-6948-81D0-F6133CE1E0AD}"/>
                </a:ext>
              </a:extLst>
            </p:cNvPr>
            <p:cNvSpPr/>
            <p:nvPr/>
          </p:nvSpPr>
          <p:spPr>
            <a:xfrm rot="18535560">
              <a:off x="6085260" y="63661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81" name="Oval 2680">
              <a:extLst>
                <a:ext uri="{FF2B5EF4-FFF2-40B4-BE49-F238E27FC236}">
                  <a16:creationId xmlns:a16="http://schemas.microsoft.com/office/drawing/2014/main" id="{F12F218A-C635-4846-9ED3-6571A34D2531}"/>
                </a:ext>
              </a:extLst>
            </p:cNvPr>
            <p:cNvSpPr/>
            <p:nvPr/>
          </p:nvSpPr>
          <p:spPr>
            <a:xfrm rot="18535560">
              <a:off x="6104818" y="63401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82" name="Oval 2681">
              <a:extLst>
                <a:ext uri="{FF2B5EF4-FFF2-40B4-BE49-F238E27FC236}">
                  <a16:creationId xmlns:a16="http://schemas.microsoft.com/office/drawing/2014/main" id="{4C68D9B6-77CC-914E-A181-9018B2A03154}"/>
                </a:ext>
              </a:extLst>
            </p:cNvPr>
            <p:cNvSpPr/>
            <p:nvPr/>
          </p:nvSpPr>
          <p:spPr>
            <a:xfrm rot="18535560">
              <a:off x="6041163" y="64562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83" name="Oval 2682">
              <a:extLst>
                <a:ext uri="{FF2B5EF4-FFF2-40B4-BE49-F238E27FC236}">
                  <a16:creationId xmlns:a16="http://schemas.microsoft.com/office/drawing/2014/main" id="{54E440F1-34BC-8548-9CF1-3E02C3E5ACEC}"/>
                </a:ext>
              </a:extLst>
            </p:cNvPr>
            <p:cNvSpPr/>
            <p:nvPr/>
          </p:nvSpPr>
          <p:spPr>
            <a:xfrm rot="18535560">
              <a:off x="6059306" y="64374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84" name="Oval 2683">
              <a:extLst>
                <a:ext uri="{FF2B5EF4-FFF2-40B4-BE49-F238E27FC236}">
                  <a16:creationId xmlns:a16="http://schemas.microsoft.com/office/drawing/2014/main" id="{68C6B7FA-1167-D944-9D38-812EA4DB1CC4}"/>
                </a:ext>
              </a:extLst>
            </p:cNvPr>
            <p:cNvSpPr/>
            <p:nvPr/>
          </p:nvSpPr>
          <p:spPr>
            <a:xfrm rot="18535560">
              <a:off x="6077481" y="64131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85" name="Oval 2684">
              <a:extLst>
                <a:ext uri="{FF2B5EF4-FFF2-40B4-BE49-F238E27FC236}">
                  <a16:creationId xmlns:a16="http://schemas.microsoft.com/office/drawing/2014/main" id="{F6459384-49BA-7D40-A7AC-C806405AF254}"/>
                </a:ext>
              </a:extLst>
            </p:cNvPr>
            <p:cNvSpPr/>
            <p:nvPr/>
          </p:nvSpPr>
          <p:spPr>
            <a:xfrm rot="18535560">
              <a:off x="6102100" y="638262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86" name="Oval 2685">
              <a:extLst>
                <a:ext uri="{FF2B5EF4-FFF2-40B4-BE49-F238E27FC236}">
                  <a16:creationId xmlns:a16="http://schemas.microsoft.com/office/drawing/2014/main" id="{C5A55EF1-BB72-664C-B9F7-FCF992F3C89D}"/>
                </a:ext>
              </a:extLst>
            </p:cNvPr>
            <p:cNvSpPr/>
            <p:nvPr/>
          </p:nvSpPr>
          <p:spPr>
            <a:xfrm rot="18535560">
              <a:off x="6124897" y="635067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87" name="Oval 2686">
              <a:extLst>
                <a:ext uri="{FF2B5EF4-FFF2-40B4-BE49-F238E27FC236}">
                  <a16:creationId xmlns:a16="http://schemas.microsoft.com/office/drawing/2014/main" id="{E479AD97-89D3-2147-9A4F-A67E62965F53}"/>
                </a:ext>
              </a:extLst>
            </p:cNvPr>
            <p:cNvSpPr/>
            <p:nvPr/>
          </p:nvSpPr>
          <p:spPr>
            <a:xfrm rot="4135560">
              <a:off x="6061511" y="6470754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88" name="Oval 2687">
              <a:extLst>
                <a:ext uri="{FF2B5EF4-FFF2-40B4-BE49-F238E27FC236}">
                  <a16:creationId xmlns:a16="http://schemas.microsoft.com/office/drawing/2014/main" id="{5A01E0C6-9F16-8F49-8EE7-A34BFE63D30B}"/>
                </a:ext>
              </a:extLst>
            </p:cNvPr>
            <p:cNvSpPr/>
            <p:nvPr/>
          </p:nvSpPr>
          <p:spPr>
            <a:xfrm rot="4135560">
              <a:off x="6084747" y="644198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89" name="Oval 2688">
              <a:extLst>
                <a:ext uri="{FF2B5EF4-FFF2-40B4-BE49-F238E27FC236}">
                  <a16:creationId xmlns:a16="http://schemas.microsoft.com/office/drawing/2014/main" id="{AB72D238-F2C5-CD4F-91AA-7185E420A991}"/>
                </a:ext>
              </a:extLst>
            </p:cNvPr>
            <p:cNvSpPr/>
            <p:nvPr/>
          </p:nvSpPr>
          <p:spPr>
            <a:xfrm rot="4135560">
              <a:off x="6102451" y="642006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90" name="Oval 2689">
              <a:extLst>
                <a:ext uri="{FF2B5EF4-FFF2-40B4-BE49-F238E27FC236}">
                  <a16:creationId xmlns:a16="http://schemas.microsoft.com/office/drawing/2014/main" id="{12A31C1D-AC2B-6E40-B601-3E1A62263E02}"/>
                </a:ext>
              </a:extLst>
            </p:cNvPr>
            <p:cNvSpPr/>
            <p:nvPr/>
          </p:nvSpPr>
          <p:spPr>
            <a:xfrm rot="4135560">
              <a:off x="6125687" y="639129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91" name="Oval 2690">
              <a:extLst>
                <a:ext uri="{FF2B5EF4-FFF2-40B4-BE49-F238E27FC236}">
                  <a16:creationId xmlns:a16="http://schemas.microsoft.com/office/drawing/2014/main" id="{AC92027F-A626-904E-BFAE-F15EBD4AEDCD}"/>
                </a:ext>
              </a:extLst>
            </p:cNvPr>
            <p:cNvSpPr/>
            <p:nvPr/>
          </p:nvSpPr>
          <p:spPr>
            <a:xfrm rot="4135560">
              <a:off x="6145245" y="636521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92" name="Oval 2691">
              <a:extLst>
                <a:ext uri="{FF2B5EF4-FFF2-40B4-BE49-F238E27FC236}">
                  <a16:creationId xmlns:a16="http://schemas.microsoft.com/office/drawing/2014/main" id="{C387BCC9-A5E4-134D-A395-DE9E5A7FD779}"/>
                </a:ext>
              </a:extLst>
            </p:cNvPr>
            <p:cNvSpPr/>
            <p:nvPr/>
          </p:nvSpPr>
          <p:spPr>
            <a:xfrm rot="4135560">
              <a:off x="6081590" y="648131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93" name="Oval 2692">
              <a:extLst>
                <a:ext uri="{FF2B5EF4-FFF2-40B4-BE49-F238E27FC236}">
                  <a16:creationId xmlns:a16="http://schemas.microsoft.com/office/drawing/2014/main" id="{51B7C043-6702-BD46-B49A-525CB9248C94}"/>
                </a:ext>
              </a:extLst>
            </p:cNvPr>
            <p:cNvSpPr/>
            <p:nvPr/>
          </p:nvSpPr>
          <p:spPr>
            <a:xfrm rot="4135560">
              <a:off x="6099733" y="646257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94" name="Oval 2693">
              <a:extLst>
                <a:ext uri="{FF2B5EF4-FFF2-40B4-BE49-F238E27FC236}">
                  <a16:creationId xmlns:a16="http://schemas.microsoft.com/office/drawing/2014/main" id="{2693703D-081D-A84B-88E4-94819A5EE8FE}"/>
                </a:ext>
              </a:extLst>
            </p:cNvPr>
            <p:cNvSpPr/>
            <p:nvPr/>
          </p:nvSpPr>
          <p:spPr>
            <a:xfrm rot="4135560">
              <a:off x="6117908" y="64382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95" name="Oval 2694">
              <a:extLst>
                <a:ext uri="{FF2B5EF4-FFF2-40B4-BE49-F238E27FC236}">
                  <a16:creationId xmlns:a16="http://schemas.microsoft.com/office/drawing/2014/main" id="{0ADB09C7-282F-634C-9B2B-38300FBAA857}"/>
                </a:ext>
              </a:extLst>
            </p:cNvPr>
            <p:cNvSpPr/>
            <p:nvPr/>
          </p:nvSpPr>
          <p:spPr>
            <a:xfrm rot="4135560">
              <a:off x="6142527" y="640772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96" name="Oval 2695">
              <a:extLst>
                <a:ext uri="{FF2B5EF4-FFF2-40B4-BE49-F238E27FC236}">
                  <a16:creationId xmlns:a16="http://schemas.microsoft.com/office/drawing/2014/main" id="{F50789AD-F288-3846-AF27-6D4B6FC7CE6C}"/>
                </a:ext>
              </a:extLst>
            </p:cNvPr>
            <p:cNvSpPr/>
            <p:nvPr/>
          </p:nvSpPr>
          <p:spPr>
            <a:xfrm rot="4135560">
              <a:off x="6165324" y="637577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97" name="Oval 2696">
              <a:extLst>
                <a:ext uri="{FF2B5EF4-FFF2-40B4-BE49-F238E27FC236}">
                  <a16:creationId xmlns:a16="http://schemas.microsoft.com/office/drawing/2014/main" id="{4700EA3F-431C-2841-AC60-2906EBC1DBCF}"/>
                </a:ext>
              </a:extLst>
            </p:cNvPr>
            <p:cNvSpPr/>
            <p:nvPr/>
          </p:nvSpPr>
          <p:spPr>
            <a:xfrm rot="18535560">
              <a:off x="6094097" y="650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98" name="Oval 2697">
              <a:extLst>
                <a:ext uri="{FF2B5EF4-FFF2-40B4-BE49-F238E27FC236}">
                  <a16:creationId xmlns:a16="http://schemas.microsoft.com/office/drawing/2014/main" id="{EE5BFDAC-A766-0845-B890-AABFD250A0DB}"/>
                </a:ext>
              </a:extLst>
            </p:cNvPr>
            <p:cNvSpPr/>
            <p:nvPr/>
          </p:nvSpPr>
          <p:spPr>
            <a:xfrm rot="18535560">
              <a:off x="6117333" y="64756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99" name="Oval 2698">
              <a:extLst>
                <a:ext uri="{FF2B5EF4-FFF2-40B4-BE49-F238E27FC236}">
                  <a16:creationId xmlns:a16="http://schemas.microsoft.com/office/drawing/2014/main" id="{F7CEFCAB-8A2E-204A-A086-67142FF1E4FD}"/>
                </a:ext>
              </a:extLst>
            </p:cNvPr>
            <p:cNvSpPr/>
            <p:nvPr/>
          </p:nvSpPr>
          <p:spPr>
            <a:xfrm rot="18535560">
              <a:off x="6135037" y="64536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00" name="Oval 2699">
              <a:extLst>
                <a:ext uri="{FF2B5EF4-FFF2-40B4-BE49-F238E27FC236}">
                  <a16:creationId xmlns:a16="http://schemas.microsoft.com/office/drawing/2014/main" id="{189CA395-8563-DA4D-B2D8-E6769A20263F}"/>
                </a:ext>
              </a:extLst>
            </p:cNvPr>
            <p:cNvSpPr/>
            <p:nvPr/>
          </p:nvSpPr>
          <p:spPr>
            <a:xfrm rot="18535560">
              <a:off x="6158273" y="642492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01" name="Oval 2700">
              <a:extLst>
                <a:ext uri="{FF2B5EF4-FFF2-40B4-BE49-F238E27FC236}">
                  <a16:creationId xmlns:a16="http://schemas.microsoft.com/office/drawing/2014/main" id="{E93D00C4-E82F-FB40-9190-F4AAA8C775DA}"/>
                </a:ext>
              </a:extLst>
            </p:cNvPr>
            <p:cNvSpPr/>
            <p:nvPr/>
          </p:nvSpPr>
          <p:spPr>
            <a:xfrm rot="18535560">
              <a:off x="6177831" y="63988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02" name="Oval 2701">
              <a:extLst>
                <a:ext uri="{FF2B5EF4-FFF2-40B4-BE49-F238E27FC236}">
                  <a16:creationId xmlns:a16="http://schemas.microsoft.com/office/drawing/2014/main" id="{9AE91374-C5F6-F649-AA53-973DCDA935B8}"/>
                </a:ext>
              </a:extLst>
            </p:cNvPr>
            <p:cNvSpPr/>
            <p:nvPr/>
          </p:nvSpPr>
          <p:spPr>
            <a:xfrm rot="18535560">
              <a:off x="6114176" y="65149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03" name="Oval 2702">
              <a:extLst>
                <a:ext uri="{FF2B5EF4-FFF2-40B4-BE49-F238E27FC236}">
                  <a16:creationId xmlns:a16="http://schemas.microsoft.com/office/drawing/2014/main" id="{2BBFB1C7-8901-A944-82FB-C97B6A8CE6B9}"/>
                </a:ext>
              </a:extLst>
            </p:cNvPr>
            <p:cNvSpPr/>
            <p:nvPr/>
          </p:nvSpPr>
          <p:spPr>
            <a:xfrm rot="18535560">
              <a:off x="6132319" y="649620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04" name="Oval 2703">
              <a:extLst>
                <a:ext uri="{FF2B5EF4-FFF2-40B4-BE49-F238E27FC236}">
                  <a16:creationId xmlns:a16="http://schemas.microsoft.com/office/drawing/2014/main" id="{632EC210-498A-EA45-B990-5EF19112196E}"/>
                </a:ext>
              </a:extLst>
            </p:cNvPr>
            <p:cNvSpPr/>
            <p:nvPr/>
          </p:nvSpPr>
          <p:spPr>
            <a:xfrm rot="18535560">
              <a:off x="6150494" y="647183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05" name="Oval 2704">
              <a:extLst>
                <a:ext uri="{FF2B5EF4-FFF2-40B4-BE49-F238E27FC236}">
                  <a16:creationId xmlns:a16="http://schemas.microsoft.com/office/drawing/2014/main" id="{12581AFE-8CBC-BC4D-A382-7FB6D544B28A}"/>
                </a:ext>
              </a:extLst>
            </p:cNvPr>
            <p:cNvSpPr/>
            <p:nvPr/>
          </p:nvSpPr>
          <p:spPr>
            <a:xfrm rot="18535560">
              <a:off x="6175113" y="644135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06" name="Oval 2705">
              <a:extLst>
                <a:ext uri="{FF2B5EF4-FFF2-40B4-BE49-F238E27FC236}">
                  <a16:creationId xmlns:a16="http://schemas.microsoft.com/office/drawing/2014/main" id="{0774E54B-9950-A441-855C-31DE94A4CB34}"/>
                </a:ext>
              </a:extLst>
            </p:cNvPr>
            <p:cNvSpPr/>
            <p:nvPr/>
          </p:nvSpPr>
          <p:spPr>
            <a:xfrm rot="18535560">
              <a:off x="6197911" y="640939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07" name="Oval 2706">
              <a:extLst>
                <a:ext uri="{FF2B5EF4-FFF2-40B4-BE49-F238E27FC236}">
                  <a16:creationId xmlns:a16="http://schemas.microsoft.com/office/drawing/2014/main" id="{4D367EF9-D31D-9D4C-9D7B-839B7BFB0618}"/>
                </a:ext>
              </a:extLst>
            </p:cNvPr>
            <p:cNvSpPr/>
            <p:nvPr/>
          </p:nvSpPr>
          <p:spPr>
            <a:xfrm rot="18535560">
              <a:off x="6140586" y="65232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08" name="Oval 2707">
              <a:extLst>
                <a:ext uri="{FF2B5EF4-FFF2-40B4-BE49-F238E27FC236}">
                  <a16:creationId xmlns:a16="http://schemas.microsoft.com/office/drawing/2014/main" id="{CDFE3DA3-F6E3-3D42-93FF-EF98F3A90FEF}"/>
                </a:ext>
              </a:extLst>
            </p:cNvPr>
            <p:cNvSpPr/>
            <p:nvPr/>
          </p:nvSpPr>
          <p:spPr>
            <a:xfrm rot="18535560">
              <a:off x="6163823" y="64944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09" name="Oval 2708">
              <a:extLst>
                <a:ext uri="{FF2B5EF4-FFF2-40B4-BE49-F238E27FC236}">
                  <a16:creationId xmlns:a16="http://schemas.microsoft.com/office/drawing/2014/main" id="{D3534027-014F-044F-B103-D17D75FD8A55}"/>
                </a:ext>
              </a:extLst>
            </p:cNvPr>
            <p:cNvSpPr/>
            <p:nvPr/>
          </p:nvSpPr>
          <p:spPr>
            <a:xfrm rot="18535560">
              <a:off x="6181526" y="64725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10" name="Oval 2709">
              <a:extLst>
                <a:ext uri="{FF2B5EF4-FFF2-40B4-BE49-F238E27FC236}">
                  <a16:creationId xmlns:a16="http://schemas.microsoft.com/office/drawing/2014/main" id="{E108C2B7-62F4-4D4D-BCCA-0C4BA4BBAFC5}"/>
                </a:ext>
              </a:extLst>
            </p:cNvPr>
            <p:cNvSpPr/>
            <p:nvPr/>
          </p:nvSpPr>
          <p:spPr>
            <a:xfrm rot="18535560">
              <a:off x="6204762" y="64437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11" name="Oval 2710">
              <a:extLst>
                <a:ext uri="{FF2B5EF4-FFF2-40B4-BE49-F238E27FC236}">
                  <a16:creationId xmlns:a16="http://schemas.microsoft.com/office/drawing/2014/main" id="{A1184B6A-0E20-004E-A8A3-4D85C23655A1}"/>
                </a:ext>
              </a:extLst>
            </p:cNvPr>
            <p:cNvSpPr/>
            <p:nvPr/>
          </p:nvSpPr>
          <p:spPr>
            <a:xfrm rot="18535560">
              <a:off x="6224321" y="64177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12" name="Oval 2711">
              <a:extLst>
                <a:ext uri="{FF2B5EF4-FFF2-40B4-BE49-F238E27FC236}">
                  <a16:creationId xmlns:a16="http://schemas.microsoft.com/office/drawing/2014/main" id="{A757D5D9-239D-434E-8119-7BF90114D131}"/>
                </a:ext>
              </a:extLst>
            </p:cNvPr>
            <p:cNvSpPr/>
            <p:nvPr/>
          </p:nvSpPr>
          <p:spPr>
            <a:xfrm rot="18535560">
              <a:off x="6160665" y="65338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13" name="Oval 2712">
              <a:extLst>
                <a:ext uri="{FF2B5EF4-FFF2-40B4-BE49-F238E27FC236}">
                  <a16:creationId xmlns:a16="http://schemas.microsoft.com/office/drawing/2014/main" id="{A5BA0B62-BD2A-9845-9B65-32BCF65DCD24}"/>
                </a:ext>
              </a:extLst>
            </p:cNvPr>
            <p:cNvSpPr/>
            <p:nvPr/>
          </p:nvSpPr>
          <p:spPr>
            <a:xfrm rot="18535560">
              <a:off x="6178809" y="651507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14" name="Oval 2713">
              <a:extLst>
                <a:ext uri="{FF2B5EF4-FFF2-40B4-BE49-F238E27FC236}">
                  <a16:creationId xmlns:a16="http://schemas.microsoft.com/office/drawing/2014/main" id="{C01EA3C9-0DFB-0444-9EB2-2E34A22584BD}"/>
                </a:ext>
              </a:extLst>
            </p:cNvPr>
            <p:cNvSpPr/>
            <p:nvPr/>
          </p:nvSpPr>
          <p:spPr>
            <a:xfrm rot="18535560">
              <a:off x="6196983" y="64907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15" name="Oval 2714">
              <a:extLst>
                <a:ext uri="{FF2B5EF4-FFF2-40B4-BE49-F238E27FC236}">
                  <a16:creationId xmlns:a16="http://schemas.microsoft.com/office/drawing/2014/main" id="{04F1A5B7-90A7-1249-83C8-6409F7FECC1E}"/>
                </a:ext>
              </a:extLst>
            </p:cNvPr>
            <p:cNvSpPr/>
            <p:nvPr/>
          </p:nvSpPr>
          <p:spPr>
            <a:xfrm rot="18535560">
              <a:off x="6221603" y="646022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16" name="Oval 2715">
              <a:extLst>
                <a:ext uri="{FF2B5EF4-FFF2-40B4-BE49-F238E27FC236}">
                  <a16:creationId xmlns:a16="http://schemas.microsoft.com/office/drawing/2014/main" id="{396A4C07-4D64-7846-8C1C-B593F41C065C}"/>
                </a:ext>
              </a:extLst>
            </p:cNvPr>
            <p:cNvSpPr/>
            <p:nvPr/>
          </p:nvSpPr>
          <p:spPr>
            <a:xfrm rot="18535560">
              <a:off x="6244400" y="64282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17" name="Oval 2716">
              <a:extLst>
                <a:ext uri="{FF2B5EF4-FFF2-40B4-BE49-F238E27FC236}">
                  <a16:creationId xmlns:a16="http://schemas.microsoft.com/office/drawing/2014/main" id="{670F6CB0-2BF2-8547-89F4-DD954C5F33A3}"/>
                </a:ext>
              </a:extLst>
            </p:cNvPr>
            <p:cNvSpPr/>
            <p:nvPr/>
          </p:nvSpPr>
          <p:spPr>
            <a:xfrm rot="4135560">
              <a:off x="6181014" y="65483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18" name="Oval 2717">
              <a:extLst>
                <a:ext uri="{FF2B5EF4-FFF2-40B4-BE49-F238E27FC236}">
                  <a16:creationId xmlns:a16="http://schemas.microsoft.com/office/drawing/2014/main" id="{6DD6D30A-69CD-E44C-8939-B795944FA31D}"/>
                </a:ext>
              </a:extLst>
            </p:cNvPr>
            <p:cNvSpPr/>
            <p:nvPr/>
          </p:nvSpPr>
          <p:spPr>
            <a:xfrm rot="4135560">
              <a:off x="6204250" y="651958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19" name="Oval 2718">
              <a:extLst>
                <a:ext uri="{FF2B5EF4-FFF2-40B4-BE49-F238E27FC236}">
                  <a16:creationId xmlns:a16="http://schemas.microsoft.com/office/drawing/2014/main" id="{D6C12915-5A0A-2142-AC5F-5222B3467A95}"/>
                </a:ext>
              </a:extLst>
            </p:cNvPr>
            <p:cNvSpPr/>
            <p:nvPr/>
          </p:nvSpPr>
          <p:spPr>
            <a:xfrm rot="4135560">
              <a:off x="6221953" y="649766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20" name="Oval 2719">
              <a:extLst>
                <a:ext uri="{FF2B5EF4-FFF2-40B4-BE49-F238E27FC236}">
                  <a16:creationId xmlns:a16="http://schemas.microsoft.com/office/drawing/2014/main" id="{8BCCB976-A580-8046-AAB1-A5FB3168A681}"/>
                </a:ext>
              </a:extLst>
            </p:cNvPr>
            <p:cNvSpPr/>
            <p:nvPr/>
          </p:nvSpPr>
          <p:spPr>
            <a:xfrm rot="4135560">
              <a:off x="6245189" y="646889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21" name="Oval 2720">
              <a:extLst>
                <a:ext uri="{FF2B5EF4-FFF2-40B4-BE49-F238E27FC236}">
                  <a16:creationId xmlns:a16="http://schemas.microsoft.com/office/drawing/2014/main" id="{E9A83CF9-69EC-C244-9629-F8DC44067B01}"/>
                </a:ext>
              </a:extLst>
            </p:cNvPr>
            <p:cNvSpPr/>
            <p:nvPr/>
          </p:nvSpPr>
          <p:spPr>
            <a:xfrm rot="4135560">
              <a:off x="6264748" y="64428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22" name="Oval 2721">
              <a:extLst>
                <a:ext uri="{FF2B5EF4-FFF2-40B4-BE49-F238E27FC236}">
                  <a16:creationId xmlns:a16="http://schemas.microsoft.com/office/drawing/2014/main" id="{6FC93D2A-E5AC-494F-825B-8B7BBFE4464A}"/>
                </a:ext>
              </a:extLst>
            </p:cNvPr>
            <p:cNvSpPr/>
            <p:nvPr/>
          </p:nvSpPr>
          <p:spPr>
            <a:xfrm rot="4135560">
              <a:off x="6201093" y="65589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23" name="Oval 2722">
              <a:extLst>
                <a:ext uri="{FF2B5EF4-FFF2-40B4-BE49-F238E27FC236}">
                  <a16:creationId xmlns:a16="http://schemas.microsoft.com/office/drawing/2014/main" id="{ED9FD950-497D-C04C-87B0-612B18520EE9}"/>
                </a:ext>
              </a:extLst>
            </p:cNvPr>
            <p:cNvSpPr/>
            <p:nvPr/>
          </p:nvSpPr>
          <p:spPr>
            <a:xfrm rot="4135560">
              <a:off x="6219236" y="654017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24" name="Oval 2723">
              <a:extLst>
                <a:ext uri="{FF2B5EF4-FFF2-40B4-BE49-F238E27FC236}">
                  <a16:creationId xmlns:a16="http://schemas.microsoft.com/office/drawing/2014/main" id="{42297DFF-4570-E84C-AFB5-9AAD58086701}"/>
                </a:ext>
              </a:extLst>
            </p:cNvPr>
            <p:cNvSpPr/>
            <p:nvPr/>
          </p:nvSpPr>
          <p:spPr>
            <a:xfrm rot="4135560">
              <a:off x="6237411" y="651580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25" name="Oval 2724">
              <a:extLst>
                <a:ext uri="{FF2B5EF4-FFF2-40B4-BE49-F238E27FC236}">
                  <a16:creationId xmlns:a16="http://schemas.microsoft.com/office/drawing/2014/main" id="{CFF39102-27C8-1948-991B-282020E6E215}"/>
                </a:ext>
              </a:extLst>
            </p:cNvPr>
            <p:cNvSpPr/>
            <p:nvPr/>
          </p:nvSpPr>
          <p:spPr>
            <a:xfrm rot="4135560">
              <a:off x="6262030" y="648532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26" name="Oval 2725">
              <a:extLst>
                <a:ext uri="{FF2B5EF4-FFF2-40B4-BE49-F238E27FC236}">
                  <a16:creationId xmlns:a16="http://schemas.microsoft.com/office/drawing/2014/main" id="{61F8DD45-74D4-3045-9D12-89FE4D96AF51}"/>
                </a:ext>
              </a:extLst>
            </p:cNvPr>
            <p:cNvSpPr/>
            <p:nvPr/>
          </p:nvSpPr>
          <p:spPr>
            <a:xfrm rot="4135560">
              <a:off x="6284827" y="645336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27" name="Oval 2726">
              <a:extLst>
                <a:ext uri="{FF2B5EF4-FFF2-40B4-BE49-F238E27FC236}">
                  <a16:creationId xmlns:a16="http://schemas.microsoft.com/office/drawing/2014/main" id="{5D30DC41-8ADE-5348-A6F5-7B5D681D8E4F}"/>
                </a:ext>
              </a:extLst>
            </p:cNvPr>
            <p:cNvSpPr/>
            <p:nvPr/>
          </p:nvSpPr>
          <p:spPr>
            <a:xfrm rot="18535560">
              <a:off x="6207334" y="657853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28" name="Oval 2727">
              <a:extLst>
                <a:ext uri="{FF2B5EF4-FFF2-40B4-BE49-F238E27FC236}">
                  <a16:creationId xmlns:a16="http://schemas.microsoft.com/office/drawing/2014/main" id="{1AEC3425-D5C1-CE4E-B145-F473FDFD562C}"/>
                </a:ext>
              </a:extLst>
            </p:cNvPr>
            <p:cNvSpPr/>
            <p:nvPr/>
          </p:nvSpPr>
          <p:spPr>
            <a:xfrm rot="18535560">
              <a:off x="6230570" y="65497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29" name="Oval 2728">
              <a:extLst>
                <a:ext uri="{FF2B5EF4-FFF2-40B4-BE49-F238E27FC236}">
                  <a16:creationId xmlns:a16="http://schemas.microsoft.com/office/drawing/2014/main" id="{C547CE28-4FB9-6945-A1F7-081A9ECE68C3}"/>
                </a:ext>
              </a:extLst>
            </p:cNvPr>
            <p:cNvSpPr/>
            <p:nvPr/>
          </p:nvSpPr>
          <p:spPr>
            <a:xfrm rot="18535560">
              <a:off x="6248274" y="65278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30" name="Oval 2729">
              <a:extLst>
                <a:ext uri="{FF2B5EF4-FFF2-40B4-BE49-F238E27FC236}">
                  <a16:creationId xmlns:a16="http://schemas.microsoft.com/office/drawing/2014/main" id="{044A8007-1747-454D-975D-12EFF2F6D411}"/>
                </a:ext>
              </a:extLst>
            </p:cNvPr>
            <p:cNvSpPr/>
            <p:nvPr/>
          </p:nvSpPr>
          <p:spPr>
            <a:xfrm rot="18535560">
              <a:off x="6271510" y="64990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31" name="Oval 2730">
              <a:extLst>
                <a:ext uri="{FF2B5EF4-FFF2-40B4-BE49-F238E27FC236}">
                  <a16:creationId xmlns:a16="http://schemas.microsoft.com/office/drawing/2014/main" id="{322D107D-6402-514C-AF69-D3A5994493FA}"/>
                </a:ext>
              </a:extLst>
            </p:cNvPr>
            <p:cNvSpPr/>
            <p:nvPr/>
          </p:nvSpPr>
          <p:spPr>
            <a:xfrm rot="18535560">
              <a:off x="6291069" y="64729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32" name="Oval 2731">
              <a:extLst>
                <a:ext uri="{FF2B5EF4-FFF2-40B4-BE49-F238E27FC236}">
                  <a16:creationId xmlns:a16="http://schemas.microsoft.com/office/drawing/2014/main" id="{62BFC9B4-3C7C-694F-94DC-89E3C85E0A88}"/>
                </a:ext>
              </a:extLst>
            </p:cNvPr>
            <p:cNvSpPr/>
            <p:nvPr/>
          </p:nvSpPr>
          <p:spPr>
            <a:xfrm rot="18535560">
              <a:off x="6227413" y="65890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33" name="Oval 2732">
              <a:extLst>
                <a:ext uri="{FF2B5EF4-FFF2-40B4-BE49-F238E27FC236}">
                  <a16:creationId xmlns:a16="http://schemas.microsoft.com/office/drawing/2014/main" id="{99884D2A-DD9A-2844-887A-8F2B79F6F206}"/>
                </a:ext>
              </a:extLst>
            </p:cNvPr>
            <p:cNvSpPr/>
            <p:nvPr/>
          </p:nvSpPr>
          <p:spPr>
            <a:xfrm rot="18535560">
              <a:off x="6245557" y="65703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34" name="Oval 2733">
              <a:extLst>
                <a:ext uri="{FF2B5EF4-FFF2-40B4-BE49-F238E27FC236}">
                  <a16:creationId xmlns:a16="http://schemas.microsoft.com/office/drawing/2014/main" id="{E8B66B65-AD53-3C4D-AE33-22FE6020BE20}"/>
                </a:ext>
              </a:extLst>
            </p:cNvPr>
            <p:cNvSpPr/>
            <p:nvPr/>
          </p:nvSpPr>
          <p:spPr>
            <a:xfrm rot="18535560">
              <a:off x="6263731" y="654599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35" name="Oval 2734">
              <a:extLst>
                <a:ext uri="{FF2B5EF4-FFF2-40B4-BE49-F238E27FC236}">
                  <a16:creationId xmlns:a16="http://schemas.microsoft.com/office/drawing/2014/main" id="{F21A37E8-FE88-A04B-8A94-406ABEA6A726}"/>
                </a:ext>
              </a:extLst>
            </p:cNvPr>
            <p:cNvSpPr/>
            <p:nvPr/>
          </p:nvSpPr>
          <p:spPr>
            <a:xfrm rot="18535560">
              <a:off x="6288350" y="65155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36" name="Oval 2735">
              <a:extLst>
                <a:ext uri="{FF2B5EF4-FFF2-40B4-BE49-F238E27FC236}">
                  <a16:creationId xmlns:a16="http://schemas.microsoft.com/office/drawing/2014/main" id="{70254FEE-4399-FC4A-B7A0-2DE25B5041C2}"/>
                </a:ext>
              </a:extLst>
            </p:cNvPr>
            <p:cNvSpPr/>
            <p:nvPr/>
          </p:nvSpPr>
          <p:spPr>
            <a:xfrm rot="18535560">
              <a:off x="6311148" y="648355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37" name="Oval 2736">
              <a:extLst>
                <a:ext uri="{FF2B5EF4-FFF2-40B4-BE49-F238E27FC236}">
                  <a16:creationId xmlns:a16="http://schemas.microsoft.com/office/drawing/2014/main" id="{E983C7B7-A989-C046-9688-38D3F5E89760}"/>
                </a:ext>
              </a:extLst>
            </p:cNvPr>
            <p:cNvSpPr/>
            <p:nvPr/>
          </p:nvSpPr>
          <p:spPr>
            <a:xfrm rot="18535560">
              <a:off x="6253824" y="65974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38" name="Oval 2737">
              <a:extLst>
                <a:ext uri="{FF2B5EF4-FFF2-40B4-BE49-F238E27FC236}">
                  <a16:creationId xmlns:a16="http://schemas.microsoft.com/office/drawing/2014/main" id="{4B03C44F-0EC0-D04E-AB5D-6D6DF1C54D7C}"/>
                </a:ext>
              </a:extLst>
            </p:cNvPr>
            <p:cNvSpPr/>
            <p:nvPr/>
          </p:nvSpPr>
          <p:spPr>
            <a:xfrm rot="18535560">
              <a:off x="6277060" y="656863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39" name="Oval 2738">
              <a:extLst>
                <a:ext uri="{FF2B5EF4-FFF2-40B4-BE49-F238E27FC236}">
                  <a16:creationId xmlns:a16="http://schemas.microsoft.com/office/drawing/2014/main" id="{52663144-DAC5-2249-96FC-E0544A448C6B}"/>
                </a:ext>
              </a:extLst>
            </p:cNvPr>
            <p:cNvSpPr/>
            <p:nvPr/>
          </p:nvSpPr>
          <p:spPr>
            <a:xfrm rot="18535560">
              <a:off x="6294763" y="654671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40" name="Oval 2739">
              <a:extLst>
                <a:ext uri="{FF2B5EF4-FFF2-40B4-BE49-F238E27FC236}">
                  <a16:creationId xmlns:a16="http://schemas.microsoft.com/office/drawing/2014/main" id="{D071045F-944D-EC41-B10B-D71BB94D6758}"/>
                </a:ext>
              </a:extLst>
            </p:cNvPr>
            <p:cNvSpPr/>
            <p:nvPr/>
          </p:nvSpPr>
          <p:spPr>
            <a:xfrm rot="18535560">
              <a:off x="6317999" y="65179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41" name="Oval 2740">
              <a:extLst>
                <a:ext uri="{FF2B5EF4-FFF2-40B4-BE49-F238E27FC236}">
                  <a16:creationId xmlns:a16="http://schemas.microsoft.com/office/drawing/2014/main" id="{6F51A9BF-7DA0-BF4F-8856-333F05FEAE2B}"/>
                </a:ext>
              </a:extLst>
            </p:cNvPr>
            <p:cNvSpPr/>
            <p:nvPr/>
          </p:nvSpPr>
          <p:spPr>
            <a:xfrm rot="18535560">
              <a:off x="6337558" y="6491866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42" name="Oval 2741">
              <a:extLst>
                <a:ext uri="{FF2B5EF4-FFF2-40B4-BE49-F238E27FC236}">
                  <a16:creationId xmlns:a16="http://schemas.microsoft.com/office/drawing/2014/main" id="{ED6DA7A9-E311-6342-85E3-F00CE53F39D5}"/>
                </a:ext>
              </a:extLst>
            </p:cNvPr>
            <p:cNvSpPr/>
            <p:nvPr/>
          </p:nvSpPr>
          <p:spPr>
            <a:xfrm rot="18535560">
              <a:off x="6273902" y="660796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43" name="Oval 2742">
              <a:extLst>
                <a:ext uri="{FF2B5EF4-FFF2-40B4-BE49-F238E27FC236}">
                  <a16:creationId xmlns:a16="http://schemas.microsoft.com/office/drawing/2014/main" id="{5D42DE49-EAE9-C94E-972F-36EB07FD3E67}"/>
                </a:ext>
              </a:extLst>
            </p:cNvPr>
            <p:cNvSpPr/>
            <p:nvPr/>
          </p:nvSpPr>
          <p:spPr>
            <a:xfrm rot="18535560">
              <a:off x="6292046" y="658923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44" name="Oval 2743">
              <a:extLst>
                <a:ext uri="{FF2B5EF4-FFF2-40B4-BE49-F238E27FC236}">
                  <a16:creationId xmlns:a16="http://schemas.microsoft.com/office/drawing/2014/main" id="{BA6C15B8-D284-9847-BA9D-A7BCCFB2B725}"/>
                </a:ext>
              </a:extLst>
            </p:cNvPr>
            <p:cNvSpPr/>
            <p:nvPr/>
          </p:nvSpPr>
          <p:spPr>
            <a:xfrm rot="18535560">
              <a:off x="6310221" y="65648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45" name="Oval 2744">
              <a:extLst>
                <a:ext uri="{FF2B5EF4-FFF2-40B4-BE49-F238E27FC236}">
                  <a16:creationId xmlns:a16="http://schemas.microsoft.com/office/drawing/2014/main" id="{C9758102-FF31-614F-BEB6-90609B08310F}"/>
                </a:ext>
              </a:extLst>
            </p:cNvPr>
            <p:cNvSpPr/>
            <p:nvPr/>
          </p:nvSpPr>
          <p:spPr>
            <a:xfrm rot="18535560">
              <a:off x="6334840" y="653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46" name="Oval 2745">
              <a:extLst>
                <a:ext uri="{FF2B5EF4-FFF2-40B4-BE49-F238E27FC236}">
                  <a16:creationId xmlns:a16="http://schemas.microsoft.com/office/drawing/2014/main" id="{F1D90E38-5B15-5E44-A3CE-D0044AB21C74}"/>
                </a:ext>
              </a:extLst>
            </p:cNvPr>
            <p:cNvSpPr/>
            <p:nvPr/>
          </p:nvSpPr>
          <p:spPr>
            <a:xfrm rot="18535560">
              <a:off x="6357637" y="6502425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47" name="Oval 2746">
              <a:extLst>
                <a:ext uri="{FF2B5EF4-FFF2-40B4-BE49-F238E27FC236}">
                  <a16:creationId xmlns:a16="http://schemas.microsoft.com/office/drawing/2014/main" id="{7CBB98E8-4DC4-7544-A2CA-27AB1E4BF44A}"/>
                </a:ext>
              </a:extLst>
            </p:cNvPr>
            <p:cNvSpPr/>
            <p:nvPr/>
          </p:nvSpPr>
          <p:spPr>
            <a:xfrm rot="4135560">
              <a:off x="6294251" y="662250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48" name="Oval 2747">
              <a:extLst>
                <a:ext uri="{FF2B5EF4-FFF2-40B4-BE49-F238E27FC236}">
                  <a16:creationId xmlns:a16="http://schemas.microsoft.com/office/drawing/2014/main" id="{77EB12BC-014E-B849-B5F4-37640F2E2553}"/>
                </a:ext>
              </a:extLst>
            </p:cNvPr>
            <p:cNvSpPr/>
            <p:nvPr/>
          </p:nvSpPr>
          <p:spPr>
            <a:xfrm rot="4135560">
              <a:off x="6317487" y="659373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49" name="Oval 2748">
              <a:extLst>
                <a:ext uri="{FF2B5EF4-FFF2-40B4-BE49-F238E27FC236}">
                  <a16:creationId xmlns:a16="http://schemas.microsoft.com/office/drawing/2014/main" id="{7D008FAF-952F-2B41-A6E0-C0D2EE1225F7}"/>
                </a:ext>
              </a:extLst>
            </p:cNvPr>
            <p:cNvSpPr/>
            <p:nvPr/>
          </p:nvSpPr>
          <p:spPr>
            <a:xfrm rot="4135560">
              <a:off x="6335190" y="657181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0" name="Oval 2749">
              <a:extLst>
                <a:ext uri="{FF2B5EF4-FFF2-40B4-BE49-F238E27FC236}">
                  <a16:creationId xmlns:a16="http://schemas.microsoft.com/office/drawing/2014/main" id="{7951EBF2-AC29-D642-82BB-C10323950077}"/>
                </a:ext>
              </a:extLst>
            </p:cNvPr>
            <p:cNvSpPr/>
            <p:nvPr/>
          </p:nvSpPr>
          <p:spPr>
            <a:xfrm rot="4135560">
              <a:off x="6314330" y="663306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1" name="Oval 2750">
              <a:extLst>
                <a:ext uri="{FF2B5EF4-FFF2-40B4-BE49-F238E27FC236}">
                  <a16:creationId xmlns:a16="http://schemas.microsoft.com/office/drawing/2014/main" id="{A1BBBA41-369E-AB48-81C1-485B4ED7012E}"/>
                </a:ext>
              </a:extLst>
            </p:cNvPr>
            <p:cNvSpPr/>
            <p:nvPr/>
          </p:nvSpPr>
          <p:spPr>
            <a:xfrm rot="4135560">
              <a:off x="6332473" y="661433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2" name="Oval 2751">
              <a:extLst>
                <a:ext uri="{FF2B5EF4-FFF2-40B4-BE49-F238E27FC236}">
                  <a16:creationId xmlns:a16="http://schemas.microsoft.com/office/drawing/2014/main" id="{CFE24279-6D55-8A4A-BB1F-AF5D99FC5DEA}"/>
                </a:ext>
              </a:extLst>
            </p:cNvPr>
            <p:cNvSpPr/>
            <p:nvPr/>
          </p:nvSpPr>
          <p:spPr>
            <a:xfrm rot="4135560">
              <a:off x="6350648" y="658996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3" name="Oval 2752">
              <a:extLst>
                <a:ext uri="{FF2B5EF4-FFF2-40B4-BE49-F238E27FC236}">
                  <a16:creationId xmlns:a16="http://schemas.microsoft.com/office/drawing/2014/main" id="{ACA3B915-F341-5C44-811B-40DDB823D667}"/>
                </a:ext>
              </a:extLst>
            </p:cNvPr>
            <p:cNvSpPr/>
            <p:nvPr/>
          </p:nvSpPr>
          <p:spPr>
            <a:xfrm rot="11852637">
              <a:off x="6333490" y="664684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4" name="Oval 2753">
              <a:extLst>
                <a:ext uri="{FF2B5EF4-FFF2-40B4-BE49-F238E27FC236}">
                  <a16:creationId xmlns:a16="http://schemas.microsoft.com/office/drawing/2014/main" id="{A8FB7731-A0B6-464C-8827-C23EA0FD10D2}"/>
                </a:ext>
              </a:extLst>
            </p:cNvPr>
            <p:cNvSpPr/>
            <p:nvPr/>
          </p:nvSpPr>
          <p:spPr>
            <a:xfrm rot="11852637">
              <a:off x="6356726" y="661807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5" name="Oval 2754">
              <a:extLst>
                <a:ext uri="{FF2B5EF4-FFF2-40B4-BE49-F238E27FC236}">
                  <a16:creationId xmlns:a16="http://schemas.microsoft.com/office/drawing/2014/main" id="{BE48D62B-0F12-194F-90AA-3A0E5E4028BF}"/>
                </a:ext>
              </a:extLst>
            </p:cNvPr>
            <p:cNvSpPr/>
            <p:nvPr/>
          </p:nvSpPr>
          <p:spPr>
            <a:xfrm rot="11852637">
              <a:off x="6374430" y="65961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6" name="Oval 2755">
              <a:extLst>
                <a:ext uri="{FF2B5EF4-FFF2-40B4-BE49-F238E27FC236}">
                  <a16:creationId xmlns:a16="http://schemas.microsoft.com/office/drawing/2014/main" id="{A1A26F66-CE54-1A4C-9A8B-3F27F776D396}"/>
                </a:ext>
              </a:extLst>
            </p:cNvPr>
            <p:cNvSpPr/>
            <p:nvPr/>
          </p:nvSpPr>
          <p:spPr>
            <a:xfrm rot="11852637">
              <a:off x="6353569" y="665739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7" name="Oval 2756">
              <a:extLst>
                <a:ext uri="{FF2B5EF4-FFF2-40B4-BE49-F238E27FC236}">
                  <a16:creationId xmlns:a16="http://schemas.microsoft.com/office/drawing/2014/main" id="{47F63B65-DACE-464B-AE32-A9E832E899EA}"/>
                </a:ext>
              </a:extLst>
            </p:cNvPr>
            <p:cNvSpPr/>
            <p:nvPr/>
          </p:nvSpPr>
          <p:spPr>
            <a:xfrm rot="11852637">
              <a:off x="6371713" y="6638662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8" name="Oval 2757">
              <a:extLst>
                <a:ext uri="{FF2B5EF4-FFF2-40B4-BE49-F238E27FC236}">
                  <a16:creationId xmlns:a16="http://schemas.microsoft.com/office/drawing/2014/main" id="{6C5ECBAC-4D09-8F4F-8CD4-B3A1FA38CED1}"/>
                </a:ext>
              </a:extLst>
            </p:cNvPr>
            <p:cNvSpPr/>
            <p:nvPr/>
          </p:nvSpPr>
          <p:spPr>
            <a:xfrm rot="11852637">
              <a:off x="6389887" y="6614295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9" name="Oval 2758">
              <a:extLst>
                <a:ext uri="{FF2B5EF4-FFF2-40B4-BE49-F238E27FC236}">
                  <a16:creationId xmlns:a16="http://schemas.microsoft.com/office/drawing/2014/main" id="{3DCAB62B-C50F-F145-947B-EA9219F4668C}"/>
                </a:ext>
              </a:extLst>
            </p:cNvPr>
            <p:cNvSpPr/>
            <p:nvPr/>
          </p:nvSpPr>
          <p:spPr>
            <a:xfrm rot="11852637">
              <a:off x="6379980" y="666571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60" name="Oval 2759">
              <a:extLst>
                <a:ext uri="{FF2B5EF4-FFF2-40B4-BE49-F238E27FC236}">
                  <a16:creationId xmlns:a16="http://schemas.microsoft.com/office/drawing/2014/main" id="{7E77E3F4-3D50-D84A-B953-7F4178397A21}"/>
                </a:ext>
              </a:extLst>
            </p:cNvPr>
            <p:cNvSpPr/>
            <p:nvPr/>
          </p:nvSpPr>
          <p:spPr>
            <a:xfrm rot="11852637">
              <a:off x="6403216" y="663694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61" name="Oval 2760">
              <a:extLst>
                <a:ext uri="{FF2B5EF4-FFF2-40B4-BE49-F238E27FC236}">
                  <a16:creationId xmlns:a16="http://schemas.microsoft.com/office/drawing/2014/main" id="{76E6FE26-8FE7-8F46-B675-390E730F1FC9}"/>
                </a:ext>
              </a:extLst>
            </p:cNvPr>
            <p:cNvSpPr/>
            <p:nvPr/>
          </p:nvSpPr>
          <p:spPr>
            <a:xfrm rot="11852637">
              <a:off x="6400059" y="667626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62" name="Oval 2761">
              <a:extLst>
                <a:ext uri="{FF2B5EF4-FFF2-40B4-BE49-F238E27FC236}">
                  <a16:creationId xmlns:a16="http://schemas.microsoft.com/office/drawing/2014/main" id="{EFBB66B7-DC4E-9B45-9C7E-D3C0701C1DC8}"/>
                </a:ext>
              </a:extLst>
            </p:cNvPr>
            <p:cNvSpPr/>
            <p:nvPr/>
          </p:nvSpPr>
          <p:spPr>
            <a:xfrm rot="11852637">
              <a:off x="6418202" y="665753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63" name="Freeform 2762">
              <a:extLst>
                <a:ext uri="{FF2B5EF4-FFF2-40B4-BE49-F238E27FC236}">
                  <a16:creationId xmlns:a16="http://schemas.microsoft.com/office/drawing/2014/main" id="{572ED952-62EF-A442-9DC8-CFF30A0D69F4}"/>
                </a:ext>
              </a:extLst>
            </p:cNvPr>
            <p:cNvSpPr/>
            <p:nvPr/>
          </p:nvSpPr>
          <p:spPr>
            <a:xfrm rot="18535560">
              <a:off x="6045401" y="6304373"/>
              <a:ext cx="235075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4" name="Freeform 2763">
              <a:extLst>
                <a:ext uri="{FF2B5EF4-FFF2-40B4-BE49-F238E27FC236}">
                  <a16:creationId xmlns:a16="http://schemas.microsoft.com/office/drawing/2014/main" id="{FFA68D10-9117-7240-A136-0E0098CC8A3C}"/>
                </a:ext>
              </a:extLst>
            </p:cNvPr>
            <p:cNvSpPr/>
            <p:nvPr/>
          </p:nvSpPr>
          <p:spPr>
            <a:xfrm rot="18535560" flipH="1">
              <a:off x="6160015" y="6157256"/>
              <a:ext cx="227078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765" name="Group 2764">
            <a:extLst>
              <a:ext uri="{FF2B5EF4-FFF2-40B4-BE49-F238E27FC236}">
                <a16:creationId xmlns:a16="http://schemas.microsoft.com/office/drawing/2014/main" id="{152B57EC-BC3E-A744-ABF3-B49ED4726CC1}"/>
              </a:ext>
            </a:extLst>
          </p:cNvPr>
          <p:cNvGrpSpPr/>
          <p:nvPr/>
        </p:nvGrpSpPr>
        <p:grpSpPr>
          <a:xfrm rot="3029423">
            <a:off x="7621825" y="6015319"/>
            <a:ext cx="561574" cy="394357"/>
            <a:chOff x="5871652" y="6279397"/>
            <a:chExt cx="686823" cy="439136"/>
          </a:xfrm>
        </p:grpSpPr>
        <p:sp>
          <p:nvSpPr>
            <p:cNvPr id="2766" name="Freeform 2765">
              <a:extLst>
                <a:ext uri="{FF2B5EF4-FFF2-40B4-BE49-F238E27FC236}">
                  <a16:creationId xmlns:a16="http://schemas.microsoft.com/office/drawing/2014/main" id="{6B1F523D-19E1-EF4C-BC2E-9E2027405695}"/>
                </a:ext>
              </a:extLst>
            </p:cNvPr>
            <p:cNvSpPr/>
            <p:nvPr/>
          </p:nvSpPr>
          <p:spPr>
            <a:xfrm rot="17421667">
              <a:off x="5962111" y="6248061"/>
              <a:ext cx="147799" cy="230790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6FA03B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7" name="Freeform 2766">
              <a:extLst>
                <a:ext uri="{FF2B5EF4-FFF2-40B4-BE49-F238E27FC236}">
                  <a16:creationId xmlns:a16="http://schemas.microsoft.com/office/drawing/2014/main" id="{BDB61E13-CFF1-C642-824F-129581E4B107}"/>
                </a:ext>
              </a:extLst>
            </p:cNvPr>
            <p:cNvSpPr/>
            <p:nvPr/>
          </p:nvSpPr>
          <p:spPr>
            <a:xfrm rot="18535560" flipH="1">
              <a:off x="6065278" y="6197211"/>
              <a:ext cx="146579" cy="338361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68" name="Freeform 2767">
              <a:extLst>
                <a:ext uri="{FF2B5EF4-FFF2-40B4-BE49-F238E27FC236}">
                  <a16:creationId xmlns:a16="http://schemas.microsoft.com/office/drawing/2014/main" id="{74EB6399-DCFA-2747-879E-B35290E535FB}"/>
                </a:ext>
              </a:extLst>
            </p:cNvPr>
            <p:cNvSpPr/>
            <p:nvPr/>
          </p:nvSpPr>
          <p:spPr>
            <a:xfrm rot="18535560">
              <a:off x="5968342" y="6315152"/>
              <a:ext cx="147799" cy="341179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9" name="Rectangle 2768">
              <a:extLst>
                <a:ext uri="{FF2B5EF4-FFF2-40B4-BE49-F238E27FC236}">
                  <a16:creationId xmlns:a16="http://schemas.microsoft.com/office/drawing/2014/main" id="{5D32B2FE-4E2F-7946-9431-11816DCB4466}"/>
                </a:ext>
              </a:extLst>
            </p:cNvPr>
            <p:cNvSpPr/>
            <p:nvPr/>
          </p:nvSpPr>
          <p:spPr>
            <a:xfrm rot="18535560">
              <a:off x="6119618" y="6244121"/>
              <a:ext cx="142391" cy="504896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2770" name="Oval 2769">
              <a:extLst>
                <a:ext uri="{FF2B5EF4-FFF2-40B4-BE49-F238E27FC236}">
                  <a16:creationId xmlns:a16="http://schemas.microsoft.com/office/drawing/2014/main" id="{D5C8B31C-3E91-BE4D-A239-0B5D74EACF85}"/>
                </a:ext>
              </a:extLst>
            </p:cNvPr>
            <p:cNvSpPr/>
            <p:nvPr/>
          </p:nvSpPr>
          <p:spPr>
            <a:xfrm rot="18535560">
              <a:off x="5929443" y="6341203"/>
              <a:ext cx="32213" cy="24486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71" name="Oval 2770">
              <a:extLst>
                <a:ext uri="{FF2B5EF4-FFF2-40B4-BE49-F238E27FC236}">
                  <a16:creationId xmlns:a16="http://schemas.microsoft.com/office/drawing/2014/main" id="{332BB9F1-74E1-2544-86DC-D8ACCDE2B06B}"/>
                </a:ext>
              </a:extLst>
            </p:cNvPr>
            <p:cNvSpPr/>
            <p:nvPr/>
          </p:nvSpPr>
          <p:spPr>
            <a:xfrm rot="18535560">
              <a:off x="5936891" y="636058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72" name="Oval 2771">
              <a:extLst>
                <a:ext uri="{FF2B5EF4-FFF2-40B4-BE49-F238E27FC236}">
                  <a16:creationId xmlns:a16="http://schemas.microsoft.com/office/drawing/2014/main" id="{4979173F-564E-9D4E-BDFB-F7DF91B4EBC9}"/>
                </a:ext>
              </a:extLst>
            </p:cNvPr>
            <p:cNvSpPr/>
            <p:nvPr/>
          </p:nvSpPr>
          <p:spPr>
            <a:xfrm rot="18535560">
              <a:off x="5954255" y="633452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73" name="Oval 2772">
              <a:extLst>
                <a:ext uri="{FF2B5EF4-FFF2-40B4-BE49-F238E27FC236}">
                  <a16:creationId xmlns:a16="http://schemas.microsoft.com/office/drawing/2014/main" id="{2ABE2153-ACCC-9F4A-A990-39155E5C4D6F}"/>
                </a:ext>
              </a:extLst>
            </p:cNvPr>
            <p:cNvSpPr/>
            <p:nvPr/>
          </p:nvSpPr>
          <p:spPr>
            <a:xfrm rot="18535560">
              <a:off x="5971959" y="631260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74" name="Oval 2773">
              <a:extLst>
                <a:ext uri="{FF2B5EF4-FFF2-40B4-BE49-F238E27FC236}">
                  <a16:creationId xmlns:a16="http://schemas.microsoft.com/office/drawing/2014/main" id="{80E518AB-73D3-2841-A6CD-0AB8AB164734}"/>
                </a:ext>
              </a:extLst>
            </p:cNvPr>
            <p:cNvSpPr/>
            <p:nvPr/>
          </p:nvSpPr>
          <p:spPr>
            <a:xfrm rot="18535560">
              <a:off x="5995195" y="628383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75" name="Oval 2774">
              <a:extLst>
                <a:ext uri="{FF2B5EF4-FFF2-40B4-BE49-F238E27FC236}">
                  <a16:creationId xmlns:a16="http://schemas.microsoft.com/office/drawing/2014/main" id="{7801A867-A93A-1C45-AF26-1BEC7CB0C910}"/>
                </a:ext>
              </a:extLst>
            </p:cNvPr>
            <p:cNvSpPr/>
            <p:nvPr/>
          </p:nvSpPr>
          <p:spPr>
            <a:xfrm rot="18535560">
              <a:off x="5952745" y="6313963"/>
              <a:ext cx="31259" cy="23761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76" name="Oval 2775">
              <a:extLst>
                <a:ext uri="{FF2B5EF4-FFF2-40B4-BE49-F238E27FC236}">
                  <a16:creationId xmlns:a16="http://schemas.microsoft.com/office/drawing/2014/main" id="{1B1D29EA-7196-7248-BE9B-5D539F5EFDD7}"/>
                </a:ext>
              </a:extLst>
            </p:cNvPr>
            <p:cNvSpPr/>
            <p:nvPr/>
          </p:nvSpPr>
          <p:spPr>
            <a:xfrm rot="18535560">
              <a:off x="5975491" y="6287033"/>
              <a:ext cx="32958" cy="22209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77" name="Oval 2776">
              <a:extLst>
                <a:ext uri="{FF2B5EF4-FFF2-40B4-BE49-F238E27FC236}">
                  <a16:creationId xmlns:a16="http://schemas.microsoft.com/office/drawing/2014/main" id="{EAF32061-23A2-D947-8A09-9A173F0F705F}"/>
                </a:ext>
              </a:extLst>
            </p:cNvPr>
            <p:cNvSpPr/>
            <p:nvPr/>
          </p:nvSpPr>
          <p:spPr>
            <a:xfrm rot="18535560">
              <a:off x="5938537" y="6393133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78" name="Oval 2777">
              <a:extLst>
                <a:ext uri="{FF2B5EF4-FFF2-40B4-BE49-F238E27FC236}">
                  <a16:creationId xmlns:a16="http://schemas.microsoft.com/office/drawing/2014/main" id="{63249A7D-FD66-5244-8FAA-9EA36A9B25A5}"/>
                </a:ext>
              </a:extLst>
            </p:cNvPr>
            <p:cNvSpPr/>
            <p:nvPr/>
          </p:nvSpPr>
          <p:spPr>
            <a:xfrm rot="18535560">
              <a:off x="5961773" y="63643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79" name="Oval 2778">
              <a:extLst>
                <a:ext uri="{FF2B5EF4-FFF2-40B4-BE49-F238E27FC236}">
                  <a16:creationId xmlns:a16="http://schemas.microsoft.com/office/drawing/2014/main" id="{4CDBAF3E-75F0-A440-94BF-4AD57244CD42}"/>
                </a:ext>
              </a:extLst>
            </p:cNvPr>
            <p:cNvSpPr/>
            <p:nvPr/>
          </p:nvSpPr>
          <p:spPr>
            <a:xfrm rot="18535560">
              <a:off x="5979476" y="634244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80" name="Oval 2779">
              <a:extLst>
                <a:ext uri="{FF2B5EF4-FFF2-40B4-BE49-F238E27FC236}">
                  <a16:creationId xmlns:a16="http://schemas.microsoft.com/office/drawing/2014/main" id="{A2E817CB-EC61-4949-9D2F-8676A61C3645}"/>
                </a:ext>
              </a:extLst>
            </p:cNvPr>
            <p:cNvSpPr/>
            <p:nvPr/>
          </p:nvSpPr>
          <p:spPr>
            <a:xfrm rot="18535560">
              <a:off x="6002713" y="631367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81" name="Oval 2780">
              <a:extLst>
                <a:ext uri="{FF2B5EF4-FFF2-40B4-BE49-F238E27FC236}">
                  <a16:creationId xmlns:a16="http://schemas.microsoft.com/office/drawing/2014/main" id="{19E391E1-A750-3F43-B928-84895061C5CE}"/>
                </a:ext>
              </a:extLst>
            </p:cNvPr>
            <p:cNvSpPr/>
            <p:nvPr/>
          </p:nvSpPr>
          <p:spPr>
            <a:xfrm rot="18535560">
              <a:off x="6022271" y="628759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82" name="Oval 2781">
              <a:extLst>
                <a:ext uri="{FF2B5EF4-FFF2-40B4-BE49-F238E27FC236}">
                  <a16:creationId xmlns:a16="http://schemas.microsoft.com/office/drawing/2014/main" id="{52A96851-3F0F-A147-A5D4-4F87AAE347F9}"/>
                </a:ext>
              </a:extLst>
            </p:cNvPr>
            <p:cNvSpPr/>
            <p:nvPr/>
          </p:nvSpPr>
          <p:spPr>
            <a:xfrm rot="18535560">
              <a:off x="5958616" y="6403691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83" name="Oval 2782">
              <a:extLst>
                <a:ext uri="{FF2B5EF4-FFF2-40B4-BE49-F238E27FC236}">
                  <a16:creationId xmlns:a16="http://schemas.microsoft.com/office/drawing/2014/main" id="{432F78A4-8C19-6F4E-A733-936B87600EFC}"/>
                </a:ext>
              </a:extLst>
            </p:cNvPr>
            <p:cNvSpPr/>
            <p:nvPr/>
          </p:nvSpPr>
          <p:spPr>
            <a:xfrm rot="18535560">
              <a:off x="5976759" y="63849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84" name="Oval 2783">
              <a:extLst>
                <a:ext uri="{FF2B5EF4-FFF2-40B4-BE49-F238E27FC236}">
                  <a16:creationId xmlns:a16="http://schemas.microsoft.com/office/drawing/2014/main" id="{EB486279-AA76-2041-8BFD-A9ECB6BDE386}"/>
                </a:ext>
              </a:extLst>
            </p:cNvPr>
            <p:cNvSpPr/>
            <p:nvPr/>
          </p:nvSpPr>
          <p:spPr>
            <a:xfrm rot="18535560">
              <a:off x="5994934" y="636058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85" name="Oval 2784">
              <a:extLst>
                <a:ext uri="{FF2B5EF4-FFF2-40B4-BE49-F238E27FC236}">
                  <a16:creationId xmlns:a16="http://schemas.microsoft.com/office/drawing/2014/main" id="{294F5E71-FB4B-4E45-A3E7-95E8D11DD89A}"/>
                </a:ext>
              </a:extLst>
            </p:cNvPr>
            <p:cNvSpPr/>
            <p:nvPr/>
          </p:nvSpPr>
          <p:spPr>
            <a:xfrm rot="18535560">
              <a:off x="6019553" y="63301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86" name="Oval 2785">
              <a:extLst>
                <a:ext uri="{FF2B5EF4-FFF2-40B4-BE49-F238E27FC236}">
                  <a16:creationId xmlns:a16="http://schemas.microsoft.com/office/drawing/2014/main" id="{B31FC1D0-FE5D-5C4D-B136-9E1F9C88A0CE}"/>
                </a:ext>
              </a:extLst>
            </p:cNvPr>
            <p:cNvSpPr/>
            <p:nvPr/>
          </p:nvSpPr>
          <p:spPr>
            <a:xfrm rot="18535560">
              <a:off x="6042350" y="62981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87" name="Oval 2786">
              <a:extLst>
                <a:ext uri="{FF2B5EF4-FFF2-40B4-BE49-F238E27FC236}">
                  <a16:creationId xmlns:a16="http://schemas.microsoft.com/office/drawing/2014/main" id="{6FC6658D-EBA6-264F-8890-416C20EFA514}"/>
                </a:ext>
              </a:extLst>
            </p:cNvPr>
            <p:cNvSpPr/>
            <p:nvPr/>
          </p:nvSpPr>
          <p:spPr>
            <a:xfrm rot="18535560">
              <a:off x="5974595" y="6426784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88" name="Oval 2787">
              <a:extLst>
                <a:ext uri="{FF2B5EF4-FFF2-40B4-BE49-F238E27FC236}">
                  <a16:creationId xmlns:a16="http://schemas.microsoft.com/office/drawing/2014/main" id="{51E92322-5595-9744-8DA2-34A40A2425D5}"/>
                </a:ext>
              </a:extLst>
            </p:cNvPr>
            <p:cNvSpPr/>
            <p:nvPr/>
          </p:nvSpPr>
          <p:spPr>
            <a:xfrm rot="18535560">
              <a:off x="5997831" y="639801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89" name="Oval 2788">
              <a:extLst>
                <a:ext uri="{FF2B5EF4-FFF2-40B4-BE49-F238E27FC236}">
                  <a16:creationId xmlns:a16="http://schemas.microsoft.com/office/drawing/2014/main" id="{8B3EEDA0-9EDF-5244-AE9B-5FEF7785ABE8}"/>
                </a:ext>
              </a:extLst>
            </p:cNvPr>
            <p:cNvSpPr/>
            <p:nvPr/>
          </p:nvSpPr>
          <p:spPr>
            <a:xfrm rot="18535560">
              <a:off x="6015534" y="63760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90" name="Oval 2789">
              <a:extLst>
                <a:ext uri="{FF2B5EF4-FFF2-40B4-BE49-F238E27FC236}">
                  <a16:creationId xmlns:a16="http://schemas.microsoft.com/office/drawing/2014/main" id="{989776F1-DE13-9346-99A1-A8963AA5E9F9}"/>
                </a:ext>
              </a:extLst>
            </p:cNvPr>
            <p:cNvSpPr/>
            <p:nvPr/>
          </p:nvSpPr>
          <p:spPr>
            <a:xfrm rot="18535560">
              <a:off x="6038770" y="634732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91" name="Oval 2790">
              <a:extLst>
                <a:ext uri="{FF2B5EF4-FFF2-40B4-BE49-F238E27FC236}">
                  <a16:creationId xmlns:a16="http://schemas.microsoft.com/office/drawing/2014/main" id="{E7AC3C5D-AFB8-BE4C-8A19-013426D249A3}"/>
                </a:ext>
              </a:extLst>
            </p:cNvPr>
            <p:cNvSpPr/>
            <p:nvPr/>
          </p:nvSpPr>
          <p:spPr>
            <a:xfrm rot="18535560">
              <a:off x="6058329" y="632124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92" name="Oval 2791">
              <a:extLst>
                <a:ext uri="{FF2B5EF4-FFF2-40B4-BE49-F238E27FC236}">
                  <a16:creationId xmlns:a16="http://schemas.microsoft.com/office/drawing/2014/main" id="{D32E7478-A730-CF41-B068-ACAA5EAF4E95}"/>
                </a:ext>
              </a:extLst>
            </p:cNvPr>
            <p:cNvSpPr/>
            <p:nvPr/>
          </p:nvSpPr>
          <p:spPr>
            <a:xfrm rot="18535560">
              <a:off x="5994673" y="6437342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93" name="Oval 2792">
              <a:extLst>
                <a:ext uri="{FF2B5EF4-FFF2-40B4-BE49-F238E27FC236}">
                  <a16:creationId xmlns:a16="http://schemas.microsoft.com/office/drawing/2014/main" id="{71C90BDE-1B6E-ED4F-A695-194117AF15FC}"/>
                </a:ext>
              </a:extLst>
            </p:cNvPr>
            <p:cNvSpPr/>
            <p:nvPr/>
          </p:nvSpPr>
          <p:spPr>
            <a:xfrm rot="18535560">
              <a:off x="6012817" y="64186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94" name="Oval 2793">
              <a:extLst>
                <a:ext uri="{FF2B5EF4-FFF2-40B4-BE49-F238E27FC236}">
                  <a16:creationId xmlns:a16="http://schemas.microsoft.com/office/drawing/2014/main" id="{EAEF6AA3-3E58-4D41-A365-D5EB25077A61}"/>
                </a:ext>
              </a:extLst>
            </p:cNvPr>
            <p:cNvSpPr/>
            <p:nvPr/>
          </p:nvSpPr>
          <p:spPr>
            <a:xfrm rot="18535560">
              <a:off x="6030991" y="63942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95" name="Oval 2794">
              <a:extLst>
                <a:ext uri="{FF2B5EF4-FFF2-40B4-BE49-F238E27FC236}">
                  <a16:creationId xmlns:a16="http://schemas.microsoft.com/office/drawing/2014/main" id="{A29ED7D3-0886-3C46-94A4-5A40B53F7380}"/>
                </a:ext>
              </a:extLst>
            </p:cNvPr>
            <p:cNvSpPr/>
            <p:nvPr/>
          </p:nvSpPr>
          <p:spPr>
            <a:xfrm rot="18535560">
              <a:off x="6055611" y="63637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96" name="Oval 2795">
              <a:extLst>
                <a:ext uri="{FF2B5EF4-FFF2-40B4-BE49-F238E27FC236}">
                  <a16:creationId xmlns:a16="http://schemas.microsoft.com/office/drawing/2014/main" id="{2DA0474C-8550-634E-B1D4-957BED11BAC1}"/>
                </a:ext>
              </a:extLst>
            </p:cNvPr>
            <p:cNvSpPr/>
            <p:nvPr/>
          </p:nvSpPr>
          <p:spPr>
            <a:xfrm rot="18535560">
              <a:off x="6078408" y="633180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97" name="Oval 2796">
              <a:extLst>
                <a:ext uri="{FF2B5EF4-FFF2-40B4-BE49-F238E27FC236}">
                  <a16:creationId xmlns:a16="http://schemas.microsoft.com/office/drawing/2014/main" id="{C830F2B5-0876-844D-A906-C527D6226F9A}"/>
                </a:ext>
              </a:extLst>
            </p:cNvPr>
            <p:cNvSpPr/>
            <p:nvPr/>
          </p:nvSpPr>
          <p:spPr>
            <a:xfrm rot="18535560">
              <a:off x="6021084" y="644565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98" name="Oval 2797">
              <a:extLst>
                <a:ext uri="{FF2B5EF4-FFF2-40B4-BE49-F238E27FC236}">
                  <a16:creationId xmlns:a16="http://schemas.microsoft.com/office/drawing/2014/main" id="{E1C2A519-821F-7247-A047-02DD7889DDBC}"/>
                </a:ext>
              </a:extLst>
            </p:cNvPr>
            <p:cNvSpPr/>
            <p:nvPr/>
          </p:nvSpPr>
          <p:spPr>
            <a:xfrm rot="18535560">
              <a:off x="6044320" y="641688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99" name="Oval 2798">
              <a:extLst>
                <a:ext uri="{FF2B5EF4-FFF2-40B4-BE49-F238E27FC236}">
                  <a16:creationId xmlns:a16="http://schemas.microsoft.com/office/drawing/2014/main" id="{FDD53861-D269-5940-83A7-D0881340B7A3}"/>
                </a:ext>
              </a:extLst>
            </p:cNvPr>
            <p:cNvSpPr/>
            <p:nvPr/>
          </p:nvSpPr>
          <p:spPr>
            <a:xfrm rot="18535560">
              <a:off x="6062024" y="639496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00" name="Oval 2799">
              <a:extLst>
                <a:ext uri="{FF2B5EF4-FFF2-40B4-BE49-F238E27FC236}">
                  <a16:creationId xmlns:a16="http://schemas.microsoft.com/office/drawing/2014/main" id="{564AAE01-0552-B04C-AD47-AA33FBEC4F21}"/>
                </a:ext>
              </a:extLst>
            </p:cNvPr>
            <p:cNvSpPr/>
            <p:nvPr/>
          </p:nvSpPr>
          <p:spPr>
            <a:xfrm rot="18535560">
              <a:off x="6085260" y="63661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01" name="Oval 2800">
              <a:extLst>
                <a:ext uri="{FF2B5EF4-FFF2-40B4-BE49-F238E27FC236}">
                  <a16:creationId xmlns:a16="http://schemas.microsoft.com/office/drawing/2014/main" id="{FC48B62D-5477-0443-9CE2-F418274DD1B9}"/>
                </a:ext>
              </a:extLst>
            </p:cNvPr>
            <p:cNvSpPr/>
            <p:nvPr/>
          </p:nvSpPr>
          <p:spPr>
            <a:xfrm rot="18535560">
              <a:off x="6104818" y="63401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02" name="Oval 2801">
              <a:extLst>
                <a:ext uri="{FF2B5EF4-FFF2-40B4-BE49-F238E27FC236}">
                  <a16:creationId xmlns:a16="http://schemas.microsoft.com/office/drawing/2014/main" id="{E5E24D91-1A3C-594E-AF58-FB6F8CBBA49E}"/>
                </a:ext>
              </a:extLst>
            </p:cNvPr>
            <p:cNvSpPr/>
            <p:nvPr/>
          </p:nvSpPr>
          <p:spPr>
            <a:xfrm rot="18535560">
              <a:off x="6041163" y="64562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03" name="Oval 2802">
              <a:extLst>
                <a:ext uri="{FF2B5EF4-FFF2-40B4-BE49-F238E27FC236}">
                  <a16:creationId xmlns:a16="http://schemas.microsoft.com/office/drawing/2014/main" id="{8036B62D-2B09-1A4A-87EB-A7379419A395}"/>
                </a:ext>
              </a:extLst>
            </p:cNvPr>
            <p:cNvSpPr/>
            <p:nvPr/>
          </p:nvSpPr>
          <p:spPr>
            <a:xfrm rot="18535560">
              <a:off x="6059306" y="64374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04" name="Oval 2803">
              <a:extLst>
                <a:ext uri="{FF2B5EF4-FFF2-40B4-BE49-F238E27FC236}">
                  <a16:creationId xmlns:a16="http://schemas.microsoft.com/office/drawing/2014/main" id="{ECCB1A27-8465-D847-BCDF-873D45F43C60}"/>
                </a:ext>
              </a:extLst>
            </p:cNvPr>
            <p:cNvSpPr/>
            <p:nvPr/>
          </p:nvSpPr>
          <p:spPr>
            <a:xfrm rot="18535560">
              <a:off x="6077481" y="64131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05" name="Oval 2804">
              <a:extLst>
                <a:ext uri="{FF2B5EF4-FFF2-40B4-BE49-F238E27FC236}">
                  <a16:creationId xmlns:a16="http://schemas.microsoft.com/office/drawing/2014/main" id="{8A80C21E-7733-1541-8A53-57A8808ED20E}"/>
                </a:ext>
              </a:extLst>
            </p:cNvPr>
            <p:cNvSpPr/>
            <p:nvPr/>
          </p:nvSpPr>
          <p:spPr>
            <a:xfrm rot="18535560">
              <a:off x="6102100" y="638262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06" name="Oval 2805">
              <a:extLst>
                <a:ext uri="{FF2B5EF4-FFF2-40B4-BE49-F238E27FC236}">
                  <a16:creationId xmlns:a16="http://schemas.microsoft.com/office/drawing/2014/main" id="{F44C0BF3-37B5-E549-A2EA-8C3D668FB1DB}"/>
                </a:ext>
              </a:extLst>
            </p:cNvPr>
            <p:cNvSpPr/>
            <p:nvPr/>
          </p:nvSpPr>
          <p:spPr>
            <a:xfrm rot="18535560">
              <a:off x="6124897" y="635067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07" name="Oval 2806">
              <a:extLst>
                <a:ext uri="{FF2B5EF4-FFF2-40B4-BE49-F238E27FC236}">
                  <a16:creationId xmlns:a16="http://schemas.microsoft.com/office/drawing/2014/main" id="{22D20516-4F7D-DF4F-AFB3-0D96E5DA6376}"/>
                </a:ext>
              </a:extLst>
            </p:cNvPr>
            <p:cNvSpPr/>
            <p:nvPr/>
          </p:nvSpPr>
          <p:spPr>
            <a:xfrm rot="4135560">
              <a:off x="6061511" y="6470754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08" name="Oval 2807">
              <a:extLst>
                <a:ext uri="{FF2B5EF4-FFF2-40B4-BE49-F238E27FC236}">
                  <a16:creationId xmlns:a16="http://schemas.microsoft.com/office/drawing/2014/main" id="{F5BD9D07-F9CE-6041-9EB4-12702C3BA05F}"/>
                </a:ext>
              </a:extLst>
            </p:cNvPr>
            <p:cNvSpPr/>
            <p:nvPr/>
          </p:nvSpPr>
          <p:spPr>
            <a:xfrm rot="4135560">
              <a:off x="6084747" y="644198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09" name="Oval 2808">
              <a:extLst>
                <a:ext uri="{FF2B5EF4-FFF2-40B4-BE49-F238E27FC236}">
                  <a16:creationId xmlns:a16="http://schemas.microsoft.com/office/drawing/2014/main" id="{4E7D8693-6D3C-FC40-B8BF-B12B26C8C711}"/>
                </a:ext>
              </a:extLst>
            </p:cNvPr>
            <p:cNvSpPr/>
            <p:nvPr/>
          </p:nvSpPr>
          <p:spPr>
            <a:xfrm rot="4135560">
              <a:off x="6102451" y="642006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10" name="Oval 2809">
              <a:extLst>
                <a:ext uri="{FF2B5EF4-FFF2-40B4-BE49-F238E27FC236}">
                  <a16:creationId xmlns:a16="http://schemas.microsoft.com/office/drawing/2014/main" id="{B257402B-1F20-8B43-92F1-2E87477CDEB5}"/>
                </a:ext>
              </a:extLst>
            </p:cNvPr>
            <p:cNvSpPr/>
            <p:nvPr/>
          </p:nvSpPr>
          <p:spPr>
            <a:xfrm rot="4135560">
              <a:off x="6125687" y="639129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11" name="Oval 2810">
              <a:extLst>
                <a:ext uri="{FF2B5EF4-FFF2-40B4-BE49-F238E27FC236}">
                  <a16:creationId xmlns:a16="http://schemas.microsoft.com/office/drawing/2014/main" id="{920E8459-C8CC-6145-AC14-5FBFD9F67287}"/>
                </a:ext>
              </a:extLst>
            </p:cNvPr>
            <p:cNvSpPr/>
            <p:nvPr/>
          </p:nvSpPr>
          <p:spPr>
            <a:xfrm rot="4135560">
              <a:off x="6145245" y="636521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12" name="Oval 2811">
              <a:extLst>
                <a:ext uri="{FF2B5EF4-FFF2-40B4-BE49-F238E27FC236}">
                  <a16:creationId xmlns:a16="http://schemas.microsoft.com/office/drawing/2014/main" id="{5979BF44-5ACE-EE47-A20D-C45DD790AA97}"/>
                </a:ext>
              </a:extLst>
            </p:cNvPr>
            <p:cNvSpPr/>
            <p:nvPr/>
          </p:nvSpPr>
          <p:spPr>
            <a:xfrm rot="4135560">
              <a:off x="6081590" y="648131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13" name="Oval 2812">
              <a:extLst>
                <a:ext uri="{FF2B5EF4-FFF2-40B4-BE49-F238E27FC236}">
                  <a16:creationId xmlns:a16="http://schemas.microsoft.com/office/drawing/2014/main" id="{8A245509-95BE-A448-AC02-A9F15170CB97}"/>
                </a:ext>
              </a:extLst>
            </p:cNvPr>
            <p:cNvSpPr/>
            <p:nvPr/>
          </p:nvSpPr>
          <p:spPr>
            <a:xfrm rot="4135560">
              <a:off x="6099733" y="646257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14" name="Oval 2813">
              <a:extLst>
                <a:ext uri="{FF2B5EF4-FFF2-40B4-BE49-F238E27FC236}">
                  <a16:creationId xmlns:a16="http://schemas.microsoft.com/office/drawing/2014/main" id="{2943907C-4D4C-7F40-A7D5-61D9814693AC}"/>
                </a:ext>
              </a:extLst>
            </p:cNvPr>
            <p:cNvSpPr/>
            <p:nvPr/>
          </p:nvSpPr>
          <p:spPr>
            <a:xfrm rot="4135560">
              <a:off x="6117908" y="64382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15" name="Oval 2814">
              <a:extLst>
                <a:ext uri="{FF2B5EF4-FFF2-40B4-BE49-F238E27FC236}">
                  <a16:creationId xmlns:a16="http://schemas.microsoft.com/office/drawing/2014/main" id="{DBA34FE9-3314-9745-99F9-FD5A75BCAD0E}"/>
                </a:ext>
              </a:extLst>
            </p:cNvPr>
            <p:cNvSpPr/>
            <p:nvPr/>
          </p:nvSpPr>
          <p:spPr>
            <a:xfrm rot="4135560">
              <a:off x="6142527" y="640772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16" name="Oval 2815">
              <a:extLst>
                <a:ext uri="{FF2B5EF4-FFF2-40B4-BE49-F238E27FC236}">
                  <a16:creationId xmlns:a16="http://schemas.microsoft.com/office/drawing/2014/main" id="{BA7F4679-2809-2047-8F5F-A857D73DC72B}"/>
                </a:ext>
              </a:extLst>
            </p:cNvPr>
            <p:cNvSpPr/>
            <p:nvPr/>
          </p:nvSpPr>
          <p:spPr>
            <a:xfrm rot="4135560">
              <a:off x="6165324" y="637577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17" name="Oval 2816">
              <a:extLst>
                <a:ext uri="{FF2B5EF4-FFF2-40B4-BE49-F238E27FC236}">
                  <a16:creationId xmlns:a16="http://schemas.microsoft.com/office/drawing/2014/main" id="{6A157E59-1C09-2244-86F6-F24BCA2D8F56}"/>
                </a:ext>
              </a:extLst>
            </p:cNvPr>
            <p:cNvSpPr/>
            <p:nvPr/>
          </p:nvSpPr>
          <p:spPr>
            <a:xfrm rot="18535560">
              <a:off x="6094097" y="650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18" name="Oval 2817">
              <a:extLst>
                <a:ext uri="{FF2B5EF4-FFF2-40B4-BE49-F238E27FC236}">
                  <a16:creationId xmlns:a16="http://schemas.microsoft.com/office/drawing/2014/main" id="{79D72B71-019C-7449-850B-A68FD90763A1}"/>
                </a:ext>
              </a:extLst>
            </p:cNvPr>
            <p:cNvSpPr/>
            <p:nvPr/>
          </p:nvSpPr>
          <p:spPr>
            <a:xfrm rot="18535560">
              <a:off x="6117333" y="64756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19" name="Oval 2818">
              <a:extLst>
                <a:ext uri="{FF2B5EF4-FFF2-40B4-BE49-F238E27FC236}">
                  <a16:creationId xmlns:a16="http://schemas.microsoft.com/office/drawing/2014/main" id="{2E5E8C19-8B94-604A-9EBB-8EFC73EFA69C}"/>
                </a:ext>
              </a:extLst>
            </p:cNvPr>
            <p:cNvSpPr/>
            <p:nvPr/>
          </p:nvSpPr>
          <p:spPr>
            <a:xfrm rot="18535560">
              <a:off x="6135037" y="64536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20" name="Oval 2819">
              <a:extLst>
                <a:ext uri="{FF2B5EF4-FFF2-40B4-BE49-F238E27FC236}">
                  <a16:creationId xmlns:a16="http://schemas.microsoft.com/office/drawing/2014/main" id="{ED5D863D-F064-3340-A4B1-CDDA4D1BD569}"/>
                </a:ext>
              </a:extLst>
            </p:cNvPr>
            <p:cNvSpPr/>
            <p:nvPr/>
          </p:nvSpPr>
          <p:spPr>
            <a:xfrm rot="18535560">
              <a:off x="6158273" y="642492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21" name="Oval 2820">
              <a:extLst>
                <a:ext uri="{FF2B5EF4-FFF2-40B4-BE49-F238E27FC236}">
                  <a16:creationId xmlns:a16="http://schemas.microsoft.com/office/drawing/2014/main" id="{E386680B-9F03-BB4F-BDE7-C717A860AF5B}"/>
                </a:ext>
              </a:extLst>
            </p:cNvPr>
            <p:cNvSpPr/>
            <p:nvPr/>
          </p:nvSpPr>
          <p:spPr>
            <a:xfrm rot="18535560">
              <a:off x="6177831" y="63988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22" name="Oval 2821">
              <a:extLst>
                <a:ext uri="{FF2B5EF4-FFF2-40B4-BE49-F238E27FC236}">
                  <a16:creationId xmlns:a16="http://schemas.microsoft.com/office/drawing/2014/main" id="{87EB2B69-3C9E-C843-ACDB-8A7D4CAF3B3C}"/>
                </a:ext>
              </a:extLst>
            </p:cNvPr>
            <p:cNvSpPr/>
            <p:nvPr/>
          </p:nvSpPr>
          <p:spPr>
            <a:xfrm rot="18535560">
              <a:off x="6114176" y="65149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23" name="Oval 2822">
              <a:extLst>
                <a:ext uri="{FF2B5EF4-FFF2-40B4-BE49-F238E27FC236}">
                  <a16:creationId xmlns:a16="http://schemas.microsoft.com/office/drawing/2014/main" id="{D7CF4BFD-8C7A-9E43-8B02-40F85D307F29}"/>
                </a:ext>
              </a:extLst>
            </p:cNvPr>
            <p:cNvSpPr/>
            <p:nvPr/>
          </p:nvSpPr>
          <p:spPr>
            <a:xfrm rot="18535560">
              <a:off x="6132319" y="649620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24" name="Oval 2823">
              <a:extLst>
                <a:ext uri="{FF2B5EF4-FFF2-40B4-BE49-F238E27FC236}">
                  <a16:creationId xmlns:a16="http://schemas.microsoft.com/office/drawing/2014/main" id="{AFB379A1-AB47-5743-9CE1-2E0715303FBD}"/>
                </a:ext>
              </a:extLst>
            </p:cNvPr>
            <p:cNvSpPr/>
            <p:nvPr/>
          </p:nvSpPr>
          <p:spPr>
            <a:xfrm rot="18535560">
              <a:off x="6150494" y="647183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25" name="Oval 2824">
              <a:extLst>
                <a:ext uri="{FF2B5EF4-FFF2-40B4-BE49-F238E27FC236}">
                  <a16:creationId xmlns:a16="http://schemas.microsoft.com/office/drawing/2014/main" id="{DE181B7A-6A70-A64D-B17A-53E24BB324FD}"/>
                </a:ext>
              </a:extLst>
            </p:cNvPr>
            <p:cNvSpPr/>
            <p:nvPr/>
          </p:nvSpPr>
          <p:spPr>
            <a:xfrm rot="18535560">
              <a:off x="6175113" y="644135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26" name="Oval 2825">
              <a:extLst>
                <a:ext uri="{FF2B5EF4-FFF2-40B4-BE49-F238E27FC236}">
                  <a16:creationId xmlns:a16="http://schemas.microsoft.com/office/drawing/2014/main" id="{42B2C844-9B9E-C74B-BB45-4E49140E4994}"/>
                </a:ext>
              </a:extLst>
            </p:cNvPr>
            <p:cNvSpPr/>
            <p:nvPr/>
          </p:nvSpPr>
          <p:spPr>
            <a:xfrm rot="18535560">
              <a:off x="6197911" y="640939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27" name="Oval 2826">
              <a:extLst>
                <a:ext uri="{FF2B5EF4-FFF2-40B4-BE49-F238E27FC236}">
                  <a16:creationId xmlns:a16="http://schemas.microsoft.com/office/drawing/2014/main" id="{C7397C9E-D94C-694F-AD6F-83D59B446DEF}"/>
                </a:ext>
              </a:extLst>
            </p:cNvPr>
            <p:cNvSpPr/>
            <p:nvPr/>
          </p:nvSpPr>
          <p:spPr>
            <a:xfrm rot="18535560">
              <a:off x="6140586" y="65232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28" name="Oval 2827">
              <a:extLst>
                <a:ext uri="{FF2B5EF4-FFF2-40B4-BE49-F238E27FC236}">
                  <a16:creationId xmlns:a16="http://schemas.microsoft.com/office/drawing/2014/main" id="{2378FC72-78E9-B749-BDCB-809C6FBC3EDC}"/>
                </a:ext>
              </a:extLst>
            </p:cNvPr>
            <p:cNvSpPr/>
            <p:nvPr/>
          </p:nvSpPr>
          <p:spPr>
            <a:xfrm rot="18535560">
              <a:off x="6163823" y="64944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29" name="Oval 2828">
              <a:extLst>
                <a:ext uri="{FF2B5EF4-FFF2-40B4-BE49-F238E27FC236}">
                  <a16:creationId xmlns:a16="http://schemas.microsoft.com/office/drawing/2014/main" id="{B17B2FBD-4160-5B46-BFD6-A69CE4F6C500}"/>
                </a:ext>
              </a:extLst>
            </p:cNvPr>
            <p:cNvSpPr/>
            <p:nvPr/>
          </p:nvSpPr>
          <p:spPr>
            <a:xfrm rot="18535560">
              <a:off x="6181526" y="64725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30" name="Oval 2829">
              <a:extLst>
                <a:ext uri="{FF2B5EF4-FFF2-40B4-BE49-F238E27FC236}">
                  <a16:creationId xmlns:a16="http://schemas.microsoft.com/office/drawing/2014/main" id="{4AFC76BB-7414-E443-BD61-B21BC643E696}"/>
                </a:ext>
              </a:extLst>
            </p:cNvPr>
            <p:cNvSpPr/>
            <p:nvPr/>
          </p:nvSpPr>
          <p:spPr>
            <a:xfrm rot="18535560">
              <a:off x="6204762" y="64437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31" name="Oval 2830">
              <a:extLst>
                <a:ext uri="{FF2B5EF4-FFF2-40B4-BE49-F238E27FC236}">
                  <a16:creationId xmlns:a16="http://schemas.microsoft.com/office/drawing/2014/main" id="{EF2D5494-3CD8-2841-B8CB-ACA582A09F29}"/>
                </a:ext>
              </a:extLst>
            </p:cNvPr>
            <p:cNvSpPr/>
            <p:nvPr/>
          </p:nvSpPr>
          <p:spPr>
            <a:xfrm rot="18535560">
              <a:off x="6224321" y="64177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32" name="Oval 2831">
              <a:extLst>
                <a:ext uri="{FF2B5EF4-FFF2-40B4-BE49-F238E27FC236}">
                  <a16:creationId xmlns:a16="http://schemas.microsoft.com/office/drawing/2014/main" id="{C5495B6A-A372-0341-BD5F-EC3FAC033E01}"/>
                </a:ext>
              </a:extLst>
            </p:cNvPr>
            <p:cNvSpPr/>
            <p:nvPr/>
          </p:nvSpPr>
          <p:spPr>
            <a:xfrm rot="18535560">
              <a:off x="6160665" y="65338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33" name="Oval 2832">
              <a:extLst>
                <a:ext uri="{FF2B5EF4-FFF2-40B4-BE49-F238E27FC236}">
                  <a16:creationId xmlns:a16="http://schemas.microsoft.com/office/drawing/2014/main" id="{1DE81602-379F-F049-89E4-E80459F9338A}"/>
                </a:ext>
              </a:extLst>
            </p:cNvPr>
            <p:cNvSpPr/>
            <p:nvPr/>
          </p:nvSpPr>
          <p:spPr>
            <a:xfrm rot="18535560">
              <a:off x="6178809" y="651507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34" name="Oval 2833">
              <a:extLst>
                <a:ext uri="{FF2B5EF4-FFF2-40B4-BE49-F238E27FC236}">
                  <a16:creationId xmlns:a16="http://schemas.microsoft.com/office/drawing/2014/main" id="{DBB7F4A9-BF2C-6340-AD7A-E066C08AEA32}"/>
                </a:ext>
              </a:extLst>
            </p:cNvPr>
            <p:cNvSpPr/>
            <p:nvPr/>
          </p:nvSpPr>
          <p:spPr>
            <a:xfrm rot="18535560">
              <a:off x="6196983" y="64907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35" name="Oval 2834">
              <a:extLst>
                <a:ext uri="{FF2B5EF4-FFF2-40B4-BE49-F238E27FC236}">
                  <a16:creationId xmlns:a16="http://schemas.microsoft.com/office/drawing/2014/main" id="{08C58514-3AFD-AD42-BA83-ACFBCF4EC7CA}"/>
                </a:ext>
              </a:extLst>
            </p:cNvPr>
            <p:cNvSpPr/>
            <p:nvPr/>
          </p:nvSpPr>
          <p:spPr>
            <a:xfrm rot="18535560">
              <a:off x="6221603" y="646022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36" name="Oval 2835">
              <a:extLst>
                <a:ext uri="{FF2B5EF4-FFF2-40B4-BE49-F238E27FC236}">
                  <a16:creationId xmlns:a16="http://schemas.microsoft.com/office/drawing/2014/main" id="{34190130-03E7-4546-8096-A685F5CDC7FB}"/>
                </a:ext>
              </a:extLst>
            </p:cNvPr>
            <p:cNvSpPr/>
            <p:nvPr/>
          </p:nvSpPr>
          <p:spPr>
            <a:xfrm rot="18535560">
              <a:off x="6244400" y="64282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37" name="Oval 2836">
              <a:extLst>
                <a:ext uri="{FF2B5EF4-FFF2-40B4-BE49-F238E27FC236}">
                  <a16:creationId xmlns:a16="http://schemas.microsoft.com/office/drawing/2014/main" id="{3797FB9A-93A1-9F4A-913C-C473EF34309F}"/>
                </a:ext>
              </a:extLst>
            </p:cNvPr>
            <p:cNvSpPr/>
            <p:nvPr/>
          </p:nvSpPr>
          <p:spPr>
            <a:xfrm rot="4135560">
              <a:off x="6181014" y="65483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38" name="Oval 2837">
              <a:extLst>
                <a:ext uri="{FF2B5EF4-FFF2-40B4-BE49-F238E27FC236}">
                  <a16:creationId xmlns:a16="http://schemas.microsoft.com/office/drawing/2014/main" id="{2A77DAC0-DD8B-5B42-9E1F-4C076AE55EB8}"/>
                </a:ext>
              </a:extLst>
            </p:cNvPr>
            <p:cNvSpPr/>
            <p:nvPr/>
          </p:nvSpPr>
          <p:spPr>
            <a:xfrm rot="4135560">
              <a:off x="6204250" y="651958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39" name="Oval 2838">
              <a:extLst>
                <a:ext uri="{FF2B5EF4-FFF2-40B4-BE49-F238E27FC236}">
                  <a16:creationId xmlns:a16="http://schemas.microsoft.com/office/drawing/2014/main" id="{AA545C44-71D7-B64F-B589-B264D9E5664B}"/>
                </a:ext>
              </a:extLst>
            </p:cNvPr>
            <p:cNvSpPr/>
            <p:nvPr/>
          </p:nvSpPr>
          <p:spPr>
            <a:xfrm rot="4135560">
              <a:off x="6221953" y="649766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40" name="Oval 2839">
              <a:extLst>
                <a:ext uri="{FF2B5EF4-FFF2-40B4-BE49-F238E27FC236}">
                  <a16:creationId xmlns:a16="http://schemas.microsoft.com/office/drawing/2014/main" id="{674FAEB7-A65F-B54C-9DD8-5B8772DECB2F}"/>
                </a:ext>
              </a:extLst>
            </p:cNvPr>
            <p:cNvSpPr/>
            <p:nvPr/>
          </p:nvSpPr>
          <p:spPr>
            <a:xfrm rot="4135560">
              <a:off x="6245189" y="646889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41" name="Oval 2840">
              <a:extLst>
                <a:ext uri="{FF2B5EF4-FFF2-40B4-BE49-F238E27FC236}">
                  <a16:creationId xmlns:a16="http://schemas.microsoft.com/office/drawing/2014/main" id="{3E6C97C6-DFED-1842-9356-96F4AC6BB0CF}"/>
                </a:ext>
              </a:extLst>
            </p:cNvPr>
            <p:cNvSpPr/>
            <p:nvPr/>
          </p:nvSpPr>
          <p:spPr>
            <a:xfrm rot="4135560">
              <a:off x="6264748" y="64428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42" name="Oval 2841">
              <a:extLst>
                <a:ext uri="{FF2B5EF4-FFF2-40B4-BE49-F238E27FC236}">
                  <a16:creationId xmlns:a16="http://schemas.microsoft.com/office/drawing/2014/main" id="{6CB46C9B-9EEA-744A-9BF1-03F7F94368DE}"/>
                </a:ext>
              </a:extLst>
            </p:cNvPr>
            <p:cNvSpPr/>
            <p:nvPr/>
          </p:nvSpPr>
          <p:spPr>
            <a:xfrm rot="4135560">
              <a:off x="6201093" y="65589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43" name="Oval 2842">
              <a:extLst>
                <a:ext uri="{FF2B5EF4-FFF2-40B4-BE49-F238E27FC236}">
                  <a16:creationId xmlns:a16="http://schemas.microsoft.com/office/drawing/2014/main" id="{C40AB6CB-0081-5941-9B54-190E8940EBB6}"/>
                </a:ext>
              </a:extLst>
            </p:cNvPr>
            <p:cNvSpPr/>
            <p:nvPr/>
          </p:nvSpPr>
          <p:spPr>
            <a:xfrm rot="4135560">
              <a:off x="6219236" y="654017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44" name="Oval 2843">
              <a:extLst>
                <a:ext uri="{FF2B5EF4-FFF2-40B4-BE49-F238E27FC236}">
                  <a16:creationId xmlns:a16="http://schemas.microsoft.com/office/drawing/2014/main" id="{C853E866-158C-7542-A88F-227735AAB06F}"/>
                </a:ext>
              </a:extLst>
            </p:cNvPr>
            <p:cNvSpPr/>
            <p:nvPr/>
          </p:nvSpPr>
          <p:spPr>
            <a:xfrm rot="4135560">
              <a:off x="6237411" y="651580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45" name="Oval 2844">
              <a:extLst>
                <a:ext uri="{FF2B5EF4-FFF2-40B4-BE49-F238E27FC236}">
                  <a16:creationId xmlns:a16="http://schemas.microsoft.com/office/drawing/2014/main" id="{21056F2F-91FA-754B-86E2-CEA768F6911F}"/>
                </a:ext>
              </a:extLst>
            </p:cNvPr>
            <p:cNvSpPr/>
            <p:nvPr/>
          </p:nvSpPr>
          <p:spPr>
            <a:xfrm rot="4135560">
              <a:off x="6262030" y="648532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46" name="Oval 2845">
              <a:extLst>
                <a:ext uri="{FF2B5EF4-FFF2-40B4-BE49-F238E27FC236}">
                  <a16:creationId xmlns:a16="http://schemas.microsoft.com/office/drawing/2014/main" id="{4E2B0036-B399-0C42-8A68-E59CE5574A3B}"/>
                </a:ext>
              </a:extLst>
            </p:cNvPr>
            <p:cNvSpPr/>
            <p:nvPr/>
          </p:nvSpPr>
          <p:spPr>
            <a:xfrm rot="4135560">
              <a:off x="6284827" y="645336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47" name="Oval 2846">
              <a:extLst>
                <a:ext uri="{FF2B5EF4-FFF2-40B4-BE49-F238E27FC236}">
                  <a16:creationId xmlns:a16="http://schemas.microsoft.com/office/drawing/2014/main" id="{C8BA8BC0-C052-A24B-BCFA-D2B1E810899D}"/>
                </a:ext>
              </a:extLst>
            </p:cNvPr>
            <p:cNvSpPr/>
            <p:nvPr/>
          </p:nvSpPr>
          <p:spPr>
            <a:xfrm rot="18535560">
              <a:off x="6207334" y="657853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48" name="Oval 2847">
              <a:extLst>
                <a:ext uri="{FF2B5EF4-FFF2-40B4-BE49-F238E27FC236}">
                  <a16:creationId xmlns:a16="http://schemas.microsoft.com/office/drawing/2014/main" id="{AA760803-E48A-A140-9E6E-965A59A89C65}"/>
                </a:ext>
              </a:extLst>
            </p:cNvPr>
            <p:cNvSpPr/>
            <p:nvPr/>
          </p:nvSpPr>
          <p:spPr>
            <a:xfrm rot="18535560">
              <a:off x="6230570" y="65497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49" name="Oval 2848">
              <a:extLst>
                <a:ext uri="{FF2B5EF4-FFF2-40B4-BE49-F238E27FC236}">
                  <a16:creationId xmlns:a16="http://schemas.microsoft.com/office/drawing/2014/main" id="{02126838-ACD7-5941-8F45-B29420E3F74E}"/>
                </a:ext>
              </a:extLst>
            </p:cNvPr>
            <p:cNvSpPr/>
            <p:nvPr/>
          </p:nvSpPr>
          <p:spPr>
            <a:xfrm rot="18535560">
              <a:off x="6248274" y="65278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50" name="Oval 2849">
              <a:extLst>
                <a:ext uri="{FF2B5EF4-FFF2-40B4-BE49-F238E27FC236}">
                  <a16:creationId xmlns:a16="http://schemas.microsoft.com/office/drawing/2014/main" id="{22AEBB76-B282-8F46-A9B7-F14297F4C7B4}"/>
                </a:ext>
              </a:extLst>
            </p:cNvPr>
            <p:cNvSpPr/>
            <p:nvPr/>
          </p:nvSpPr>
          <p:spPr>
            <a:xfrm rot="18535560">
              <a:off x="6271510" y="64990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51" name="Oval 2850">
              <a:extLst>
                <a:ext uri="{FF2B5EF4-FFF2-40B4-BE49-F238E27FC236}">
                  <a16:creationId xmlns:a16="http://schemas.microsoft.com/office/drawing/2014/main" id="{8A48DA19-B4F6-3147-9FC9-D75AFDCAB22B}"/>
                </a:ext>
              </a:extLst>
            </p:cNvPr>
            <p:cNvSpPr/>
            <p:nvPr/>
          </p:nvSpPr>
          <p:spPr>
            <a:xfrm rot="18535560">
              <a:off x="6291069" y="64729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52" name="Oval 2851">
              <a:extLst>
                <a:ext uri="{FF2B5EF4-FFF2-40B4-BE49-F238E27FC236}">
                  <a16:creationId xmlns:a16="http://schemas.microsoft.com/office/drawing/2014/main" id="{4A601C86-BFBB-7D46-AFEA-B6A11D1E6263}"/>
                </a:ext>
              </a:extLst>
            </p:cNvPr>
            <p:cNvSpPr/>
            <p:nvPr/>
          </p:nvSpPr>
          <p:spPr>
            <a:xfrm rot="18535560">
              <a:off x="6227413" y="65890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53" name="Oval 2852">
              <a:extLst>
                <a:ext uri="{FF2B5EF4-FFF2-40B4-BE49-F238E27FC236}">
                  <a16:creationId xmlns:a16="http://schemas.microsoft.com/office/drawing/2014/main" id="{26A93213-E651-4743-9E75-08F777BDF515}"/>
                </a:ext>
              </a:extLst>
            </p:cNvPr>
            <p:cNvSpPr/>
            <p:nvPr/>
          </p:nvSpPr>
          <p:spPr>
            <a:xfrm rot="18535560">
              <a:off x="6245557" y="65703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54" name="Oval 2853">
              <a:extLst>
                <a:ext uri="{FF2B5EF4-FFF2-40B4-BE49-F238E27FC236}">
                  <a16:creationId xmlns:a16="http://schemas.microsoft.com/office/drawing/2014/main" id="{64A4F579-9044-D14F-B9EF-07073297FDCC}"/>
                </a:ext>
              </a:extLst>
            </p:cNvPr>
            <p:cNvSpPr/>
            <p:nvPr/>
          </p:nvSpPr>
          <p:spPr>
            <a:xfrm rot="18535560">
              <a:off x="6263731" y="654599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55" name="Oval 2854">
              <a:extLst>
                <a:ext uri="{FF2B5EF4-FFF2-40B4-BE49-F238E27FC236}">
                  <a16:creationId xmlns:a16="http://schemas.microsoft.com/office/drawing/2014/main" id="{DFDF1190-869A-AE4E-AA8B-97C718D7D2FC}"/>
                </a:ext>
              </a:extLst>
            </p:cNvPr>
            <p:cNvSpPr/>
            <p:nvPr/>
          </p:nvSpPr>
          <p:spPr>
            <a:xfrm rot="18535560">
              <a:off x="6288350" y="65155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56" name="Oval 2855">
              <a:extLst>
                <a:ext uri="{FF2B5EF4-FFF2-40B4-BE49-F238E27FC236}">
                  <a16:creationId xmlns:a16="http://schemas.microsoft.com/office/drawing/2014/main" id="{75D875A8-7BFF-1341-83A0-8F6890A8E352}"/>
                </a:ext>
              </a:extLst>
            </p:cNvPr>
            <p:cNvSpPr/>
            <p:nvPr/>
          </p:nvSpPr>
          <p:spPr>
            <a:xfrm rot="18535560">
              <a:off x="6311148" y="648355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57" name="Oval 2856">
              <a:extLst>
                <a:ext uri="{FF2B5EF4-FFF2-40B4-BE49-F238E27FC236}">
                  <a16:creationId xmlns:a16="http://schemas.microsoft.com/office/drawing/2014/main" id="{911B24FE-B7B6-0144-85B7-3CC444056E6D}"/>
                </a:ext>
              </a:extLst>
            </p:cNvPr>
            <p:cNvSpPr/>
            <p:nvPr/>
          </p:nvSpPr>
          <p:spPr>
            <a:xfrm rot="18535560">
              <a:off x="6253824" y="65974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58" name="Oval 2857">
              <a:extLst>
                <a:ext uri="{FF2B5EF4-FFF2-40B4-BE49-F238E27FC236}">
                  <a16:creationId xmlns:a16="http://schemas.microsoft.com/office/drawing/2014/main" id="{8E987D63-78B2-EB4B-A940-25CDD25F2A59}"/>
                </a:ext>
              </a:extLst>
            </p:cNvPr>
            <p:cNvSpPr/>
            <p:nvPr/>
          </p:nvSpPr>
          <p:spPr>
            <a:xfrm rot="18535560">
              <a:off x="6277060" y="656863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59" name="Oval 2858">
              <a:extLst>
                <a:ext uri="{FF2B5EF4-FFF2-40B4-BE49-F238E27FC236}">
                  <a16:creationId xmlns:a16="http://schemas.microsoft.com/office/drawing/2014/main" id="{48768331-2AE5-5248-9ED2-A0DA9256C863}"/>
                </a:ext>
              </a:extLst>
            </p:cNvPr>
            <p:cNvSpPr/>
            <p:nvPr/>
          </p:nvSpPr>
          <p:spPr>
            <a:xfrm rot="18535560">
              <a:off x="6294763" y="654671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60" name="Oval 2859">
              <a:extLst>
                <a:ext uri="{FF2B5EF4-FFF2-40B4-BE49-F238E27FC236}">
                  <a16:creationId xmlns:a16="http://schemas.microsoft.com/office/drawing/2014/main" id="{2506DA3F-E1DF-2842-A8C3-154AF0A3789C}"/>
                </a:ext>
              </a:extLst>
            </p:cNvPr>
            <p:cNvSpPr/>
            <p:nvPr/>
          </p:nvSpPr>
          <p:spPr>
            <a:xfrm rot="18535560">
              <a:off x="6317999" y="65179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61" name="Oval 2860">
              <a:extLst>
                <a:ext uri="{FF2B5EF4-FFF2-40B4-BE49-F238E27FC236}">
                  <a16:creationId xmlns:a16="http://schemas.microsoft.com/office/drawing/2014/main" id="{581BD7C3-9577-5344-84D1-0FE1C56ADB1E}"/>
                </a:ext>
              </a:extLst>
            </p:cNvPr>
            <p:cNvSpPr/>
            <p:nvPr/>
          </p:nvSpPr>
          <p:spPr>
            <a:xfrm rot="18535560">
              <a:off x="6337558" y="6491866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62" name="Oval 2861">
              <a:extLst>
                <a:ext uri="{FF2B5EF4-FFF2-40B4-BE49-F238E27FC236}">
                  <a16:creationId xmlns:a16="http://schemas.microsoft.com/office/drawing/2014/main" id="{20A2BE4B-693F-9842-B7E8-B20D2A7387EE}"/>
                </a:ext>
              </a:extLst>
            </p:cNvPr>
            <p:cNvSpPr/>
            <p:nvPr/>
          </p:nvSpPr>
          <p:spPr>
            <a:xfrm rot="18535560">
              <a:off x="6273902" y="660796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63" name="Oval 2862">
              <a:extLst>
                <a:ext uri="{FF2B5EF4-FFF2-40B4-BE49-F238E27FC236}">
                  <a16:creationId xmlns:a16="http://schemas.microsoft.com/office/drawing/2014/main" id="{E7B295B6-B295-C84B-92B0-37D5D157437A}"/>
                </a:ext>
              </a:extLst>
            </p:cNvPr>
            <p:cNvSpPr/>
            <p:nvPr/>
          </p:nvSpPr>
          <p:spPr>
            <a:xfrm rot="18535560">
              <a:off x="6292046" y="658923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64" name="Oval 2863">
              <a:extLst>
                <a:ext uri="{FF2B5EF4-FFF2-40B4-BE49-F238E27FC236}">
                  <a16:creationId xmlns:a16="http://schemas.microsoft.com/office/drawing/2014/main" id="{C1A2EF2C-0BA1-5244-8F3C-2287C97CC727}"/>
                </a:ext>
              </a:extLst>
            </p:cNvPr>
            <p:cNvSpPr/>
            <p:nvPr/>
          </p:nvSpPr>
          <p:spPr>
            <a:xfrm rot="18535560">
              <a:off x="6310221" y="65648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65" name="Oval 2864">
              <a:extLst>
                <a:ext uri="{FF2B5EF4-FFF2-40B4-BE49-F238E27FC236}">
                  <a16:creationId xmlns:a16="http://schemas.microsoft.com/office/drawing/2014/main" id="{E5808E66-E257-5A4D-8D4B-03E4C40A9223}"/>
                </a:ext>
              </a:extLst>
            </p:cNvPr>
            <p:cNvSpPr/>
            <p:nvPr/>
          </p:nvSpPr>
          <p:spPr>
            <a:xfrm rot="18535560">
              <a:off x="6334840" y="653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66" name="Oval 2865">
              <a:extLst>
                <a:ext uri="{FF2B5EF4-FFF2-40B4-BE49-F238E27FC236}">
                  <a16:creationId xmlns:a16="http://schemas.microsoft.com/office/drawing/2014/main" id="{FA80DA8A-9E06-1743-98F7-6AAEA009D087}"/>
                </a:ext>
              </a:extLst>
            </p:cNvPr>
            <p:cNvSpPr/>
            <p:nvPr/>
          </p:nvSpPr>
          <p:spPr>
            <a:xfrm rot="18535560">
              <a:off x="6357637" y="6502425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67" name="Oval 2866">
              <a:extLst>
                <a:ext uri="{FF2B5EF4-FFF2-40B4-BE49-F238E27FC236}">
                  <a16:creationId xmlns:a16="http://schemas.microsoft.com/office/drawing/2014/main" id="{6D31C947-F6AE-0042-9D42-45661DB500C4}"/>
                </a:ext>
              </a:extLst>
            </p:cNvPr>
            <p:cNvSpPr/>
            <p:nvPr/>
          </p:nvSpPr>
          <p:spPr>
            <a:xfrm rot="4135560">
              <a:off x="6294251" y="662250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68" name="Oval 2867">
              <a:extLst>
                <a:ext uri="{FF2B5EF4-FFF2-40B4-BE49-F238E27FC236}">
                  <a16:creationId xmlns:a16="http://schemas.microsoft.com/office/drawing/2014/main" id="{13176AE7-9E50-7A46-A93E-1BA167D5B5F1}"/>
                </a:ext>
              </a:extLst>
            </p:cNvPr>
            <p:cNvSpPr/>
            <p:nvPr/>
          </p:nvSpPr>
          <p:spPr>
            <a:xfrm rot="4135560">
              <a:off x="6317487" y="659373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69" name="Oval 2868">
              <a:extLst>
                <a:ext uri="{FF2B5EF4-FFF2-40B4-BE49-F238E27FC236}">
                  <a16:creationId xmlns:a16="http://schemas.microsoft.com/office/drawing/2014/main" id="{838DE3A3-3EEA-B44E-9F7F-B858D82BE7C3}"/>
                </a:ext>
              </a:extLst>
            </p:cNvPr>
            <p:cNvSpPr/>
            <p:nvPr/>
          </p:nvSpPr>
          <p:spPr>
            <a:xfrm rot="4135560">
              <a:off x="6335190" y="657181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70" name="Oval 2869">
              <a:extLst>
                <a:ext uri="{FF2B5EF4-FFF2-40B4-BE49-F238E27FC236}">
                  <a16:creationId xmlns:a16="http://schemas.microsoft.com/office/drawing/2014/main" id="{70C6CB4C-6E9B-1747-B171-B7242C836FAD}"/>
                </a:ext>
              </a:extLst>
            </p:cNvPr>
            <p:cNvSpPr/>
            <p:nvPr/>
          </p:nvSpPr>
          <p:spPr>
            <a:xfrm rot="4135560">
              <a:off x="6314330" y="663306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71" name="Oval 2870">
              <a:extLst>
                <a:ext uri="{FF2B5EF4-FFF2-40B4-BE49-F238E27FC236}">
                  <a16:creationId xmlns:a16="http://schemas.microsoft.com/office/drawing/2014/main" id="{3B730062-B7BC-8741-8D46-CC94FE9B0EA0}"/>
                </a:ext>
              </a:extLst>
            </p:cNvPr>
            <p:cNvSpPr/>
            <p:nvPr/>
          </p:nvSpPr>
          <p:spPr>
            <a:xfrm rot="4135560">
              <a:off x="6332473" y="661433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72" name="Oval 2871">
              <a:extLst>
                <a:ext uri="{FF2B5EF4-FFF2-40B4-BE49-F238E27FC236}">
                  <a16:creationId xmlns:a16="http://schemas.microsoft.com/office/drawing/2014/main" id="{E7C4EB15-3BA5-5747-B2C4-D2EAE1A8F1DB}"/>
                </a:ext>
              </a:extLst>
            </p:cNvPr>
            <p:cNvSpPr/>
            <p:nvPr/>
          </p:nvSpPr>
          <p:spPr>
            <a:xfrm rot="4135560">
              <a:off x="6350648" y="658996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73" name="Oval 2872">
              <a:extLst>
                <a:ext uri="{FF2B5EF4-FFF2-40B4-BE49-F238E27FC236}">
                  <a16:creationId xmlns:a16="http://schemas.microsoft.com/office/drawing/2014/main" id="{BF778702-CC9B-3541-8639-19E4B11A5D5D}"/>
                </a:ext>
              </a:extLst>
            </p:cNvPr>
            <p:cNvSpPr/>
            <p:nvPr/>
          </p:nvSpPr>
          <p:spPr>
            <a:xfrm rot="11852637">
              <a:off x="6333490" y="664684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74" name="Oval 2873">
              <a:extLst>
                <a:ext uri="{FF2B5EF4-FFF2-40B4-BE49-F238E27FC236}">
                  <a16:creationId xmlns:a16="http://schemas.microsoft.com/office/drawing/2014/main" id="{2F15FD9D-B2CF-B54B-8EC7-8E47541711B4}"/>
                </a:ext>
              </a:extLst>
            </p:cNvPr>
            <p:cNvSpPr/>
            <p:nvPr/>
          </p:nvSpPr>
          <p:spPr>
            <a:xfrm rot="11852637">
              <a:off x="6356726" y="661807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75" name="Oval 2874">
              <a:extLst>
                <a:ext uri="{FF2B5EF4-FFF2-40B4-BE49-F238E27FC236}">
                  <a16:creationId xmlns:a16="http://schemas.microsoft.com/office/drawing/2014/main" id="{97A55036-4BE8-BE46-849A-925E6513AAAC}"/>
                </a:ext>
              </a:extLst>
            </p:cNvPr>
            <p:cNvSpPr/>
            <p:nvPr/>
          </p:nvSpPr>
          <p:spPr>
            <a:xfrm rot="11852637">
              <a:off x="6374430" y="65961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76" name="Oval 2875">
              <a:extLst>
                <a:ext uri="{FF2B5EF4-FFF2-40B4-BE49-F238E27FC236}">
                  <a16:creationId xmlns:a16="http://schemas.microsoft.com/office/drawing/2014/main" id="{FD5AAC81-9D97-4142-A2CF-27FA2C230353}"/>
                </a:ext>
              </a:extLst>
            </p:cNvPr>
            <p:cNvSpPr/>
            <p:nvPr/>
          </p:nvSpPr>
          <p:spPr>
            <a:xfrm rot="11852637">
              <a:off x="6353569" y="665739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77" name="Oval 2876">
              <a:extLst>
                <a:ext uri="{FF2B5EF4-FFF2-40B4-BE49-F238E27FC236}">
                  <a16:creationId xmlns:a16="http://schemas.microsoft.com/office/drawing/2014/main" id="{E105FFE7-AAE2-0745-9D02-B1660EE7A1B1}"/>
                </a:ext>
              </a:extLst>
            </p:cNvPr>
            <p:cNvSpPr/>
            <p:nvPr/>
          </p:nvSpPr>
          <p:spPr>
            <a:xfrm rot="11852637">
              <a:off x="6371713" y="6638662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78" name="Oval 2877">
              <a:extLst>
                <a:ext uri="{FF2B5EF4-FFF2-40B4-BE49-F238E27FC236}">
                  <a16:creationId xmlns:a16="http://schemas.microsoft.com/office/drawing/2014/main" id="{12D3F3BF-AE10-EA47-8D97-827D2C8D35AF}"/>
                </a:ext>
              </a:extLst>
            </p:cNvPr>
            <p:cNvSpPr/>
            <p:nvPr/>
          </p:nvSpPr>
          <p:spPr>
            <a:xfrm rot="11852637">
              <a:off x="6389887" y="6614295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79" name="Oval 2878">
              <a:extLst>
                <a:ext uri="{FF2B5EF4-FFF2-40B4-BE49-F238E27FC236}">
                  <a16:creationId xmlns:a16="http://schemas.microsoft.com/office/drawing/2014/main" id="{6180DAA7-8A9A-8548-83E3-E863AFA956CE}"/>
                </a:ext>
              </a:extLst>
            </p:cNvPr>
            <p:cNvSpPr/>
            <p:nvPr/>
          </p:nvSpPr>
          <p:spPr>
            <a:xfrm rot="11852637">
              <a:off x="6379980" y="666571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80" name="Oval 2879">
              <a:extLst>
                <a:ext uri="{FF2B5EF4-FFF2-40B4-BE49-F238E27FC236}">
                  <a16:creationId xmlns:a16="http://schemas.microsoft.com/office/drawing/2014/main" id="{D9BD9DE4-F48D-9149-917A-C41A95E96CC2}"/>
                </a:ext>
              </a:extLst>
            </p:cNvPr>
            <p:cNvSpPr/>
            <p:nvPr/>
          </p:nvSpPr>
          <p:spPr>
            <a:xfrm rot="11852637">
              <a:off x="6403216" y="663694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81" name="Oval 2880">
              <a:extLst>
                <a:ext uri="{FF2B5EF4-FFF2-40B4-BE49-F238E27FC236}">
                  <a16:creationId xmlns:a16="http://schemas.microsoft.com/office/drawing/2014/main" id="{4F21E0A7-9B04-D341-8D47-7521A7F683DC}"/>
                </a:ext>
              </a:extLst>
            </p:cNvPr>
            <p:cNvSpPr/>
            <p:nvPr/>
          </p:nvSpPr>
          <p:spPr>
            <a:xfrm rot="11852637">
              <a:off x="6400059" y="667626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82" name="Oval 2881">
              <a:extLst>
                <a:ext uri="{FF2B5EF4-FFF2-40B4-BE49-F238E27FC236}">
                  <a16:creationId xmlns:a16="http://schemas.microsoft.com/office/drawing/2014/main" id="{421DE1A4-53F0-6A49-BD5B-460545D2EF30}"/>
                </a:ext>
              </a:extLst>
            </p:cNvPr>
            <p:cNvSpPr/>
            <p:nvPr/>
          </p:nvSpPr>
          <p:spPr>
            <a:xfrm rot="11852637">
              <a:off x="6418202" y="665753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83" name="Freeform 2882">
              <a:extLst>
                <a:ext uri="{FF2B5EF4-FFF2-40B4-BE49-F238E27FC236}">
                  <a16:creationId xmlns:a16="http://schemas.microsoft.com/office/drawing/2014/main" id="{6A7375A6-FF22-4342-9BA9-3388FE021F67}"/>
                </a:ext>
              </a:extLst>
            </p:cNvPr>
            <p:cNvSpPr/>
            <p:nvPr/>
          </p:nvSpPr>
          <p:spPr>
            <a:xfrm rot="18535560">
              <a:off x="6045401" y="6304373"/>
              <a:ext cx="235075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84" name="Freeform 2883">
              <a:extLst>
                <a:ext uri="{FF2B5EF4-FFF2-40B4-BE49-F238E27FC236}">
                  <a16:creationId xmlns:a16="http://schemas.microsoft.com/office/drawing/2014/main" id="{F3B3FF2F-CC5E-AB4C-9C30-E98C60982F69}"/>
                </a:ext>
              </a:extLst>
            </p:cNvPr>
            <p:cNvSpPr/>
            <p:nvPr/>
          </p:nvSpPr>
          <p:spPr>
            <a:xfrm rot="18535560" flipH="1">
              <a:off x="6160015" y="6157256"/>
              <a:ext cx="227078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885" name="Group 2884">
            <a:extLst>
              <a:ext uri="{FF2B5EF4-FFF2-40B4-BE49-F238E27FC236}">
                <a16:creationId xmlns:a16="http://schemas.microsoft.com/office/drawing/2014/main" id="{28507B4F-A70C-6B40-8C2F-E48D87C74A82}"/>
              </a:ext>
            </a:extLst>
          </p:cNvPr>
          <p:cNvGrpSpPr/>
          <p:nvPr/>
        </p:nvGrpSpPr>
        <p:grpSpPr>
          <a:xfrm rot="1577575">
            <a:off x="7398568" y="6117095"/>
            <a:ext cx="561574" cy="394357"/>
            <a:chOff x="5871652" y="6279397"/>
            <a:chExt cx="686823" cy="439136"/>
          </a:xfrm>
        </p:grpSpPr>
        <p:sp>
          <p:nvSpPr>
            <p:cNvPr id="2886" name="Freeform 2885">
              <a:extLst>
                <a:ext uri="{FF2B5EF4-FFF2-40B4-BE49-F238E27FC236}">
                  <a16:creationId xmlns:a16="http://schemas.microsoft.com/office/drawing/2014/main" id="{17BD2A17-A259-224F-BE49-9B4EE7594462}"/>
                </a:ext>
              </a:extLst>
            </p:cNvPr>
            <p:cNvSpPr/>
            <p:nvPr/>
          </p:nvSpPr>
          <p:spPr>
            <a:xfrm rot="17421667">
              <a:off x="5962111" y="6248061"/>
              <a:ext cx="147799" cy="230790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6FA03B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87" name="Freeform 2886">
              <a:extLst>
                <a:ext uri="{FF2B5EF4-FFF2-40B4-BE49-F238E27FC236}">
                  <a16:creationId xmlns:a16="http://schemas.microsoft.com/office/drawing/2014/main" id="{8734E45E-17CA-F04A-87EC-AC102074ED44}"/>
                </a:ext>
              </a:extLst>
            </p:cNvPr>
            <p:cNvSpPr/>
            <p:nvPr/>
          </p:nvSpPr>
          <p:spPr>
            <a:xfrm rot="18535560" flipH="1">
              <a:off x="6065278" y="6197211"/>
              <a:ext cx="146579" cy="338361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88" name="Freeform 2887">
              <a:extLst>
                <a:ext uri="{FF2B5EF4-FFF2-40B4-BE49-F238E27FC236}">
                  <a16:creationId xmlns:a16="http://schemas.microsoft.com/office/drawing/2014/main" id="{64BE6049-C56F-2A43-8643-867CAD078B84}"/>
                </a:ext>
              </a:extLst>
            </p:cNvPr>
            <p:cNvSpPr/>
            <p:nvPr/>
          </p:nvSpPr>
          <p:spPr>
            <a:xfrm rot="18535560">
              <a:off x="5968342" y="6315152"/>
              <a:ext cx="147799" cy="341179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89" name="Rectangle 2888">
              <a:extLst>
                <a:ext uri="{FF2B5EF4-FFF2-40B4-BE49-F238E27FC236}">
                  <a16:creationId xmlns:a16="http://schemas.microsoft.com/office/drawing/2014/main" id="{B055BE53-1B48-B040-AAF5-DE3A4DF48F0F}"/>
                </a:ext>
              </a:extLst>
            </p:cNvPr>
            <p:cNvSpPr/>
            <p:nvPr/>
          </p:nvSpPr>
          <p:spPr>
            <a:xfrm rot="18535560">
              <a:off x="6119618" y="6244121"/>
              <a:ext cx="142391" cy="504896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2890" name="Oval 2889">
              <a:extLst>
                <a:ext uri="{FF2B5EF4-FFF2-40B4-BE49-F238E27FC236}">
                  <a16:creationId xmlns:a16="http://schemas.microsoft.com/office/drawing/2014/main" id="{A2B61130-9866-5B4D-8073-5C8295B2BA5B}"/>
                </a:ext>
              </a:extLst>
            </p:cNvPr>
            <p:cNvSpPr/>
            <p:nvPr/>
          </p:nvSpPr>
          <p:spPr>
            <a:xfrm rot="18535560">
              <a:off x="5929443" y="6341203"/>
              <a:ext cx="32213" cy="24486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91" name="Oval 2890">
              <a:extLst>
                <a:ext uri="{FF2B5EF4-FFF2-40B4-BE49-F238E27FC236}">
                  <a16:creationId xmlns:a16="http://schemas.microsoft.com/office/drawing/2014/main" id="{A0114181-2E43-DD4D-B66D-A7716ECB7786}"/>
                </a:ext>
              </a:extLst>
            </p:cNvPr>
            <p:cNvSpPr/>
            <p:nvPr/>
          </p:nvSpPr>
          <p:spPr>
            <a:xfrm rot="18535560">
              <a:off x="5936891" y="636058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92" name="Oval 2891">
              <a:extLst>
                <a:ext uri="{FF2B5EF4-FFF2-40B4-BE49-F238E27FC236}">
                  <a16:creationId xmlns:a16="http://schemas.microsoft.com/office/drawing/2014/main" id="{A53761EB-C9CE-8F4F-97DD-CB913DE34800}"/>
                </a:ext>
              </a:extLst>
            </p:cNvPr>
            <p:cNvSpPr/>
            <p:nvPr/>
          </p:nvSpPr>
          <p:spPr>
            <a:xfrm rot="18535560">
              <a:off x="5954255" y="633452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93" name="Oval 2892">
              <a:extLst>
                <a:ext uri="{FF2B5EF4-FFF2-40B4-BE49-F238E27FC236}">
                  <a16:creationId xmlns:a16="http://schemas.microsoft.com/office/drawing/2014/main" id="{F52BE0B4-94E7-E04B-9022-24118B67C940}"/>
                </a:ext>
              </a:extLst>
            </p:cNvPr>
            <p:cNvSpPr/>
            <p:nvPr/>
          </p:nvSpPr>
          <p:spPr>
            <a:xfrm rot="18535560">
              <a:off x="5971959" y="631260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94" name="Oval 2893">
              <a:extLst>
                <a:ext uri="{FF2B5EF4-FFF2-40B4-BE49-F238E27FC236}">
                  <a16:creationId xmlns:a16="http://schemas.microsoft.com/office/drawing/2014/main" id="{9D8F7CE9-97E9-934D-A3B0-C7782C7C095C}"/>
                </a:ext>
              </a:extLst>
            </p:cNvPr>
            <p:cNvSpPr/>
            <p:nvPr/>
          </p:nvSpPr>
          <p:spPr>
            <a:xfrm rot="18535560">
              <a:off x="5995195" y="628383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95" name="Oval 2894">
              <a:extLst>
                <a:ext uri="{FF2B5EF4-FFF2-40B4-BE49-F238E27FC236}">
                  <a16:creationId xmlns:a16="http://schemas.microsoft.com/office/drawing/2014/main" id="{E87F49BD-CDE4-204E-A90D-108340FC35ED}"/>
                </a:ext>
              </a:extLst>
            </p:cNvPr>
            <p:cNvSpPr/>
            <p:nvPr/>
          </p:nvSpPr>
          <p:spPr>
            <a:xfrm rot="18535560">
              <a:off x="5952745" y="6313963"/>
              <a:ext cx="31259" cy="23761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96" name="Oval 2895">
              <a:extLst>
                <a:ext uri="{FF2B5EF4-FFF2-40B4-BE49-F238E27FC236}">
                  <a16:creationId xmlns:a16="http://schemas.microsoft.com/office/drawing/2014/main" id="{6C3A990D-7FBC-1047-9446-A1C4619489A1}"/>
                </a:ext>
              </a:extLst>
            </p:cNvPr>
            <p:cNvSpPr/>
            <p:nvPr/>
          </p:nvSpPr>
          <p:spPr>
            <a:xfrm rot="18535560">
              <a:off x="5975491" y="6287033"/>
              <a:ext cx="32958" cy="22209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97" name="Oval 2896">
              <a:extLst>
                <a:ext uri="{FF2B5EF4-FFF2-40B4-BE49-F238E27FC236}">
                  <a16:creationId xmlns:a16="http://schemas.microsoft.com/office/drawing/2014/main" id="{7E447811-CB7E-DE4C-9032-98B4CA4E3DF6}"/>
                </a:ext>
              </a:extLst>
            </p:cNvPr>
            <p:cNvSpPr/>
            <p:nvPr/>
          </p:nvSpPr>
          <p:spPr>
            <a:xfrm rot="18535560">
              <a:off x="5938537" y="6393133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98" name="Oval 2897">
              <a:extLst>
                <a:ext uri="{FF2B5EF4-FFF2-40B4-BE49-F238E27FC236}">
                  <a16:creationId xmlns:a16="http://schemas.microsoft.com/office/drawing/2014/main" id="{6A9FE771-8566-D54E-A8F6-E697E21FC933}"/>
                </a:ext>
              </a:extLst>
            </p:cNvPr>
            <p:cNvSpPr/>
            <p:nvPr/>
          </p:nvSpPr>
          <p:spPr>
            <a:xfrm rot="18535560">
              <a:off x="5961773" y="63643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99" name="Oval 2898">
              <a:extLst>
                <a:ext uri="{FF2B5EF4-FFF2-40B4-BE49-F238E27FC236}">
                  <a16:creationId xmlns:a16="http://schemas.microsoft.com/office/drawing/2014/main" id="{E14B2452-A5CA-0946-B40C-1A3F3142A6A4}"/>
                </a:ext>
              </a:extLst>
            </p:cNvPr>
            <p:cNvSpPr/>
            <p:nvPr/>
          </p:nvSpPr>
          <p:spPr>
            <a:xfrm rot="18535560">
              <a:off x="5979476" y="634244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00" name="Oval 2899">
              <a:extLst>
                <a:ext uri="{FF2B5EF4-FFF2-40B4-BE49-F238E27FC236}">
                  <a16:creationId xmlns:a16="http://schemas.microsoft.com/office/drawing/2014/main" id="{B189E836-B67E-584D-9652-73320DBA1CB9}"/>
                </a:ext>
              </a:extLst>
            </p:cNvPr>
            <p:cNvSpPr/>
            <p:nvPr/>
          </p:nvSpPr>
          <p:spPr>
            <a:xfrm rot="18535560">
              <a:off x="6002713" y="631367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01" name="Oval 2900">
              <a:extLst>
                <a:ext uri="{FF2B5EF4-FFF2-40B4-BE49-F238E27FC236}">
                  <a16:creationId xmlns:a16="http://schemas.microsoft.com/office/drawing/2014/main" id="{596B178D-36C4-F84D-8614-992AB4BEA870}"/>
                </a:ext>
              </a:extLst>
            </p:cNvPr>
            <p:cNvSpPr/>
            <p:nvPr/>
          </p:nvSpPr>
          <p:spPr>
            <a:xfrm rot="18535560">
              <a:off x="6022271" y="628759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02" name="Oval 2901">
              <a:extLst>
                <a:ext uri="{FF2B5EF4-FFF2-40B4-BE49-F238E27FC236}">
                  <a16:creationId xmlns:a16="http://schemas.microsoft.com/office/drawing/2014/main" id="{B59A4A00-0990-6C48-A5DF-EB6A9461EA29}"/>
                </a:ext>
              </a:extLst>
            </p:cNvPr>
            <p:cNvSpPr/>
            <p:nvPr/>
          </p:nvSpPr>
          <p:spPr>
            <a:xfrm rot="18535560">
              <a:off x="5958616" y="6403691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03" name="Oval 2902">
              <a:extLst>
                <a:ext uri="{FF2B5EF4-FFF2-40B4-BE49-F238E27FC236}">
                  <a16:creationId xmlns:a16="http://schemas.microsoft.com/office/drawing/2014/main" id="{D99B4720-E754-5E4F-B078-00E852B902BB}"/>
                </a:ext>
              </a:extLst>
            </p:cNvPr>
            <p:cNvSpPr/>
            <p:nvPr/>
          </p:nvSpPr>
          <p:spPr>
            <a:xfrm rot="18535560">
              <a:off x="5976759" y="63849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04" name="Oval 2903">
              <a:extLst>
                <a:ext uri="{FF2B5EF4-FFF2-40B4-BE49-F238E27FC236}">
                  <a16:creationId xmlns:a16="http://schemas.microsoft.com/office/drawing/2014/main" id="{B84C1BB4-1D8B-C44E-A5FA-DD7564E483DB}"/>
                </a:ext>
              </a:extLst>
            </p:cNvPr>
            <p:cNvSpPr/>
            <p:nvPr/>
          </p:nvSpPr>
          <p:spPr>
            <a:xfrm rot="18535560">
              <a:off x="5994934" y="636058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05" name="Oval 2904">
              <a:extLst>
                <a:ext uri="{FF2B5EF4-FFF2-40B4-BE49-F238E27FC236}">
                  <a16:creationId xmlns:a16="http://schemas.microsoft.com/office/drawing/2014/main" id="{1D0BAAAC-FF9E-7245-8F78-72066057EB8C}"/>
                </a:ext>
              </a:extLst>
            </p:cNvPr>
            <p:cNvSpPr/>
            <p:nvPr/>
          </p:nvSpPr>
          <p:spPr>
            <a:xfrm rot="18535560">
              <a:off x="6019553" y="63301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06" name="Oval 2905">
              <a:extLst>
                <a:ext uri="{FF2B5EF4-FFF2-40B4-BE49-F238E27FC236}">
                  <a16:creationId xmlns:a16="http://schemas.microsoft.com/office/drawing/2014/main" id="{64625124-1695-D84D-B354-9BE943AC1EEE}"/>
                </a:ext>
              </a:extLst>
            </p:cNvPr>
            <p:cNvSpPr/>
            <p:nvPr/>
          </p:nvSpPr>
          <p:spPr>
            <a:xfrm rot="18535560">
              <a:off x="6042350" y="62981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07" name="Oval 2906">
              <a:extLst>
                <a:ext uri="{FF2B5EF4-FFF2-40B4-BE49-F238E27FC236}">
                  <a16:creationId xmlns:a16="http://schemas.microsoft.com/office/drawing/2014/main" id="{95614A25-5CE0-5947-B01F-32E0C77A6B89}"/>
                </a:ext>
              </a:extLst>
            </p:cNvPr>
            <p:cNvSpPr/>
            <p:nvPr/>
          </p:nvSpPr>
          <p:spPr>
            <a:xfrm rot="18535560">
              <a:off x="5974595" y="6426784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08" name="Oval 2907">
              <a:extLst>
                <a:ext uri="{FF2B5EF4-FFF2-40B4-BE49-F238E27FC236}">
                  <a16:creationId xmlns:a16="http://schemas.microsoft.com/office/drawing/2014/main" id="{5FD3F10E-D7FD-C540-B22F-8C0F3B055759}"/>
                </a:ext>
              </a:extLst>
            </p:cNvPr>
            <p:cNvSpPr/>
            <p:nvPr/>
          </p:nvSpPr>
          <p:spPr>
            <a:xfrm rot="18535560">
              <a:off x="5997831" y="639801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09" name="Oval 2908">
              <a:extLst>
                <a:ext uri="{FF2B5EF4-FFF2-40B4-BE49-F238E27FC236}">
                  <a16:creationId xmlns:a16="http://schemas.microsoft.com/office/drawing/2014/main" id="{2953B648-5E5A-204F-94E7-C1EAD40EF251}"/>
                </a:ext>
              </a:extLst>
            </p:cNvPr>
            <p:cNvSpPr/>
            <p:nvPr/>
          </p:nvSpPr>
          <p:spPr>
            <a:xfrm rot="18535560">
              <a:off x="6015534" y="63760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10" name="Oval 2909">
              <a:extLst>
                <a:ext uri="{FF2B5EF4-FFF2-40B4-BE49-F238E27FC236}">
                  <a16:creationId xmlns:a16="http://schemas.microsoft.com/office/drawing/2014/main" id="{80479D5F-7295-EC42-A4A6-BF91AE239C8B}"/>
                </a:ext>
              </a:extLst>
            </p:cNvPr>
            <p:cNvSpPr/>
            <p:nvPr/>
          </p:nvSpPr>
          <p:spPr>
            <a:xfrm rot="18535560">
              <a:off x="6038770" y="634732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11" name="Oval 2910">
              <a:extLst>
                <a:ext uri="{FF2B5EF4-FFF2-40B4-BE49-F238E27FC236}">
                  <a16:creationId xmlns:a16="http://schemas.microsoft.com/office/drawing/2014/main" id="{BC888890-2ADC-4544-9709-A462DD3715CC}"/>
                </a:ext>
              </a:extLst>
            </p:cNvPr>
            <p:cNvSpPr/>
            <p:nvPr/>
          </p:nvSpPr>
          <p:spPr>
            <a:xfrm rot="18535560">
              <a:off x="6058329" y="632124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12" name="Oval 2911">
              <a:extLst>
                <a:ext uri="{FF2B5EF4-FFF2-40B4-BE49-F238E27FC236}">
                  <a16:creationId xmlns:a16="http://schemas.microsoft.com/office/drawing/2014/main" id="{2F9DD4B3-4EFD-F145-B18B-F065759DA0F0}"/>
                </a:ext>
              </a:extLst>
            </p:cNvPr>
            <p:cNvSpPr/>
            <p:nvPr/>
          </p:nvSpPr>
          <p:spPr>
            <a:xfrm rot="18535560">
              <a:off x="5994673" y="6437342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13" name="Oval 2912">
              <a:extLst>
                <a:ext uri="{FF2B5EF4-FFF2-40B4-BE49-F238E27FC236}">
                  <a16:creationId xmlns:a16="http://schemas.microsoft.com/office/drawing/2014/main" id="{23D5BFF5-87D3-704E-BE69-B0E11C8D3BB6}"/>
                </a:ext>
              </a:extLst>
            </p:cNvPr>
            <p:cNvSpPr/>
            <p:nvPr/>
          </p:nvSpPr>
          <p:spPr>
            <a:xfrm rot="18535560">
              <a:off x="6012817" y="64186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14" name="Oval 2913">
              <a:extLst>
                <a:ext uri="{FF2B5EF4-FFF2-40B4-BE49-F238E27FC236}">
                  <a16:creationId xmlns:a16="http://schemas.microsoft.com/office/drawing/2014/main" id="{E16FD104-7662-4F49-AA9E-C8993A874F23}"/>
                </a:ext>
              </a:extLst>
            </p:cNvPr>
            <p:cNvSpPr/>
            <p:nvPr/>
          </p:nvSpPr>
          <p:spPr>
            <a:xfrm rot="18535560">
              <a:off x="6030991" y="63942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15" name="Oval 2914">
              <a:extLst>
                <a:ext uri="{FF2B5EF4-FFF2-40B4-BE49-F238E27FC236}">
                  <a16:creationId xmlns:a16="http://schemas.microsoft.com/office/drawing/2014/main" id="{6EA440CA-C378-9847-83B9-A22B3FF5990A}"/>
                </a:ext>
              </a:extLst>
            </p:cNvPr>
            <p:cNvSpPr/>
            <p:nvPr/>
          </p:nvSpPr>
          <p:spPr>
            <a:xfrm rot="18535560">
              <a:off x="6055611" y="63637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16" name="Oval 2915">
              <a:extLst>
                <a:ext uri="{FF2B5EF4-FFF2-40B4-BE49-F238E27FC236}">
                  <a16:creationId xmlns:a16="http://schemas.microsoft.com/office/drawing/2014/main" id="{B9DF9FE2-CBF8-B846-8077-350F58F959DD}"/>
                </a:ext>
              </a:extLst>
            </p:cNvPr>
            <p:cNvSpPr/>
            <p:nvPr/>
          </p:nvSpPr>
          <p:spPr>
            <a:xfrm rot="18535560">
              <a:off x="6078408" y="633180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17" name="Oval 2916">
              <a:extLst>
                <a:ext uri="{FF2B5EF4-FFF2-40B4-BE49-F238E27FC236}">
                  <a16:creationId xmlns:a16="http://schemas.microsoft.com/office/drawing/2014/main" id="{F0174E29-ECA9-B24D-BB89-1CE5358104E1}"/>
                </a:ext>
              </a:extLst>
            </p:cNvPr>
            <p:cNvSpPr/>
            <p:nvPr/>
          </p:nvSpPr>
          <p:spPr>
            <a:xfrm rot="18535560">
              <a:off x="6021084" y="644565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18" name="Oval 2917">
              <a:extLst>
                <a:ext uri="{FF2B5EF4-FFF2-40B4-BE49-F238E27FC236}">
                  <a16:creationId xmlns:a16="http://schemas.microsoft.com/office/drawing/2014/main" id="{7247454A-8412-744A-B3E7-BDEC14F679D3}"/>
                </a:ext>
              </a:extLst>
            </p:cNvPr>
            <p:cNvSpPr/>
            <p:nvPr/>
          </p:nvSpPr>
          <p:spPr>
            <a:xfrm rot="18535560">
              <a:off x="6044320" y="641688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19" name="Oval 2918">
              <a:extLst>
                <a:ext uri="{FF2B5EF4-FFF2-40B4-BE49-F238E27FC236}">
                  <a16:creationId xmlns:a16="http://schemas.microsoft.com/office/drawing/2014/main" id="{FBCB11AA-BC43-744A-9AB3-C8BE38CA89A8}"/>
                </a:ext>
              </a:extLst>
            </p:cNvPr>
            <p:cNvSpPr/>
            <p:nvPr/>
          </p:nvSpPr>
          <p:spPr>
            <a:xfrm rot="18535560">
              <a:off x="6062024" y="639496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20" name="Oval 2919">
              <a:extLst>
                <a:ext uri="{FF2B5EF4-FFF2-40B4-BE49-F238E27FC236}">
                  <a16:creationId xmlns:a16="http://schemas.microsoft.com/office/drawing/2014/main" id="{2EEC81C0-FEFF-D644-9087-8CC41A697C54}"/>
                </a:ext>
              </a:extLst>
            </p:cNvPr>
            <p:cNvSpPr/>
            <p:nvPr/>
          </p:nvSpPr>
          <p:spPr>
            <a:xfrm rot="18535560">
              <a:off x="6085260" y="63661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21" name="Oval 2920">
              <a:extLst>
                <a:ext uri="{FF2B5EF4-FFF2-40B4-BE49-F238E27FC236}">
                  <a16:creationId xmlns:a16="http://schemas.microsoft.com/office/drawing/2014/main" id="{7C9C3B59-4DEC-BA41-B898-F53DC48BA0B6}"/>
                </a:ext>
              </a:extLst>
            </p:cNvPr>
            <p:cNvSpPr/>
            <p:nvPr/>
          </p:nvSpPr>
          <p:spPr>
            <a:xfrm rot="18535560">
              <a:off x="6104818" y="63401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22" name="Oval 2921">
              <a:extLst>
                <a:ext uri="{FF2B5EF4-FFF2-40B4-BE49-F238E27FC236}">
                  <a16:creationId xmlns:a16="http://schemas.microsoft.com/office/drawing/2014/main" id="{F910C26C-86BC-5D4B-9390-1AA9331499CE}"/>
                </a:ext>
              </a:extLst>
            </p:cNvPr>
            <p:cNvSpPr/>
            <p:nvPr/>
          </p:nvSpPr>
          <p:spPr>
            <a:xfrm rot="18535560">
              <a:off x="6041163" y="64562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23" name="Oval 2922">
              <a:extLst>
                <a:ext uri="{FF2B5EF4-FFF2-40B4-BE49-F238E27FC236}">
                  <a16:creationId xmlns:a16="http://schemas.microsoft.com/office/drawing/2014/main" id="{43FFBC28-C070-454C-85BA-0C6774653574}"/>
                </a:ext>
              </a:extLst>
            </p:cNvPr>
            <p:cNvSpPr/>
            <p:nvPr/>
          </p:nvSpPr>
          <p:spPr>
            <a:xfrm rot="18535560">
              <a:off x="6059306" y="64374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24" name="Oval 2923">
              <a:extLst>
                <a:ext uri="{FF2B5EF4-FFF2-40B4-BE49-F238E27FC236}">
                  <a16:creationId xmlns:a16="http://schemas.microsoft.com/office/drawing/2014/main" id="{16A60491-EC0F-D24E-95D9-B35835FF7381}"/>
                </a:ext>
              </a:extLst>
            </p:cNvPr>
            <p:cNvSpPr/>
            <p:nvPr/>
          </p:nvSpPr>
          <p:spPr>
            <a:xfrm rot="18535560">
              <a:off x="6077481" y="64131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25" name="Oval 2924">
              <a:extLst>
                <a:ext uri="{FF2B5EF4-FFF2-40B4-BE49-F238E27FC236}">
                  <a16:creationId xmlns:a16="http://schemas.microsoft.com/office/drawing/2014/main" id="{1BA635B1-9C12-9947-8D14-32D47E8A8834}"/>
                </a:ext>
              </a:extLst>
            </p:cNvPr>
            <p:cNvSpPr/>
            <p:nvPr/>
          </p:nvSpPr>
          <p:spPr>
            <a:xfrm rot="18535560">
              <a:off x="6102100" y="638262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26" name="Oval 2925">
              <a:extLst>
                <a:ext uri="{FF2B5EF4-FFF2-40B4-BE49-F238E27FC236}">
                  <a16:creationId xmlns:a16="http://schemas.microsoft.com/office/drawing/2014/main" id="{A704F7B3-7D29-BB4B-A613-DB01E282A9A5}"/>
                </a:ext>
              </a:extLst>
            </p:cNvPr>
            <p:cNvSpPr/>
            <p:nvPr/>
          </p:nvSpPr>
          <p:spPr>
            <a:xfrm rot="18535560">
              <a:off x="6124897" y="635067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27" name="Oval 2926">
              <a:extLst>
                <a:ext uri="{FF2B5EF4-FFF2-40B4-BE49-F238E27FC236}">
                  <a16:creationId xmlns:a16="http://schemas.microsoft.com/office/drawing/2014/main" id="{F93A6CCC-91B4-5941-91D7-5A554199AD74}"/>
                </a:ext>
              </a:extLst>
            </p:cNvPr>
            <p:cNvSpPr/>
            <p:nvPr/>
          </p:nvSpPr>
          <p:spPr>
            <a:xfrm rot="4135560">
              <a:off x="6061511" y="6470754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28" name="Oval 2927">
              <a:extLst>
                <a:ext uri="{FF2B5EF4-FFF2-40B4-BE49-F238E27FC236}">
                  <a16:creationId xmlns:a16="http://schemas.microsoft.com/office/drawing/2014/main" id="{822D7AA0-D345-0A46-BA1D-84484F3C8350}"/>
                </a:ext>
              </a:extLst>
            </p:cNvPr>
            <p:cNvSpPr/>
            <p:nvPr/>
          </p:nvSpPr>
          <p:spPr>
            <a:xfrm rot="4135560">
              <a:off x="6084747" y="644198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29" name="Oval 2928">
              <a:extLst>
                <a:ext uri="{FF2B5EF4-FFF2-40B4-BE49-F238E27FC236}">
                  <a16:creationId xmlns:a16="http://schemas.microsoft.com/office/drawing/2014/main" id="{7BA0B695-0D76-4C4A-97E0-132442ADE19C}"/>
                </a:ext>
              </a:extLst>
            </p:cNvPr>
            <p:cNvSpPr/>
            <p:nvPr/>
          </p:nvSpPr>
          <p:spPr>
            <a:xfrm rot="4135560">
              <a:off x="6102451" y="642006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30" name="Oval 2929">
              <a:extLst>
                <a:ext uri="{FF2B5EF4-FFF2-40B4-BE49-F238E27FC236}">
                  <a16:creationId xmlns:a16="http://schemas.microsoft.com/office/drawing/2014/main" id="{234706F4-49C5-DD4C-B366-B32DFF8392B6}"/>
                </a:ext>
              </a:extLst>
            </p:cNvPr>
            <p:cNvSpPr/>
            <p:nvPr/>
          </p:nvSpPr>
          <p:spPr>
            <a:xfrm rot="4135560">
              <a:off x="6125687" y="639129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31" name="Oval 2930">
              <a:extLst>
                <a:ext uri="{FF2B5EF4-FFF2-40B4-BE49-F238E27FC236}">
                  <a16:creationId xmlns:a16="http://schemas.microsoft.com/office/drawing/2014/main" id="{8D26EF4A-4CA0-9F4C-8CC3-41714982FF7F}"/>
                </a:ext>
              </a:extLst>
            </p:cNvPr>
            <p:cNvSpPr/>
            <p:nvPr/>
          </p:nvSpPr>
          <p:spPr>
            <a:xfrm rot="4135560">
              <a:off x="6145245" y="636521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32" name="Oval 2931">
              <a:extLst>
                <a:ext uri="{FF2B5EF4-FFF2-40B4-BE49-F238E27FC236}">
                  <a16:creationId xmlns:a16="http://schemas.microsoft.com/office/drawing/2014/main" id="{B4E4418C-5FC7-8647-B35B-46B58C206FA0}"/>
                </a:ext>
              </a:extLst>
            </p:cNvPr>
            <p:cNvSpPr/>
            <p:nvPr/>
          </p:nvSpPr>
          <p:spPr>
            <a:xfrm rot="4135560">
              <a:off x="6081590" y="648131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33" name="Oval 2932">
              <a:extLst>
                <a:ext uri="{FF2B5EF4-FFF2-40B4-BE49-F238E27FC236}">
                  <a16:creationId xmlns:a16="http://schemas.microsoft.com/office/drawing/2014/main" id="{5953D6C6-EB75-1246-B5B7-4B49F719C32C}"/>
                </a:ext>
              </a:extLst>
            </p:cNvPr>
            <p:cNvSpPr/>
            <p:nvPr/>
          </p:nvSpPr>
          <p:spPr>
            <a:xfrm rot="4135560">
              <a:off x="6099733" y="646257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34" name="Oval 2933">
              <a:extLst>
                <a:ext uri="{FF2B5EF4-FFF2-40B4-BE49-F238E27FC236}">
                  <a16:creationId xmlns:a16="http://schemas.microsoft.com/office/drawing/2014/main" id="{234D9EFA-346B-C744-982A-821D06150D4D}"/>
                </a:ext>
              </a:extLst>
            </p:cNvPr>
            <p:cNvSpPr/>
            <p:nvPr/>
          </p:nvSpPr>
          <p:spPr>
            <a:xfrm rot="4135560">
              <a:off x="6117908" y="64382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35" name="Oval 2934">
              <a:extLst>
                <a:ext uri="{FF2B5EF4-FFF2-40B4-BE49-F238E27FC236}">
                  <a16:creationId xmlns:a16="http://schemas.microsoft.com/office/drawing/2014/main" id="{54CB723B-DDA7-4D46-A09A-FCED271E937C}"/>
                </a:ext>
              </a:extLst>
            </p:cNvPr>
            <p:cNvSpPr/>
            <p:nvPr/>
          </p:nvSpPr>
          <p:spPr>
            <a:xfrm rot="4135560">
              <a:off x="6142527" y="640772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36" name="Oval 2935">
              <a:extLst>
                <a:ext uri="{FF2B5EF4-FFF2-40B4-BE49-F238E27FC236}">
                  <a16:creationId xmlns:a16="http://schemas.microsoft.com/office/drawing/2014/main" id="{5FB977C9-70B3-8E4B-9F8F-25DAC085E7D1}"/>
                </a:ext>
              </a:extLst>
            </p:cNvPr>
            <p:cNvSpPr/>
            <p:nvPr/>
          </p:nvSpPr>
          <p:spPr>
            <a:xfrm rot="4135560">
              <a:off x="6165324" y="637577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37" name="Oval 2936">
              <a:extLst>
                <a:ext uri="{FF2B5EF4-FFF2-40B4-BE49-F238E27FC236}">
                  <a16:creationId xmlns:a16="http://schemas.microsoft.com/office/drawing/2014/main" id="{E455C2AA-7969-F245-9E00-6C7D6D703A3C}"/>
                </a:ext>
              </a:extLst>
            </p:cNvPr>
            <p:cNvSpPr/>
            <p:nvPr/>
          </p:nvSpPr>
          <p:spPr>
            <a:xfrm rot="18535560">
              <a:off x="6094097" y="650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38" name="Oval 2937">
              <a:extLst>
                <a:ext uri="{FF2B5EF4-FFF2-40B4-BE49-F238E27FC236}">
                  <a16:creationId xmlns:a16="http://schemas.microsoft.com/office/drawing/2014/main" id="{EDF12B58-1B1A-F643-BD78-0714FD69E01C}"/>
                </a:ext>
              </a:extLst>
            </p:cNvPr>
            <p:cNvSpPr/>
            <p:nvPr/>
          </p:nvSpPr>
          <p:spPr>
            <a:xfrm rot="18535560">
              <a:off x="6117333" y="64756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39" name="Oval 2938">
              <a:extLst>
                <a:ext uri="{FF2B5EF4-FFF2-40B4-BE49-F238E27FC236}">
                  <a16:creationId xmlns:a16="http://schemas.microsoft.com/office/drawing/2014/main" id="{082209CC-2A2B-2D43-A6A7-8F4708C5CD2A}"/>
                </a:ext>
              </a:extLst>
            </p:cNvPr>
            <p:cNvSpPr/>
            <p:nvPr/>
          </p:nvSpPr>
          <p:spPr>
            <a:xfrm rot="18535560">
              <a:off x="6135037" y="64536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40" name="Oval 2939">
              <a:extLst>
                <a:ext uri="{FF2B5EF4-FFF2-40B4-BE49-F238E27FC236}">
                  <a16:creationId xmlns:a16="http://schemas.microsoft.com/office/drawing/2014/main" id="{1CEB5E87-B775-204F-9D73-ACDA654C5F39}"/>
                </a:ext>
              </a:extLst>
            </p:cNvPr>
            <p:cNvSpPr/>
            <p:nvPr/>
          </p:nvSpPr>
          <p:spPr>
            <a:xfrm rot="18535560">
              <a:off x="6158273" y="642492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41" name="Oval 2940">
              <a:extLst>
                <a:ext uri="{FF2B5EF4-FFF2-40B4-BE49-F238E27FC236}">
                  <a16:creationId xmlns:a16="http://schemas.microsoft.com/office/drawing/2014/main" id="{AB18968E-7D8E-254E-BCEF-569123FC3A13}"/>
                </a:ext>
              </a:extLst>
            </p:cNvPr>
            <p:cNvSpPr/>
            <p:nvPr/>
          </p:nvSpPr>
          <p:spPr>
            <a:xfrm rot="18535560">
              <a:off x="6177831" y="63988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42" name="Oval 2941">
              <a:extLst>
                <a:ext uri="{FF2B5EF4-FFF2-40B4-BE49-F238E27FC236}">
                  <a16:creationId xmlns:a16="http://schemas.microsoft.com/office/drawing/2014/main" id="{92BE04DC-44C6-0244-B79B-78ED489BB5F9}"/>
                </a:ext>
              </a:extLst>
            </p:cNvPr>
            <p:cNvSpPr/>
            <p:nvPr/>
          </p:nvSpPr>
          <p:spPr>
            <a:xfrm rot="18535560">
              <a:off x="6114176" y="65149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43" name="Oval 2942">
              <a:extLst>
                <a:ext uri="{FF2B5EF4-FFF2-40B4-BE49-F238E27FC236}">
                  <a16:creationId xmlns:a16="http://schemas.microsoft.com/office/drawing/2014/main" id="{24E19A5D-E4B1-8446-8582-06D00857EAF3}"/>
                </a:ext>
              </a:extLst>
            </p:cNvPr>
            <p:cNvSpPr/>
            <p:nvPr/>
          </p:nvSpPr>
          <p:spPr>
            <a:xfrm rot="18535560">
              <a:off x="6132319" y="649620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44" name="Oval 2943">
              <a:extLst>
                <a:ext uri="{FF2B5EF4-FFF2-40B4-BE49-F238E27FC236}">
                  <a16:creationId xmlns:a16="http://schemas.microsoft.com/office/drawing/2014/main" id="{70371504-2161-2C4F-A423-3D8E10B7A306}"/>
                </a:ext>
              </a:extLst>
            </p:cNvPr>
            <p:cNvSpPr/>
            <p:nvPr/>
          </p:nvSpPr>
          <p:spPr>
            <a:xfrm rot="18535560">
              <a:off x="6150494" y="647183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45" name="Oval 2944">
              <a:extLst>
                <a:ext uri="{FF2B5EF4-FFF2-40B4-BE49-F238E27FC236}">
                  <a16:creationId xmlns:a16="http://schemas.microsoft.com/office/drawing/2014/main" id="{013C39C2-82B1-224E-835E-062525049BE8}"/>
                </a:ext>
              </a:extLst>
            </p:cNvPr>
            <p:cNvSpPr/>
            <p:nvPr/>
          </p:nvSpPr>
          <p:spPr>
            <a:xfrm rot="18535560">
              <a:off x="6175113" y="644135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46" name="Oval 2945">
              <a:extLst>
                <a:ext uri="{FF2B5EF4-FFF2-40B4-BE49-F238E27FC236}">
                  <a16:creationId xmlns:a16="http://schemas.microsoft.com/office/drawing/2014/main" id="{DF75E72F-AD44-5E43-B74B-6C4D8C34AFFF}"/>
                </a:ext>
              </a:extLst>
            </p:cNvPr>
            <p:cNvSpPr/>
            <p:nvPr/>
          </p:nvSpPr>
          <p:spPr>
            <a:xfrm rot="18535560">
              <a:off x="6197911" y="640939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47" name="Oval 2946">
              <a:extLst>
                <a:ext uri="{FF2B5EF4-FFF2-40B4-BE49-F238E27FC236}">
                  <a16:creationId xmlns:a16="http://schemas.microsoft.com/office/drawing/2014/main" id="{F0AE0412-1D61-9440-AA47-CA668B430CBB}"/>
                </a:ext>
              </a:extLst>
            </p:cNvPr>
            <p:cNvSpPr/>
            <p:nvPr/>
          </p:nvSpPr>
          <p:spPr>
            <a:xfrm rot="18535560">
              <a:off x="6140586" y="65232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48" name="Oval 2947">
              <a:extLst>
                <a:ext uri="{FF2B5EF4-FFF2-40B4-BE49-F238E27FC236}">
                  <a16:creationId xmlns:a16="http://schemas.microsoft.com/office/drawing/2014/main" id="{C5F85006-7597-6343-8232-714DBFC0A134}"/>
                </a:ext>
              </a:extLst>
            </p:cNvPr>
            <p:cNvSpPr/>
            <p:nvPr/>
          </p:nvSpPr>
          <p:spPr>
            <a:xfrm rot="18535560">
              <a:off x="6163823" y="64944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49" name="Oval 2948">
              <a:extLst>
                <a:ext uri="{FF2B5EF4-FFF2-40B4-BE49-F238E27FC236}">
                  <a16:creationId xmlns:a16="http://schemas.microsoft.com/office/drawing/2014/main" id="{5B6D0BB2-CD60-DD42-A5B8-1FE68B70C372}"/>
                </a:ext>
              </a:extLst>
            </p:cNvPr>
            <p:cNvSpPr/>
            <p:nvPr/>
          </p:nvSpPr>
          <p:spPr>
            <a:xfrm rot="18535560">
              <a:off x="6181526" y="64725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50" name="Oval 2949">
              <a:extLst>
                <a:ext uri="{FF2B5EF4-FFF2-40B4-BE49-F238E27FC236}">
                  <a16:creationId xmlns:a16="http://schemas.microsoft.com/office/drawing/2014/main" id="{1CD04BED-E88C-764D-BB64-35C5B0D6D54F}"/>
                </a:ext>
              </a:extLst>
            </p:cNvPr>
            <p:cNvSpPr/>
            <p:nvPr/>
          </p:nvSpPr>
          <p:spPr>
            <a:xfrm rot="18535560">
              <a:off x="6204762" y="64437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51" name="Oval 2950">
              <a:extLst>
                <a:ext uri="{FF2B5EF4-FFF2-40B4-BE49-F238E27FC236}">
                  <a16:creationId xmlns:a16="http://schemas.microsoft.com/office/drawing/2014/main" id="{38D6F064-C25C-714A-A212-2B6B5F9F4C2C}"/>
                </a:ext>
              </a:extLst>
            </p:cNvPr>
            <p:cNvSpPr/>
            <p:nvPr/>
          </p:nvSpPr>
          <p:spPr>
            <a:xfrm rot="18535560">
              <a:off x="6224321" y="64177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52" name="Oval 2951">
              <a:extLst>
                <a:ext uri="{FF2B5EF4-FFF2-40B4-BE49-F238E27FC236}">
                  <a16:creationId xmlns:a16="http://schemas.microsoft.com/office/drawing/2014/main" id="{94715B53-3A52-954A-9E6C-64FF70B8CD4B}"/>
                </a:ext>
              </a:extLst>
            </p:cNvPr>
            <p:cNvSpPr/>
            <p:nvPr/>
          </p:nvSpPr>
          <p:spPr>
            <a:xfrm rot="18535560">
              <a:off x="6160665" y="65338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53" name="Oval 2952">
              <a:extLst>
                <a:ext uri="{FF2B5EF4-FFF2-40B4-BE49-F238E27FC236}">
                  <a16:creationId xmlns:a16="http://schemas.microsoft.com/office/drawing/2014/main" id="{61602941-72E6-F24C-A713-E022CA3D6A93}"/>
                </a:ext>
              </a:extLst>
            </p:cNvPr>
            <p:cNvSpPr/>
            <p:nvPr/>
          </p:nvSpPr>
          <p:spPr>
            <a:xfrm rot="18535560">
              <a:off x="6178809" y="651507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54" name="Oval 2953">
              <a:extLst>
                <a:ext uri="{FF2B5EF4-FFF2-40B4-BE49-F238E27FC236}">
                  <a16:creationId xmlns:a16="http://schemas.microsoft.com/office/drawing/2014/main" id="{B18F637A-ED5F-3B4F-BFE8-0A0501A23174}"/>
                </a:ext>
              </a:extLst>
            </p:cNvPr>
            <p:cNvSpPr/>
            <p:nvPr/>
          </p:nvSpPr>
          <p:spPr>
            <a:xfrm rot="18535560">
              <a:off x="6196983" y="64907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55" name="Oval 2954">
              <a:extLst>
                <a:ext uri="{FF2B5EF4-FFF2-40B4-BE49-F238E27FC236}">
                  <a16:creationId xmlns:a16="http://schemas.microsoft.com/office/drawing/2014/main" id="{287CEDF6-B9D0-F844-836E-32854C4C2C8B}"/>
                </a:ext>
              </a:extLst>
            </p:cNvPr>
            <p:cNvSpPr/>
            <p:nvPr/>
          </p:nvSpPr>
          <p:spPr>
            <a:xfrm rot="18535560">
              <a:off x="6221603" y="646022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56" name="Oval 2955">
              <a:extLst>
                <a:ext uri="{FF2B5EF4-FFF2-40B4-BE49-F238E27FC236}">
                  <a16:creationId xmlns:a16="http://schemas.microsoft.com/office/drawing/2014/main" id="{87414335-8428-D94C-A223-04E6E2CD5DFB}"/>
                </a:ext>
              </a:extLst>
            </p:cNvPr>
            <p:cNvSpPr/>
            <p:nvPr/>
          </p:nvSpPr>
          <p:spPr>
            <a:xfrm rot="18535560">
              <a:off x="6244400" y="64282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57" name="Oval 2956">
              <a:extLst>
                <a:ext uri="{FF2B5EF4-FFF2-40B4-BE49-F238E27FC236}">
                  <a16:creationId xmlns:a16="http://schemas.microsoft.com/office/drawing/2014/main" id="{616C1E95-B17C-2D42-A36A-9F0177089589}"/>
                </a:ext>
              </a:extLst>
            </p:cNvPr>
            <p:cNvSpPr/>
            <p:nvPr/>
          </p:nvSpPr>
          <p:spPr>
            <a:xfrm rot="4135560">
              <a:off x="6181014" y="65483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58" name="Oval 2957">
              <a:extLst>
                <a:ext uri="{FF2B5EF4-FFF2-40B4-BE49-F238E27FC236}">
                  <a16:creationId xmlns:a16="http://schemas.microsoft.com/office/drawing/2014/main" id="{B6F75991-83A2-D144-8DD3-C88093BC3C1D}"/>
                </a:ext>
              </a:extLst>
            </p:cNvPr>
            <p:cNvSpPr/>
            <p:nvPr/>
          </p:nvSpPr>
          <p:spPr>
            <a:xfrm rot="4135560">
              <a:off x="6204250" y="651958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59" name="Oval 2958">
              <a:extLst>
                <a:ext uri="{FF2B5EF4-FFF2-40B4-BE49-F238E27FC236}">
                  <a16:creationId xmlns:a16="http://schemas.microsoft.com/office/drawing/2014/main" id="{95819D55-B773-2045-8DCA-9B3A1ECF9E19}"/>
                </a:ext>
              </a:extLst>
            </p:cNvPr>
            <p:cNvSpPr/>
            <p:nvPr/>
          </p:nvSpPr>
          <p:spPr>
            <a:xfrm rot="4135560">
              <a:off x="6221953" y="649766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60" name="Oval 2959">
              <a:extLst>
                <a:ext uri="{FF2B5EF4-FFF2-40B4-BE49-F238E27FC236}">
                  <a16:creationId xmlns:a16="http://schemas.microsoft.com/office/drawing/2014/main" id="{07366538-6DFB-2446-9C29-475410EB7096}"/>
                </a:ext>
              </a:extLst>
            </p:cNvPr>
            <p:cNvSpPr/>
            <p:nvPr/>
          </p:nvSpPr>
          <p:spPr>
            <a:xfrm rot="4135560">
              <a:off x="6245189" y="646889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61" name="Oval 2960">
              <a:extLst>
                <a:ext uri="{FF2B5EF4-FFF2-40B4-BE49-F238E27FC236}">
                  <a16:creationId xmlns:a16="http://schemas.microsoft.com/office/drawing/2014/main" id="{5CFC26A1-DC99-ED42-8DB5-3AD4F6249439}"/>
                </a:ext>
              </a:extLst>
            </p:cNvPr>
            <p:cNvSpPr/>
            <p:nvPr/>
          </p:nvSpPr>
          <p:spPr>
            <a:xfrm rot="4135560">
              <a:off x="6264748" y="64428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62" name="Oval 2961">
              <a:extLst>
                <a:ext uri="{FF2B5EF4-FFF2-40B4-BE49-F238E27FC236}">
                  <a16:creationId xmlns:a16="http://schemas.microsoft.com/office/drawing/2014/main" id="{43976DC3-E087-2747-A06A-5D5F6F061E38}"/>
                </a:ext>
              </a:extLst>
            </p:cNvPr>
            <p:cNvSpPr/>
            <p:nvPr/>
          </p:nvSpPr>
          <p:spPr>
            <a:xfrm rot="4135560">
              <a:off x="6201093" y="65589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63" name="Oval 2962">
              <a:extLst>
                <a:ext uri="{FF2B5EF4-FFF2-40B4-BE49-F238E27FC236}">
                  <a16:creationId xmlns:a16="http://schemas.microsoft.com/office/drawing/2014/main" id="{3F14BA67-62CE-0E45-A42A-29FA167AAE43}"/>
                </a:ext>
              </a:extLst>
            </p:cNvPr>
            <p:cNvSpPr/>
            <p:nvPr/>
          </p:nvSpPr>
          <p:spPr>
            <a:xfrm rot="4135560">
              <a:off x="6219236" y="654017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64" name="Oval 2963">
              <a:extLst>
                <a:ext uri="{FF2B5EF4-FFF2-40B4-BE49-F238E27FC236}">
                  <a16:creationId xmlns:a16="http://schemas.microsoft.com/office/drawing/2014/main" id="{D9B0E02D-05C4-E446-A28B-3C743CE3D7AC}"/>
                </a:ext>
              </a:extLst>
            </p:cNvPr>
            <p:cNvSpPr/>
            <p:nvPr/>
          </p:nvSpPr>
          <p:spPr>
            <a:xfrm rot="4135560">
              <a:off x="6237411" y="651580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65" name="Oval 2964">
              <a:extLst>
                <a:ext uri="{FF2B5EF4-FFF2-40B4-BE49-F238E27FC236}">
                  <a16:creationId xmlns:a16="http://schemas.microsoft.com/office/drawing/2014/main" id="{24E7CD8C-ACDD-D24C-B384-7F21B16118F9}"/>
                </a:ext>
              </a:extLst>
            </p:cNvPr>
            <p:cNvSpPr/>
            <p:nvPr/>
          </p:nvSpPr>
          <p:spPr>
            <a:xfrm rot="4135560">
              <a:off x="6262030" y="648532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66" name="Oval 2965">
              <a:extLst>
                <a:ext uri="{FF2B5EF4-FFF2-40B4-BE49-F238E27FC236}">
                  <a16:creationId xmlns:a16="http://schemas.microsoft.com/office/drawing/2014/main" id="{68538907-BA6F-614C-A02D-B70233803D61}"/>
                </a:ext>
              </a:extLst>
            </p:cNvPr>
            <p:cNvSpPr/>
            <p:nvPr/>
          </p:nvSpPr>
          <p:spPr>
            <a:xfrm rot="4135560">
              <a:off x="6284827" y="645336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67" name="Oval 2966">
              <a:extLst>
                <a:ext uri="{FF2B5EF4-FFF2-40B4-BE49-F238E27FC236}">
                  <a16:creationId xmlns:a16="http://schemas.microsoft.com/office/drawing/2014/main" id="{7EBBF61A-D75E-C849-98D3-EED569D5711D}"/>
                </a:ext>
              </a:extLst>
            </p:cNvPr>
            <p:cNvSpPr/>
            <p:nvPr/>
          </p:nvSpPr>
          <p:spPr>
            <a:xfrm rot="18535560">
              <a:off x="6207334" y="657853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68" name="Oval 2967">
              <a:extLst>
                <a:ext uri="{FF2B5EF4-FFF2-40B4-BE49-F238E27FC236}">
                  <a16:creationId xmlns:a16="http://schemas.microsoft.com/office/drawing/2014/main" id="{349B9FF5-C76D-F64C-8BC3-5EAEC14612D4}"/>
                </a:ext>
              </a:extLst>
            </p:cNvPr>
            <p:cNvSpPr/>
            <p:nvPr/>
          </p:nvSpPr>
          <p:spPr>
            <a:xfrm rot="18535560">
              <a:off x="6230570" y="65497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69" name="Oval 2968">
              <a:extLst>
                <a:ext uri="{FF2B5EF4-FFF2-40B4-BE49-F238E27FC236}">
                  <a16:creationId xmlns:a16="http://schemas.microsoft.com/office/drawing/2014/main" id="{2897E7C5-86A1-4640-A691-D975D2032D8A}"/>
                </a:ext>
              </a:extLst>
            </p:cNvPr>
            <p:cNvSpPr/>
            <p:nvPr/>
          </p:nvSpPr>
          <p:spPr>
            <a:xfrm rot="18535560">
              <a:off x="6248274" y="65278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70" name="Oval 2969">
              <a:extLst>
                <a:ext uri="{FF2B5EF4-FFF2-40B4-BE49-F238E27FC236}">
                  <a16:creationId xmlns:a16="http://schemas.microsoft.com/office/drawing/2014/main" id="{896BA00B-0AB8-9740-9915-6CE5C3EAB198}"/>
                </a:ext>
              </a:extLst>
            </p:cNvPr>
            <p:cNvSpPr/>
            <p:nvPr/>
          </p:nvSpPr>
          <p:spPr>
            <a:xfrm rot="18535560">
              <a:off x="6271510" y="64990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71" name="Oval 2970">
              <a:extLst>
                <a:ext uri="{FF2B5EF4-FFF2-40B4-BE49-F238E27FC236}">
                  <a16:creationId xmlns:a16="http://schemas.microsoft.com/office/drawing/2014/main" id="{EEE07B0C-FF5C-2B49-86A4-92B7D8A7195C}"/>
                </a:ext>
              </a:extLst>
            </p:cNvPr>
            <p:cNvSpPr/>
            <p:nvPr/>
          </p:nvSpPr>
          <p:spPr>
            <a:xfrm rot="18535560">
              <a:off x="6291069" y="64729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72" name="Oval 2971">
              <a:extLst>
                <a:ext uri="{FF2B5EF4-FFF2-40B4-BE49-F238E27FC236}">
                  <a16:creationId xmlns:a16="http://schemas.microsoft.com/office/drawing/2014/main" id="{C0D63D81-2949-3E47-8B69-546E6B9D5A41}"/>
                </a:ext>
              </a:extLst>
            </p:cNvPr>
            <p:cNvSpPr/>
            <p:nvPr/>
          </p:nvSpPr>
          <p:spPr>
            <a:xfrm rot="18535560">
              <a:off x="6227413" y="65890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73" name="Oval 2972">
              <a:extLst>
                <a:ext uri="{FF2B5EF4-FFF2-40B4-BE49-F238E27FC236}">
                  <a16:creationId xmlns:a16="http://schemas.microsoft.com/office/drawing/2014/main" id="{14689DB7-556D-AF44-BF1D-EBCC8A5812FB}"/>
                </a:ext>
              </a:extLst>
            </p:cNvPr>
            <p:cNvSpPr/>
            <p:nvPr/>
          </p:nvSpPr>
          <p:spPr>
            <a:xfrm rot="18535560">
              <a:off x="6245557" y="65703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74" name="Oval 2973">
              <a:extLst>
                <a:ext uri="{FF2B5EF4-FFF2-40B4-BE49-F238E27FC236}">
                  <a16:creationId xmlns:a16="http://schemas.microsoft.com/office/drawing/2014/main" id="{008EB087-8BC7-7D45-9D7A-62B472F7A7B4}"/>
                </a:ext>
              </a:extLst>
            </p:cNvPr>
            <p:cNvSpPr/>
            <p:nvPr/>
          </p:nvSpPr>
          <p:spPr>
            <a:xfrm rot="18535560">
              <a:off x="6263731" y="654599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75" name="Oval 2974">
              <a:extLst>
                <a:ext uri="{FF2B5EF4-FFF2-40B4-BE49-F238E27FC236}">
                  <a16:creationId xmlns:a16="http://schemas.microsoft.com/office/drawing/2014/main" id="{6BC3FCE3-7055-814A-B52A-F4652979F3E0}"/>
                </a:ext>
              </a:extLst>
            </p:cNvPr>
            <p:cNvSpPr/>
            <p:nvPr/>
          </p:nvSpPr>
          <p:spPr>
            <a:xfrm rot="18535560">
              <a:off x="6288350" y="65155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76" name="Oval 2975">
              <a:extLst>
                <a:ext uri="{FF2B5EF4-FFF2-40B4-BE49-F238E27FC236}">
                  <a16:creationId xmlns:a16="http://schemas.microsoft.com/office/drawing/2014/main" id="{D492224A-726D-7E4A-A345-03A3B6D23A6C}"/>
                </a:ext>
              </a:extLst>
            </p:cNvPr>
            <p:cNvSpPr/>
            <p:nvPr/>
          </p:nvSpPr>
          <p:spPr>
            <a:xfrm rot="18535560">
              <a:off x="6311148" y="648355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77" name="Oval 2976">
              <a:extLst>
                <a:ext uri="{FF2B5EF4-FFF2-40B4-BE49-F238E27FC236}">
                  <a16:creationId xmlns:a16="http://schemas.microsoft.com/office/drawing/2014/main" id="{12023586-E89A-AF44-B4DC-2B589CD0F3E9}"/>
                </a:ext>
              </a:extLst>
            </p:cNvPr>
            <p:cNvSpPr/>
            <p:nvPr/>
          </p:nvSpPr>
          <p:spPr>
            <a:xfrm rot="18535560">
              <a:off x="6253824" y="65974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78" name="Oval 2977">
              <a:extLst>
                <a:ext uri="{FF2B5EF4-FFF2-40B4-BE49-F238E27FC236}">
                  <a16:creationId xmlns:a16="http://schemas.microsoft.com/office/drawing/2014/main" id="{4DF7FA1D-103A-184C-AF65-CC0E28D60396}"/>
                </a:ext>
              </a:extLst>
            </p:cNvPr>
            <p:cNvSpPr/>
            <p:nvPr/>
          </p:nvSpPr>
          <p:spPr>
            <a:xfrm rot="18535560">
              <a:off x="6277060" y="656863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79" name="Oval 2978">
              <a:extLst>
                <a:ext uri="{FF2B5EF4-FFF2-40B4-BE49-F238E27FC236}">
                  <a16:creationId xmlns:a16="http://schemas.microsoft.com/office/drawing/2014/main" id="{0609B047-F831-1643-9173-82934F2B39DA}"/>
                </a:ext>
              </a:extLst>
            </p:cNvPr>
            <p:cNvSpPr/>
            <p:nvPr/>
          </p:nvSpPr>
          <p:spPr>
            <a:xfrm rot="18535560">
              <a:off x="6294763" y="654671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80" name="Oval 2979">
              <a:extLst>
                <a:ext uri="{FF2B5EF4-FFF2-40B4-BE49-F238E27FC236}">
                  <a16:creationId xmlns:a16="http://schemas.microsoft.com/office/drawing/2014/main" id="{75EE0193-0EB7-C04A-B359-2A2176DDA1B5}"/>
                </a:ext>
              </a:extLst>
            </p:cNvPr>
            <p:cNvSpPr/>
            <p:nvPr/>
          </p:nvSpPr>
          <p:spPr>
            <a:xfrm rot="18535560">
              <a:off x="6317999" y="65179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81" name="Oval 2980">
              <a:extLst>
                <a:ext uri="{FF2B5EF4-FFF2-40B4-BE49-F238E27FC236}">
                  <a16:creationId xmlns:a16="http://schemas.microsoft.com/office/drawing/2014/main" id="{85FBD8C9-3C44-B043-9B04-1E20ECF5193E}"/>
                </a:ext>
              </a:extLst>
            </p:cNvPr>
            <p:cNvSpPr/>
            <p:nvPr/>
          </p:nvSpPr>
          <p:spPr>
            <a:xfrm rot="18535560">
              <a:off x="6337558" y="6491866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82" name="Oval 2981">
              <a:extLst>
                <a:ext uri="{FF2B5EF4-FFF2-40B4-BE49-F238E27FC236}">
                  <a16:creationId xmlns:a16="http://schemas.microsoft.com/office/drawing/2014/main" id="{0B963D19-F2F5-7040-8A91-3856AE7C303D}"/>
                </a:ext>
              </a:extLst>
            </p:cNvPr>
            <p:cNvSpPr/>
            <p:nvPr/>
          </p:nvSpPr>
          <p:spPr>
            <a:xfrm rot="18535560">
              <a:off x="6273902" y="660796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83" name="Oval 2982">
              <a:extLst>
                <a:ext uri="{FF2B5EF4-FFF2-40B4-BE49-F238E27FC236}">
                  <a16:creationId xmlns:a16="http://schemas.microsoft.com/office/drawing/2014/main" id="{0DCD50C9-8E3A-8F4E-A99A-7B6F51AD18BE}"/>
                </a:ext>
              </a:extLst>
            </p:cNvPr>
            <p:cNvSpPr/>
            <p:nvPr/>
          </p:nvSpPr>
          <p:spPr>
            <a:xfrm rot="18535560">
              <a:off x="6292046" y="658923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84" name="Oval 2983">
              <a:extLst>
                <a:ext uri="{FF2B5EF4-FFF2-40B4-BE49-F238E27FC236}">
                  <a16:creationId xmlns:a16="http://schemas.microsoft.com/office/drawing/2014/main" id="{36CC1148-C6AF-274D-AEAE-22BBA95BA204}"/>
                </a:ext>
              </a:extLst>
            </p:cNvPr>
            <p:cNvSpPr/>
            <p:nvPr/>
          </p:nvSpPr>
          <p:spPr>
            <a:xfrm rot="18535560">
              <a:off x="6310221" y="65648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85" name="Oval 2984">
              <a:extLst>
                <a:ext uri="{FF2B5EF4-FFF2-40B4-BE49-F238E27FC236}">
                  <a16:creationId xmlns:a16="http://schemas.microsoft.com/office/drawing/2014/main" id="{D0F1A291-09D3-FA44-9935-38457F7A4C4B}"/>
                </a:ext>
              </a:extLst>
            </p:cNvPr>
            <p:cNvSpPr/>
            <p:nvPr/>
          </p:nvSpPr>
          <p:spPr>
            <a:xfrm rot="18535560">
              <a:off x="6334840" y="653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86" name="Oval 2985">
              <a:extLst>
                <a:ext uri="{FF2B5EF4-FFF2-40B4-BE49-F238E27FC236}">
                  <a16:creationId xmlns:a16="http://schemas.microsoft.com/office/drawing/2014/main" id="{35EB72A8-693A-1E43-BA5A-178D91DAE77F}"/>
                </a:ext>
              </a:extLst>
            </p:cNvPr>
            <p:cNvSpPr/>
            <p:nvPr/>
          </p:nvSpPr>
          <p:spPr>
            <a:xfrm rot="18535560">
              <a:off x="6357637" y="6502425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87" name="Oval 2986">
              <a:extLst>
                <a:ext uri="{FF2B5EF4-FFF2-40B4-BE49-F238E27FC236}">
                  <a16:creationId xmlns:a16="http://schemas.microsoft.com/office/drawing/2014/main" id="{DDB0CAFD-3686-9E4F-A271-18FEA88DA720}"/>
                </a:ext>
              </a:extLst>
            </p:cNvPr>
            <p:cNvSpPr/>
            <p:nvPr/>
          </p:nvSpPr>
          <p:spPr>
            <a:xfrm rot="4135560">
              <a:off x="6294251" y="662250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88" name="Oval 2987">
              <a:extLst>
                <a:ext uri="{FF2B5EF4-FFF2-40B4-BE49-F238E27FC236}">
                  <a16:creationId xmlns:a16="http://schemas.microsoft.com/office/drawing/2014/main" id="{215C6D4B-D81C-414B-BAE8-6519B77098AF}"/>
                </a:ext>
              </a:extLst>
            </p:cNvPr>
            <p:cNvSpPr/>
            <p:nvPr/>
          </p:nvSpPr>
          <p:spPr>
            <a:xfrm rot="4135560">
              <a:off x="6317487" y="659373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89" name="Oval 2988">
              <a:extLst>
                <a:ext uri="{FF2B5EF4-FFF2-40B4-BE49-F238E27FC236}">
                  <a16:creationId xmlns:a16="http://schemas.microsoft.com/office/drawing/2014/main" id="{DB30D62B-1070-2741-94EB-0DFD253BBBD6}"/>
                </a:ext>
              </a:extLst>
            </p:cNvPr>
            <p:cNvSpPr/>
            <p:nvPr/>
          </p:nvSpPr>
          <p:spPr>
            <a:xfrm rot="4135560">
              <a:off x="6335190" y="657181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90" name="Oval 2989">
              <a:extLst>
                <a:ext uri="{FF2B5EF4-FFF2-40B4-BE49-F238E27FC236}">
                  <a16:creationId xmlns:a16="http://schemas.microsoft.com/office/drawing/2014/main" id="{BF3C4125-C9B5-B241-8098-CA02B4581279}"/>
                </a:ext>
              </a:extLst>
            </p:cNvPr>
            <p:cNvSpPr/>
            <p:nvPr/>
          </p:nvSpPr>
          <p:spPr>
            <a:xfrm rot="4135560">
              <a:off x="6314330" y="663306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91" name="Oval 2990">
              <a:extLst>
                <a:ext uri="{FF2B5EF4-FFF2-40B4-BE49-F238E27FC236}">
                  <a16:creationId xmlns:a16="http://schemas.microsoft.com/office/drawing/2014/main" id="{55DC90AE-5AD0-3441-8064-9D21A4E832A3}"/>
                </a:ext>
              </a:extLst>
            </p:cNvPr>
            <p:cNvSpPr/>
            <p:nvPr/>
          </p:nvSpPr>
          <p:spPr>
            <a:xfrm rot="4135560">
              <a:off x="6332473" y="661433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92" name="Oval 2991">
              <a:extLst>
                <a:ext uri="{FF2B5EF4-FFF2-40B4-BE49-F238E27FC236}">
                  <a16:creationId xmlns:a16="http://schemas.microsoft.com/office/drawing/2014/main" id="{484388B1-A1F6-0444-9E92-5AAC37C09E00}"/>
                </a:ext>
              </a:extLst>
            </p:cNvPr>
            <p:cNvSpPr/>
            <p:nvPr/>
          </p:nvSpPr>
          <p:spPr>
            <a:xfrm rot="4135560">
              <a:off x="6350648" y="658996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93" name="Oval 2992">
              <a:extLst>
                <a:ext uri="{FF2B5EF4-FFF2-40B4-BE49-F238E27FC236}">
                  <a16:creationId xmlns:a16="http://schemas.microsoft.com/office/drawing/2014/main" id="{6B751F5B-A0EC-8347-8009-E265B00617B6}"/>
                </a:ext>
              </a:extLst>
            </p:cNvPr>
            <p:cNvSpPr/>
            <p:nvPr/>
          </p:nvSpPr>
          <p:spPr>
            <a:xfrm rot="11852637">
              <a:off x="6333490" y="664684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94" name="Oval 2993">
              <a:extLst>
                <a:ext uri="{FF2B5EF4-FFF2-40B4-BE49-F238E27FC236}">
                  <a16:creationId xmlns:a16="http://schemas.microsoft.com/office/drawing/2014/main" id="{20D882D0-C4AB-B246-B446-7A79363580C5}"/>
                </a:ext>
              </a:extLst>
            </p:cNvPr>
            <p:cNvSpPr/>
            <p:nvPr/>
          </p:nvSpPr>
          <p:spPr>
            <a:xfrm rot="11852637">
              <a:off x="6356726" y="661807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95" name="Oval 2994">
              <a:extLst>
                <a:ext uri="{FF2B5EF4-FFF2-40B4-BE49-F238E27FC236}">
                  <a16:creationId xmlns:a16="http://schemas.microsoft.com/office/drawing/2014/main" id="{9F89F203-07E5-1643-8945-F3BBFFEBB6A8}"/>
                </a:ext>
              </a:extLst>
            </p:cNvPr>
            <p:cNvSpPr/>
            <p:nvPr/>
          </p:nvSpPr>
          <p:spPr>
            <a:xfrm rot="11852637">
              <a:off x="6374430" y="65961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96" name="Oval 2995">
              <a:extLst>
                <a:ext uri="{FF2B5EF4-FFF2-40B4-BE49-F238E27FC236}">
                  <a16:creationId xmlns:a16="http://schemas.microsoft.com/office/drawing/2014/main" id="{988233CD-84EB-364E-9D21-0C54C4DCCE15}"/>
                </a:ext>
              </a:extLst>
            </p:cNvPr>
            <p:cNvSpPr/>
            <p:nvPr/>
          </p:nvSpPr>
          <p:spPr>
            <a:xfrm rot="11852637">
              <a:off x="6353569" y="665739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97" name="Oval 2996">
              <a:extLst>
                <a:ext uri="{FF2B5EF4-FFF2-40B4-BE49-F238E27FC236}">
                  <a16:creationId xmlns:a16="http://schemas.microsoft.com/office/drawing/2014/main" id="{822733C2-7B18-1E4B-8B24-B87ED6EAB460}"/>
                </a:ext>
              </a:extLst>
            </p:cNvPr>
            <p:cNvSpPr/>
            <p:nvPr/>
          </p:nvSpPr>
          <p:spPr>
            <a:xfrm rot="11852637">
              <a:off x="6371713" y="6638662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98" name="Oval 2997">
              <a:extLst>
                <a:ext uri="{FF2B5EF4-FFF2-40B4-BE49-F238E27FC236}">
                  <a16:creationId xmlns:a16="http://schemas.microsoft.com/office/drawing/2014/main" id="{BDAF3229-CEB7-CA47-98A3-3C221A2E096A}"/>
                </a:ext>
              </a:extLst>
            </p:cNvPr>
            <p:cNvSpPr/>
            <p:nvPr/>
          </p:nvSpPr>
          <p:spPr>
            <a:xfrm rot="11852637">
              <a:off x="6389887" y="6614295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99" name="Oval 2998">
              <a:extLst>
                <a:ext uri="{FF2B5EF4-FFF2-40B4-BE49-F238E27FC236}">
                  <a16:creationId xmlns:a16="http://schemas.microsoft.com/office/drawing/2014/main" id="{4E397D1A-FC60-2943-B297-1A1AFC9E08DA}"/>
                </a:ext>
              </a:extLst>
            </p:cNvPr>
            <p:cNvSpPr/>
            <p:nvPr/>
          </p:nvSpPr>
          <p:spPr>
            <a:xfrm rot="11852637">
              <a:off x="6379980" y="666571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00" name="Oval 2999">
              <a:extLst>
                <a:ext uri="{FF2B5EF4-FFF2-40B4-BE49-F238E27FC236}">
                  <a16:creationId xmlns:a16="http://schemas.microsoft.com/office/drawing/2014/main" id="{E56A7297-98D8-DB4F-90F0-ABD12E15AA0E}"/>
                </a:ext>
              </a:extLst>
            </p:cNvPr>
            <p:cNvSpPr/>
            <p:nvPr/>
          </p:nvSpPr>
          <p:spPr>
            <a:xfrm rot="11852637">
              <a:off x="6403216" y="663694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01" name="Oval 3000">
              <a:extLst>
                <a:ext uri="{FF2B5EF4-FFF2-40B4-BE49-F238E27FC236}">
                  <a16:creationId xmlns:a16="http://schemas.microsoft.com/office/drawing/2014/main" id="{0A82C378-E3CB-B044-9961-7D0BC681F858}"/>
                </a:ext>
              </a:extLst>
            </p:cNvPr>
            <p:cNvSpPr/>
            <p:nvPr/>
          </p:nvSpPr>
          <p:spPr>
            <a:xfrm rot="11852637">
              <a:off x="6400059" y="667626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02" name="Oval 3001">
              <a:extLst>
                <a:ext uri="{FF2B5EF4-FFF2-40B4-BE49-F238E27FC236}">
                  <a16:creationId xmlns:a16="http://schemas.microsoft.com/office/drawing/2014/main" id="{BF846BFA-D2A0-414F-88A3-A57DA514D2BF}"/>
                </a:ext>
              </a:extLst>
            </p:cNvPr>
            <p:cNvSpPr/>
            <p:nvPr/>
          </p:nvSpPr>
          <p:spPr>
            <a:xfrm rot="11852637">
              <a:off x="6418202" y="665753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03" name="Freeform 3002">
              <a:extLst>
                <a:ext uri="{FF2B5EF4-FFF2-40B4-BE49-F238E27FC236}">
                  <a16:creationId xmlns:a16="http://schemas.microsoft.com/office/drawing/2014/main" id="{6123387C-EB7B-BC45-8CB8-3080778CB2C7}"/>
                </a:ext>
              </a:extLst>
            </p:cNvPr>
            <p:cNvSpPr/>
            <p:nvPr/>
          </p:nvSpPr>
          <p:spPr>
            <a:xfrm rot="18535560">
              <a:off x="6045401" y="6304373"/>
              <a:ext cx="235075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4" name="Freeform 3003">
              <a:extLst>
                <a:ext uri="{FF2B5EF4-FFF2-40B4-BE49-F238E27FC236}">
                  <a16:creationId xmlns:a16="http://schemas.microsoft.com/office/drawing/2014/main" id="{708E163B-1C33-2F46-ACEA-4A2ADE843155}"/>
                </a:ext>
              </a:extLst>
            </p:cNvPr>
            <p:cNvSpPr/>
            <p:nvPr/>
          </p:nvSpPr>
          <p:spPr>
            <a:xfrm rot="18535560" flipH="1">
              <a:off x="6160015" y="6157256"/>
              <a:ext cx="227078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005" name="Group 3004">
            <a:extLst>
              <a:ext uri="{FF2B5EF4-FFF2-40B4-BE49-F238E27FC236}">
                <a16:creationId xmlns:a16="http://schemas.microsoft.com/office/drawing/2014/main" id="{C8A47DE8-C2E6-3040-A8B1-4D3003B1408A}"/>
              </a:ext>
            </a:extLst>
          </p:cNvPr>
          <p:cNvGrpSpPr>
            <a:grpSpLocks noChangeAspect="1"/>
          </p:cNvGrpSpPr>
          <p:nvPr/>
        </p:nvGrpSpPr>
        <p:grpSpPr>
          <a:xfrm>
            <a:off x="7558517" y="6352707"/>
            <a:ext cx="759030" cy="413790"/>
            <a:chOff x="3201292" y="2360359"/>
            <a:chExt cx="2414304" cy="1316173"/>
          </a:xfrm>
          <a:solidFill>
            <a:srgbClr val="945200"/>
          </a:solidFill>
        </p:grpSpPr>
        <p:sp>
          <p:nvSpPr>
            <p:cNvPr id="3006" name="Rectangle 3005">
              <a:extLst>
                <a:ext uri="{FF2B5EF4-FFF2-40B4-BE49-F238E27FC236}">
                  <a16:creationId xmlns:a16="http://schemas.microsoft.com/office/drawing/2014/main" id="{04845FB1-3664-8E4B-8D3C-C730BCF8CF5D}"/>
                </a:ext>
              </a:extLst>
            </p:cNvPr>
            <p:cNvSpPr/>
            <p:nvPr/>
          </p:nvSpPr>
          <p:spPr>
            <a:xfrm rot="15476139">
              <a:off x="2817867" y="2883547"/>
              <a:ext cx="1232289" cy="200631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07" name="Rectangle 3006">
              <a:extLst>
                <a:ext uri="{FF2B5EF4-FFF2-40B4-BE49-F238E27FC236}">
                  <a16:creationId xmlns:a16="http://schemas.microsoft.com/office/drawing/2014/main" id="{7A63E649-411B-014B-9708-BED263AA342B}"/>
                </a:ext>
              </a:extLst>
            </p:cNvPr>
            <p:cNvSpPr/>
            <p:nvPr/>
          </p:nvSpPr>
          <p:spPr>
            <a:xfrm rot="16805759">
              <a:off x="4792679" y="2899071"/>
              <a:ext cx="1232289" cy="200631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08" name="Rectangle 3007">
              <a:extLst>
                <a:ext uri="{FF2B5EF4-FFF2-40B4-BE49-F238E27FC236}">
                  <a16:creationId xmlns:a16="http://schemas.microsoft.com/office/drawing/2014/main" id="{E005DD24-7372-684D-AF7A-0AFBC959EDED}"/>
                </a:ext>
              </a:extLst>
            </p:cNvPr>
            <p:cNvSpPr/>
            <p:nvPr/>
          </p:nvSpPr>
          <p:spPr>
            <a:xfrm rot="15723645">
              <a:off x="3318840" y="2883270"/>
              <a:ext cx="1015166" cy="233325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09" name="Rectangle 3008">
              <a:extLst>
                <a:ext uri="{FF2B5EF4-FFF2-40B4-BE49-F238E27FC236}">
                  <a16:creationId xmlns:a16="http://schemas.microsoft.com/office/drawing/2014/main" id="{6A405E92-5404-4546-B45F-EF44DD420762}"/>
                </a:ext>
              </a:extLst>
            </p:cNvPr>
            <p:cNvSpPr/>
            <p:nvPr/>
          </p:nvSpPr>
          <p:spPr>
            <a:xfrm rot="16637368">
              <a:off x="4512031" y="2882723"/>
              <a:ext cx="1015166" cy="233325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10" name="Rectangle 3009">
              <a:extLst>
                <a:ext uri="{FF2B5EF4-FFF2-40B4-BE49-F238E27FC236}">
                  <a16:creationId xmlns:a16="http://schemas.microsoft.com/office/drawing/2014/main" id="{738F03E0-883F-3B41-8EA0-5BB3D22CF3D1}"/>
                </a:ext>
              </a:extLst>
            </p:cNvPr>
            <p:cNvSpPr/>
            <p:nvPr/>
          </p:nvSpPr>
          <p:spPr>
            <a:xfrm rot="16412111">
              <a:off x="4125130" y="2882716"/>
              <a:ext cx="1015166" cy="233325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11" name="Rectangle 3010">
              <a:extLst>
                <a:ext uri="{FF2B5EF4-FFF2-40B4-BE49-F238E27FC236}">
                  <a16:creationId xmlns:a16="http://schemas.microsoft.com/office/drawing/2014/main" id="{C3CD9FE4-4A2C-DF4C-BD4D-DEBF18EECE0F}"/>
                </a:ext>
              </a:extLst>
            </p:cNvPr>
            <p:cNvSpPr/>
            <p:nvPr/>
          </p:nvSpPr>
          <p:spPr>
            <a:xfrm rot="15975407">
              <a:off x="3713083" y="2882718"/>
              <a:ext cx="1015166" cy="233325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12" name="Rectangle 3011">
              <a:extLst>
                <a:ext uri="{FF2B5EF4-FFF2-40B4-BE49-F238E27FC236}">
                  <a16:creationId xmlns:a16="http://schemas.microsoft.com/office/drawing/2014/main" id="{FDEE8F4F-9C31-5347-AFD6-4CAD8F66E2C8}"/>
                </a:ext>
              </a:extLst>
            </p:cNvPr>
            <p:cNvSpPr/>
            <p:nvPr/>
          </p:nvSpPr>
          <p:spPr>
            <a:xfrm>
              <a:off x="3201292" y="2360359"/>
              <a:ext cx="2414304" cy="187758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13" name="Rectangle 3012">
              <a:extLst>
                <a:ext uri="{FF2B5EF4-FFF2-40B4-BE49-F238E27FC236}">
                  <a16:creationId xmlns:a16="http://schemas.microsoft.com/office/drawing/2014/main" id="{115FF76A-F437-6B43-B1F5-B5D3DBC94E83}"/>
                </a:ext>
              </a:extLst>
            </p:cNvPr>
            <p:cNvSpPr/>
            <p:nvPr/>
          </p:nvSpPr>
          <p:spPr>
            <a:xfrm>
              <a:off x="3445667" y="3449576"/>
              <a:ext cx="1963156" cy="226956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14" name="Rectangle 3013">
              <a:extLst>
                <a:ext uri="{FF2B5EF4-FFF2-40B4-BE49-F238E27FC236}">
                  <a16:creationId xmlns:a16="http://schemas.microsoft.com/office/drawing/2014/main" id="{80CAD8CC-4152-8C45-8C03-C23CFB480C41}"/>
                </a:ext>
              </a:extLst>
            </p:cNvPr>
            <p:cNvSpPr/>
            <p:nvPr/>
          </p:nvSpPr>
          <p:spPr>
            <a:xfrm>
              <a:off x="3351008" y="2926523"/>
              <a:ext cx="2114872" cy="144645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015" name="Group 3014">
            <a:extLst>
              <a:ext uri="{FF2B5EF4-FFF2-40B4-BE49-F238E27FC236}">
                <a16:creationId xmlns:a16="http://schemas.microsoft.com/office/drawing/2014/main" id="{2751664C-7CA9-6E4F-8723-FF3473ADB970}"/>
              </a:ext>
            </a:extLst>
          </p:cNvPr>
          <p:cNvGrpSpPr>
            <a:grpSpLocks noChangeAspect="1"/>
          </p:cNvGrpSpPr>
          <p:nvPr/>
        </p:nvGrpSpPr>
        <p:grpSpPr>
          <a:xfrm>
            <a:off x="6482178" y="6251490"/>
            <a:ext cx="781866" cy="426239"/>
            <a:chOff x="3201292" y="2360359"/>
            <a:chExt cx="2414304" cy="1316173"/>
          </a:xfrm>
          <a:solidFill>
            <a:srgbClr val="945200"/>
          </a:solidFill>
        </p:grpSpPr>
        <p:sp>
          <p:nvSpPr>
            <p:cNvPr id="3016" name="Rectangle 3015">
              <a:extLst>
                <a:ext uri="{FF2B5EF4-FFF2-40B4-BE49-F238E27FC236}">
                  <a16:creationId xmlns:a16="http://schemas.microsoft.com/office/drawing/2014/main" id="{6E1E6987-3F4F-9F42-9DB2-AB3A767B840D}"/>
                </a:ext>
              </a:extLst>
            </p:cNvPr>
            <p:cNvSpPr/>
            <p:nvPr/>
          </p:nvSpPr>
          <p:spPr>
            <a:xfrm rot="15476139">
              <a:off x="2817867" y="2883547"/>
              <a:ext cx="1232289" cy="200631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17" name="Rectangle 3016">
              <a:extLst>
                <a:ext uri="{FF2B5EF4-FFF2-40B4-BE49-F238E27FC236}">
                  <a16:creationId xmlns:a16="http://schemas.microsoft.com/office/drawing/2014/main" id="{BBB33AA8-5E78-554D-BE41-A46D197536C2}"/>
                </a:ext>
              </a:extLst>
            </p:cNvPr>
            <p:cNvSpPr/>
            <p:nvPr/>
          </p:nvSpPr>
          <p:spPr>
            <a:xfrm rot="16805759">
              <a:off x="4792679" y="2899071"/>
              <a:ext cx="1232289" cy="200631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18" name="Rectangle 3017">
              <a:extLst>
                <a:ext uri="{FF2B5EF4-FFF2-40B4-BE49-F238E27FC236}">
                  <a16:creationId xmlns:a16="http://schemas.microsoft.com/office/drawing/2014/main" id="{04DBDAC5-173C-0E4E-A917-5F10A3094FBE}"/>
                </a:ext>
              </a:extLst>
            </p:cNvPr>
            <p:cNvSpPr/>
            <p:nvPr/>
          </p:nvSpPr>
          <p:spPr>
            <a:xfrm rot="15723645">
              <a:off x="3318840" y="2883270"/>
              <a:ext cx="1015166" cy="233325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19" name="Rectangle 3018">
              <a:extLst>
                <a:ext uri="{FF2B5EF4-FFF2-40B4-BE49-F238E27FC236}">
                  <a16:creationId xmlns:a16="http://schemas.microsoft.com/office/drawing/2014/main" id="{3A72AA86-8CE3-6C46-B039-7D0420424CEA}"/>
                </a:ext>
              </a:extLst>
            </p:cNvPr>
            <p:cNvSpPr/>
            <p:nvPr/>
          </p:nvSpPr>
          <p:spPr>
            <a:xfrm rot="16637368">
              <a:off x="4512031" y="2882723"/>
              <a:ext cx="1015166" cy="233325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20" name="Rectangle 3019">
              <a:extLst>
                <a:ext uri="{FF2B5EF4-FFF2-40B4-BE49-F238E27FC236}">
                  <a16:creationId xmlns:a16="http://schemas.microsoft.com/office/drawing/2014/main" id="{262F8754-4919-EB43-B30A-F253672F64A9}"/>
                </a:ext>
              </a:extLst>
            </p:cNvPr>
            <p:cNvSpPr/>
            <p:nvPr/>
          </p:nvSpPr>
          <p:spPr>
            <a:xfrm rot="16412111">
              <a:off x="4125130" y="2882716"/>
              <a:ext cx="1015166" cy="233325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21" name="Rectangle 3020">
              <a:extLst>
                <a:ext uri="{FF2B5EF4-FFF2-40B4-BE49-F238E27FC236}">
                  <a16:creationId xmlns:a16="http://schemas.microsoft.com/office/drawing/2014/main" id="{F105F2A1-127E-234F-A538-B80170B6C20B}"/>
                </a:ext>
              </a:extLst>
            </p:cNvPr>
            <p:cNvSpPr/>
            <p:nvPr/>
          </p:nvSpPr>
          <p:spPr>
            <a:xfrm rot="15975407">
              <a:off x="3713083" y="2882718"/>
              <a:ext cx="1015166" cy="233325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22" name="Rectangle 3021">
              <a:extLst>
                <a:ext uri="{FF2B5EF4-FFF2-40B4-BE49-F238E27FC236}">
                  <a16:creationId xmlns:a16="http://schemas.microsoft.com/office/drawing/2014/main" id="{7F15BF0B-81BF-6A43-9B96-F49E53726D6E}"/>
                </a:ext>
              </a:extLst>
            </p:cNvPr>
            <p:cNvSpPr/>
            <p:nvPr/>
          </p:nvSpPr>
          <p:spPr>
            <a:xfrm>
              <a:off x="3201292" y="2360359"/>
              <a:ext cx="2414304" cy="187758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23" name="Rectangle 3022">
              <a:extLst>
                <a:ext uri="{FF2B5EF4-FFF2-40B4-BE49-F238E27FC236}">
                  <a16:creationId xmlns:a16="http://schemas.microsoft.com/office/drawing/2014/main" id="{F8E62CBF-22FB-5449-ABA1-C0947EB8EE88}"/>
                </a:ext>
              </a:extLst>
            </p:cNvPr>
            <p:cNvSpPr/>
            <p:nvPr/>
          </p:nvSpPr>
          <p:spPr>
            <a:xfrm>
              <a:off x="3445667" y="3449576"/>
              <a:ext cx="1963156" cy="226956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24" name="Rectangle 3023">
              <a:extLst>
                <a:ext uri="{FF2B5EF4-FFF2-40B4-BE49-F238E27FC236}">
                  <a16:creationId xmlns:a16="http://schemas.microsoft.com/office/drawing/2014/main" id="{7F2F1C84-B7A8-474E-9B90-ACBB827C71C7}"/>
                </a:ext>
              </a:extLst>
            </p:cNvPr>
            <p:cNvSpPr/>
            <p:nvPr/>
          </p:nvSpPr>
          <p:spPr>
            <a:xfrm>
              <a:off x="3351008" y="2926523"/>
              <a:ext cx="2114872" cy="144645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025" name="TextBox 3024">
            <a:extLst>
              <a:ext uri="{FF2B5EF4-FFF2-40B4-BE49-F238E27FC236}">
                <a16:creationId xmlns:a16="http://schemas.microsoft.com/office/drawing/2014/main" id="{370DE044-088B-8C4D-9B8B-6750C6475D1D}"/>
              </a:ext>
            </a:extLst>
          </p:cNvPr>
          <p:cNvSpPr txBox="1"/>
          <p:nvPr/>
        </p:nvSpPr>
        <p:spPr>
          <a:xfrm>
            <a:off x="532655" y="2455947"/>
            <a:ext cx="1259640" cy="400110"/>
          </a:xfrm>
          <a:prstGeom prst="rect">
            <a:avLst/>
          </a:prstGeom>
          <a:solidFill>
            <a:srgbClr val="FFFCB0"/>
          </a:solidFill>
          <a:ln w="254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2000" b="1" dirty="0"/>
              <a:t>Allocation</a:t>
            </a:r>
          </a:p>
        </p:txBody>
      </p:sp>
      <p:sp>
        <p:nvSpPr>
          <p:cNvPr id="3026" name="TextBox 3025">
            <a:extLst>
              <a:ext uri="{FF2B5EF4-FFF2-40B4-BE49-F238E27FC236}">
                <a16:creationId xmlns:a16="http://schemas.microsoft.com/office/drawing/2014/main" id="{B784F281-99DC-0440-ADA0-BBB4CE16A363}"/>
              </a:ext>
            </a:extLst>
          </p:cNvPr>
          <p:cNvSpPr txBox="1"/>
          <p:nvPr/>
        </p:nvSpPr>
        <p:spPr>
          <a:xfrm>
            <a:off x="638807" y="1962309"/>
            <a:ext cx="1047338" cy="400110"/>
          </a:xfrm>
          <a:prstGeom prst="rect">
            <a:avLst/>
          </a:prstGeom>
          <a:solidFill>
            <a:srgbClr val="FFFCB0"/>
          </a:solidFill>
          <a:ln w="254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2000" b="1" dirty="0"/>
              <a:t>Transfer</a:t>
            </a:r>
          </a:p>
        </p:txBody>
      </p:sp>
      <p:sp>
        <p:nvSpPr>
          <p:cNvPr id="3027" name="TextBox 3026">
            <a:extLst>
              <a:ext uri="{FF2B5EF4-FFF2-40B4-BE49-F238E27FC236}">
                <a16:creationId xmlns:a16="http://schemas.microsoft.com/office/drawing/2014/main" id="{E25D2175-0EA3-004D-8F71-0B1847C30299}"/>
              </a:ext>
            </a:extLst>
          </p:cNvPr>
          <p:cNvSpPr txBox="1"/>
          <p:nvPr/>
        </p:nvSpPr>
        <p:spPr>
          <a:xfrm>
            <a:off x="712290" y="3445070"/>
            <a:ext cx="1024063" cy="307777"/>
          </a:xfrm>
          <a:prstGeom prst="rect">
            <a:avLst/>
          </a:prstGeom>
          <a:solidFill>
            <a:srgbClr val="FFFCB0"/>
          </a:solidFill>
          <a:ln w="127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1400" dirty="0"/>
              <a:t>10 Minutes</a:t>
            </a:r>
          </a:p>
        </p:txBody>
      </p:sp>
      <p:sp>
        <p:nvSpPr>
          <p:cNvPr id="3028" name="TextBox 3027">
            <a:extLst>
              <a:ext uri="{FF2B5EF4-FFF2-40B4-BE49-F238E27FC236}">
                <a16:creationId xmlns:a16="http://schemas.microsoft.com/office/drawing/2014/main" id="{055A1415-DBC2-5A46-99B9-C3E12833BBD4}"/>
              </a:ext>
            </a:extLst>
          </p:cNvPr>
          <p:cNvSpPr txBox="1"/>
          <p:nvPr/>
        </p:nvSpPr>
        <p:spPr>
          <a:xfrm>
            <a:off x="2188361" y="4648486"/>
            <a:ext cx="546945" cy="307777"/>
          </a:xfrm>
          <a:prstGeom prst="rect">
            <a:avLst/>
          </a:prstGeom>
          <a:solidFill>
            <a:srgbClr val="BACEE4"/>
          </a:solidFill>
          <a:ln w="12700">
            <a:solidFill>
              <a:srgbClr val="4A2E12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1400" dirty="0"/>
              <a:t>Daily</a:t>
            </a:r>
          </a:p>
        </p:txBody>
      </p:sp>
    </p:spTree>
    <p:extLst>
      <p:ext uri="{BB962C8B-B14F-4D97-AF65-F5344CB8AC3E}">
        <p14:creationId xmlns:p14="http://schemas.microsoft.com/office/powerpoint/2010/main" val="108992474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E8E57130-8045-1E44-ACE5-48D06DDB4BAB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1295" r="1642" b="36145"/>
          <a:stretch/>
        </p:blipFill>
        <p:spPr>
          <a:xfrm>
            <a:off x="3261105" y="-2247"/>
            <a:ext cx="5882895" cy="2840249"/>
          </a:xfrm>
          <a:prstGeom prst="rect">
            <a:avLst/>
          </a:prstGeom>
        </p:spPr>
      </p:pic>
      <p:sp>
        <p:nvSpPr>
          <p:cNvPr id="3" name="Oval 2">
            <a:extLst>
              <a:ext uri="{FF2B5EF4-FFF2-40B4-BE49-F238E27FC236}">
                <a16:creationId xmlns:a16="http://schemas.microsoft.com/office/drawing/2014/main" id="{8ED0ADDD-31E9-A448-AE28-6FC7EA07E44C}"/>
              </a:ext>
            </a:extLst>
          </p:cNvPr>
          <p:cNvSpPr/>
          <p:nvPr/>
        </p:nvSpPr>
        <p:spPr>
          <a:xfrm>
            <a:off x="1986480" y="286545"/>
            <a:ext cx="848774" cy="871737"/>
          </a:xfrm>
          <a:prstGeom prst="ellipse">
            <a:avLst/>
          </a:prstGeom>
          <a:solidFill>
            <a:srgbClr val="FFF4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BCF3FED-2727-3F47-A53C-96259F0FEA76}"/>
              </a:ext>
            </a:extLst>
          </p:cNvPr>
          <p:cNvGrpSpPr/>
          <p:nvPr/>
        </p:nvGrpSpPr>
        <p:grpSpPr>
          <a:xfrm>
            <a:off x="1760044" y="197558"/>
            <a:ext cx="1301647" cy="1066216"/>
            <a:chOff x="1394682" y="1284460"/>
            <a:chExt cx="1296846" cy="1034301"/>
          </a:xfrm>
          <a:solidFill>
            <a:srgbClr val="FFF400"/>
          </a:solidFill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DBD4D89A-6B38-594C-820C-735CEA20EAEA}"/>
                </a:ext>
              </a:extLst>
            </p:cNvPr>
            <p:cNvSpPr/>
            <p:nvPr/>
          </p:nvSpPr>
          <p:spPr>
            <a:xfrm rot="18900000">
              <a:off x="2360656" y="1284460"/>
              <a:ext cx="330872" cy="8434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50EBADB6-1CB1-3C4F-9499-0B520C946F39}"/>
                </a:ext>
              </a:extLst>
            </p:cNvPr>
            <p:cNvSpPr/>
            <p:nvPr/>
          </p:nvSpPr>
          <p:spPr>
            <a:xfrm rot="18900000">
              <a:off x="1394682" y="2234421"/>
              <a:ext cx="330872" cy="8434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8C71B104-E3DB-3C49-B1AC-C031EFA22069}"/>
              </a:ext>
            </a:extLst>
          </p:cNvPr>
          <p:cNvGrpSpPr/>
          <p:nvPr/>
        </p:nvGrpSpPr>
        <p:grpSpPr>
          <a:xfrm flipH="1">
            <a:off x="1759239" y="189835"/>
            <a:ext cx="1303255" cy="1065156"/>
            <a:chOff x="1394682" y="1284460"/>
            <a:chExt cx="1296846" cy="1034301"/>
          </a:xfrm>
          <a:solidFill>
            <a:srgbClr val="FFF400"/>
          </a:solidFill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E91A527-1409-D54A-849C-BC7EA434CE8E}"/>
                </a:ext>
              </a:extLst>
            </p:cNvPr>
            <p:cNvSpPr/>
            <p:nvPr/>
          </p:nvSpPr>
          <p:spPr>
            <a:xfrm rot="18900000">
              <a:off x="2360656" y="1284460"/>
              <a:ext cx="330872" cy="8434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7E7AE3E-D0D2-D348-9CF3-F3AA4C56C896}"/>
                </a:ext>
              </a:extLst>
            </p:cNvPr>
            <p:cNvSpPr/>
            <p:nvPr/>
          </p:nvSpPr>
          <p:spPr>
            <a:xfrm rot="18900000">
              <a:off x="1394682" y="2234421"/>
              <a:ext cx="330872" cy="8434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EB53814B-5DB9-3848-8151-4BEA390A55A4}"/>
              </a:ext>
            </a:extLst>
          </p:cNvPr>
          <p:cNvGrpSpPr/>
          <p:nvPr/>
        </p:nvGrpSpPr>
        <p:grpSpPr>
          <a:xfrm rot="18926824" flipH="1">
            <a:off x="1759062" y="235283"/>
            <a:ext cx="1192489" cy="1019275"/>
            <a:chOff x="1504903" y="1284460"/>
            <a:chExt cx="1186625" cy="989749"/>
          </a:xfrm>
          <a:solidFill>
            <a:srgbClr val="FFF400"/>
          </a:solidFill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42DD252-C30C-664F-99AB-69AE0D552984}"/>
                </a:ext>
              </a:extLst>
            </p:cNvPr>
            <p:cNvSpPr/>
            <p:nvPr/>
          </p:nvSpPr>
          <p:spPr>
            <a:xfrm rot="18900000">
              <a:off x="2360656" y="1284460"/>
              <a:ext cx="330872" cy="8434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FCE1D79D-262B-DD4C-BFDB-BF8E27EC0497}"/>
                </a:ext>
              </a:extLst>
            </p:cNvPr>
            <p:cNvSpPr/>
            <p:nvPr/>
          </p:nvSpPr>
          <p:spPr>
            <a:xfrm rot="18900000">
              <a:off x="1504903" y="2202523"/>
              <a:ext cx="207109" cy="71686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8293123A-02E3-464A-AFC0-C4998921E345}"/>
              </a:ext>
            </a:extLst>
          </p:cNvPr>
          <p:cNvGrpSpPr/>
          <p:nvPr/>
        </p:nvGrpSpPr>
        <p:grpSpPr>
          <a:xfrm rot="2728193" flipH="1">
            <a:off x="1806207" y="305189"/>
            <a:ext cx="1230971" cy="961673"/>
            <a:chOff x="1394682" y="1359681"/>
            <a:chExt cx="1192651" cy="959080"/>
          </a:xfrm>
          <a:solidFill>
            <a:srgbClr val="FFF400"/>
          </a:solidFill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0254AB0-EBDD-094F-864F-B72B07AFF956}"/>
                </a:ext>
              </a:extLst>
            </p:cNvPr>
            <p:cNvSpPr/>
            <p:nvPr/>
          </p:nvSpPr>
          <p:spPr>
            <a:xfrm rot="18900000">
              <a:off x="2390925" y="1359681"/>
              <a:ext cx="196408" cy="53543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19E4E1B4-4F6C-7146-80D3-1D52E01C4DAF}"/>
                </a:ext>
              </a:extLst>
            </p:cNvPr>
            <p:cNvSpPr/>
            <p:nvPr/>
          </p:nvSpPr>
          <p:spPr>
            <a:xfrm rot="18900000">
              <a:off x="1394682" y="2234421"/>
              <a:ext cx="330872" cy="8434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B15BA22-8CB5-8E4B-97B0-64444C303A8E}"/>
              </a:ext>
            </a:extLst>
          </p:cNvPr>
          <p:cNvGrpSpPr/>
          <p:nvPr/>
        </p:nvGrpSpPr>
        <p:grpSpPr>
          <a:xfrm>
            <a:off x="-66158" y="-7377"/>
            <a:ext cx="2606739" cy="1742784"/>
            <a:chOff x="-66158" y="-7377"/>
            <a:chExt cx="2606739" cy="1742784"/>
          </a:xfrm>
        </p:grpSpPr>
        <p:pic>
          <p:nvPicPr>
            <p:cNvPr id="17" name="Picture 16">
              <a:extLst>
                <a:ext uri="{FF2B5EF4-FFF2-40B4-BE49-F238E27FC236}">
                  <a16:creationId xmlns:a16="http://schemas.microsoft.com/office/drawing/2014/main" id="{7B69E52A-DD2D-8044-BE86-5CB31472D43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18" name="Picture 17">
              <a:extLst>
                <a:ext uri="{FF2B5EF4-FFF2-40B4-BE49-F238E27FC236}">
                  <a16:creationId xmlns:a16="http://schemas.microsoft.com/office/drawing/2014/main" id="{4DBCDD90-34CA-0B47-A8EE-64DE5E4F9A2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0" y="-7377"/>
              <a:ext cx="2540581" cy="1413104"/>
            </a:xfrm>
            <a:prstGeom prst="rect">
              <a:avLst/>
            </a:prstGeom>
          </p:spPr>
        </p:pic>
        <p:pic>
          <p:nvPicPr>
            <p:cNvPr id="19" name="Picture 18">
              <a:extLst>
                <a:ext uri="{FF2B5EF4-FFF2-40B4-BE49-F238E27FC236}">
                  <a16:creationId xmlns:a16="http://schemas.microsoft.com/office/drawing/2014/main" id="{E7E56187-2D97-D34B-8D58-8E2FEAB1882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55A5108A-1FB8-FB48-A03F-D84F5FF92D92}"/>
              </a:ext>
            </a:extLst>
          </p:cNvPr>
          <p:cNvSpPr/>
          <p:nvPr/>
        </p:nvSpPr>
        <p:spPr>
          <a:xfrm>
            <a:off x="0" y="5875842"/>
            <a:ext cx="9144000" cy="974677"/>
          </a:xfrm>
          <a:prstGeom prst="rect">
            <a:avLst/>
          </a:prstGeom>
          <a:solidFill>
            <a:srgbClr val="E1DBB4"/>
          </a:solidFill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 dirty="0">
              <a:solidFill>
                <a:schemeClr val="accent3">
                  <a:lumMod val="50000"/>
                </a:schemeClr>
              </a:solidFill>
            </a:endParaRPr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40215BD7-53D5-AF47-ABB0-3A8E062F225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flipH="1">
            <a:off x="-104785" y="3795468"/>
            <a:ext cx="1090508" cy="2707789"/>
          </a:xfrm>
          <a:prstGeom prst="rect">
            <a:avLst/>
          </a:prstGeom>
        </p:spPr>
      </p:pic>
      <p:pic>
        <p:nvPicPr>
          <p:cNvPr id="22" name="Picture 21">
            <a:extLst>
              <a:ext uri="{FF2B5EF4-FFF2-40B4-BE49-F238E27FC236}">
                <a16:creationId xmlns:a16="http://schemas.microsoft.com/office/drawing/2014/main" id="{8795A1DB-9143-B34F-8030-C2BEBE2F0E7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flipH="1">
            <a:off x="315959" y="3444570"/>
            <a:ext cx="1267981" cy="3148464"/>
          </a:xfrm>
          <a:prstGeom prst="rect">
            <a:avLst/>
          </a:prstGeom>
        </p:spPr>
      </p:pic>
      <p:pic>
        <p:nvPicPr>
          <p:cNvPr id="23" name="Picture 22">
            <a:extLst>
              <a:ext uri="{FF2B5EF4-FFF2-40B4-BE49-F238E27FC236}">
                <a16:creationId xmlns:a16="http://schemas.microsoft.com/office/drawing/2014/main" id="{2A849DDE-8681-1248-A063-5E3540B7049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flipH="1">
            <a:off x="124934" y="3702100"/>
            <a:ext cx="1143096" cy="2838368"/>
          </a:xfrm>
          <a:prstGeom prst="rect">
            <a:avLst/>
          </a:prstGeom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37319026-B335-6046-92F1-128A647AC7F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flipH="1">
            <a:off x="587440" y="3190525"/>
            <a:ext cx="1397207" cy="3469339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2B5C2942-BDB6-474F-8F2E-6C3F924F4922}"/>
              </a:ext>
            </a:extLst>
          </p:cNvPr>
          <p:cNvSpPr txBox="1"/>
          <p:nvPr/>
        </p:nvSpPr>
        <p:spPr>
          <a:xfrm>
            <a:off x="123136" y="1321177"/>
            <a:ext cx="3855723" cy="1077218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Disturbance: </a:t>
            </a:r>
          </a:p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Harvest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7D29A79C-10CD-9944-B6EF-1FAE74AF8FC0}"/>
              </a:ext>
            </a:extLst>
          </p:cNvPr>
          <p:cNvGrpSpPr/>
          <p:nvPr/>
        </p:nvGrpSpPr>
        <p:grpSpPr>
          <a:xfrm>
            <a:off x="2603724" y="2488063"/>
            <a:ext cx="4185308" cy="2096848"/>
            <a:chOff x="3234932" y="3190526"/>
            <a:chExt cx="4185308" cy="2096848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D0272E1D-B322-9F49-8DD6-34FE24DFF12B}"/>
                </a:ext>
              </a:extLst>
            </p:cNvPr>
            <p:cNvSpPr/>
            <p:nvPr/>
          </p:nvSpPr>
          <p:spPr>
            <a:xfrm>
              <a:off x="3234932" y="3190526"/>
              <a:ext cx="4173161" cy="2096848"/>
            </a:xfrm>
            <a:prstGeom prst="rect">
              <a:avLst/>
            </a:prstGeom>
            <a:solidFill>
              <a:srgbClr val="FFFDF0"/>
            </a:solidFill>
            <a:ln w="25400">
              <a:solidFill>
                <a:srgbClr val="A013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2FD38F3-F702-F445-B579-84B8CDD8199F}"/>
                </a:ext>
              </a:extLst>
            </p:cNvPr>
            <p:cNvSpPr txBox="1"/>
            <p:nvPr/>
          </p:nvSpPr>
          <p:spPr>
            <a:xfrm>
              <a:off x="3285582" y="3245788"/>
              <a:ext cx="4134658" cy="204158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285750" indent="-285750">
                <a:buClr>
                  <a:srgbClr val="A01300"/>
                </a:buClr>
                <a:buFont typeface="Wingdings" pitchFamily="2" charset="2"/>
                <a:buChar char="q"/>
              </a:pPr>
              <a:r>
                <a:rPr lang="en-US" b="1" dirty="0">
                  <a:solidFill>
                    <a:srgbClr val="654321"/>
                  </a:solidFill>
                  <a:latin typeface="Helvetica"/>
                  <a:cs typeface="Helvetica"/>
                </a:rPr>
                <a:t>Harvest Amount: </a:t>
              </a:r>
              <a:endParaRPr lang="en-US" b="1" baseline="-25000" dirty="0">
                <a:solidFill>
                  <a:srgbClr val="654321"/>
                </a:solidFill>
                <a:latin typeface="Helvetica"/>
                <a:cs typeface="Helvetica"/>
              </a:endParaRPr>
            </a:p>
            <a:p>
              <a:pPr>
                <a:buClr>
                  <a:srgbClr val="A01300"/>
                </a:buClr>
              </a:pPr>
              <a:r>
                <a:rPr lang="en-US" b="1" dirty="0">
                  <a:solidFill>
                    <a:srgbClr val="654321"/>
                  </a:solidFill>
                  <a:latin typeface="Helvetica"/>
                  <a:cs typeface="Helvetica"/>
                </a:rPr>
                <a:t>      </a:t>
              </a:r>
              <a:r>
                <a:rPr lang="en-US" b="1" dirty="0">
                  <a:solidFill>
                    <a:srgbClr val="9E160D"/>
                  </a:solidFill>
                  <a:latin typeface="Helvetica"/>
                  <a:cs typeface="Helvetica"/>
                </a:rPr>
                <a:t>-</a:t>
              </a:r>
              <a:r>
                <a:rPr lang="en-US" dirty="0">
                  <a:solidFill>
                    <a:srgbClr val="654321"/>
                  </a:solidFill>
                  <a:latin typeface="Helvetica"/>
                  <a:cs typeface="Helvetica"/>
                </a:rPr>
                <a:t> 60-100% of canopy plant growth</a:t>
              </a:r>
              <a:endParaRPr lang="en-US" i="1" baseline="-25000" dirty="0">
                <a:solidFill>
                  <a:srgbClr val="654321"/>
                </a:solidFill>
                <a:latin typeface="Helvetica"/>
                <a:cs typeface="Helvetica"/>
              </a:endParaRPr>
            </a:p>
            <a:p>
              <a:pPr>
                <a:buClr>
                  <a:srgbClr val="A01300"/>
                </a:buClr>
              </a:pPr>
              <a:endParaRPr lang="en-US" sz="800" b="1" dirty="0">
                <a:solidFill>
                  <a:srgbClr val="654321"/>
                </a:solidFill>
                <a:latin typeface="Helvetica"/>
                <a:cs typeface="Helvetica"/>
              </a:endParaRPr>
            </a:p>
            <a:p>
              <a:pPr marL="285750" indent="-285750">
                <a:buClr>
                  <a:srgbClr val="A01300"/>
                </a:buClr>
                <a:buFont typeface="Wingdings" pitchFamily="2" charset="2"/>
                <a:buChar char="q"/>
              </a:pPr>
              <a:r>
                <a:rPr lang="en-US" b="1" dirty="0">
                  <a:solidFill>
                    <a:srgbClr val="654321"/>
                  </a:solidFill>
                  <a:latin typeface="Helvetica"/>
                  <a:cs typeface="Helvetica"/>
                </a:rPr>
                <a:t>Harvested Carbon Fates:</a:t>
              </a:r>
            </a:p>
            <a:p>
              <a:pPr>
                <a:buClr>
                  <a:srgbClr val="A01300"/>
                </a:buClr>
              </a:pPr>
              <a:r>
                <a:rPr lang="en-US" dirty="0"/>
                <a:t>      </a:t>
              </a:r>
              <a:r>
                <a:rPr lang="en-US" b="1" dirty="0">
                  <a:solidFill>
                    <a:srgbClr val="9E160D"/>
                  </a:solidFill>
                  <a:latin typeface="Helvetica" pitchFamily="2" charset="0"/>
                </a:rPr>
                <a:t>-</a:t>
              </a:r>
              <a:r>
                <a:rPr lang="en-US" dirty="0"/>
                <a:t> </a:t>
              </a:r>
              <a:r>
                <a:rPr lang="en-US" b="1" dirty="0">
                  <a:latin typeface="Helvetica" pitchFamily="2" charset="0"/>
                </a:rPr>
                <a:t>Removed</a:t>
              </a:r>
              <a:r>
                <a:rPr lang="en-US" dirty="0">
                  <a:solidFill>
                    <a:srgbClr val="9E160D"/>
                  </a:solidFill>
                  <a:latin typeface="Helvetica" pitchFamily="2" charset="0"/>
                </a:rPr>
                <a:t> 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from the site</a:t>
              </a:r>
              <a:endParaRPr lang="en-US" b="1" dirty="0">
                <a:solidFill>
                  <a:srgbClr val="4B3118"/>
                </a:solidFill>
                <a:latin typeface="Helvetica"/>
                <a:cs typeface="Helvetica"/>
              </a:endParaRPr>
            </a:p>
            <a:p>
              <a:pPr>
                <a:lnSpc>
                  <a:spcPts val="2800"/>
                </a:lnSpc>
              </a:pPr>
              <a:r>
                <a:rPr lang="en-US" dirty="0"/>
                <a:t>      </a:t>
              </a:r>
              <a:r>
                <a:rPr lang="en-US" b="1" dirty="0">
                  <a:solidFill>
                    <a:srgbClr val="9E160D"/>
                  </a:solidFill>
                  <a:latin typeface="Helvetica" pitchFamily="2" charset="0"/>
                </a:rPr>
                <a:t>-</a:t>
              </a:r>
              <a:r>
                <a:rPr lang="en-US" dirty="0"/>
                <a:t> </a:t>
              </a:r>
              <a:r>
                <a:rPr lang="en-US" b="1" dirty="0">
                  <a:solidFill>
                    <a:srgbClr val="9E160D"/>
                  </a:solidFill>
                  <a:latin typeface="Helvetica" pitchFamily="2" charset="0"/>
                </a:rPr>
                <a:t>Released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back to the atmosphere</a:t>
              </a:r>
            </a:p>
            <a:p>
              <a:pPr>
                <a:lnSpc>
                  <a:spcPts val="2800"/>
                </a:lnSpc>
              </a:pP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    </a:t>
              </a:r>
              <a:r>
                <a:rPr lang="en-US" b="1" dirty="0">
                  <a:solidFill>
                    <a:srgbClr val="9E160D"/>
                  </a:solidFill>
                  <a:latin typeface="Helvetica" pitchFamily="2" charset="0"/>
                </a:rPr>
                <a:t>-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</a:t>
              </a:r>
              <a:r>
                <a:rPr lang="en-US" b="1" dirty="0">
                  <a:solidFill>
                    <a:schemeClr val="accent3">
                      <a:lumMod val="50000"/>
                    </a:schemeClr>
                  </a:solidFill>
                  <a:latin typeface="Helvetica" pitchFamily="2" charset="0"/>
                </a:rPr>
                <a:t>Transferred 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to </a:t>
              </a:r>
              <a:r>
                <a:rPr lang="en-US" dirty="0">
                  <a:solidFill>
                    <a:srgbClr val="9E160D"/>
                  </a:solidFill>
                  <a:latin typeface="Helvetica" pitchFamily="2" charset="0"/>
                </a:rPr>
                <a:t>dead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carbon pools</a:t>
              </a:r>
              <a:endParaRPr lang="en-US" dirty="0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AC8566B8-E1E8-CC4E-8AB0-ED63438651FA}"/>
              </a:ext>
            </a:extLst>
          </p:cNvPr>
          <p:cNvGrpSpPr/>
          <p:nvPr/>
        </p:nvGrpSpPr>
        <p:grpSpPr>
          <a:xfrm>
            <a:off x="4467092" y="4669609"/>
            <a:ext cx="4375484" cy="2133898"/>
            <a:chOff x="4691659" y="4688243"/>
            <a:chExt cx="4375484" cy="2133898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2FA64BCE-4860-9C4E-BC3B-58746AC4E1DE}"/>
                </a:ext>
              </a:extLst>
            </p:cNvPr>
            <p:cNvSpPr/>
            <p:nvPr/>
          </p:nvSpPr>
          <p:spPr>
            <a:xfrm>
              <a:off x="4893982" y="4688243"/>
              <a:ext cx="4173161" cy="2096848"/>
            </a:xfrm>
            <a:prstGeom prst="rect">
              <a:avLst/>
            </a:prstGeom>
            <a:solidFill>
              <a:srgbClr val="FFFDF0"/>
            </a:solidFill>
            <a:ln w="25400">
              <a:solidFill>
                <a:srgbClr val="A013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E903F1E3-2721-0A43-B415-1EDFB7CB3E7E}"/>
                </a:ext>
              </a:extLst>
            </p:cNvPr>
            <p:cNvSpPr txBox="1"/>
            <p:nvPr/>
          </p:nvSpPr>
          <p:spPr>
            <a:xfrm>
              <a:off x="4691659" y="4739520"/>
              <a:ext cx="4326826" cy="20826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buClr>
                  <a:srgbClr val="A01300"/>
                </a:buClr>
              </a:pPr>
              <a:r>
                <a:rPr lang="en-US" b="1" dirty="0">
                  <a:solidFill>
                    <a:srgbClr val="654321"/>
                  </a:solidFill>
                  <a:latin typeface="Helvetica"/>
                  <a:cs typeface="Helvetica"/>
                </a:rPr>
                <a:t>Treatment of Harvested Carbon </a:t>
              </a:r>
              <a:endParaRPr lang="en-US" b="1" baseline="-25000" dirty="0">
                <a:solidFill>
                  <a:srgbClr val="654321"/>
                </a:solidFill>
                <a:latin typeface="Helvetica"/>
                <a:cs typeface="Helvetica"/>
              </a:endParaRPr>
            </a:p>
            <a:p>
              <a:pPr>
                <a:buClr>
                  <a:srgbClr val="A01300"/>
                </a:buClr>
              </a:pPr>
              <a:r>
                <a:rPr lang="en-US" b="1" dirty="0">
                  <a:solidFill>
                    <a:srgbClr val="654321"/>
                  </a:solidFill>
                  <a:latin typeface="Helvetica"/>
                  <a:cs typeface="Helvetica"/>
                </a:rPr>
                <a:t>      </a:t>
              </a:r>
              <a:r>
                <a:rPr lang="en-US" b="1" dirty="0">
                  <a:solidFill>
                    <a:srgbClr val="9E160D"/>
                  </a:solidFill>
                  <a:latin typeface="Helvetica"/>
                  <a:cs typeface="Helvetica"/>
                </a:rPr>
                <a:t>-</a:t>
              </a:r>
              <a:r>
                <a:rPr lang="en-US" dirty="0">
                  <a:solidFill>
                    <a:srgbClr val="654321"/>
                  </a:solidFill>
                  <a:latin typeface="Helvetica"/>
                  <a:cs typeface="Helvetica"/>
                </a:rPr>
                <a:t> Summed annually, globally</a:t>
              </a:r>
              <a:endParaRPr lang="en-US" b="1" dirty="0">
                <a:solidFill>
                  <a:srgbClr val="4B3118"/>
                </a:solidFill>
                <a:latin typeface="Helvetica"/>
                <a:cs typeface="Helvetica"/>
              </a:endParaRPr>
            </a:p>
            <a:p>
              <a:pPr>
                <a:lnSpc>
                  <a:spcPts val="2800"/>
                </a:lnSpc>
              </a:pPr>
              <a:r>
                <a:rPr lang="en-US" dirty="0"/>
                <a:t>       </a:t>
              </a:r>
              <a:r>
                <a:rPr lang="en-US" b="1" dirty="0">
                  <a:solidFill>
                    <a:srgbClr val="9E160D"/>
                  </a:solidFill>
                  <a:latin typeface="Helvetica" pitchFamily="2" charset="0"/>
                </a:rPr>
                <a:t>-</a:t>
              </a:r>
              <a:r>
                <a:rPr lang="en-US" dirty="0"/>
                <a:t> </a:t>
              </a:r>
              <a:r>
                <a:rPr lang="en-US" b="1" dirty="0">
                  <a:latin typeface="Helvetica" pitchFamily="2" charset="0"/>
                </a:rPr>
                <a:t>Redistributed</a:t>
              </a:r>
              <a:r>
                <a:rPr lang="en-US" dirty="0">
                  <a:solidFill>
                    <a:srgbClr val="9E160D"/>
                  </a:solidFill>
                  <a:latin typeface="Helvetica" pitchFamily="2" charset="0"/>
                </a:rPr>
                <a:t> </a:t>
              </a:r>
              <a:endParaRPr lang="en-US" dirty="0">
                <a:solidFill>
                  <a:srgbClr val="4B3118"/>
                </a:solidFill>
                <a:latin typeface="Helvetica" pitchFamily="2" charset="0"/>
              </a:endParaRPr>
            </a:p>
            <a:p>
              <a:pPr>
                <a:lnSpc>
                  <a:spcPts val="2800"/>
                </a:lnSpc>
              </a:pP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       </a:t>
              </a:r>
              <a:r>
                <a:rPr lang="en-US" dirty="0">
                  <a:solidFill>
                    <a:srgbClr val="9E160D"/>
                  </a:solidFill>
                  <a:latin typeface="Helvetica" pitchFamily="2" charset="0"/>
                </a:rPr>
                <a:t>+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Human and livestock populations</a:t>
              </a:r>
            </a:p>
            <a:p>
              <a:pPr>
                <a:lnSpc>
                  <a:spcPts val="2800"/>
                </a:lnSpc>
              </a:pP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       </a:t>
              </a:r>
              <a:r>
                <a:rPr lang="en-US" dirty="0">
                  <a:solidFill>
                    <a:srgbClr val="9E160D"/>
                  </a:solidFill>
                  <a:latin typeface="Helvetica" pitchFamily="2" charset="0"/>
                </a:rPr>
                <a:t>+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Local/National preference</a:t>
              </a:r>
            </a:p>
            <a:p>
              <a:pPr>
                <a:lnSpc>
                  <a:spcPts val="2800"/>
                </a:lnSpc>
              </a:pP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     </a:t>
              </a:r>
              <a:r>
                <a:rPr lang="en-US" b="1" dirty="0">
                  <a:solidFill>
                    <a:srgbClr val="9E160D"/>
                  </a:solidFill>
                  <a:latin typeface="Helvetica" pitchFamily="2" charset="0"/>
                </a:rPr>
                <a:t>-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</a:t>
              </a:r>
              <a:r>
                <a:rPr lang="en-US" b="1" dirty="0">
                  <a:solidFill>
                    <a:srgbClr val="9E160D"/>
                  </a:solidFill>
                  <a:latin typeface="Helvetica" pitchFamily="2" charset="0"/>
                </a:rPr>
                <a:t>Respired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at constant rate</a:t>
              </a:r>
              <a:endParaRPr lang="en-US" dirty="0"/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571ABE9F-8F97-CE47-A7C0-A7F400C01226}"/>
              </a:ext>
            </a:extLst>
          </p:cNvPr>
          <p:cNvGrpSpPr/>
          <p:nvPr/>
        </p:nvGrpSpPr>
        <p:grpSpPr>
          <a:xfrm>
            <a:off x="643607" y="4231012"/>
            <a:ext cx="2229597" cy="1658358"/>
            <a:chOff x="6542315" y="2108918"/>
            <a:chExt cx="4376056" cy="2675354"/>
          </a:xfrm>
        </p:grpSpPr>
        <p:sp>
          <p:nvSpPr>
            <p:cNvPr id="33" name="Parallelogram 32">
              <a:extLst>
                <a:ext uri="{FF2B5EF4-FFF2-40B4-BE49-F238E27FC236}">
                  <a16:creationId xmlns:a16="http://schemas.microsoft.com/office/drawing/2014/main" id="{42E9CB4A-5A2A-0A42-9522-A877799491CC}"/>
                </a:ext>
              </a:extLst>
            </p:cNvPr>
            <p:cNvSpPr/>
            <p:nvPr/>
          </p:nvSpPr>
          <p:spPr>
            <a:xfrm rot="2700000">
              <a:off x="7579789" y="2415829"/>
              <a:ext cx="505691" cy="97096"/>
            </a:xfrm>
            <a:prstGeom prst="parallelogram">
              <a:avLst>
                <a:gd name="adj" fmla="val 0"/>
              </a:avLst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Parallelogram 33">
              <a:extLst>
                <a:ext uri="{FF2B5EF4-FFF2-40B4-BE49-F238E27FC236}">
                  <a16:creationId xmlns:a16="http://schemas.microsoft.com/office/drawing/2014/main" id="{B5D0DBA6-BE3B-4A41-A4BA-B8A84740C99F}"/>
                </a:ext>
              </a:extLst>
            </p:cNvPr>
            <p:cNvSpPr/>
            <p:nvPr/>
          </p:nvSpPr>
          <p:spPr>
            <a:xfrm>
              <a:off x="6542315" y="2990659"/>
              <a:ext cx="1659576" cy="215185"/>
            </a:xfrm>
            <a:prstGeom prst="parallelogram">
              <a:avLst>
                <a:gd name="adj" fmla="val 0"/>
              </a:avLst>
            </a:prstGeom>
            <a:solidFill>
              <a:srgbClr val="00B8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Parallelogram 34">
              <a:extLst>
                <a:ext uri="{FF2B5EF4-FFF2-40B4-BE49-F238E27FC236}">
                  <a16:creationId xmlns:a16="http://schemas.microsoft.com/office/drawing/2014/main" id="{3731B521-836B-864D-8418-03BFE069BB3E}"/>
                </a:ext>
              </a:extLst>
            </p:cNvPr>
            <p:cNvSpPr/>
            <p:nvPr/>
          </p:nvSpPr>
          <p:spPr>
            <a:xfrm>
              <a:off x="7707086" y="2556826"/>
              <a:ext cx="3061854" cy="1388642"/>
            </a:xfrm>
            <a:prstGeom prst="parallelogram">
              <a:avLst>
                <a:gd name="adj" fmla="val 16216"/>
              </a:avLst>
            </a:prstGeom>
            <a:solidFill>
              <a:srgbClr val="00B8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F2147DD2-A3C5-AE4A-875C-EFA0659CBE93}"/>
                </a:ext>
              </a:extLst>
            </p:cNvPr>
            <p:cNvSpPr/>
            <p:nvPr/>
          </p:nvSpPr>
          <p:spPr>
            <a:xfrm>
              <a:off x="6542315" y="3238501"/>
              <a:ext cx="1545771" cy="154577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F58DCE39-B721-1149-A653-C549458C02C4}"/>
                </a:ext>
              </a:extLst>
            </p:cNvPr>
            <p:cNvSpPr/>
            <p:nvPr/>
          </p:nvSpPr>
          <p:spPr>
            <a:xfrm>
              <a:off x="9993086" y="3858987"/>
              <a:ext cx="925285" cy="92528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C9F8E691-51FE-D24C-9965-B2748594FB60}"/>
                </a:ext>
              </a:extLst>
            </p:cNvPr>
            <p:cNvCxnSpPr>
              <a:cxnSpLocks/>
            </p:cNvCxnSpPr>
            <p:nvPr/>
          </p:nvCxnSpPr>
          <p:spPr>
            <a:xfrm>
              <a:off x="7811104" y="3363084"/>
              <a:ext cx="2803016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Parallelogram 38">
              <a:extLst>
                <a:ext uri="{FF2B5EF4-FFF2-40B4-BE49-F238E27FC236}">
                  <a16:creationId xmlns:a16="http://schemas.microsoft.com/office/drawing/2014/main" id="{0F6B3AED-B16A-8B48-A9CB-64731228F066}"/>
                </a:ext>
              </a:extLst>
            </p:cNvPr>
            <p:cNvSpPr/>
            <p:nvPr/>
          </p:nvSpPr>
          <p:spPr>
            <a:xfrm>
              <a:off x="6871855" y="2802879"/>
              <a:ext cx="505691" cy="171451"/>
            </a:xfrm>
            <a:prstGeom prst="parallelogram">
              <a:avLst>
                <a:gd name="adj" fmla="val 0"/>
              </a:avLst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" name="Parallelogram 39">
              <a:extLst>
                <a:ext uri="{FF2B5EF4-FFF2-40B4-BE49-F238E27FC236}">
                  <a16:creationId xmlns:a16="http://schemas.microsoft.com/office/drawing/2014/main" id="{286A79B8-A598-1B4C-982B-F22726572957}"/>
                </a:ext>
              </a:extLst>
            </p:cNvPr>
            <p:cNvSpPr/>
            <p:nvPr/>
          </p:nvSpPr>
          <p:spPr>
            <a:xfrm rot="18870072">
              <a:off x="7460143" y="2234386"/>
              <a:ext cx="310567" cy="59631"/>
            </a:xfrm>
            <a:prstGeom prst="parallelogram">
              <a:avLst>
                <a:gd name="adj" fmla="val 0"/>
              </a:avLst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9C12FDCB-E8F6-9B47-A746-6DD5B62724A9}"/>
                </a:ext>
              </a:extLst>
            </p:cNvPr>
            <p:cNvSpPr/>
            <p:nvPr/>
          </p:nvSpPr>
          <p:spPr>
            <a:xfrm>
              <a:off x="6804781" y="3501076"/>
              <a:ext cx="1020727" cy="1020727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5B2F84A1-527B-9540-9ADD-CAA0B4655617}"/>
                </a:ext>
              </a:extLst>
            </p:cNvPr>
            <p:cNvCxnSpPr>
              <a:cxnSpLocks/>
              <a:endCxn id="41" idx="6"/>
            </p:cNvCxnSpPr>
            <p:nvPr/>
          </p:nvCxnSpPr>
          <p:spPr>
            <a:xfrm>
              <a:off x="6804781" y="4011386"/>
              <a:ext cx="1020727" cy="5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687BDDF-53B7-3B40-9FB5-85CABFD611BF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804753" y="4027355"/>
              <a:ext cx="1020727" cy="5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B0E9C7EB-B50C-5047-816E-F9BA23F7CCDC}"/>
                </a:ext>
              </a:extLst>
            </p:cNvPr>
            <p:cNvCxnSpPr>
              <a:cxnSpLocks/>
            </p:cNvCxnSpPr>
            <p:nvPr/>
          </p:nvCxnSpPr>
          <p:spPr>
            <a:xfrm rot="2700000">
              <a:off x="6804725" y="4010420"/>
              <a:ext cx="1020727" cy="5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A2F9EECB-163B-CA4A-BE56-900C3378EBF1}"/>
                </a:ext>
              </a:extLst>
            </p:cNvPr>
            <p:cNvCxnSpPr>
              <a:cxnSpLocks/>
            </p:cNvCxnSpPr>
            <p:nvPr/>
          </p:nvCxnSpPr>
          <p:spPr>
            <a:xfrm rot="8100000">
              <a:off x="6804218" y="4026860"/>
              <a:ext cx="1020727" cy="5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144F1E50-7F5C-7345-B791-F11C1D7BCE21}"/>
                </a:ext>
              </a:extLst>
            </p:cNvPr>
            <p:cNvGrpSpPr/>
            <p:nvPr/>
          </p:nvGrpSpPr>
          <p:grpSpPr>
            <a:xfrm>
              <a:off x="10146001" y="4009953"/>
              <a:ext cx="636388" cy="646590"/>
              <a:chOff x="8329812" y="4770000"/>
              <a:chExt cx="1021290" cy="1037662"/>
            </a:xfrm>
          </p:grpSpPr>
          <p:sp>
            <p:nvSpPr>
              <p:cNvPr id="48" name="Oval 47">
                <a:extLst>
                  <a:ext uri="{FF2B5EF4-FFF2-40B4-BE49-F238E27FC236}">
                    <a16:creationId xmlns:a16="http://schemas.microsoft.com/office/drawing/2014/main" id="{AF3FD4F2-263B-2942-AB67-73C7AC72D281}"/>
                  </a:ext>
                </a:extLst>
              </p:cNvPr>
              <p:cNvSpPr/>
              <p:nvPr/>
            </p:nvSpPr>
            <p:spPr>
              <a:xfrm>
                <a:off x="8330375" y="4770993"/>
                <a:ext cx="1020727" cy="1020727"/>
              </a:xfrm>
              <a:prstGeom prst="ellipse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a16:creationId xmlns:a16="http://schemas.microsoft.com/office/drawing/2014/main" id="{D81ECC03-2FA0-724D-8E29-74B3ABB0B50B}"/>
                  </a:ext>
                </a:extLst>
              </p:cNvPr>
              <p:cNvCxnSpPr>
                <a:cxnSpLocks/>
                <a:endCxn id="48" idx="6"/>
              </p:cNvCxnSpPr>
              <p:nvPr/>
            </p:nvCxnSpPr>
            <p:spPr>
              <a:xfrm>
                <a:off x="8330375" y="5281303"/>
                <a:ext cx="1020727" cy="54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DD9CCF97-8125-A94F-B74C-0D60D171C8BB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8330347" y="5297272"/>
                <a:ext cx="1020727" cy="54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a16:creationId xmlns:a16="http://schemas.microsoft.com/office/drawing/2014/main" id="{9127ECDF-588F-4449-9A98-5328970F9B7B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8330319" y="5280337"/>
                <a:ext cx="1020727" cy="54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Straight Connector 51">
                <a:extLst>
                  <a:ext uri="{FF2B5EF4-FFF2-40B4-BE49-F238E27FC236}">
                    <a16:creationId xmlns:a16="http://schemas.microsoft.com/office/drawing/2014/main" id="{5F10426E-5E82-9B4C-A54F-89BBF666F52A}"/>
                  </a:ext>
                </a:extLst>
              </p:cNvPr>
              <p:cNvCxnSpPr>
                <a:cxnSpLocks/>
              </p:cNvCxnSpPr>
              <p:nvPr/>
            </p:nvCxnSpPr>
            <p:spPr>
              <a:xfrm rot="8100000">
                <a:off x="8329812" y="5296777"/>
                <a:ext cx="1020727" cy="54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7" name="Trapezoid 46">
              <a:extLst>
                <a:ext uri="{FF2B5EF4-FFF2-40B4-BE49-F238E27FC236}">
                  <a16:creationId xmlns:a16="http://schemas.microsoft.com/office/drawing/2014/main" id="{6CF8971E-B175-3145-B776-0F44B896F2F7}"/>
                </a:ext>
              </a:extLst>
            </p:cNvPr>
            <p:cNvSpPr/>
            <p:nvPr/>
          </p:nvSpPr>
          <p:spPr>
            <a:xfrm>
              <a:off x="9922933" y="2132549"/>
              <a:ext cx="213305" cy="417740"/>
            </a:xfrm>
            <a:prstGeom prst="trapezoid">
              <a:avLst/>
            </a:prstGeom>
            <a:solidFill>
              <a:schemeClr val="tx2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4CF31307-A176-B943-A84E-86D5C6C94658}"/>
              </a:ext>
            </a:extLst>
          </p:cNvPr>
          <p:cNvGrpSpPr/>
          <p:nvPr/>
        </p:nvGrpSpPr>
        <p:grpSpPr>
          <a:xfrm>
            <a:off x="1407825" y="5790162"/>
            <a:ext cx="1023378" cy="764553"/>
            <a:chOff x="8011409" y="5099136"/>
            <a:chExt cx="1023378" cy="764553"/>
          </a:xfrm>
        </p:grpSpPr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417D19FE-CB2B-854C-9A8F-92D51DB4F95D}"/>
                </a:ext>
              </a:extLst>
            </p:cNvPr>
            <p:cNvGrpSpPr/>
            <p:nvPr/>
          </p:nvGrpSpPr>
          <p:grpSpPr>
            <a:xfrm rot="1489317">
              <a:off x="8011409" y="5182745"/>
              <a:ext cx="561574" cy="394357"/>
              <a:chOff x="5871652" y="6279397"/>
              <a:chExt cx="686823" cy="439136"/>
            </a:xfrm>
          </p:grpSpPr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6DA5019B-B908-5D4B-89DA-3E9A7845CE19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A9A70ED5-7D87-254E-B7B2-2644691412E0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7" name="Freeform 426">
                <a:extLst>
                  <a:ext uri="{FF2B5EF4-FFF2-40B4-BE49-F238E27FC236}">
                    <a16:creationId xmlns:a16="http://schemas.microsoft.com/office/drawing/2014/main" id="{1BD81FF8-D28A-5444-9EA2-13CD6C24A0BB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8" name="Rectangle 427">
                <a:extLst>
                  <a:ext uri="{FF2B5EF4-FFF2-40B4-BE49-F238E27FC236}">
                    <a16:creationId xmlns:a16="http://schemas.microsoft.com/office/drawing/2014/main" id="{001F9C1C-62DC-9C45-8C52-9616A422A1D8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429" name="Oval 428">
                <a:extLst>
                  <a:ext uri="{FF2B5EF4-FFF2-40B4-BE49-F238E27FC236}">
                    <a16:creationId xmlns:a16="http://schemas.microsoft.com/office/drawing/2014/main" id="{423B1D7E-1E61-264D-A1AE-7CAA79339736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0" name="Oval 429">
                <a:extLst>
                  <a:ext uri="{FF2B5EF4-FFF2-40B4-BE49-F238E27FC236}">
                    <a16:creationId xmlns:a16="http://schemas.microsoft.com/office/drawing/2014/main" id="{2DCE19EE-AB8D-1247-BA24-9BE5987C991C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1" name="Oval 430">
                <a:extLst>
                  <a:ext uri="{FF2B5EF4-FFF2-40B4-BE49-F238E27FC236}">
                    <a16:creationId xmlns:a16="http://schemas.microsoft.com/office/drawing/2014/main" id="{F5466301-C59C-F448-9836-82ECECF22989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2" name="Oval 431">
                <a:extLst>
                  <a:ext uri="{FF2B5EF4-FFF2-40B4-BE49-F238E27FC236}">
                    <a16:creationId xmlns:a16="http://schemas.microsoft.com/office/drawing/2014/main" id="{B2069985-C634-1549-A3F7-2F4CA1DE1BDC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3" name="Oval 432">
                <a:extLst>
                  <a:ext uri="{FF2B5EF4-FFF2-40B4-BE49-F238E27FC236}">
                    <a16:creationId xmlns:a16="http://schemas.microsoft.com/office/drawing/2014/main" id="{26FE6A97-DE8F-2341-9D07-285F9D86730E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4" name="Oval 433">
                <a:extLst>
                  <a:ext uri="{FF2B5EF4-FFF2-40B4-BE49-F238E27FC236}">
                    <a16:creationId xmlns:a16="http://schemas.microsoft.com/office/drawing/2014/main" id="{79052C6E-F9FF-7940-905D-57D93906D2B4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5" name="Oval 434">
                <a:extLst>
                  <a:ext uri="{FF2B5EF4-FFF2-40B4-BE49-F238E27FC236}">
                    <a16:creationId xmlns:a16="http://schemas.microsoft.com/office/drawing/2014/main" id="{16FCB07E-7A00-B047-B581-01C67E57EBB2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6" name="Oval 435">
                <a:extLst>
                  <a:ext uri="{FF2B5EF4-FFF2-40B4-BE49-F238E27FC236}">
                    <a16:creationId xmlns:a16="http://schemas.microsoft.com/office/drawing/2014/main" id="{FBC17976-CA10-9B43-8DC4-F7C97BC5563B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7" name="Oval 436">
                <a:extLst>
                  <a:ext uri="{FF2B5EF4-FFF2-40B4-BE49-F238E27FC236}">
                    <a16:creationId xmlns:a16="http://schemas.microsoft.com/office/drawing/2014/main" id="{7EA5F3C6-AB9F-6A43-B652-4F8319C9B79A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8" name="Oval 437">
                <a:extLst>
                  <a:ext uri="{FF2B5EF4-FFF2-40B4-BE49-F238E27FC236}">
                    <a16:creationId xmlns:a16="http://schemas.microsoft.com/office/drawing/2014/main" id="{35E1C7E2-F916-6E49-883D-BD0E213F3AD2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9" name="Oval 438">
                <a:extLst>
                  <a:ext uri="{FF2B5EF4-FFF2-40B4-BE49-F238E27FC236}">
                    <a16:creationId xmlns:a16="http://schemas.microsoft.com/office/drawing/2014/main" id="{21742ED0-030D-2B4C-9B1A-4EB89858884B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603B7ECA-AA7B-C64F-B0AA-D0E719F7B49F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1" name="Oval 440">
                <a:extLst>
                  <a:ext uri="{FF2B5EF4-FFF2-40B4-BE49-F238E27FC236}">
                    <a16:creationId xmlns:a16="http://schemas.microsoft.com/office/drawing/2014/main" id="{F637DB76-EFDD-C44F-B7DD-278B75E2FA9C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1263861F-95FC-3345-924F-25D048C01B16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3" name="Oval 442">
                <a:extLst>
                  <a:ext uri="{FF2B5EF4-FFF2-40B4-BE49-F238E27FC236}">
                    <a16:creationId xmlns:a16="http://schemas.microsoft.com/office/drawing/2014/main" id="{FC296FDB-E373-9945-8FC5-06B304A6DD3D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C24191B1-358A-7049-94F7-AE9FE12D8A41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5" name="Oval 444">
                <a:extLst>
                  <a:ext uri="{FF2B5EF4-FFF2-40B4-BE49-F238E27FC236}">
                    <a16:creationId xmlns:a16="http://schemas.microsoft.com/office/drawing/2014/main" id="{88B7578A-E8C4-834E-A009-25339928E50B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6" name="Oval 445">
                <a:extLst>
                  <a:ext uri="{FF2B5EF4-FFF2-40B4-BE49-F238E27FC236}">
                    <a16:creationId xmlns:a16="http://schemas.microsoft.com/office/drawing/2014/main" id="{4CBDC9FC-2AD6-0F42-B487-283E6CFE35F2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7" name="Oval 446">
                <a:extLst>
                  <a:ext uri="{FF2B5EF4-FFF2-40B4-BE49-F238E27FC236}">
                    <a16:creationId xmlns:a16="http://schemas.microsoft.com/office/drawing/2014/main" id="{FC42B63F-C765-814C-B7FF-71772697A7C7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8" name="Oval 447">
                <a:extLst>
                  <a:ext uri="{FF2B5EF4-FFF2-40B4-BE49-F238E27FC236}">
                    <a16:creationId xmlns:a16="http://schemas.microsoft.com/office/drawing/2014/main" id="{D6C6CAB1-57E4-8040-A878-EF776F16FA00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6CF12B1C-6E90-4C47-B733-26745ECDAD4A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0" name="Oval 449">
                <a:extLst>
                  <a:ext uri="{FF2B5EF4-FFF2-40B4-BE49-F238E27FC236}">
                    <a16:creationId xmlns:a16="http://schemas.microsoft.com/office/drawing/2014/main" id="{D41B6CF4-FAEB-E54C-A8E0-F5C76B162FD9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1" name="Oval 450">
                <a:extLst>
                  <a:ext uri="{FF2B5EF4-FFF2-40B4-BE49-F238E27FC236}">
                    <a16:creationId xmlns:a16="http://schemas.microsoft.com/office/drawing/2014/main" id="{77BCEC00-588E-A24C-A059-D8561E17E08B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2" name="Oval 451">
                <a:extLst>
                  <a:ext uri="{FF2B5EF4-FFF2-40B4-BE49-F238E27FC236}">
                    <a16:creationId xmlns:a16="http://schemas.microsoft.com/office/drawing/2014/main" id="{F84447A1-3107-A54F-9B58-474E4261EA2C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3" name="Oval 452">
                <a:extLst>
                  <a:ext uri="{FF2B5EF4-FFF2-40B4-BE49-F238E27FC236}">
                    <a16:creationId xmlns:a16="http://schemas.microsoft.com/office/drawing/2014/main" id="{153610D1-1A4F-C947-9CD7-738AD814C2C8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4" name="Oval 453">
                <a:extLst>
                  <a:ext uri="{FF2B5EF4-FFF2-40B4-BE49-F238E27FC236}">
                    <a16:creationId xmlns:a16="http://schemas.microsoft.com/office/drawing/2014/main" id="{B2EA626A-D8FE-DB45-B864-C1342E2D8266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26FE4CE8-65ED-1047-8B37-75AE4B9D8E65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6" name="Oval 455">
                <a:extLst>
                  <a:ext uri="{FF2B5EF4-FFF2-40B4-BE49-F238E27FC236}">
                    <a16:creationId xmlns:a16="http://schemas.microsoft.com/office/drawing/2014/main" id="{B275BD39-78C6-964B-8C49-52F39C89190A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0532C4CF-F43F-8B42-B5C3-74310FD5BCA2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8" name="Oval 457">
                <a:extLst>
                  <a:ext uri="{FF2B5EF4-FFF2-40B4-BE49-F238E27FC236}">
                    <a16:creationId xmlns:a16="http://schemas.microsoft.com/office/drawing/2014/main" id="{E440560B-B71D-064C-B732-D748B002131B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9" name="Oval 458">
                <a:extLst>
                  <a:ext uri="{FF2B5EF4-FFF2-40B4-BE49-F238E27FC236}">
                    <a16:creationId xmlns:a16="http://schemas.microsoft.com/office/drawing/2014/main" id="{3CCBAA56-FDE9-1B43-9F1D-FDCF6BC742CF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0" name="Oval 459">
                <a:extLst>
                  <a:ext uri="{FF2B5EF4-FFF2-40B4-BE49-F238E27FC236}">
                    <a16:creationId xmlns:a16="http://schemas.microsoft.com/office/drawing/2014/main" id="{5A2E8F53-3A6E-3F42-8717-E72B4EAE1332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1" name="Oval 460">
                <a:extLst>
                  <a:ext uri="{FF2B5EF4-FFF2-40B4-BE49-F238E27FC236}">
                    <a16:creationId xmlns:a16="http://schemas.microsoft.com/office/drawing/2014/main" id="{F7F7035A-D837-D242-BBCA-27E633C8307C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2" name="Oval 461">
                <a:extLst>
                  <a:ext uri="{FF2B5EF4-FFF2-40B4-BE49-F238E27FC236}">
                    <a16:creationId xmlns:a16="http://schemas.microsoft.com/office/drawing/2014/main" id="{9BBADF48-CEF2-DE42-8151-D830F5DBBC31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3" name="Oval 462">
                <a:extLst>
                  <a:ext uri="{FF2B5EF4-FFF2-40B4-BE49-F238E27FC236}">
                    <a16:creationId xmlns:a16="http://schemas.microsoft.com/office/drawing/2014/main" id="{A554E91E-3735-9B46-A444-4EBCED34AC57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4" name="Oval 463">
                <a:extLst>
                  <a:ext uri="{FF2B5EF4-FFF2-40B4-BE49-F238E27FC236}">
                    <a16:creationId xmlns:a16="http://schemas.microsoft.com/office/drawing/2014/main" id="{282491E3-EA4F-DB45-8B05-654F136F3076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10ED50DD-0945-2844-8223-F2B31FFA3F0C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6" name="Oval 465">
                <a:extLst>
                  <a:ext uri="{FF2B5EF4-FFF2-40B4-BE49-F238E27FC236}">
                    <a16:creationId xmlns:a16="http://schemas.microsoft.com/office/drawing/2014/main" id="{F77D7BD2-BF1A-B941-A8AC-5DF8029F1096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7" name="Oval 466">
                <a:extLst>
                  <a:ext uri="{FF2B5EF4-FFF2-40B4-BE49-F238E27FC236}">
                    <a16:creationId xmlns:a16="http://schemas.microsoft.com/office/drawing/2014/main" id="{CB29AB38-CBF6-974E-9B0C-74BC2B469691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8" name="Oval 467">
                <a:extLst>
                  <a:ext uri="{FF2B5EF4-FFF2-40B4-BE49-F238E27FC236}">
                    <a16:creationId xmlns:a16="http://schemas.microsoft.com/office/drawing/2014/main" id="{A8149BCB-B97C-9B41-8724-1AA6C1AE5522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9" name="Oval 468">
                <a:extLst>
                  <a:ext uri="{FF2B5EF4-FFF2-40B4-BE49-F238E27FC236}">
                    <a16:creationId xmlns:a16="http://schemas.microsoft.com/office/drawing/2014/main" id="{C6215848-F5AC-8E4D-B2D7-6BC500634E2D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0" name="Oval 469">
                <a:extLst>
                  <a:ext uri="{FF2B5EF4-FFF2-40B4-BE49-F238E27FC236}">
                    <a16:creationId xmlns:a16="http://schemas.microsoft.com/office/drawing/2014/main" id="{18513678-4D98-3C49-B301-5E124D5D077F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1" name="Oval 470">
                <a:extLst>
                  <a:ext uri="{FF2B5EF4-FFF2-40B4-BE49-F238E27FC236}">
                    <a16:creationId xmlns:a16="http://schemas.microsoft.com/office/drawing/2014/main" id="{7501BED2-F85D-9442-9AAA-85F0C5F4E134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2" name="Oval 471">
                <a:extLst>
                  <a:ext uri="{FF2B5EF4-FFF2-40B4-BE49-F238E27FC236}">
                    <a16:creationId xmlns:a16="http://schemas.microsoft.com/office/drawing/2014/main" id="{12E45A61-45E5-3C43-820F-05DD43050C6C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E00BDB1-D6BD-CE4F-BA40-1EBC41A5B02A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4" name="Oval 473">
                <a:extLst>
                  <a:ext uri="{FF2B5EF4-FFF2-40B4-BE49-F238E27FC236}">
                    <a16:creationId xmlns:a16="http://schemas.microsoft.com/office/drawing/2014/main" id="{2FA04EB1-1246-FE4D-901F-077DB84527E6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5" name="Oval 474">
                <a:extLst>
                  <a:ext uri="{FF2B5EF4-FFF2-40B4-BE49-F238E27FC236}">
                    <a16:creationId xmlns:a16="http://schemas.microsoft.com/office/drawing/2014/main" id="{FA422ACC-5A08-384D-B0F8-01DBE52CC427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797C5AD5-EC91-534F-BB40-C36075F74FF1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7" name="Oval 476">
                <a:extLst>
                  <a:ext uri="{FF2B5EF4-FFF2-40B4-BE49-F238E27FC236}">
                    <a16:creationId xmlns:a16="http://schemas.microsoft.com/office/drawing/2014/main" id="{A582B39C-C4FC-8A44-AFA4-B670477E8F3D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8" name="Oval 477">
                <a:extLst>
                  <a:ext uri="{FF2B5EF4-FFF2-40B4-BE49-F238E27FC236}">
                    <a16:creationId xmlns:a16="http://schemas.microsoft.com/office/drawing/2014/main" id="{84341519-D1B2-4145-B749-895E3DD77D4C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9" name="Oval 478">
                <a:extLst>
                  <a:ext uri="{FF2B5EF4-FFF2-40B4-BE49-F238E27FC236}">
                    <a16:creationId xmlns:a16="http://schemas.microsoft.com/office/drawing/2014/main" id="{B45F1F7A-6AA6-074B-898D-21550497C5DA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0" name="Oval 479">
                <a:extLst>
                  <a:ext uri="{FF2B5EF4-FFF2-40B4-BE49-F238E27FC236}">
                    <a16:creationId xmlns:a16="http://schemas.microsoft.com/office/drawing/2014/main" id="{95DD81C6-2383-B743-AB1B-1C8912D92370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9AE8B5CA-D9CE-FC47-A100-D0FFAD8AD91C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2" name="Oval 481">
                <a:extLst>
                  <a:ext uri="{FF2B5EF4-FFF2-40B4-BE49-F238E27FC236}">
                    <a16:creationId xmlns:a16="http://schemas.microsoft.com/office/drawing/2014/main" id="{33293D8C-FC6E-694D-85D4-BF34860A888E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3" name="Oval 482">
                <a:extLst>
                  <a:ext uri="{FF2B5EF4-FFF2-40B4-BE49-F238E27FC236}">
                    <a16:creationId xmlns:a16="http://schemas.microsoft.com/office/drawing/2014/main" id="{0D8EB056-016D-0849-AB7E-D3E2AD821203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4" name="Oval 483">
                <a:extLst>
                  <a:ext uri="{FF2B5EF4-FFF2-40B4-BE49-F238E27FC236}">
                    <a16:creationId xmlns:a16="http://schemas.microsoft.com/office/drawing/2014/main" id="{904825AD-0B80-9647-8A1D-D7D1050E9DAB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5" name="Oval 484">
                <a:extLst>
                  <a:ext uri="{FF2B5EF4-FFF2-40B4-BE49-F238E27FC236}">
                    <a16:creationId xmlns:a16="http://schemas.microsoft.com/office/drawing/2014/main" id="{701F5AB9-43E8-0B4B-BAAD-394FE5F7102F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6" name="Oval 485">
                <a:extLst>
                  <a:ext uri="{FF2B5EF4-FFF2-40B4-BE49-F238E27FC236}">
                    <a16:creationId xmlns:a16="http://schemas.microsoft.com/office/drawing/2014/main" id="{35FA80D1-EBFF-3A4F-9758-83B6E6ECA437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7" name="Oval 486">
                <a:extLst>
                  <a:ext uri="{FF2B5EF4-FFF2-40B4-BE49-F238E27FC236}">
                    <a16:creationId xmlns:a16="http://schemas.microsoft.com/office/drawing/2014/main" id="{3173258F-1244-7247-803C-7C81EA2B1158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8" name="Oval 487">
                <a:extLst>
                  <a:ext uri="{FF2B5EF4-FFF2-40B4-BE49-F238E27FC236}">
                    <a16:creationId xmlns:a16="http://schemas.microsoft.com/office/drawing/2014/main" id="{1DFCFB47-ED74-D545-AF1A-BCF71A56E965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9" name="Oval 488">
                <a:extLst>
                  <a:ext uri="{FF2B5EF4-FFF2-40B4-BE49-F238E27FC236}">
                    <a16:creationId xmlns:a16="http://schemas.microsoft.com/office/drawing/2014/main" id="{57C6940C-6CEE-E946-A913-319689A7B025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DAC92384-8139-024E-BA8F-7AB50D9C6CF2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1" name="Oval 490">
                <a:extLst>
                  <a:ext uri="{FF2B5EF4-FFF2-40B4-BE49-F238E27FC236}">
                    <a16:creationId xmlns:a16="http://schemas.microsoft.com/office/drawing/2014/main" id="{DF07E655-53DF-6242-A89B-7BE674670A70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2" name="Oval 491">
                <a:extLst>
                  <a:ext uri="{FF2B5EF4-FFF2-40B4-BE49-F238E27FC236}">
                    <a16:creationId xmlns:a16="http://schemas.microsoft.com/office/drawing/2014/main" id="{FA953B54-2D20-B24F-9339-76D296F10F14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3" name="Oval 492">
                <a:extLst>
                  <a:ext uri="{FF2B5EF4-FFF2-40B4-BE49-F238E27FC236}">
                    <a16:creationId xmlns:a16="http://schemas.microsoft.com/office/drawing/2014/main" id="{0B643667-5627-5E42-8790-5ABF72822221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4" name="Oval 493">
                <a:extLst>
                  <a:ext uri="{FF2B5EF4-FFF2-40B4-BE49-F238E27FC236}">
                    <a16:creationId xmlns:a16="http://schemas.microsoft.com/office/drawing/2014/main" id="{3F4342FB-8CAD-2C4B-B43B-FED1891C5F79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5" name="Oval 494">
                <a:extLst>
                  <a:ext uri="{FF2B5EF4-FFF2-40B4-BE49-F238E27FC236}">
                    <a16:creationId xmlns:a16="http://schemas.microsoft.com/office/drawing/2014/main" id="{4E9892FC-0BAC-D647-96A8-E4CA0AB44128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6" name="Oval 495">
                <a:extLst>
                  <a:ext uri="{FF2B5EF4-FFF2-40B4-BE49-F238E27FC236}">
                    <a16:creationId xmlns:a16="http://schemas.microsoft.com/office/drawing/2014/main" id="{562E13BF-BC54-2B4D-844F-7E748F502365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07183150-E3AA-1D42-94FD-269095945F56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8" name="Oval 497">
                <a:extLst>
                  <a:ext uri="{FF2B5EF4-FFF2-40B4-BE49-F238E27FC236}">
                    <a16:creationId xmlns:a16="http://schemas.microsoft.com/office/drawing/2014/main" id="{F9D8CCDE-489A-B643-AB01-92436F3B0E8F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9" name="Oval 498">
                <a:extLst>
                  <a:ext uri="{FF2B5EF4-FFF2-40B4-BE49-F238E27FC236}">
                    <a16:creationId xmlns:a16="http://schemas.microsoft.com/office/drawing/2014/main" id="{4C4EF9EA-B304-D748-A151-F9CF7FC3C7E6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0" name="Oval 499">
                <a:extLst>
                  <a:ext uri="{FF2B5EF4-FFF2-40B4-BE49-F238E27FC236}">
                    <a16:creationId xmlns:a16="http://schemas.microsoft.com/office/drawing/2014/main" id="{E3A36735-900D-4840-A551-FF5B589773E2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1" name="Oval 500">
                <a:extLst>
                  <a:ext uri="{FF2B5EF4-FFF2-40B4-BE49-F238E27FC236}">
                    <a16:creationId xmlns:a16="http://schemas.microsoft.com/office/drawing/2014/main" id="{9C9B07FD-B580-A342-BE15-0D3333FBD090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2" name="Oval 501">
                <a:extLst>
                  <a:ext uri="{FF2B5EF4-FFF2-40B4-BE49-F238E27FC236}">
                    <a16:creationId xmlns:a16="http://schemas.microsoft.com/office/drawing/2014/main" id="{9CE125A7-AD3F-E048-A4B0-B2E6D58C9BAF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3" name="Oval 502">
                <a:extLst>
                  <a:ext uri="{FF2B5EF4-FFF2-40B4-BE49-F238E27FC236}">
                    <a16:creationId xmlns:a16="http://schemas.microsoft.com/office/drawing/2014/main" id="{9B8E277E-E0D2-C74A-9039-AB3D2936C0CB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F124A0B2-C06A-2842-8181-C673ABD4ABE6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5" name="Oval 504">
                <a:extLst>
                  <a:ext uri="{FF2B5EF4-FFF2-40B4-BE49-F238E27FC236}">
                    <a16:creationId xmlns:a16="http://schemas.microsoft.com/office/drawing/2014/main" id="{9F6EF2E8-0E1B-E241-93B9-6AFEBB06B6B4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6" name="Oval 505">
                <a:extLst>
                  <a:ext uri="{FF2B5EF4-FFF2-40B4-BE49-F238E27FC236}">
                    <a16:creationId xmlns:a16="http://schemas.microsoft.com/office/drawing/2014/main" id="{67CC3CA4-432B-9D49-9902-3F7BB4BCC9AD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7" name="Oval 506">
                <a:extLst>
                  <a:ext uri="{FF2B5EF4-FFF2-40B4-BE49-F238E27FC236}">
                    <a16:creationId xmlns:a16="http://schemas.microsoft.com/office/drawing/2014/main" id="{C110BDE5-0BDA-D743-9348-63DAFB85C2DF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8" name="Oval 507">
                <a:extLst>
                  <a:ext uri="{FF2B5EF4-FFF2-40B4-BE49-F238E27FC236}">
                    <a16:creationId xmlns:a16="http://schemas.microsoft.com/office/drawing/2014/main" id="{45FA1D74-A487-6D44-85B6-40CC976C6759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9" name="Oval 508">
                <a:extLst>
                  <a:ext uri="{FF2B5EF4-FFF2-40B4-BE49-F238E27FC236}">
                    <a16:creationId xmlns:a16="http://schemas.microsoft.com/office/drawing/2014/main" id="{D0FA6E64-08C0-FF43-8595-24F79F3115D7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0" name="Oval 509">
                <a:extLst>
                  <a:ext uri="{FF2B5EF4-FFF2-40B4-BE49-F238E27FC236}">
                    <a16:creationId xmlns:a16="http://schemas.microsoft.com/office/drawing/2014/main" id="{F32381AC-5CCC-CA4B-B2E5-713671035691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1" name="Oval 510">
                <a:extLst>
                  <a:ext uri="{FF2B5EF4-FFF2-40B4-BE49-F238E27FC236}">
                    <a16:creationId xmlns:a16="http://schemas.microsoft.com/office/drawing/2014/main" id="{522CAE18-787E-BF4C-861C-70C07D000CB8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2" name="Oval 511">
                <a:extLst>
                  <a:ext uri="{FF2B5EF4-FFF2-40B4-BE49-F238E27FC236}">
                    <a16:creationId xmlns:a16="http://schemas.microsoft.com/office/drawing/2014/main" id="{D1111DD8-D2DD-5A45-9039-59ED5CE1100A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3" name="Oval 512">
                <a:extLst>
                  <a:ext uri="{FF2B5EF4-FFF2-40B4-BE49-F238E27FC236}">
                    <a16:creationId xmlns:a16="http://schemas.microsoft.com/office/drawing/2014/main" id="{8933DD76-4BC5-EE4D-B6E5-82ED0EE2A1A8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4" name="Oval 513">
                <a:extLst>
                  <a:ext uri="{FF2B5EF4-FFF2-40B4-BE49-F238E27FC236}">
                    <a16:creationId xmlns:a16="http://schemas.microsoft.com/office/drawing/2014/main" id="{F3C64AF8-669E-8544-958F-D49A8FFBCAE7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5" name="Oval 514">
                <a:extLst>
                  <a:ext uri="{FF2B5EF4-FFF2-40B4-BE49-F238E27FC236}">
                    <a16:creationId xmlns:a16="http://schemas.microsoft.com/office/drawing/2014/main" id="{4505C4E4-70D7-6747-A530-71358387AF8B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6" name="Oval 515">
                <a:extLst>
                  <a:ext uri="{FF2B5EF4-FFF2-40B4-BE49-F238E27FC236}">
                    <a16:creationId xmlns:a16="http://schemas.microsoft.com/office/drawing/2014/main" id="{02264C62-19FB-FC46-A82E-05BEDEC8D3E2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7" name="Oval 516">
                <a:extLst>
                  <a:ext uri="{FF2B5EF4-FFF2-40B4-BE49-F238E27FC236}">
                    <a16:creationId xmlns:a16="http://schemas.microsoft.com/office/drawing/2014/main" id="{B6117308-CFFD-FA4D-8FDD-BB7E11819442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8" name="Oval 517">
                <a:extLst>
                  <a:ext uri="{FF2B5EF4-FFF2-40B4-BE49-F238E27FC236}">
                    <a16:creationId xmlns:a16="http://schemas.microsoft.com/office/drawing/2014/main" id="{8EF6A4CF-9E9D-2542-9B0D-6748DDF98351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9" name="Oval 518">
                <a:extLst>
                  <a:ext uri="{FF2B5EF4-FFF2-40B4-BE49-F238E27FC236}">
                    <a16:creationId xmlns:a16="http://schemas.microsoft.com/office/drawing/2014/main" id="{2A093948-91AF-1D49-A26A-F09409E547F4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0" name="Oval 519">
                <a:extLst>
                  <a:ext uri="{FF2B5EF4-FFF2-40B4-BE49-F238E27FC236}">
                    <a16:creationId xmlns:a16="http://schemas.microsoft.com/office/drawing/2014/main" id="{FFDE4DCD-799F-EB44-BFA9-3A637F246E1A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1" name="Oval 520">
                <a:extLst>
                  <a:ext uri="{FF2B5EF4-FFF2-40B4-BE49-F238E27FC236}">
                    <a16:creationId xmlns:a16="http://schemas.microsoft.com/office/drawing/2014/main" id="{A58F43D1-1F17-7F4E-A753-40E96FADB8D9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Oval 521">
                <a:extLst>
                  <a:ext uri="{FF2B5EF4-FFF2-40B4-BE49-F238E27FC236}">
                    <a16:creationId xmlns:a16="http://schemas.microsoft.com/office/drawing/2014/main" id="{2F99ADC6-C800-594A-B19A-F003AEC6A8DD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3" name="Oval 522">
                <a:extLst>
                  <a:ext uri="{FF2B5EF4-FFF2-40B4-BE49-F238E27FC236}">
                    <a16:creationId xmlns:a16="http://schemas.microsoft.com/office/drawing/2014/main" id="{206EF643-5BB3-154B-B8ED-552BDFADA43E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4" name="Oval 523">
                <a:extLst>
                  <a:ext uri="{FF2B5EF4-FFF2-40B4-BE49-F238E27FC236}">
                    <a16:creationId xmlns:a16="http://schemas.microsoft.com/office/drawing/2014/main" id="{AF66472B-D66E-594D-8437-0FDE49DC6171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5" name="Oval 524">
                <a:extLst>
                  <a:ext uri="{FF2B5EF4-FFF2-40B4-BE49-F238E27FC236}">
                    <a16:creationId xmlns:a16="http://schemas.microsoft.com/office/drawing/2014/main" id="{DFDFE4BB-DCE8-D34D-AC51-897A10E419FC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6" name="Oval 525">
                <a:extLst>
                  <a:ext uri="{FF2B5EF4-FFF2-40B4-BE49-F238E27FC236}">
                    <a16:creationId xmlns:a16="http://schemas.microsoft.com/office/drawing/2014/main" id="{1D74D343-9DCF-C947-8540-52DEA1EC4266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7" name="Oval 526">
                <a:extLst>
                  <a:ext uri="{FF2B5EF4-FFF2-40B4-BE49-F238E27FC236}">
                    <a16:creationId xmlns:a16="http://schemas.microsoft.com/office/drawing/2014/main" id="{A09E9D37-9C62-1345-9325-22259C53748A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8" name="Oval 527">
                <a:extLst>
                  <a:ext uri="{FF2B5EF4-FFF2-40B4-BE49-F238E27FC236}">
                    <a16:creationId xmlns:a16="http://schemas.microsoft.com/office/drawing/2014/main" id="{2443D54B-ACA4-6B49-AB52-D6D3DE1471A3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9" name="Oval 528">
                <a:extLst>
                  <a:ext uri="{FF2B5EF4-FFF2-40B4-BE49-F238E27FC236}">
                    <a16:creationId xmlns:a16="http://schemas.microsoft.com/office/drawing/2014/main" id="{4B6AA563-0C24-544F-A70B-C776D0F904EF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0" name="Oval 529">
                <a:extLst>
                  <a:ext uri="{FF2B5EF4-FFF2-40B4-BE49-F238E27FC236}">
                    <a16:creationId xmlns:a16="http://schemas.microsoft.com/office/drawing/2014/main" id="{AA97D207-1458-C741-9B37-598AEB51D52F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Oval 530">
                <a:extLst>
                  <a:ext uri="{FF2B5EF4-FFF2-40B4-BE49-F238E27FC236}">
                    <a16:creationId xmlns:a16="http://schemas.microsoft.com/office/drawing/2014/main" id="{0FE970CF-6CD0-684C-B6B3-E50B3223D489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2" name="Oval 531">
                <a:extLst>
                  <a:ext uri="{FF2B5EF4-FFF2-40B4-BE49-F238E27FC236}">
                    <a16:creationId xmlns:a16="http://schemas.microsoft.com/office/drawing/2014/main" id="{3BEB1628-B600-4B49-BB3C-C5D011462AF7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3" name="Oval 532">
                <a:extLst>
                  <a:ext uri="{FF2B5EF4-FFF2-40B4-BE49-F238E27FC236}">
                    <a16:creationId xmlns:a16="http://schemas.microsoft.com/office/drawing/2014/main" id="{06260D36-91F7-ED4D-8F3A-7562E5D66B1D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4" name="Oval 533">
                <a:extLst>
                  <a:ext uri="{FF2B5EF4-FFF2-40B4-BE49-F238E27FC236}">
                    <a16:creationId xmlns:a16="http://schemas.microsoft.com/office/drawing/2014/main" id="{37FBF756-BDCE-2745-AF16-DA4B490A80A1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5" name="Oval 534">
                <a:extLst>
                  <a:ext uri="{FF2B5EF4-FFF2-40B4-BE49-F238E27FC236}">
                    <a16:creationId xmlns:a16="http://schemas.microsoft.com/office/drawing/2014/main" id="{FFA8C317-14D5-EC49-BE6B-C47D4487E5E1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6" name="Oval 535">
                <a:extLst>
                  <a:ext uri="{FF2B5EF4-FFF2-40B4-BE49-F238E27FC236}">
                    <a16:creationId xmlns:a16="http://schemas.microsoft.com/office/drawing/2014/main" id="{1A1053CD-8AF1-C14F-90B8-300AC1E29F74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7" name="Oval 536">
                <a:extLst>
                  <a:ext uri="{FF2B5EF4-FFF2-40B4-BE49-F238E27FC236}">
                    <a16:creationId xmlns:a16="http://schemas.microsoft.com/office/drawing/2014/main" id="{A01A9A96-6CD7-984B-8A42-EDF119AEE145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8" name="Oval 537">
                <a:extLst>
                  <a:ext uri="{FF2B5EF4-FFF2-40B4-BE49-F238E27FC236}">
                    <a16:creationId xmlns:a16="http://schemas.microsoft.com/office/drawing/2014/main" id="{5EE38C20-20F4-B245-A979-4B358A9C1AED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9" name="Oval 538">
                <a:extLst>
                  <a:ext uri="{FF2B5EF4-FFF2-40B4-BE49-F238E27FC236}">
                    <a16:creationId xmlns:a16="http://schemas.microsoft.com/office/drawing/2014/main" id="{116D79D3-4D2A-624D-B7DC-D128A20635B2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8A84304E-79CD-694B-AC15-CEC08E6134EE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41" name="Oval 540">
                <a:extLst>
                  <a:ext uri="{FF2B5EF4-FFF2-40B4-BE49-F238E27FC236}">
                    <a16:creationId xmlns:a16="http://schemas.microsoft.com/office/drawing/2014/main" id="{0E827D6D-256C-1146-8C15-EAB74014671F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30BAD974-466C-D74F-A679-84B15EAB5A22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FB44AABE-8DA9-7045-A1BE-C3604124D038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F96B026A-E452-BB42-92CA-B5558B2223AB}"/>
                </a:ext>
              </a:extLst>
            </p:cNvPr>
            <p:cNvGrpSpPr/>
            <p:nvPr/>
          </p:nvGrpSpPr>
          <p:grpSpPr>
            <a:xfrm rot="2196952">
              <a:off x="8212449" y="5210505"/>
              <a:ext cx="561574" cy="394357"/>
              <a:chOff x="5871652" y="6279397"/>
              <a:chExt cx="686823" cy="439136"/>
            </a:xfrm>
          </p:grpSpPr>
          <p:sp>
            <p:nvSpPr>
              <p:cNvPr id="306" name="Freeform 305">
                <a:extLst>
                  <a:ext uri="{FF2B5EF4-FFF2-40B4-BE49-F238E27FC236}">
                    <a16:creationId xmlns:a16="http://schemas.microsoft.com/office/drawing/2014/main" id="{4B78BE21-F44D-EF42-A9FF-94092974407F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7" name="Freeform 306">
                <a:extLst>
                  <a:ext uri="{FF2B5EF4-FFF2-40B4-BE49-F238E27FC236}">
                    <a16:creationId xmlns:a16="http://schemas.microsoft.com/office/drawing/2014/main" id="{A2F379A1-9396-354C-B0B8-88262F71BD5B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8" name="Freeform 307">
                <a:extLst>
                  <a:ext uri="{FF2B5EF4-FFF2-40B4-BE49-F238E27FC236}">
                    <a16:creationId xmlns:a16="http://schemas.microsoft.com/office/drawing/2014/main" id="{7690DFAE-5C86-3144-BC3C-49611FEC0BA8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9" name="Rectangle 308">
                <a:extLst>
                  <a:ext uri="{FF2B5EF4-FFF2-40B4-BE49-F238E27FC236}">
                    <a16:creationId xmlns:a16="http://schemas.microsoft.com/office/drawing/2014/main" id="{49E7B174-D0C2-C644-8E0A-9600DDB206EC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310" name="Oval 309">
                <a:extLst>
                  <a:ext uri="{FF2B5EF4-FFF2-40B4-BE49-F238E27FC236}">
                    <a16:creationId xmlns:a16="http://schemas.microsoft.com/office/drawing/2014/main" id="{8D47DE87-A675-384B-82D7-4D085873C821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1" name="Oval 310">
                <a:extLst>
                  <a:ext uri="{FF2B5EF4-FFF2-40B4-BE49-F238E27FC236}">
                    <a16:creationId xmlns:a16="http://schemas.microsoft.com/office/drawing/2014/main" id="{4134436A-E073-E649-82AD-3B40D1408DD0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2" name="Oval 311">
                <a:extLst>
                  <a:ext uri="{FF2B5EF4-FFF2-40B4-BE49-F238E27FC236}">
                    <a16:creationId xmlns:a16="http://schemas.microsoft.com/office/drawing/2014/main" id="{8A1548D9-E482-2C4A-9C96-F4B309DD4467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3" name="Oval 312">
                <a:extLst>
                  <a:ext uri="{FF2B5EF4-FFF2-40B4-BE49-F238E27FC236}">
                    <a16:creationId xmlns:a16="http://schemas.microsoft.com/office/drawing/2014/main" id="{A9DE6203-467F-0A46-A996-032C7A128B5F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4" name="Oval 313">
                <a:extLst>
                  <a:ext uri="{FF2B5EF4-FFF2-40B4-BE49-F238E27FC236}">
                    <a16:creationId xmlns:a16="http://schemas.microsoft.com/office/drawing/2014/main" id="{45352387-EC46-AE4B-A6D7-DE632598C140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5" name="Oval 314">
                <a:extLst>
                  <a:ext uri="{FF2B5EF4-FFF2-40B4-BE49-F238E27FC236}">
                    <a16:creationId xmlns:a16="http://schemas.microsoft.com/office/drawing/2014/main" id="{E614E706-D83C-AB4E-BE49-E2F5A69CB8E7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6" name="Oval 315">
                <a:extLst>
                  <a:ext uri="{FF2B5EF4-FFF2-40B4-BE49-F238E27FC236}">
                    <a16:creationId xmlns:a16="http://schemas.microsoft.com/office/drawing/2014/main" id="{03BB8FDF-50F6-0A46-AC0C-7B8301B80926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7" name="Oval 316">
                <a:extLst>
                  <a:ext uri="{FF2B5EF4-FFF2-40B4-BE49-F238E27FC236}">
                    <a16:creationId xmlns:a16="http://schemas.microsoft.com/office/drawing/2014/main" id="{F6E2B5A2-58E8-9F49-BE5D-D33EE5450858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8" name="Oval 317">
                <a:extLst>
                  <a:ext uri="{FF2B5EF4-FFF2-40B4-BE49-F238E27FC236}">
                    <a16:creationId xmlns:a16="http://schemas.microsoft.com/office/drawing/2014/main" id="{7FFB4AF1-5336-B44B-949A-EA8EBAADC7A1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9" name="Oval 318">
                <a:extLst>
                  <a:ext uri="{FF2B5EF4-FFF2-40B4-BE49-F238E27FC236}">
                    <a16:creationId xmlns:a16="http://schemas.microsoft.com/office/drawing/2014/main" id="{81F8124F-839B-6141-A7C6-05FA7D951F1A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0" name="Oval 319">
                <a:extLst>
                  <a:ext uri="{FF2B5EF4-FFF2-40B4-BE49-F238E27FC236}">
                    <a16:creationId xmlns:a16="http://schemas.microsoft.com/office/drawing/2014/main" id="{8A7B9DA6-C3EE-B645-BEA8-C7C0E735E44A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1" name="Oval 320">
                <a:extLst>
                  <a:ext uri="{FF2B5EF4-FFF2-40B4-BE49-F238E27FC236}">
                    <a16:creationId xmlns:a16="http://schemas.microsoft.com/office/drawing/2014/main" id="{55B04E46-454D-0B40-B420-5BCC64E57107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2" name="Oval 321">
                <a:extLst>
                  <a:ext uri="{FF2B5EF4-FFF2-40B4-BE49-F238E27FC236}">
                    <a16:creationId xmlns:a16="http://schemas.microsoft.com/office/drawing/2014/main" id="{8E8C6065-ADED-8E4E-8DC5-687156201BC8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3" name="Oval 322">
                <a:extLst>
                  <a:ext uri="{FF2B5EF4-FFF2-40B4-BE49-F238E27FC236}">
                    <a16:creationId xmlns:a16="http://schemas.microsoft.com/office/drawing/2014/main" id="{3CC2464E-1F88-4B40-B7BE-E8F78B7C2877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4" name="Oval 323">
                <a:extLst>
                  <a:ext uri="{FF2B5EF4-FFF2-40B4-BE49-F238E27FC236}">
                    <a16:creationId xmlns:a16="http://schemas.microsoft.com/office/drawing/2014/main" id="{AAF9528B-B049-3B4E-B656-626FE65B726C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5" name="Oval 324">
                <a:extLst>
                  <a:ext uri="{FF2B5EF4-FFF2-40B4-BE49-F238E27FC236}">
                    <a16:creationId xmlns:a16="http://schemas.microsoft.com/office/drawing/2014/main" id="{6C075507-7AB8-604E-A99F-FE70B34DBBF0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6" name="Oval 325">
                <a:extLst>
                  <a:ext uri="{FF2B5EF4-FFF2-40B4-BE49-F238E27FC236}">
                    <a16:creationId xmlns:a16="http://schemas.microsoft.com/office/drawing/2014/main" id="{7F8E5102-A915-CC48-909F-C7E1FC7108C0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7" name="Oval 326">
                <a:extLst>
                  <a:ext uri="{FF2B5EF4-FFF2-40B4-BE49-F238E27FC236}">
                    <a16:creationId xmlns:a16="http://schemas.microsoft.com/office/drawing/2014/main" id="{E5DEAF70-2D39-4847-B39A-053B400668DA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8" name="Oval 327">
                <a:extLst>
                  <a:ext uri="{FF2B5EF4-FFF2-40B4-BE49-F238E27FC236}">
                    <a16:creationId xmlns:a16="http://schemas.microsoft.com/office/drawing/2014/main" id="{B41413F1-99E4-2340-AF0B-4B109E61C021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9" name="Oval 328">
                <a:extLst>
                  <a:ext uri="{FF2B5EF4-FFF2-40B4-BE49-F238E27FC236}">
                    <a16:creationId xmlns:a16="http://schemas.microsoft.com/office/drawing/2014/main" id="{F9EBED3C-D71C-8746-A49B-C452560B0489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0" name="Oval 329">
                <a:extLst>
                  <a:ext uri="{FF2B5EF4-FFF2-40B4-BE49-F238E27FC236}">
                    <a16:creationId xmlns:a16="http://schemas.microsoft.com/office/drawing/2014/main" id="{0BB457F6-04A8-F84D-A102-70448CCF3BB7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1" name="Oval 330">
                <a:extLst>
                  <a:ext uri="{FF2B5EF4-FFF2-40B4-BE49-F238E27FC236}">
                    <a16:creationId xmlns:a16="http://schemas.microsoft.com/office/drawing/2014/main" id="{C871732F-2288-FA45-AF75-F452040AAD23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2" name="Oval 331">
                <a:extLst>
                  <a:ext uri="{FF2B5EF4-FFF2-40B4-BE49-F238E27FC236}">
                    <a16:creationId xmlns:a16="http://schemas.microsoft.com/office/drawing/2014/main" id="{A32A429B-C189-1841-971D-E74EC68FA794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3" name="Oval 332">
                <a:extLst>
                  <a:ext uri="{FF2B5EF4-FFF2-40B4-BE49-F238E27FC236}">
                    <a16:creationId xmlns:a16="http://schemas.microsoft.com/office/drawing/2014/main" id="{D22596CE-DCC4-3F43-AEA5-EE24E65CDECF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4" name="Oval 333">
                <a:extLst>
                  <a:ext uri="{FF2B5EF4-FFF2-40B4-BE49-F238E27FC236}">
                    <a16:creationId xmlns:a16="http://schemas.microsoft.com/office/drawing/2014/main" id="{DFE07A2E-7319-A949-B573-6E61FA7FFF7F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5" name="Oval 334">
                <a:extLst>
                  <a:ext uri="{FF2B5EF4-FFF2-40B4-BE49-F238E27FC236}">
                    <a16:creationId xmlns:a16="http://schemas.microsoft.com/office/drawing/2014/main" id="{7EF9869F-5345-D24C-9988-DF519721343F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6" name="Oval 335">
                <a:extLst>
                  <a:ext uri="{FF2B5EF4-FFF2-40B4-BE49-F238E27FC236}">
                    <a16:creationId xmlns:a16="http://schemas.microsoft.com/office/drawing/2014/main" id="{868845BF-B2A6-8749-809B-DA27E6D32465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7" name="Oval 336">
                <a:extLst>
                  <a:ext uri="{FF2B5EF4-FFF2-40B4-BE49-F238E27FC236}">
                    <a16:creationId xmlns:a16="http://schemas.microsoft.com/office/drawing/2014/main" id="{878EDC4C-3CA0-E241-A93D-41F965720DB6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8" name="Oval 337">
                <a:extLst>
                  <a:ext uri="{FF2B5EF4-FFF2-40B4-BE49-F238E27FC236}">
                    <a16:creationId xmlns:a16="http://schemas.microsoft.com/office/drawing/2014/main" id="{AEAAA870-0EE7-4545-A93F-EDB10AB4D739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64ECD526-D86D-5D48-9062-CE1F72E4C8B6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0" name="Oval 339">
                <a:extLst>
                  <a:ext uri="{FF2B5EF4-FFF2-40B4-BE49-F238E27FC236}">
                    <a16:creationId xmlns:a16="http://schemas.microsoft.com/office/drawing/2014/main" id="{80E96A90-5E48-A34D-8116-4C6A25375D23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1" name="Oval 340">
                <a:extLst>
                  <a:ext uri="{FF2B5EF4-FFF2-40B4-BE49-F238E27FC236}">
                    <a16:creationId xmlns:a16="http://schemas.microsoft.com/office/drawing/2014/main" id="{90E37F9F-0EA8-4E48-8798-AA3067F2CC8D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2" name="Oval 341">
                <a:extLst>
                  <a:ext uri="{FF2B5EF4-FFF2-40B4-BE49-F238E27FC236}">
                    <a16:creationId xmlns:a16="http://schemas.microsoft.com/office/drawing/2014/main" id="{5848C5E9-E01F-CC4B-A86D-17EB9543FA82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3" name="Oval 342">
                <a:extLst>
                  <a:ext uri="{FF2B5EF4-FFF2-40B4-BE49-F238E27FC236}">
                    <a16:creationId xmlns:a16="http://schemas.microsoft.com/office/drawing/2014/main" id="{F02FAFDE-CA9E-474B-B4EB-EE9BC0A9C15A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4" name="Oval 343">
                <a:extLst>
                  <a:ext uri="{FF2B5EF4-FFF2-40B4-BE49-F238E27FC236}">
                    <a16:creationId xmlns:a16="http://schemas.microsoft.com/office/drawing/2014/main" id="{659CB8BA-769E-2247-B488-EC711DC84BF7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5" name="Oval 344">
                <a:extLst>
                  <a:ext uri="{FF2B5EF4-FFF2-40B4-BE49-F238E27FC236}">
                    <a16:creationId xmlns:a16="http://schemas.microsoft.com/office/drawing/2014/main" id="{8CCBF438-5C52-AB47-8537-F23D288CFC52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6" name="Oval 345">
                <a:extLst>
                  <a:ext uri="{FF2B5EF4-FFF2-40B4-BE49-F238E27FC236}">
                    <a16:creationId xmlns:a16="http://schemas.microsoft.com/office/drawing/2014/main" id="{F504C537-660D-CA44-BE2E-C4200201F8F4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7" name="Oval 346">
                <a:extLst>
                  <a:ext uri="{FF2B5EF4-FFF2-40B4-BE49-F238E27FC236}">
                    <a16:creationId xmlns:a16="http://schemas.microsoft.com/office/drawing/2014/main" id="{9BDE5439-DF84-2440-A61D-50AAE755E7E4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8" name="Oval 347">
                <a:extLst>
                  <a:ext uri="{FF2B5EF4-FFF2-40B4-BE49-F238E27FC236}">
                    <a16:creationId xmlns:a16="http://schemas.microsoft.com/office/drawing/2014/main" id="{4E854122-1484-3947-84F2-C7AF503A98A5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9" name="Oval 348">
                <a:extLst>
                  <a:ext uri="{FF2B5EF4-FFF2-40B4-BE49-F238E27FC236}">
                    <a16:creationId xmlns:a16="http://schemas.microsoft.com/office/drawing/2014/main" id="{1A8D18A4-D3B1-3841-B5C7-D2218D1054AF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0" name="Oval 349">
                <a:extLst>
                  <a:ext uri="{FF2B5EF4-FFF2-40B4-BE49-F238E27FC236}">
                    <a16:creationId xmlns:a16="http://schemas.microsoft.com/office/drawing/2014/main" id="{C23FDC2F-550D-3B41-9846-CC87DA3873A1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1" name="Oval 350">
                <a:extLst>
                  <a:ext uri="{FF2B5EF4-FFF2-40B4-BE49-F238E27FC236}">
                    <a16:creationId xmlns:a16="http://schemas.microsoft.com/office/drawing/2014/main" id="{1A4E901D-09B6-2E43-9FDF-72A694D6B6B6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2" name="Oval 351">
                <a:extLst>
                  <a:ext uri="{FF2B5EF4-FFF2-40B4-BE49-F238E27FC236}">
                    <a16:creationId xmlns:a16="http://schemas.microsoft.com/office/drawing/2014/main" id="{92F77924-2BCA-EA4D-80CE-F7D57F522550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3" name="Oval 352">
                <a:extLst>
                  <a:ext uri="{FF2B5EF4-FFF2-40B4-BE49-F238E27FC236}">
                    <a16:creationId xmlns:a16="http://schemas.microsoft.com/office/drawing/2014/main" id="{57701ABC-3456-2744-ADD7-D001FCC1A5CD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4" name="Oval 353">
                <a:extLst>
                  <a:ext uri="{FF2B5EF4-FFF2-40B4-BE49-F238E27FC236}">
                    <a16:creationId xmlns:a16="http://schemas.microsoft.com/office/drawing/2014/main" id="{EC0B8004-81EA-A94A-99C7-28342391F8D5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5" name="Oval 354">
                <a:extLst>
                  <a:ext uri="{FF2B5EF4-FFF2-40B4-BE49-F238E27FC236}">
                    <a16:creationId xmlns:a16="http://schemas.microsoft.com/office/drawing/2014/main" id="{9AE10CA5-D98D-074B-B315-CF35A966DCDC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6" name="Oval 355">
                <a:extLst>
                  <a:ext uri="{FF2B5EF4-FFF2-40B4-BE49-F238E27FC236}">
                    <a16:creationId xmlns:a16="http://schemas.microsoft.com/office/drawing/2014/main" id="{6DB74476-FBB5-1647-B85A-6109FE19743E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7" name="Oval 356">
                <a:extLst>
                  <a:ext uri="{FF2B5EF4-FFF2-40B4-BE49-F238E27FC236}">
                    <a16:creationId xmlns:a16="http://schemas.microsoft.com/office/drawing/2014/main" id="{07AAADB5-A262-3247-92B2-CC1A2BFE3A48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8" name="Oval 357">
                <a:extLst>
                  <a:ext uri="{FF2B5EF4-FFF2-40B4-BE49-F238E27FC236}">
                    <a16:creationId xmlns:a16="http://schemas.microsoft.com/office/drawing/2014/main" id="{6067E0CB-6C64-3249-A5F0-E82CDF8A71B3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09FB94E7-9C95-4E47-9CBF-F9D63D56A201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0" name="Oval 359">
                <a:extLst>
                  <a:ext uri="{FF2B5EF4-FFF2-40B4-BE49-F238E27FC236}">
                    <a16:creationId xmlns:a16="http://schemas.microsoft.com/office/drawing/2014/main" id="{7E3203E9-1B16-DA4D-AF62-E5D272E0805B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1" name="Oval 360">
                <a:extLst>
                  <a:ext uri="{FF2B5EF4-FFF2-40B4-BE49-F238E27FC236}">
                    <a16:creationId xmlns:a16="http://schemas.microsoft.com/office/drawing/2014/main" id="{41AFAEE3-5FB1-CB4A-A565-06EB0176631B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2" name="Oval 361">
                <a:extLst>
                  <a:ext uri="{FF2B5EF4-FFF2-40B4-BE49-F238E27FC236}">
                    <a16:creationId xmlns:a16="http://schemas.microsoft.com/office/drawing/2014/main" id="{E9A78BC7-D683-334C-9C7F-4F12264C008F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3" name="Oval 362">
                <a:extLst>
                  <a:ext uri="{FF2B5EF4-FFF2-40B4-BE49-F238E27FC236}">
                    <a16:creationId xmlns:a16="http://schemas.microsoft.com/office/drawing/2014/main" id="{13591161-1665-3D48-8536-B7CC18E46324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4" name="Oval 363">
                <a:extLst>
                  <a:ext uri="{FF2B5EF4-FFF2-40B4-BE49-F238E27FC236}">
                    <a16:creationId xmlns:a16="http://schemas.microsoft.com/office/drawing/2014/main" id="{2E4D7866-15A6-3F40-B0D5-99B131679D88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5" name="Oval 364">
                <a:extLst>
                  <a:ext uri="{FF2B5EF4-FFF2-40B4-BE49-F238E27FC236}">
                    <a16:creationId xmlns:a16="http://schemas.microsoft.com/office/drawing/2014/main" id="{68A41B3F-987C-BC49-8550-48FB1450D774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6" name="Oval 365">
                <a:extLst>
                  <a:ext uri="{FF2B5EF4-FFF2-40B4-BE49-F238E27FC236}">
                    <a16:creationId xmlns:a16="http://schemas.microsoft.com/office/drawing/2014/main" id="{96D71DCB-EA3F-124F-90A5-597B2D74D167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7" name="Oval 366">
                <a:extLst>
                  <a:ext uri="{FF2B5EF4-FFF2-40B4-BE49-F238E27FC236}">
                    <a16:creationId xmlns:a16="http://schemas.microsoft.com/office/drawing/2014/main" id="{F916F787-4B83-4A40-9826-C2273CA25F47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8" name="Oval 367">
                <a:extLst>
                  <a:ext uri="{FF2B5EF4-FFF2-40B4-BE49-F238E27FC236}">
                    <a16:creationId xmlns:a16="http://schemas.microsoft.com/office/drawing/2014/main" id="{159572E7-3052-C146-9C8D-C93E13243275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Oval 368">
                <a:extLst>
                  <a:ext uri="{FF2B5EF4-FFF2-40B4-BE49-F238E27FC236}">
                    <a16:creationId xmlns:a16="http://schemas.microsoft.com/office/drawing/2014/main" id="{53D3B625-315F-D645-95AF-54931FF89F09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0" name="Oval 369">
                <a:extLst>
                  <a:ext uri="{FF2B5EF4-FFF2-40B4-BE49-F238E27FC236}">
                    <a16:creationId xmlns:a16="http://schemas.microsoft.com/office/drawing/2014/main" id="{5FD71115-1480-284F-8D53-6B6AE1A497C0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1" name="Oval 370">
                <a:extLst>
                  <a:ext uri="{FF2B5EF4-FFF2-40B4-BE49-F238E27FC236}">
                    <a16:creationId xmlns:a16="http://schemas.microsoft.com/office/drawing/2014/main" id="{2A5866F4-2F55-2C4B-9A58-91585ECBD6EE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2" name="Oval 371">
                <a:extLst>
                  <a:ext uri="{FF2B5EF4-FFF2-40B4-BE49-F238E27FC236}">
                    <a16:creationId xmlns:a16="http://schemas.microsoft.com/office/drawing/2014/main" id="{A40F69A0-318B-DD44-9E45-31D60BD28AD7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3" name="Oval 372">
                <a:extLst>
                  <a:ext uri="{FF2B5EF4-FFF2-40B4-BE49-F238E27FC236}">
                    <a16:creationId xmlns:a16="http://schemas.microsoft.com/office/drawing/2014/main" id="{64B94607-7361-F541-84CE-7D7177E023B7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4" name="Oval 373">
                <a:extLst>
                  <a:ext uri="{FF2B5EF4-FFF2-40B4-BE49-F238E27FC236}">
                    <a16:creationId xmlns:a16="http://schemas.microsoft.com/office/drawing/2014/main" id="{BE0FEB6F-4B4A-5F47-A220-4B1639B66EC2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5" name="Oval 374">
                <a:extLst>
                  <a:ext uri="{FF2B5EF4-FFF2-40B4-BE49-F238E27FC236}">
                    <a16:creationId xmlns:a16="http://schemas.microsoft.com/office/drawing/2014/main" id="{51151FD7-B7A7-F740-9C62-21CAD673BF33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6" name="Oval 375">
                <a:extLst>
                  <a:ext uri="{FF2B5EF4-FFF2-40B4-BE49-F238E27FC236}">
                    <a16:creationId xmlns:a16="http://schemas.microsoft.com/office/drawing/2014/main" id="{B6351E1E-DA17-D043-B763-AEED2971EA07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7" name="Oval 376">
                <a:extLst>
                  <a:ext uri="{FF2B5EF4-FFF2-40B4-BE49-F238E27FC236}">
                    <a16:creationId xmlns:a16="http://schemas.microsoft.com/office/drawing/2014/main" id="{AAEFA27D-14AF-AF4D-A773-AE6D8D34B82B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8" name="Oval 377">
                <a:extLst>
                  <a:ext uri="{FF2B5EF4-FFF2-40B4-BE49-F238E27FC236}">
                    <a16:creationId xmlns:a16="http://schemas.microsoft.com/office/drawing/2014/main" id="{F29A416F-03FC-CC4D-A8FB-8EEAA8C1542D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9" name="Oval 378">
                <a:extLst>
                  <a:ext uri="{FF2B5EF4-FFF2-40B4-BE49-F238E27FC236}">
                    <a16:creationId xmlns:a16="http://schemas.microsoft.com/office/drawing/2014/main" id="{808D60F8-7086-BF41-BC42-779610C20BFE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0" name="Oval 379">
                <a:extLst>
                  <a:ext uri="{FF2B5EF4-FFF2-40B4-BE49-F238E27FC236}">
                    <a16:creationId xmlns:a16="http://schemas.microsoft.com/office/drawing/2014/main" id="{BBE15702-1351-9A4C-9D00-14675111E723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1" name="Oval 380">
                <a:extLst>
                  <a:ext uri="{FF2B5EF4-FFF2-40B4-BE49-F238E27FC236}">
                    <a16:creationId xmlns:a16="http://schemas.microsoft.com/office/drawing/2014/main" id="{D36E316C-718F-B14F-A318-048167889920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2" name="Oval 381">
                <a:extLst>
                  <a:ext uri="{FF2B5EF4-FFF2-40B4-BE49-F238E27FC236}">
                    <a16:creationId xmlns:a16="http://schemas.microsoft.com/office/drawing/2014/main" id="{9549E9BD-173A-6849-9712-7713140E0800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3" name="Oval 382">
                <a:extLst>
                  <a:ext uri="{FF2B5EF4-FFF2-40B4-BE49-F238E27FC236}">
                    <a16:creationId xmlns:a16="http://schemas.microsoft.com/office/drawing/2014/main" id="{AED37FD4-E84D-384F-A511-83529C7D85B3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4" name="Oval 383">
                <a:extLst>
                  <a:ext uri="{FF2B5EF4-FFF2-40B4-BE49-F238E27FC236}">
                    <a16:creationId xmlns:a16="http://schemas.microsoft.com/office/drawing/2014/main" id="{F652BFA3-14B3-EA42-B00E-E02F58E94427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5" name="Oval 384">
                <a:extLst>
                  <a:ext uri="{FF2B5EF4-FFF2-40B4-BE49-F238E27FC236}">
                    <a16:creationId xmlns:a16="http://schemas.microsoft.com/office/drawing/2014/main" id="{6C58E55D-6073-654D-9F43-49C0D1D854F9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6" name="Oval 385">
                <a:extLst>
                  <a:ext uri="{FF2B5EF4-FFF2-40B4-BE49-F238E27FC236}">
                    <a16:creationId xmlns:a16="http://schemas.microsoft.com/office/drawing/2014/main" id="{76007D92-C818-4447-AC15-F2E0987AA0A8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7" name="Oval 386">
                <a:extLst>
                  <a:ext uri="{FF2B5EF4-FFF2-40B4-BE49-F238E27FC236}">
                    <a16:creationId xmlns:a16="http://schemas.microsoft.com/office/drawing/2014/main" id="{065EEA62-6653-8C4F-921F-853609B0BC55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" name="Oval 387">
                <a:extLst>
                  <a:ext uri="{FF2B5EF4-FFF2-40B4-BE49-F238E27FC236}">
                    <a16:creationId xmlns:a16="http://schemas.microsoft.com/office/drawing/2014/main" id="{3FB66C08-A7B3-9F4E-AAB6-8164D16F96DA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9" name="Oval 388">
                <a:extLst>
                  <a:ext uri="{FF2B5EF4-FFF2-40B4-BE49-F238E27FC236}">
                    <a16:creationId xmlns:a16="http://schemas.microsoft.com/office/drawing/2014/main" id="{235567EA-DA65-D34C-B1E2-4175085866BC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0" name="Oval 389">
                <a:extLst>
                  <a:ext uri="{FF2B5EF4-FFF2-40B4-BE49-F238E27FC236}">
                    <a16:creationId xmlns:a16="http://schemas.microsoft.com/office/drawing/2014/main" id="{0477DFB7-BAD1-CD47-BE03-88C0FFAA6C1F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1" name="Oval 390">
                <a:extLst>
                  <a:ext uri="{FF2B5EF4-FFF2-40B4-BE49-F238E27FC236}">
                    <a16:creationId xmlns:a16="http://schemas.microsoft.com/office/drawing/2014/main" id="{91C8F492-C334-3543-B8A3-668435A12CD5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2" name="Oval 391">
                <a:extLst>
                  <a:ext uri="{FF2B5EF4-FFF2-40B4-BE49-F238E27FC236}">
                    <a16:creationId xmlns:a16="http://schemas.microsoft.com/office/drawing/2014/main" id="{7C1768D9-62FD-674D-87A0-699223C3509C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3" name="Oval 392">
                <a:extLst>
                  <a:ext uri="{FF2B5EF4-FFF2-40B4-BE49-F238E27FC236}">
                    <a16:creationId xmlns:a16="http://schemas.microsoft.com/office/drawing/2014/main" id="{B0BE2871-FE3C-1E40-A612-083995A6A1D2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4" name="Oval 393">
                <a:extLst>
                  <a:ext uri="{FF2B5EF4-FFF2-40B4-BE49-F238E27FC236}">
                    <a16:creationId xmlns:a16="http://schemas.microsoft.com/office/drawing/2014/main" id="{1BD32FA0-D889-2445-AF04-E3F6EDCA1E20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5" name="Oval 394">
                <a:extLst>
                  <a:ext uri="{FF2B5EF4-FFF2-40B4-BE49-F238E27FC236}">
                    <a16:creationId xmlns:a16="http://schemas.microsoft.com/office/drawing/2014/main" id="{2B753CBA-31F5-AC4B-9ADE-0409D8BF4E28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6" name="Oval 395">
                <a:extLst>
                  <a:ext uri="{FF2B5EF4-FFF2-40B4-BE49-F238E27FC236}">
                    <a16:creationId xmlns:a16="http://schemas.microsoft.com/office/drawing/2014/main" id="{F4BEC903-B5FB-8F46-86C5-9A8F753352D6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7" name="Oval 396">
                <a:extLst>
                  <a:ext uri="{FF2B5EF4-FFF2-40B4-BE49-F238E27FC236}">
                    <a16:creationId xmlns:a16="http://schemas.microsoft.com/office/drawing/2014/main" id="{1287E767-9A6D-6948-971E-881599D6E1BB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9BC129B1-95AA-434E-A532-F404C24BF71E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9" name="Oval 398">
                <a:extLst>
                  <a:ext uri="{FF2B5EF4-FFF2-40B4-BE49-F238E27FC236}">
                    <a16:creationId xmlns:a16="http://schemas.microsoft.com/office/drawing/2014/main" id="{530326E1-2204-EF4F-95D9-6C142CC3F09B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Oval 399">
                <a:extLst>
                  <a:ext uri="{FF2B5EF4-FFF2-40B4-BE49-F238E27FC236}">
                    <a16:creationId xmlns:a16="http://schemas.microsoft.com/office/drawing/2014/main" id="{569C5B15-737C-B245-B67A-2714DA78612A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1" name="Oval 400">
                <a:extLst>
                  <a:ext uri="{FF2B5EF4-FFF2-40B4-BE49-F238E27FC236}">
                    <a16:creationId xmlns:a16="http://schemas.microsoft.com/office/drawing/2014/main" id="{16AF3230-8F83-2F49-8D06-6403A761D97A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9D3C03BD-DA55-0240-B8B2-D25B5E8208EC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3" name="Oval 402">
                <a:extLst>
                  <a:ext uri="{FF2B5EF4-FFF2-40B4-BE49-F238E27FC236}">
                    <a16:creationId xmlns:a16="http://schemas.microsoft.com/office/drawing/2014/main" id="{4E1ECA31-B9A1-DB46-A922-45A4B6C5BAD9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4" name="Oval 403">
                <a:extLst>
                  <a:ext uri="{FF2B5EF4-FFF2-40B4-BE49-F238E27FC236}">
                    <a16:creationId xmlns:a16="http://schemas.microsoft.com/office/drawing/2014/main" id="{E4E3F95A-AD34-E14B-AE80-437E59FF7082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5" name="Oval 404">
                <a:extLst>
                  <a:ext uri="{FF2B5EF4-FFF2-40B4-BE49-F238E27FC236}">
                    <a16:creationId xmlns:a16="http://schemas.microsoft.com/office/drawing/2014/main" id="{35B7C94E-CB85-FC4A-8E7C-D8CA6D1FF77E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6" name="Oval 405">
                <a:extLst>
                  <a:ext uri="{FF2B5EF4-FFF2-40B4-BE49-F238E27FC236}">
                    <a16:creationId xmlns:a16="http://schemas.microsoft.com/office/drawing/2014/main" id="{4C99092A-2339-2940-B886-A6B68E849709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7" name="Oval 406">
                <a:extLst>
                  <a:ext uri="{FF2B5EF4-FFF2-40B4-BE49-F238E27FC236}">
                    <a16:creationId xmlns:a16="http://schemas.microsoft.com/office/drawing/2014/main" id="{C5D5F6C3-CF16-D94D-A8D8-FA1ADD5F1F7D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8" name="Oval 407">
                <a:extLst>
                  <a:ext uri="{FF2B5EF4-FFF2-40B4-BE49-F238E27FC236}">
                    <a16:creationId xmlns:a16="http://schemas.microsoft.com/office/drawing/2014/main" id="{BDC3ABDD-2FBF-5B47-8BB9-F887AC4A4374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8FC98091-EB2D-3A4C-81CB-C33197EBD46F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0" name="Oval 409">
                <a:extLst>
                  <a:ext uri="{FF2B5EF4-FFF2-40B4-BE49-F238E27FC236}">
                    <a16:creationId xmlns:a16="http://schemas.microsoft.com/office/drawing/2014/main" id="{DD5C63FB-C7A3-9345-A8E6-8776DA530A26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1" name="Oval 410">
                <a:extLst>
                  <a:ext uri="{FF2B5EF4-FFF2-40B4-BE49-F238E27FC236}">
                    <a16:creationId xmlns:a16="http://schemas.microsoft.com/office/drawing/2014/main" id="{DD868A6B-F6D8-8240-8642-13AC0D084E12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2" name="Oval 411">
                <a:extLst>
                  <a:ext uri="{FF2B5EF4-FFF2-40B4-BE49-F238E27FC236}">
                    <a16:creationId xmlns:a16="http://schemas.microsoft.com/office/drawing/2014/main" id="{11EA5AB4-B715-8F46-8657-9AAADF920BDD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3" name="Oval 412">
                <a:extLst>
                  <a:ext uri="{FF2B5EF4-FFF2-40B4-BE49-F238E27FC236}">
                    <a16:creationId xmlns:a16="http://schemas.microsoft.com/office/drawing/2014/main" id="{EA6296DB-FC67-6A44-AB8B-2E1A9AB5ED50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04E69BE7-3204-C346-9D59-E6BB1BA8E17E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5" name="Oval 414">
                <a:extLst>
                  <a:ext uri="{FF2B5EF4-FFF2-40B4-BE49-F238E27FC236}">
                    <a16:creationId xmlns:a16="http://schemas.microsoft.com/office/drawing/2014/main" id="{AE2289CF-C448-0040-BCC7-5891C301847D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6" name="Oval 415">
                <a:extLst>
                  <a:ext uri="{FF2B5EF4-FFF2-40B4-BE49-F238E27FC236}">
                    <a16:creationId xmlns:a16="http://schemas.microsoft.com/office/drawing/2014/main" id="{69EA1AA3-D33D-D341-8E4A-4C50851E4240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07B9DF00-342B-FE47-A1E2-FAE976D0366E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8" name="Oval 417">
                <a:extLst>
                  <a:ext uri="{FF2B5EF4-FFF2-40B4-BE49-F238E27FC236}">
                    <a16:creationId xmlns:a16="http://schemas.microsoft.com/office/drawing/2014/main" id="{F4651630-0DC2-1D46-B3C3-85727D08F664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9" name="Oval 418">
                <a:extLst>
                  <a:ext uri="{FF2B5EF4-FFF2-40B4-BE49-F238E27FC236}">
                    <a16:creationId xmlns:a16="http://schemas.microsoft.com/office/drawing/2014/main" id="{47E5A37A-0F21-7D46-B889-61687C457A95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0" name="Oval 419">
                <a:extLst>
                  <a:ext uri="{FF2B5EF4-FFF2-40B4-BE49-F238E27FC236}">
                    <a16:creationId xmlns:a16="http://schemas.microsoft.com/office/drawing/2014/main" id="{5C4BE50C-D36E-A54E-BDC4-D5AF726EBD69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1" name="Oval 420">
                <a:extLst>
                  <a:ext uri="{FF2B5EF4-FFF2-40B4-BE49-F238E27FC236}">
                    <a16:creationId xmlns:a16="http://schemas.microsoft.com/office/drawing/2014/main" id="{B12984E9-454B-8F42-8C62-41BD9DF8A6AD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2" name="Oval 421">
                <a:extLst>
                  <a:ext uri="{FF2B5EF4-FFF2-40B4-BE49-F238E27FC236}">
                    <a16:creationId xmlns:a16="http://schemas.microsoft.com/office/drawing/2014/main" id="{843E8B2D-172E-FD4B-8BA2-39D6519283B4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698806CF-D88F-3D41-9ACA-85C4987373ED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A2DC7B8A-25E6-5946-984C-C6A2A2350EAE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691530B5-28E6-094C-94C3-6CC8104EA3D3}"/>
                </a:ext>
              </a:extLst>
            </p:cNvPr>
            <p:cNvGrpSpPr/>
            <p:nvPr/>
          </p:nvGrpSpPr>
          <p:grpSpPr>
            <a:xfrm rot="2670456">
              <a:off x="8337262" y="5210504"/>
              <a:ext cx="561574" cy="394357"/>
              <a:chOff x="5871652" y="6279397"/>
              <a:chExt cx="686823" cy="439136"/>
            </a:xfrm>
          </p:grpSpPr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EEAD2A85-BEDA-D047-8E44-97A7F86BBDE8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AF75D64B-5C87-5945-AAD7-3BEDAC175B04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861F0028-1CED-0C44-B0BC-163CDD472EC1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" name="Rectangle 189">
                <a:extLst>
                  <a:ext uri="{FF2B5EF4-FFF2-40B4-BE49-F238E27FC236}">
                    <a16:creationId xmlns:a16="http://schemas.microsoft.com/office/drawing/2014/main" id="{E4E2B87F-0597-D94E-9EEE-806471792620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191" name="Oval 190">
                <a:extLst>
                  <a:ext uri="{FF2B5EF4-FFF2-40B4-BE49-F238E27FC236}">
                    <a16:creationId xmlns:a16="http://schemas.microsoft.com/office/drawing/2014/main" id="{DBC9BCD4-5F7B-5C4B-9FF9-464BDF8B8306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2" name="Oval 191">
                <a:extLst>
                  <a:ext uri="{FF2B5EF4-FFF2-40B4-BE49-F238E27FC236}">
                    <a16:creationId xmlns:a16="http://schemas.microsoft.com/office/drawing/2014/main" id="{0F6FEBB9-58DD-504A-BA6A-D4E49504787D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3" name="Oval 192">
                <a:extLst>
                  <a:ext uri="{FF2B5EF4-FFF2-40B4-BE49-F238E27FC236}">
                    <a16:creationId xmlns:a16="http://schemas.microsoft.com/office/drawing/2014/main" id="{FA15CAFD-5AC7-774A-9B97-91E512E66D98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4" name="Oval 193">
                <a:extLst>
                  <a:ext uri="{FF2B5EF4-FFF2-40B4-BE49-F238E27FC236}">
                    <a16:creationId xmlns:a16="http://schemas.microsoft.com/office/drawing/2014/main" id="{145ECD4D-5940-ED4B-967A-77AD606CBACE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5" name="Oval 194">
                <a:extLst>
                  <a:ext uri="{FF2B5EF4-FFF2-40B4-BE49-F238E27FC236}">
                    <a16:creationId xmlns:a16="http://schemas.microsoft.com/office/drawing/2014/main" id="{891B02A7-1166-E24C-8BE6-277ECA384224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6" name="Oval 195">
                <a:extLst>
                  <a:ext uri="{FF2B5EF4-FFF2-40B4-BE49-F238E27FC236}">
                    <a16:creationId xmlns:a16="http://schemas.microsoft.com/office/drawing/2014/main" id="{09CDF629-BFEB-054C-B6E6-F341D7362887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9CD4CBE0-4E3F-0B41-B68D-CD2D364AE5CD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8" name="Oval 197">
                <a:extLst>
                  <a:ext uri="{FF2B5EF4-FFF2-40B4-BE49-F238E27FC236}">
                    <a16:creationId xmlns:a16="http://schemas.microsoft.com/office/drawing/2014/main" id="{E30743F3-82D6-7240-9615-2356F5290D8F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9" name="Oval 198">
                <a:extLst>
                  <a:ext uri="{FF2B5EF4-FFF2-40B4-BE49-F238E27FC236}">
                    <a16:creationId xmlns:a16="http://schemas.microsoft.com/office/drawing/2014/main" id="{7E0FFF8B-FB52-104B-AF74-9CFA8BCDC8DA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0" name="Oval 199">
                <a:extLst>
                  <a:ext uri="{FF2B5EF4-FFF2-40B4-BE49-F238E27FC236}">
                    <a16:creationId xmlns:a16="http://schemas.microsoft.com/office/drawing/2014/main" id="{79AA7CBA-FC9A-9341-8DC6-69EA97BC6E44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1" name="Oval 200">
                <a:extLst>
                  <a:ext uri="{FF2B5EF4-FFF2-40B4-BE49-F238E27FC236}">
                    <a16:creationId xmlns:a16="http://schemas.microsoft.com/office/drawing/2014/main" id="{F1A55F6A-0FAD-2E40-B9A8-35F7453B2430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2" name="Oval 201">
                <a:extLst>
                  <a:ext uri="{FF2B5EF4-FFF2-40B4-BE49-F238E27FC236}">
                    <a16:creationId xmlns:a16="http://schemas.microsoft.com/office/drawing/2014/main" id="{A0BCFC3F-380B-244A-B5E4-AD23F4EF2DDC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3" name="Oval 202">
                <a:extLst>
                  <a:ext uri="{FF2B5EF4-FFF2-40B4-BE49-F238E27FC236}">
                    <a16:creationId xmlns:a16="http://schemas.microsoft.com/office/drawing/2014/main" id="{4F4AC1A0-30EC-3845-80DA-12E3FE2762C1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937943BE-17AA-0645-8E83-3CFC9A3CB3BA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5" name="Oval 204">
                <a:extLst>
                  <a:ext uri="{FF2B5EF4-FFF2-40B4-BE49-F238E27FC236}">
                    <a16:creationId xmlns:a16="http://schemas.microsoft.com/office/drawing/2014/main" id="{587E51FD-A37C-0C4A-9E92-592433993026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6" name="Oval 205">
                <a:extLst>
                  <a:ext uri="{FF2B5EF4-FFF2-40B4-BE49-F238E27FC236}">
                    <a16:creationId xmlns:a16="http://schemas.microsoft.com/office/drawing/2014/main" id="{27DDED47-0B51-404F-AB00-8C0D89FFB2B1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7" name="Oval 206">
                <a:extLst>
                  <a:ext uri="{FF2B5EF4-FFF2-40B4-BE49-F238E27FC236}">
                    <a16:creationId xmlns:a16="http://schemas.microsoft.com/office/drawing/2014/main" id="{F3D076DB-6B0F-0649-9B35-5FC0DB33A2F0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8" name="Oval 207">
                <a:extLst>
                  <a:ext uri="{FF2B5EF4-FFF2-40B4-BE49-F238E27FC236}">
                    <a16:creationId xmlns:a16="http://schemas.microsoft.com/office/drawing/2014/main" id="{323AE9BE-E28B-884D-8945-280D4DC581C2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9" name="Oval 208">
                <a:extLst>
                  <a:ext uri="{FF2B5EF4-FFF2-40B4-BE49-F238E27FC236}">
                    <a16:creationId xmlns:a16="http://schemas.microsoft.com/office/drawing/2014/main" id="{ECD1458E-C4D2-5148-A9AD-885915EF5A2A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0" name="Oval 209">
                <a:extLst>
                  <a:ext uri="{FF2B5EF4-FFF2-40B4-BE49-F238E27FC236}">
                    <a16:creationId xmlns:a16="http://schemas.microsoft.com/office/drawing/2014/main" id="{D5E3BCBC-9C54-AE47-A22E-4764B88274C0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4C36BEED-D041-E74A-9D84-DB09F170A2E9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021D7C4E-80EA-5042-988E-A0E979626B6D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3" name="Oval 212">
                <a:extLst>
                  <a:ext uri="{FF2B5EF4-FFF2-40B4-BE49-F238E27FC236}">
                    <a16:creationId xmlns:a16="http://schemas.microsoft.com/office/drawing/2014/main" id="{1669DD85-2931-9E4C-B766-D78A06ADCEBE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Oval 213">
                <a:extLst>
                  <a:ext uri="{FF2B5EF4-FFF2-40B4-BE49-F238E27FC236}">
                    <a16:creationId xmlns:a16="http://schemas.microsoft.com/office/drawing/2014/main" id="{B76F1D8D-C816-924E-9B1D-02DBE74061F9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5" name="Oval 214">
                <a:extLst>
                  <a:ext uri="{FF2B5EF4-FFF2-40B4-BE49-F238E27FC236}">
                    <a16:creationId xmlns:a16="http://schemas.microsoft.com/office/drawing/2014/main" id="{9B136167-531A-D644-AEE3-29A4A458A583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6" name="Oval 215">
                <a:extLst>
                  <a:ext uri="{FF2B5EF4-FFF2-40B4-BE49-F238E27FC236}">
                    <a16:creationId xmlns:a16="http://schemas.microsoft.com/office/drawing/2014/main" id="{41B63DDE-3E6F-5749-979C-455175E3F255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7" name="Oval 216">
                <a:extLst>
                  <a:ext uri="{FF2B5EF4-FFF2-40B4-BE49-F238E27FC236}">
                    <a16:creationId xmlns:a16="http://schemas.microsoft.com/office/drawing/2014/main" id="{39BFACF2-0F2C-D94F-8420-1016039B24FF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34F08674-1EBF-494A-B074-FA8E5685C4E4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9" name="Oval 218">
                <a:extLst>
                  <a:ext uri="{FF2B5EF4-FFF2-40B4-BE49-F238E27FC236}">
                    <a16:creationId xmlns:a16="http://schemas.microsoft.com/office/drawing/2014/main" id="{65F94F9D-E427-9249-B0ED-33F39F4D4BDB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0" name="Oval 219">
                <a:extLst>
                  <a:ext uri="{FF2B5EF4-FFF2-40B4-BE49-F238E27FC236}">
                    <a16:creationId xmlns:a16="http://schemas.microsoft.com/office/drawing/2014/main" id="{72652A26-73C5-BB41-A719-707631063572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7CB8B8BD-29B2-5649-A033-E8127B05E8CD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2" name="Oval 221">
                <a:extLst>
                  <a:ext uri="{FF2B5EF4-FFF2-40B4-BE49-F238E27FC236}">
                    <a16:creationId xmlns:a16="http://schemas.microsoft.com/office/drawing/2014/main" id="{4128A45B-7506-3B49-9844-127E61622A48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3" name="Oval 222">
                <a:extLst>
                  <a:ext uri="{FF2B5EF4-FFF2-40B4-BE49-F238E27FC236}">
                    <a16:creationId xmlns:a16="http://schemas.microsoft.com/office/drawing/2014/main" id="{4BBC49B5-E309-F641-8405-CE3C0ED71526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4" name="Oval 223">
                <a:extLst>
                  <a:ext uri="{FF2B5EF4-FFF2-40B4-BE49-F238E27FC236}">
                    <a16:creationId xmlns:a16="http://schemas.microsoft.com/office/drawing/2014/main" id="{5BE3F9A9-0D79-3F40-A52E-90720A592E8C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5" name="Oval 224">
                <a:extLst>
                  <a:ext uri="{FF2B5EF4-FFF2-40B4-BE49-F238E27FC236}">
                    <a16:creationId xmlns:a16="http://schemas.microsoft.com/office/drawing/2014/main" id="{D4D15881-6E45-E844-A910-7B7B7B55EC78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6" name="Oval 225">
                <a:extLst>
                  <a:ext uri="{FF2B5EF4-FFF2-40B4-BE49-F238E27FC236}">
                    <a16:creationId xmlns:a16="http://schemas.microsoft.com/office/drawing/2014/main" id="{55DDA9FF-F6BD-EB43-A706-139F06FBC9C6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7" name="Oval 226">
                <a:extLst>
                  <a:ext uri="{FF2B5EF4-FFF2-40B4-BE49-F238E27FC236}">
                    <a16:creationId xmlns:a16="http://schemas.microsoft.com/office/drawing/2014/main" id="{5D3FD1D7-2696-704A-877B-AD5790AF8348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D7DA4076-8FCE-A741-A381-ED11013F5C09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9" name="Oval 228">
                <a:extLst>
                  <a:ext uri="{FF2B5EF4-FFF2-40B4-BE49-F238E27FC236}">
                    <a16:creationId xmlns:a16="http://schemas.microsoft.com/office/drawing/2014/main" id="{545A29BE-54A6-8446-B6E3-3E4C8B364FE0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0" name="Oval 229">
                <a:extLst>
                  <a:ext uri="{FF2B5EF4-FFF2-40B4-BE49-F238E27FC236}">
                    <a16:creationId xmlns:a16="http://schemas.microsoft.com/office/drawing/2014/main" id="{56EF9AF4-3A74-5F4D-ADDC-09C61680A975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Oval 230">
                <a:extLst>
                  <a:ext uri="{FF2B5EF4-FFF2-40B4-BE49-F238E27FC236}">
                    <a16:creationId xmlns:a16="http://schemas.microsoft.com/office/drawing/2014/main" id="{028EA64A-3BDA-7147-867D-9F7856B0CAFE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" name="Oval 231">
                <a:extLst>
                  <a:ext uri="{FF2B5EF4-FFF2-40B4-BE49-F238E27FC236}">
                    <a16:creationId xmlns:a16="http://schemas.microsoft.com/office/drawing/2014/main" id="{68C9D3AA-1953-664D-9EF4-AA933147D03D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3" name="Oval 232">
                <a:extLst>
                  <a:ext uri="{FF2B5EF4-FFF2-40B4-BE49-F238E27FC236}">
                    <a16:creationId xmlns:a16="http://schemas.microsoft.com/office/drawing/2014/main" id="{FF72EAB5-6CF2-E742-93D2-0CE23C2069F3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Oval 233">
                <a:extLst>
                  <a:ext uri="{FF2B5EF4-FFF2-40B4-BE49-F238E27FC236}">
                    <a16:creationId xmlns:a16="http://schemas.microsoft.com/office/drawing/2014/main" id="{4ABD4564-1F3E-0443-976F-957D4E582DB7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5" name="Oval 234">
                <a:extLst>
                  <a:ext uri="{FF2B5EF4-FFF2-40B4-BE49-F238E27FC236}">
                    <a16:creationId xmlns:a16="http://schemas.microsoft.com/office/drawing/2014/main" id="{886B7663-FE98-9740-AC6B-4C7B70894318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6" name="Oval 235">
                <a:extLst>
                  <a:ext uri="{FF2B5EF4-FFF2-40B4-BE49-F238E27FC236}">
                    <a16:creationId xmlns:a16="http://schemas.microsoft.com/office/drawing/2014/main" id="{2AE0BD2E-B94E-A442-A973-2C9D33968169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Oval 236">
                <a:extLst>
                  <a:ext uri="{FF2B5EF4-FFF2-40B4-BE49-F238E27FC236}">
                    <a16:creationId xmlns:a16="http://schemas.microsoft.com/office/drawing/2014/main" id="{76EBD84F-7987-C44D-BF6F-883F47162C17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8" name="Oval 237">
                <a:extLst>
                  <a:ext uri="{FF2B5EF4-FFF2-40B4-BE49-F238E27FC236}">
                    <a16:creationId xmlns:a16="http://schemas.microsoft.com/office/drawing/2014/main" id="{432F11AD-FB80-4D46-BECA-3D7CD3752B09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9" name="Oval 238">
                <a:extLst>
                  <a:ext uri="{FF2B5EF4-FFF2-40B4-BE49-F238E27FC236}">
                    <a16:creationId xmlns:a16="http://schemas.microsoft.com/office/drawing/2014/main" id="{F2F3383E-6FBC-A845-9DCA-D72CD2C19729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Oval 239">
                <a:extLst>
                  <a:ext uri="{FF2B5EF4-FFF2-40B4-BE49-F238E27FC236}">
                    <a16:creationId xmlns:a16="http://schemas.microsoft.com/office/drawing/2014/main" id="{07626086-E837-324B-A23D-42D890B83F1F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1" name="Oval 240">
                <a:extLst>
                  <a:ext uri="{FF2B5EF4-FFF2-40B4-BE49-F238E27FC236}">
                    <a16:creationId xmlns:a16="http://schemas.microsoft.com/office/drawing/2014/main" id="{2A39111E-7CDE-5B47-A440-2EAD9C197532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2" name="Oval 241">
                <a:extLst>
                  <a:ext uri="{FF2B5EF4-FFF2-40B4-BE49-F238E27FC236}">
                    <a16:creationId xmlns:a16="http://schemas.microsoft.com/office/drawing/2014/main" id="{12A7A131-E71C-9846-AC82-E39F9A312866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3" name="Oval 242">
                <a:extLst>
                  <a:ext uri="{FF2B5EF4-FFF2-40B4-BE49-F238E27FC236}">
                    <a16:creationId xmlns:a16="http://schemas.microsoft.com/office/drawing/2014/main" id="{D699EC06-28D4-344B-AD1A-95E47340F48C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4" name="Oval 243">
                <a:extLst>
                  <a:ext uri="{FF2B5EF4-FFF2-40B4-BE49-F238E27FC236}">
                    <a16:creationId xmlns:a16="http://schemas.microsoft.com/office/drawing/2014/main" id="{F03C81E0-5E47-0545-999E-F5E18F2CACE5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5" name="Oval 244">
                <a:extLst>
                  <a:ext uri="{FF2B5EF4-FFF2-40B4-BE49-F238E27FC236}">
                    <a16:creationId xmlns:a16="http://schemas.microsoft.com/office/drawing/2014/main" id="{04192987-130E-A442-9243-AD9C490E01A5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6" name="Oval 245">
                <a:extLst>
                  <a:ext uri="{FF2B5EF4-FFF2-40B4-BE49-F238E27FC236}">
                    <a16:creationId xmlns:a16="http://schemas.microsoft.com/office/drawing/2014/main" id="{46179366-C7EE-0845-BC8B-B3B187B150EA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7" name="Oval 246">
                <a:extLst>
                  <a:ext uri="{FF2B5EF4-FFF2-40B4-BE49-F238E27FC236}">
                    <a16:creationId xmlns:a16="http://schemas.microsoft.com/office/drawing/2014/main" id="{B170CAA1-8CCD-FB4E-B320-5837EBC4F6DE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A0EDFD75-11C2-AE48-8EEC-4C1AFA78636A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9" name="Oval 248">
                <a:extLst>
                  <a:ext uri="{FF2B5EF4-FFF2-40B4-BE49-F238E27FC236}">
                    <a16:creationId xmlns:a16="http://schemas.microsoft.com/office/drawing/2014/main" id="{4A825E2E-7217-F945-98EF-F5CC89186019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0" name="Oval 249">
                <a:extLst>
                  <a:ext uri="{FF2B5EF4-FFF2-40B4-BE49-F238E27FC236}">
                    <a16:creationId xmlns:a16="http://schemas.microsoft.com/office/drawing/2014/main" id="{A5CF315F-82A3-D742-9C07-6AD538F2270A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1" name="Oval 250">
                <a:extLst>
                  <a:ext uri="{FF2B5EF4-FFF2-40B4-BE49-F238E27FC236}">
                    <a16:creationId xmlns:a16="http://schemas.microsoft.com/office/drawing/2014/main" id="{BBEA78A1-BBEA-1C40-BBF4-691F57D16F82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2" name="Oval 251">
                <a:extLst>
                  <a:ext uri="{FF2B5EF4-FFF2-40B4-BE49-F238E27FC236}">
                    <a16:creationId xmlns:a16="http://schemas.microsoft.com/office/drawing/2014/main" id="{3657ECAD-259D-7648-A109-93AD3BBC6D30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3" name="Oval 252">
                <a:extLst>
                  <a:ext uri="{FF2B5EF4-FFF2-40B4-BE49-F238E27FC236}">
                    <a16:creationId xmlns:a16="http://schemas.microsoft.com/office/drawing/2014/main" id="{232FE0E1-87F7-F54B-BA40-0FC42A46FB63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4" name="Oval 253">
                <a:extLst>
                  <a:ext uri="{FF2B5EF4-FFF2-40B4-BE49-F238E27FC236}">
                    <a16:creationId xmlns:a16="http://schemas.microsoft.com/office/drawing/2014/main" id="{CC1383BA-5365-3646-AACD-93CDF1B689AC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5" name="Oval 254">
                <a:extLst>
                  <a:ext uri="{FF2B5EF4-FFF2-40B4-BE49-F238E27FC236}">
                    <a16:creationId xmlns:a16="http://schemas.microsoft.com/office/drawing/2014/main" id="{3A39952B-ED04-FF49-B182-AE999C0E6F4F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6" name="Oval 255">
                <a:extLst>
                  <a:ext uri="{FF2B5EF4-FFF2-40B4-BE49-F238E27FC236}">
                    <a16:creationId xmlns:a16="http://schemas.microsoft.com/office/drawing/2014/main" id="{AC5A7839-2498-B944-8B79-677B181F915B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7" name="Oval 256">
                <a:extLst>
                  <a:ext uri="{FF2B5EF4-FFF2-40B4-BE49-F238E27FC236}">
                    <a16:creationId xmlns:a16="http://schemas.microsoft.com/office/drawing/2014/main" id="{173D2BF0-69DB-F44D-8612-3E164A270BC0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8" name="Oval 257">
                <a:extLst>
                  <a:ext uri="{FF2B5EF4-FFF2-40B4-BE49-F238E27FC236}">
                    <a16:creationId xmlns:a16="http://schemas.microsoft.com/office/drawing/2014/main" id="{96A90E0E-AFF9-FB45-B874-3101F4A17542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9" name="Oval 258">
                <a:extLst>
                  <a:ext uri="{FF2B5EF4-FFF2-40B4-BE49-F238E27FC236}">
                    <a16:creationId xmlns:a16="http://schemas.microsoft.com/office/drawing/2014/main" id="{1A57C827-06EF-244D-B663-BC37A9BDE59B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0" name="Oval 259">
                <a:extLst>
                  <a:ext uri="{FF2B5EF4-FFF2-40B4-BE49-F238E27FC236}">
                    <a16:creationId xmlns:a16="http://schemas.microsoft.com/office/drawing/2014/main" id="{005281E9-CB88-F946-8A5D-179C97C9C22E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1" name="Oval 260">
                <a:extLst>
                  <a:ext uri="{FF2B5EF4-FFF2-40B4-BE49-F238E27FC236}">
                    <a16:creationId xmlns:a16="http://schemas.microsoft.com/office/drawing/2014/main" id="{43A8C869-4FE2-6E4F-AB72-8138C951C045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2" name="Oval 261">
                <a:extLst>
                  <a:ext uri="{FF2B5EF4-FFF2-40B4-BE49-F238E27FC236}">
                    <a16:creationId xmlns:a16="http://schemas.microsoft.com/office/drawing/2014/main" id="{722E9D79-303B-7F43-9F2E-F2F5A048D7AC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3" name="Oval 262">
                <a:extLst>
                  <a:ext uri="{FF2B5EF4-FFF2-40B4-BE49-F238E27FC236}">
                    <a16:creationId xmlns:a16="http://schemas.microsoft.com/office/drawing/2014/main" id="{ED7E1807-4C07-274E-BA03-6FF592475845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4" name="Oval 263">
                <a:extLst>
                  <a:ext uri="{FF2B5EF4-FFF2-40B4-BE49-F238E27FC236}">
                    <a16:creationId xmlns:a16="http://schemas.microsoft.com/office/drawing/2014/main" id="{CB8476EB-E1B0-B345-952A-D9EB3AF63208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5" name="Oval 264">
                <a:extLst>
                  <a:ext uri="{FF2B5EF4-FFF2-40B4-BE49-F238E27FC236}">
                    <a16:creationId xmlns:a16="http://schemas.microsoft.com/office/drawing/2014/main" id="{993B3A0A-D357-0445-B171-82834528EE46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6" name="Oval 265">
                <a:extLst>
                  <a:ext uri="{FF2B5EF4-FFF2-40B4-BE49-F238E27FC236}">
                    <a16:creationId xmlns:a16="http://schemas.microsoft.com/office/drawing/2014/main" id="{BC442164-FA65-8746-AF5A-BACE952E28C5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7" name="Oval 266">
                <a:extLst>
                  <a:ext uri="{FF2B5EF4-FFF2-40B4-BE49-F238E27FC236}">
                    <a16:creationId xmlns:a16="http://schemas.microsoft.com/office/drawing/2014/main" id="{F1CB3154-E823-714C-A25F-A799CF5BCBC2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8" name="Oval 267">
                <a:extLst>
                  <a:ext uri="{FF2B5EF4-FFF2-40B4-BE49-F238E27FC236}">
                    <a16:creationId xmlns:a16="http://schemas.microsoft.com/office/drawing/2014/main" id="{BFA52414-B2EE-1948-A971-C954F7675DB2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9" name="Oval 268">
                <a:extLst>
                  <a:ext uri="{FF2B5EF4-FFF2-40B4-BE49-F238E27FC236}">
                    <a16:creationId xmlns:a16="http://schemas.microsoft.com/office/drawing/2014/main" id="{BCE26BB7-EAB8-6447-8C03-536431CFD59F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0" name="Oval 269">
                <a:extLst>
                  <a:ext uri="{FF2B5EF4-FFF2-40B4-BE49-F238E27FC236}">
                    <a16:creationId xmlns:a16="http://schemas.microsoft.com/office/drawing/2014/main" id="{66F1798A-DF50-194B-880E-9FAEE583A8AB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1" name="Oval 270">
                <a:extLst>
                  <a:ext uri="{FF2B5EF4-FFF2-40B4-BE49-F238E27FC236}">
                    <a16:creationId xmlns:a16="http://schemas.microsoft.com/office/drawing/2014/main" id="{B287F276-39AD-7A43-9643-551C86ADCE00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2" name="Oval 271">
                <a:extLst>
                  <a:ext uri="{FF2B5EF4-FFF2-40B4-BE49-F238E27FC236}">
                    <a16:creationId xmlns:a16="http://schemas.microsoft.com/office/drawing/2014/main" id="{8B138BF3-DDE8-4D4C-AB05-718A1C46593A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3" name="Oval 272">
                <a:extLst>
                  <a:ext uri="{FF2B5EF4-FFF2-40B4-BE49-F238E27FC236}">
                    <a16:creationId xmlns:a16="http://schemas.microsoft.com/office/drawing/2014/main" id="{311D65B9-AE9F-CF49-A922-0BF04A569E28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4" name="Oval 273">
                <a:extLst>
                  <a:ext uri="{FF2B5EF4-FFF2-40B4-BE49-F238E27FC236}">
                    <a16:creationId xmlns:a16="http://schemas.microsoft.com/office/drawing/2014/main" id="{04D214EE-D407-3D49-B90C-D7ACFCDB922C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5" name="Oval 274">
                <a:extLst>
                  <a:ext uri="{FF2B5EF4-FFF2-40B4-BE49-F238E27FC236}">
                    <a16:creationId xmlns:a16="http://schemas.microsoft.com/office/drawing/2014/main" id="{235763CB-3813-5642-986C-C4EACB7E3822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6" name="Oval 275">
                <a:extLst>
                  <a:ext uri="{FF2B5EF4-FFF2-40B4-BE49-F238E27FC236}">
                    <a16:creationId xmlns:a16="http://schemas.microsoft.com/office/drawing/2014/main" id="{00897B3A-07BB-A441-89C1-A0188C7AC084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7" name="Oval 276">
                <a:extLst>
                  <a:ext uri="{FF2B5EF4-FFF2-40B4-BE49-F238E27FC236}">
                    <a16:creationId xmlns:a16="http://schemas.microsoft.com/office/drawing/2014/main" id="{A7669C38-67A7-BA4D-A40B-AC86FBB559A7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8" name="Oval 277">
                <a:extLst>
                  <a:ext uri="{FF2B5EF4-FFF2-40B4-BE49-F238E27FC236}">
                    <a16:creationId xmlns:a16="http://schemas.microsoft.com/office/drawing/2014/main" id="{3BEF9334-BFFE-7549-9F6B-A04F63BF8CBC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9" name="Oval 278">
                <a:extLst>
                  <a:ext uri="{FF2B5EF4-FFF2-40B4-BE49-F238E27FC236}">
                    <a16:creationId xmlns:a16="http://schemas.microsoft.com/office/drawing/2014/main" id="{19B5191E-EB24-C24B-A1C2-E7576264DF8C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0" name="Oval 279">
                <a:extLst>
                  <a:ext uri="{FF2B5EF4-FFF2-40B4-BE49-F238E27FC236}">
                    <a16:creationId xmlns:a16="http://schemas.microsoft.com/office/drawing/2014/main" id="{1D323836-7FFF-724F-995F-E58FCB5643A0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1" name="Oval 280">
                <a:extLst>
                  <a:ext uri="{FF2B5EF4-FFF2-40B4-BE49-F238E27FC236}">
                    <a16:creationId xmlns:a16="http://schemas.microsoft.com/office/drawing/2014/main" id="{9FBE2AE3-9FA6-3049-B612-4154AAE24872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2" name="Oval 281">
                <a:extLst>
                  <a:ext uri="{FF2B5EF4-FFF2-40B4-BE49-F238E27FC236}">
                    <a16:creationId xmlns:a16="http://schemas.microsoft.com/office/drawing/2014/main" id="{CD1C9E7A-E7A0-874C-AA2B-60F1FC2BEE2F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3" name="Oval 282">
                <a:extLst>
                  <a:ext uri="{FF2B5EF4-FFF2-40B4-BE49-F238E27FC236}">
                    <a16:creationId xmlns:a16="http://schemas.microsoft.com/office/drawing/2014/main" id="{394460C7-59F7-0948-9FF6-FEE7C1A8E5E2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4" name="Oval 283">
                <a:extLst>
                  <a:ext uri="{FF2B5EF4-FFF2-40B4-BE49-F238E27FC236}">
                    <a16:creationId xmlns:a16="http://schemas.microsoft.com/office/drawing/2014/main" id="{86796354-74E1-724D-A2E5-D98F399CAB4D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5" name="Oval 284">
                <a:extLst>
                  <a:ext uri="{FF2B5EF4-FFF2-40B4-BE49-F238E27FC236}">
                    <a16:creationId xmlns:a16="http://schemas.microsoft.com/office/drawing/2014/main" id="{BDE6C2D8-DCB0-FB4E-A74C-C5E0B91F6F77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6" name="Oval 285">
                <a:extLst>
                  <a:ext uri="{FF2B5EF4-FFF2-40B4-BE49-F238E27FC236}">
                    <a16:creationId xmlns:a16="http://schemas.microsoft.com/office/drawing/2014/main" id="{69762D32-E2F9-2B42-A1A5-CF2ACC314CE3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7" name="Oval 286">
                <a:extLst>
                  <a:ext uri="{FF2B5EF4-FFF2-40B4-BE49-F238E27FC236}">
                    <a16:creationId xmlns:a16="http://schemas.microsoft.com/office/drawing/2014/main" id="{4156B72B-3E96-864F-957D-A43E3E9A241C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8" name="Oval 287">
                <a:extLst>
                  <a:ext uri="{FF2B5EF4-FFF2-40B4-BE49-F238E27FC236}">
                    <a16:creationId xmlns:a16="http://schemas.microsoft.com/office/drawing/2014/main" id="{829E4BFE-B8DC-D643-9D5B-327B72411206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9" name="Oval 288">
                <a:extLst>
                  <a:ext uri="{FF2B5EF4-FFF2-40B4-BE49-F238E27FC236}">
                    <a16:creationId xmlns:a16="http://schemas.microsoft.com/office/drawing/2014/main" id="{8F1AD003-E456-6443-9489-F41D6605A026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0" name="Oval 289">
                <a:extLst>
                  <a:ext uri="{FF2B5EF4-FFF2-40B4-BE49-F238E27FC236}">
                    <a16:creationId xmlns:a16="http://schemas.microsoft.com/office/drawing/2014/main" id="{CCF28BD3-303A-8044-9A1B-5F79DB7BC93F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1" name="Oval 290">
                <a:extLst>
                  <a:ext uri="{FF2B5EF4-FFF2-40B4-BE49-F238E27FC236}">
                    <a16:creationId xmlns:a16="http://schemas.microsoft.com/office/drawing/2014/main" id="{1D2E2AB5-FF52-D244-BE8A-B449FA0830C4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2" name="Oval 291">
                <a:extLst>
                  <a:ext uri="{FF2B5EF4-FFF2-40B4-BE49-F238E27FC236}">
                    <a16:creationId xmlns:a16="http://schemas.microsoft.com/office/drawing/2014/main" id="{7BDF0844-D122-EA48-A3AD-C3DBFEA6EB81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3" name="Oval 292">
                <a:extLst>
                  <a:ext uri="{FF2B5EF4-FFF2-40B4-BE49-F238E27FC236}">
                    <a16:creationId xmlns:a16="http://schemas.microsoft.com/office/drawing/2014/main" id="{7BF5EA3F-33F8-0E4B-A000-BE133B642263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4" name="Oval 293">
                <a:extLst>
                  <a:ext uri="{FF2B5EF4-FFF2-40B4-BE49-F238E27FC236}">
                    <a16:creationId xmlns:a16="http://schemas.microsoft.com/office/drawing/2014/main" id="{D8FF90B2-DD7D-A341-9F8B-45CAC016379D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5" name="Oval 294">
                <a:extLst>
                  <a:ext uri="{FF2B5EF4-FFF2-40B4-BE49-F238E27FC236}">
                    <a16:creationId xmlns:a16="http://schemas.microsoft.com/office/drawing/2014/main" id="{119DF0B6-08D9-284C-BCA3-1C18CD05057F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6" name="Oval 295">
                <a:extLst>
                  <a:ext uri="{FF2B5EF4-FFF2-40B4-BE49-F238E27FC236}">
                    <a16:creationId xmlns:a16="http://schemas.microsoft.com/office/drawing/2014/main" id="{EF61CF80-7202-5943-9A2C-40229DED7168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7" name="Oval 296">
                <a:extLst>
                  <a:ext uri="{FF2B5EF4-FFF2-40B4-BE49-F238E27FC236}">
                    <a16:creationId xmlns:a16="http://schemas.microsoft.com/office/drawing/2014/main" id="{34300ADD-4FA1-194F-A28F-FC5A0C6DEACA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8" name="Oval 297">
                <a:extLst>
                  <a:ext uri="{FF2B5EF4-FFF2-40B4-BE49-F238E27FC236}">
                    <a16:creationId xmlns:a16="http://schemas.microsoft.com/office/drawing/2014/main" id="{93350D73-8D34-6748-AD8E-FD6DDEAC850A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9" name="Oval 298">
                <a:extLst>
                  <a:ext uri="{FF2B5EF4-FFF2-40B4-BE49-F238E27FC236}">
                    <a16:creationId xmlns:a16="http://schemas.microsoft.com/office/drawing/2014/main" id="{30B9DC79-16F1-704E-98CB-279BF539314B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0" name="Oval 299">
                <a:extLst>
                  <a:ext uri="{FF2B5EF4-FFF2-40B4-BE49-F238E27FC236}">
                    <a16:creationId xmlns:a16="http://schemas.microsoft.com/office/drawing/2014/main" id="{B3BBB8F9-5EC8-114E-8C53-C130A26588D3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1" name="Oval 300">
                <a:extLst>
                  <a:ext uri="{FF2B5EF4-FFF2-40B4-BE49-F238E27FC236}">
                    <a16:creationId xmlns:a16="http://schemas.microsoft.com/office/drawing/2014/main" id="{7341DB9D-72EC-714A-8EB5-2BBFB6BD19CE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2" name="Oval 301">
                <a:extLst>
                  <a:ext uri="{FF2B5EF4-FFF2-40B4-BE49-F238E27FC236}">
                    <a16:creationId xmlns:a16="http://schemas.microsoft.com/office/drawing/2014/main" id="{D2556884-7EE2-D34E-9C95-A9D52EEB1FB1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3" name="Oval 302">
                <a:extLst>
                  <a:ext uri="{FF2B5EF4-FFF2-40B4-BE49-F238E27FC236}">
                    <a16:creationId xmlns:a16="http://schemas.microsoft.com/office/drawing/2014/main" id="{00E56976-F80C-E848-8078-D7867665F7D1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7499BEC4-1965-7F47-8D15-759D56519308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5" name="Freeform 304">
                <a:extLst>
                  <a:ext uri="{FF2B5EF4-FFF2-40B4-BE49-F238E27FC236}">
                    <a16:creationId xmlns:a16="http://schemas.microsoft.com/office/drawing/2014/main" id="{B9B9926F-7D78-BD4C-99B1-7B60BC8D9C19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48184D65-34BF-BA46-8CA1-21492C980FC9}"/>
                </a:ext>
              </a:extLst>
            </p:cNvPr>
            <p:cNvGrpSpPr/>
            <p:nvPr/>
          </p:nvGrpSpPr>
          <p:grpSpPr>
            <a:xfrm rot="4383271">
              <a:off x="8556822" y="5182744"/>
              <a:ext cx="561574" cy="394357"/>
              <a:chOff x="5871652" y="6279397"/>
              <a:chExt cx="686823" cy="439136"/>
            </a:xfrm>
          </p:grpSpPr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F6BF6B2B-5DF3-7343-A288-5B325324DE19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4B815C19-399D-FF46-8BD2-A4599A2832AC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A8EB6C28-34ED-D14D-9625-56FEAE8DF0A9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661823BD-4C70-294C-8934-24D3810A7620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59E39F1D-E2BF-654B-8545-2EAFC9AE74B1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3" name="Oval 72">
                <a:extLst>
                  <a:ext uri="{FF2B5EF4-FFF2-40B4-BE49-F238E27FC236}">
                    <a16:creationId xmlns:a16="http://schemas.microsoft.com/office/drawing/2014/main" id="{2B70A1EF-3BC2-1740-919F-DCBAC25F4FEA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4" name="Oval 73">
                <a:extLst>
                  <a:ext uri="{FF2B5EF4-FFF2-40B4-BE49-F238E27FC236}">
                    <a16:creationId xmlns:a16="http://schemas.microsoft.com/office/drawing/2014/main" id="{DEEC285E-C909-F047-8C2F-849DA4EC84FC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" name="Oval 74">
                <a:extLst>
                  <a:ext uri="{FF2B5EF4-FFF2-40B4-BE49-F238E27FC236}">
                    <a16:creationId xmlns:a16="http://schemas.microsoft.com/office/drawing/2014/main" id="{E334EAC6-44E7-2543-BDA3-A1A9E5861675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" name="Oval 75">
                <a:extLst>
                  <a:ext uri="{FF2B5EF4-FFF2-40B4-BE49-F238E27FC236}">
                    <a16:creationId xmlns:a16="http://schemas.microsoft.com/office/drawing/2014/main" id="{C932A79E-7186-EF4B-B23F-4A8F9D77FA2E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" name="Oval 76">
                <a:extLst>
                  <a:ext uri="{FF2B5EF4-FFF2-40B4-BE49-F238E27FC236}">
                    <a16:creationId xmlns:a16="http://schemas.microsoft.com/office/drawing/2014/main" id="{A76DEF2A-BC31-2D4B-978D-273D85755009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" name="Oval 77">
                <a:extLst>
                  <a:ext uri="{FF2B5EF4-FFF2-40B4-BE49-F238E27FC236}">
                    <a16:creationId xmlns:a16="http://schemas.microsoft.com/office/drawing/2014/main" id="{4D23696C-D32D-C34D-A49D-DFA490B7E0AB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9" name="Oval 78">
                <a:extLst>
                  <a:ext uri="{FF2B5EF4-FFF2-40B4-BE49-F238E27FC236}">
                    <a16:creationId xmlns:a16="http://schemas.microsoft.com/office/drawing/2014/main" id="{9E6A8314-1FD5-DD42-A12D-23FBACB567D5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0" name="Oval 79">
                <a:extLst>
                  <a:ext uri="{FF2B5EF4-FFF2-40B4-BE49-F238E27FC236}">
                    <a16:creationId xmlns:a16="http://schemas.microsoft.com/office/drawing/2014/main" id="{A382369F-7ABE-9E48-9E0B-6C8B02CC13DC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648D8FB7-5DA5-F940-AFCC-0A5F35A053C8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2" name="Oval 81">
                <a:extLst>
                  <a:ext uri="{FF2B5EF4-FFF2-40B4-BE49-F238E27FC236}">
                    <a16:creationId xmlns:a16="http://schemas.microsoft.com/office/drawing/2014/main" id="{CC4A00C1-BA45-224A-9239-CCF79353904C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3" name="Oval 82">
                <a:extLst>
                  <a:ext uri="{FF2B5EF4-FFF2-40B4-BE49-F238E27FC236}">
                    <a16:creationId xmlns:a16="http://schemas.microsoft.com/office/drawing/2014/main" id="{0FD6C084-CCFB-D246-BF0B-5D75C0DBED22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" name="Oval 83">
                <a:extLst>
                  <a:ext uri="{FF2B5EF4-FFF2-40B4-BE49-F238E27FC236}">
                    <a16:creationId xmlns:a16="http://schemas.microsoft.com/office/drawing/2014/main" id="{11363535-1BA0-FC4E-8C38-44805CA2D33F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5" name="Oval 84">
                <a:extLst>
                  <a:ext uri="{FF2B5EF4-FFF2-40B4-BE49-F238E27FC236}">
                    <a16:creationId xmlns:a16="http://schemas.microsoft.com/office/drawing/2014/main" id="{9E4E9A0A-7F27-684F-8C99-C3E79AD36C3F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6" name="Oval 85">
                <a:extLst>
                  <a:ext uri="{FF2B5EF4-FFF2-40B4-BE49-F238E27FC236}">
                    <a16:creationId xmlns:a16="http://schemas.microsoft.com/office/drawing/2014/main" id="{BDF7CE24-0F0F-4C46-8CD3-F689E984F514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7" name="Oval 86">
                <a:extLst>
                  <a:ext uri="{FF2B5EF4-FFF2-40B4-BE49-F238E27FC236}">
                    <a16:creationId xmlns:a16="http://schemas.microsoft.com/office/drawing/2014/main" id="{931C2622-3A7F-7042-BD7F-DABB84E10A19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D0D74F67-C774-854F-8138-71AEDE2A9E22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7BD7D4B8-C3CC-0140-AD32-E5EA51E471AC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DF654444-CF27-784E-A46C-7963E5494C1E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1" name="Oval 90">
                <a:extLst>
                  <a:ext uri="{FF2B5EF4-FFF2-40B4-BE49-F238E27FC236}">
                    <a16:creationId xmlns:a16="http://schemas.microsoft.com/office/drawing/2014/main" id="{9717C257-C9F4-E14E-B0D4-9CBE3892BAE8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574637D2-6FBF-6B42-96D4-C7B4B7016C1E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3" name="Oval 92">
                <a:extLst>
                  <a:ext uri="{FF2B5EF4-FFF2-40B4-BE49-F238E27FC236}">
                    <a16:creationId xmlns:a16="http://schemas.microsoft.com/office/drawing/2014/main" id="{6660D796-D0BF-F14A-A29F-F0D7930A22DE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4" name="Oval 93">
                <a:extLst>
                  <a:ext uri="{FF2B5EF4-FFF2-40B4-BE49-F238E27FC236}">
                    <a16:creationId xmlns:a16="http://schemas.microsoft.com/office/drawing/2014/main" id="{78DEB6F8-2D02-EF44-8BFC-18FB7E49E705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" name="Oval 94">
                <a:extLst>
                  <a:ext uri="{FF2B5EF4-FFF2-40B4-BE49-F238E27FC236}">
                    <a16:creationId xmlns:a16="http://schemas.microsoft.com/office/drawing/2014/main" id="{7EE46F52-EED1-A544-A83A-9DA40D36E3B0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75502E8F-33C9-264C-91E1-6E92DC0268D8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7" name="Oval 96">
                <a:extLst>
                  <a:ext uri="{FF2B5EF4-FFF2-40B4-BE49-F238E27FC236}">
                    <a16:creationId xmlns:a16="http://schemas.microsoft.com/office/drawing/2014/main" id="{7D5C5C48-84E2-C549-99E3-5D2C476F3E28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8" name="Oval 97">
                <a:extLst>
                  <a:ext uri="{FF2B5EF4-FFF2-40B4-BE49-F238E27FC236}">
                    <a16:creationId xmlns:a16="http://schemas.microsoft.com/office/drawing/2014/main" id="{B0A671A3-E6FA-F242-BF5C-5F0F166A5EBF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9" name="Oval 98">
                <a:extLst>
                  <a:ext uri="{FF2B5EF4-FFF2-40B4-BE49-F238E27FC236}">
                    <a16:creationId xmlns:a16="http://schemas.microsoft.com/office/drawing/2014/main" id="{2D96F278-E672-E248-A514-FA78D6B3EDD8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0" name="Oval 99">
                <a:extLst>
                  <a:ext uri="{FF2B5EF4-FFF2-40B4-BE49-F238E27FC236}">
                    <a16:creationId xmlns:a16="http://schemas.microsoft.com/office/drawing/2014/main" id="{9AD89A60-F75E-8C42-A4E5-E64294289399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" name="Oval 100">
                <a:extLst>
                  <a:ext uri="{FF2B5EF4-FFF2-40B4-BE49-F238E27FC236}">
                    <a16:creationId xmlns:a16="http://schemas.microsoft.com/office/drawing/2014/main" id="{4880C2BB-E46C-E149-A732-7BDD283C953C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2" name="Oval 101">
                <a:extLst>
                  <a:ext uri="{FF2B5EF4-FFF2-40B4-BE49-F238E27FC236}">
                    <a16:creationId xmlns:a16="http://schemas.microsoft.com/office/drawing/2014/main" id="{245D319D-4783-5D43-8578-08E9439CB4D1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3" name="Oval 102">
                <a:extLst>
                  <a:ext uri="{FF2B5EF4-FFF2-40B4-BE49-F238E27FC236}">
                    <a16:creationId xmlns:a16="http://schemas.microsoft.com/office/drawing/2014/main" id="{41A5623C-7B62-0A43-99DC-FB2301C5F713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8AC45B51-0793-F844-BD41-11BBC07C1D80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" name="Oval 104">
                <a:extLst>
                  <a:ext uri="{FF2B5EF4-FFF2-40B4-BE49-F238E27FC236}">
                    <a16:creationId xmlns:a16="http://schemas.microsoft.com/office/drawing/2014/main" id="{C423D4B8-C538-FE45-B1A7-C76C286F6C7D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" name="Oval 105">
                <a:extLst>
                  <a:ext uri="{FF2B5EF4-FFF2-40B4-BE49-F238E27FC236}">
                    <a16:creationId xmlns:a16="http://schemas.microsoft.com/office/drawing/2014/main" id="{418BB5EA-211B-7848-A58B-C58EFFA6A13C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7" name="Oval 106">
                <a:extLst>
                  <a:ext uri="{FF2B5EF4-FFF2-40B4-BE49-F238E27FC236}">
                    <a16:creationId xmlns:a16="http://schemas.microsoft.com/office/drawing/2014/main" id="{5258CFB7-1DD9-F341-B93E-50D647F6B405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8" name="Oval 107">
                <a:extLst>
                  <a:ext uri="{FF2B5EF4-FFF2-40B4-BE49-F238E27FC236}">
                    <a16:creationId xmlns:a16="http://schemas.microsoft.com/office/drawing/2014/main" id="{627F0661-5B1C-0648-9260-9425CBBA2DDB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21C11EB1-D196-4948-B195-1C4A5445E821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D0BA140A-1546-1A45-B73B-5DC61D5D1B9D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BE74758E-7870-B742-9F30-D775E0B4674E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CD525E0D-9307-9544-9600-850DE4283FD9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6D8E7E6B-2EB4-8848-80FE-19DF3E4C250D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" name="Oval 113">
                <a:extLst>
                  <a:ext uri="{FF2B5EF4-FFF2-40B4-BE49-F238E27FC236}">
                    <a16:creationId xmlns:a16="http://schemas.microsoft.com/office/drawing/2014/main" id="{75F5DAFA-1D7B-CE44-8953-B43738A185E3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5" name="Oval 114">
                <a:extLst>
                  <a:ext uri="{FF2B5EF4-FFF2-40B4-BE49-F238E27FC236}">
                    <a16:creationId xmlns:a16="http://schemas.microsoft.com/office/drawing/2014/main" id="{8997039B-E689-384D-A1E8-C023C34C5C2F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3DC29F8E-7A11-EF4D-8D0C-332E234D0BEF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EC684A03-A4C9-DC46-8632-8A870762E74A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8" name="Oval 117">
                <a:extLst>
                  <a:ext uri="{FF2B5EF4-FFF2-40B4-BE49-F238E27FC236}">
                    <a16:creationId xmlns:a16="http://schemas.microsoft.com/office/drawing/2014/main" id="{7B591139-AF88-8742-95FF-2BD85ADA2C13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F151067D-D343-FD46-B1C6-DB51F529A96B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25110505-366C-EA44-B60C-7B307DD0C7E0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65F0FD21-A874-514A-801B-3F7BDD82BAFD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" name="Oval 121">
                <a:extLst>
                  <a:ext uri="{FF2B5EF4-FFF2-40B4-BE49-F238E27FC236}">
                    <a16:creationId xmlns:a16="http://schemas.microsoft.com/office/drawing/2014/main" id="{01206A29-DE6C-8749-A6E2-47DCC2FA344A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" name="Oval 122">
                <a:extLst>
                  <a:ext uri="{FF2B5EF4-FFF2-40B4-BE49-F238E27FC236}">
                    <a16:creationId xmlns:a16="http://schemas.microsoft.com/office/drawing/2014/main" id="{32DD37D5-7FEB-4246-A727-58F2E6BAFD39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83DF3843-ACB5-1D4C-8598-D155030A1694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5" name="Oval 124">
                <a:extLst>
                  <a:ext uri="{FF2B5EF4-FFF2-40B4-BE49-F238E27FC236}">
                    <a16:creationId xmlns:a16="http://schemas.microsoft.com/office/drawing/2014/main" id="{A62E5D89-24A8-5B4F-BAF4-0CD1612BB37D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62340826-E3D4-0841-89B7-673002D8E345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7" name="Oval 126">
                <a:extLst>
                  <a:ext uri="{FF2B5EF4-FFF2-40B4-BE49-F238E27FC236}">
                    <a16:creationId xmlns:a16="http://schemas.microsoft.com/office/drawing/2014/main" id="{B471BAE4-2C44-694B-A37D-7158DA1B660A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E954D95E-081F-144A-AB8F-180AC91228E9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9" name="Oval 128">
                <a:extLst>
                  <a:ext uri="{FF2B5EF4-FFF2-40B4-BE49-F238E27FC236}">
                    <a16:creationId xmlns:a16="http://schemas.microsoft.com/office/drawing/2014/main" id="{53AFF00B-CAD1-5943-9980-96230FF150B7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0" name="Oval 129">
                <a:extLst>
                  <a:ext uri="{FF2B5EF4-FFF2-40B4-BE49-F238E27FC236}">
                    <a16:creationId xmlns:a16="http://schemas.microsoft.com/office/drawing/2014/main" id="{96B07C1B-4042-804F-827F-96C554D7E4CE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1" name="Oval 130">
                <a:extLst>
                  <a:ext uri="{FF2B5EF4-FFF2-40B4-BE49-F238E27FC236}">
                    <a16:creationId xmlns:a16="http://schemas.microsoft.com/office/drawing/2014/main" id="{8F2CC358-D604-F24E-86DF-2D27A72FF645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61A2A342-7675-D14C-B731-B28C8E5F279B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3" name="Oval 132">
                <a:extLst>
                  <a:ext uri="{FF2B5EF4-FFF2-40B4-BE49-F238E27FC236}">
                    <a16:creationId xmlns:a16="http://schemas.microsoft.com/office/drawing/2014/main" id="{19A3A039-2344-3A4A-A4CB-A635A3142B12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4" name="Oval 133">
                <a:extLst>
                  <a:ext uri="{FF2B5EF4-FFF2-40B4-BE49-F238E27FC236}">
                    <a16:creationId xmlns:a16="http://schemas.microsoft.com/office/drawing/2014/main" id="{841A3E60-7ADD-EF43-84E0-0FAB92F4434F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5" name="Oval 134">
                <a:extLst>
                  <a:ext uri="{FF2B5EF4-FFF2-40B4-BE49-F238E27FC236}">
                    <a16:creationId xmlns:a16="http://schemas.microsoft.com/office/drawing/2014/main" id="{9A2834E4-2991-D542-8D06-373A6B006BAE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6" name="Oval 135">
                <a:extLst>
                  <a:ext uri="{FF2B5EF4-FFF2-40B4-BE49-F238E27FC236}">
                    <a16:creationId xmlns:a16="http://schemas.microsoft.com/office/drawing/2014/main" id="{8008A1CE-5D27-8841-80A7-FE46C23D7C18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7" name="Oval 136">
                <a:extLst>
                  <a:ext uri="{FF2B5EF4-FFF2-40B4-BE49-F238E27FC236}">
                    <a16:creationId xmlns:a16="http://schemas.microsoft.com/office/drawing/2014/main" id="{F0F3F133-EBEB-7A4A-9776-8F7D034E9BD5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8" name="Oval 137">
                <a:extLst>
                  <a:ext uri="{FF2B5EF4-FFF2-40B4-BE49-F238E27FC236}">
                    <a16:creationId xmlns:a16="http://schemas.microsoft.com/office/drawing/2014/main" id="{2D603F3A-F9A9-0747-AED5-A5CCCD5E7D4B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9" name="Oval 138">
                <a:extLst>
                  <a:ext uri="{FF2B5EF4-FFF2-40B4-BE49-F238E27FC236}">
                    <a16:creationId xmlns:a16="http://schemas.microsoft.com/office/drawing/2014/main" id="{C6C81444-095D-374E-BF73-7EF29D0E9501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0" name="Oval 139">
                <a:extLst>
                  <a:ext uri="{FF2B5EF4-FFF2-40B4-BE49-F238E27FC236}">
                    <a16:creationId xmlns:a16="http://schemas.microsoft.com/office/drawing/2014/main" id="{E40C5412-06E1-AB46-B521-154E1F513DCA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1" name="Oval 140">
                <a:extLst>
                  <a:ext uri="{FF2B5EF4-FFF2-40B4-BE49-F238E27FC236}">
                    <a16:creationId xmlns:a16="http://schemas.microsoft.com/office/drawing/2014/main" id="{5305BD7E-38DF-D74A-98CB-E434D4B63747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2" name="Oval 141">
                <a:extLst>
                  <a:ext uri="{FF2B5EF4-FFF2-40B4-BE49-F238E27FC236}">
                    <a16:creationId xmlns:a16="http://schemas.microsoft.com/office/drawing/2014/main" id="{59B3AEB0-4163-A341-BB0A-AB6F3BA6BA3F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3" name="Oval 142">
                <a:extLst>
                  <a:ext uri="{FF2B5EF4-FFF2-40B4-BE49-F238E27FC236}">
                    <a16:creationId xmlns:a16="http://schemas.microsoft.com/office/drawing/2014/main" id="{5AD247BF-FD7C-F144-AC11-6973F888AB21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4" name="Oval 143">
                <a:extLst>
                  <a:ext uri="{FF2B5EF4-FFF2-40B4-BE49-F238E27FC236}">
                    <a16:creationId xmlns:a16="http://schemas.microsoft.com/office/drawing/2014/main" id="{C18D6C80-723D-B14F-B5DD-51179A40DC8D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5" name="Oval 144">
                <a:extLst>
                  <a:ext uri="{FF2B5EF4-FFF2-40B4-BE49-F238E27FC236}">
                    <a16:creationId xmlns:a16="http://schemas.microsoft.com/office/drawing/2014/main" id="{EA7ED6AC-4E4F-644F-93C1-9BBCB01D93BE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6" name="Oval 145">
                <a:extLst>
                  <a:ext uri="{FF2B5EF4-FFF2-40B4-BE49-F238E27FC236}">
                    <a16:creationId xmlns:a16="http://schemas.microsoft.com/office/drawing/2014/main" id="{EA3F53C5-007D-FE47-91E3-69DE203EC3AD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7" name="Oval 146">
                <a:extLst>
                  <a:ext uri="{FF2B5EF4-FFF2-40B4-BE49-F238E27FC236}">
                    <a16:creationId xmlns:a16="http://schemas.microsoft.com/office/drawing/2014/main" id="{FC47F477-8E2A-8443-BF8E-103B616F2B97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8" name="Oval 147">
                <a:extLst>
                  <a:ext uri="{FF2B5EF4-FFF2-40B4-BE49-F238E27FC236}">
                    <a16:creationId xmlns:a16="http://schemas.microsoft.com/office/drawing/2014/main" id="{EAF0AF00-2370-8947-A676-F5827C769CDD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9" name="Oval 148">
                <a:extLst>
                  <a:ext uri="{FF2B5EF4-FFF2-40B4-BE49-F238E27FC236}">
                    <a16:creationId xmlns:a16="http://schemas.microsoft.com/office/drawing/2014/main" id="{3EA5CCA1-6E99-4141-B961-F40A1D19EF83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0" name="Oval 149">
                <a:extLst>
                  <a:ext uri="{FF2B5EF4-FFF2-40B4-BE49-F238E27FC236}">
                    <a16:creationId xmlns:a16="http://schemas.microsoft.com/office/drawing/2014/main" id="{414ACC18-0FF0-0144-B2B8-8157FFB94619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1" name="Oval 150">
                <a:extLst>
                  <a:ext uri="{FF2B5EF4-FFF2-40B4-BE49-F238E27FC236}">
                    <a16:creationId xmlns:a16="http://schemas.microsoft.com/office/drawing/2014/main" id="{4D8DA160-6787-D940-8D8D-28574CCF1ACB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2" name="Oval 151">
                <a:extLst>
                  <a:ext uri="{FF2B5EF4-FFF2-40B4-BE49-F238E27FC236}">
                    <a16:creationId xmlns:a16="http://schemas.microsoft.com/office/drawing/2014/main" id="{DDE6020A-B171-6747-A70B-260A928622EC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3" name="Oval 152">
                <a:extLst>
                  <a:ext uri="{FF2B5EF4-FFF2-40B4-BE49-F238E27FC236}">
                    <a16:creationId xmlns:a16="http://schemas.microsoft.com/office/drawing/2014/main" id="{0A5DAFED-F25A-2D40-9923-E382BA290326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4" name="Oval 153">
                <a:extLst>
                  <a:ext uri="{FF2B5EF4-FFF2-40B4-BE49-F238E27FC236}">
                    <a16:creationId xmlns:a16="http://schemas.microsoft.com/office/drawing/2014/main" id="{6378CB4C-9206-6442-9D3E-A61797AF72B4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5" name="Oval 154">
                <a:extLst>
                  <a:ext uri="{FF2B5EF4-FFF2-40B4-BE49-F238E27FC236}">
                    <a16:creationId xmlns:a16="http://schemas.microsoft.com/office/drawing/2014/main" id="{81002B61-83BC-3C42-A6E2-AD7D0F09CB99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6" name="Oval 155">
                <a:extLst>
                  <a:ext uri="{FF2B5EF4-FFF2-40B4-BE49-F238E27FC236}">
                    <a16:creationId xmlns:a16="http://schemas.microsoft.com/office/drawing/2014/main" id="{68F9D761-FD8F-4C4B-8870-0E7E6AA90D02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7" name="Oval 156">
                <a:extLst>
                  <a:ext uri="{FF2B5EF4-FFF2-40B4-BE49-F238E27FC236}">
                    <a16:creationId xmlns:a16="http://schemas.microsoft.com/office/drawing/2014/main" id="{AB53B288-BFAD-9541-BA6D-9B9A5CEF8CA2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44ACA769-06B2-DD43-BE6D-2985F3959869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9" name="Oval 158">
                <a:extLst>
                  <a:ext uri="{FF2B5EF4-FFF2-40B4-BE49-F238E27FC236}">
                    <a16:creationId xmlns:a16="http://schemas.microsoft.com/office/drawing/2014/main" id="{B2F04B58-CBB3-4F40-8BAF-2DFF5F269CFC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0" name="Oval 159">
                <a:extLst>
                  <a:ext uri="{FF2B5EF4-FFF2-40B4-BE49-F238E27FC236}">
                    <a16:creationId xmlns:a16="http://schemas.microsoft.com/office/drawing/2014/main" id="{B7DEF221-1580-5743-BB9E-492D9D57ACF3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1" name="Oval 160">
                <a:extLst>
                  <a:ext uri="{FF2B5EF4-FFF2-40B4-BE49-F238E27FC236}">
                    <a16:creationId xmlns:a16="http://schemas.microsoft.com/office/drawing/2014/main" id="{0321FFCD-F6D5-7D42-A784-17E0626AF2E8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5716CC9F-8797-3640-9A3D-62E219F33184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3" name="Oval 162">
                <a:extLst>
                  <a:ext uri="{FF2B5EF4-FFF2-40B4-BE49-F238E27FC236}">
                    <a16:creationId xmlns:a16="http://schemas.microsoft.com/office/drawing/2014/main" id="{A3BE0766-A37E-6D42-9039-6BC1F32DD4E0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4" name="Oval 163">
                <a:extLst>
                  <a:ext uri="{FF2B5EF4-FFF2-40B4-BE49-F238E27FC236}">
                    <a16:creationId xmlns:a16="http://schemas.microsoft.com/office/drawing/2014/main" id="{3C118A95-F26B-ED42-B41E-F8238B0DF065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5" name="Oval 164">
                <a:extLst>
                  <a:ext uri="{FF2B5EF4-FFF2-40B4-BE49-F238E27FC236}">
                    <a16:creationId xmlns:a16="http://schemas.microsoft.com/office/drawing/2014/main" id="{47DBAA92-44CF-F24B-A520-12CF73293152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6" name="Oval 165">
                <a:extLst>
                  <a:ext uri="{FF2B5EF4-FFF2-40B4-BE49-F238E27FC236}">
                    <a16:creationId xmlns:a16="http://schemas.microsoft.com/office/drawing/2014/main" id="{C71511D1-9C0E-854A-873A-6FC4A03D2EC2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7" name="Oval 166">
                <a:extLst>
                  <a:ext uri="{FF2B5EF4-FFF2-40B4-BE49-F238E27FC236}">
                    <a16:creationId xmlns:a16="http://schemas.microsoft.com/office/drawing/2014/main" id="{86B303CC-C3D3-ED40-BE21-04F27F4454D9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8" name="Oval 167">
                <a:extLst>
                  <a:ext uri="{FF2B5EF4-FFF2-40B4-BE49-F238E27FC236}">
                    <a16:creationId xmlns:a16="http://schemas.microsoft.com/office/drawing/2014/main" id="{07E6D417-1CB7-AC4D-80A2-5A064341DA80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9" name="Oval 168">
                <a:extLst>
                  <a:ext uri="{FF2B5EF4-FFF2-40B4-BE49-F238E27FC236}">
                    <a16:creationId xmlns:a16="http://schemas.microsoft.com/office/drawing/2014/main" id="{3DAADE87-6B18-E04B-A8B2-A9A613D594C0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0" name="Oval 169">
                <a:extLst>
                  <a:ext uri="{FF2B5EF4-FFF2-40B4-BE49-F238E27FC236}">
                    <a16:creationId xmlns:a16="http://schemas.microsoft.com/office/drawing/2014/main" id="{1B9B43EB-2D82-904F-BCF6-4DE3E791106B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1" name="Oval 170">
                <a:extLst>
                  <a:ext uri="{FF2B5EF4-FFF2-40B4-BE49-F238E27FC236}">
                    <a16:creationId xmlns:a16="http://schemas.microsoft.com/office/drawing/2014/main" id="{67B5E5CE-2CFF-7044-AE4C-8F09F5AEC8FA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71C996CA-0EF3-F749-BA23-9AF4B6CD2DF2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3" name="Oval 172">
                <a:extLst>
                  <a:ext uri="{FF2B5EF4-FFF2-40B4-BE49-F238E27FC236}">
                    <a16:creationId xmlns:a16="http://schemas.microsoft.com/office/drawing/2014/main" id="{DB9306F3-BE59-1C4B-9C07-7247860730F4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4" name="Oval 173">
                <a:extLst>
                  <a:ext uri="{FF2B5EF4-FFF2-40B4-BE49-F238E27FC236}">
                    <a16:creationId xmlns:a16="http://schemas.microsoft.com/office/drawing/2014/main" id="{CD542798-AB54-A14A-ABA7-6E316BE9FA6A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01BC826A-B06C-E740-AE3C-B74A193B65F4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6" name="Oval 175">
                <a:extLst>
                  <a:ext uri="{FF2B5EF4-FFF2-40B4-BE49-F238E27FC236}">
                    <a16:creationId xmlns:a16="http://schemas.microsoft.com/office/drawing/2014/main" id="{4B78A62C-2B84-C149-88D6-5D0D83AD4094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7" name="Oval 176">
                <a:extLst>
                  <a:ext uri="{FF2B5EF4-FFF2-40B4-BE49-F238E27FC236}">
                    <a16:creationId xmlns:a16="http://schemas.microsoft.com/office/drawing/2014/main" id="{0E71588F-827D-994D-9A49-3C9C761AFED4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Oval 177">
                <a:extLst>
                  <a:ext uri="{FF2B5EF4-FFF2-40B4-BE49-F238E27FC236}">
                    <a16:creationId xmlns:a16="http://schemas.microsoft.com/office/drawing/2014/main" id="{E60EE42E-4CB5-8047-8F4F-77689E3A215B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9" name="Oval 178">
                <a:extLst>
                  <a:ext uri="{FF2B5EF4-FFF2-40B4-BE49-F238E27FC236}">
                    <a16:creationId xmlns:a16="http://schemas.microsoft.com/office/drawing/2014/main" id="{71C24D4A-5EE8-5146-811A-69A39F28FE7D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94755F77-BF87-8740-B067-5ED652617BD6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Oval 180">
                <a:extLst>
                  <a:ext uri="{FF2B5EF4-FFF2-40B4-BE49-F238E27FC236}">
                    <a16:creationId xmlns:a16="http://schemas.microsoft.com/office/drawing/2014/main" id="{58E554CF-5F53-7A41-AB7E-7CCC9BB2BAFD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2" name="Oval 181">
                <a:extLst>
                  <a:ext uri="{FF2B5EF4-FFF2-40B4-BE49-F238E27FC236}">
                    <a16:creationId xmlns:a16="http://schemas.microsoft.com/office/drawing/2014/main" id="{77F6AC66-C0BF-964D-B4A6-69F573B827C6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3" name="Oval 182">
                <a:extLst>
                  <a:ext uri="{FF2B5EF4-FFF2-40B4-BE49-F238E27FC236}">
                    <a16:creationId xmlns:a16="http://schemas.microsoft.com/office/drawing/2014/main" id="{865B7EC4-CA48-CC43-A8B9-2E635688EF46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4" name="Oval 183">
                <a:extLst>
                  <a:ext uri="{FF2B5EF4-FFF2-40B4-BE49-F238E27FC236}">
                    <a16:creationId xmlns:a16="http://schemas.microsoft.com/office/drawing/2014/main" id="{2CBB2041-21CB-4E47-88EA-6339B692B33C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FB8973A4-A221-F94E-B382-56C3F8E530E9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A224062C-BF87-4B4A-9700-65285FD5EF7E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A08CF16C-28E6-9742-AD28-F05D4C3BA7C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173323" y="5449899"/>
              <a:ext cx="759030" cy="413790"/>
              <a:chOff x="3201292" y="2360359"/>
              <a:chExt cx="2414304" cy="1316173"/>
            </a:xfrm>
            <a:solidFill>
              <a:srgbClr val="945200"/>
            </a:solidFill>
          </p:grpSpPr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89A9EA9C-3542-3843-81FC-1008F0CFE8B2}"/>
                  </a:ext>
                </a:extLst>
              </p:cNvPr>
              <p:cNvSpPr/>
              <p:nvPr/>
            </p:nvSpPr>
            <p:spPr>
              <a:xfrm rot="15476139">
                <a:off x="2817867" y="2883547"/>
                <a:ext cx="1232289" cy="200631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0F0540C5-2266-2446-81EC-2DAF2A455E25}"/>
                  </a:ext>
                </a:extLst>
              </p:cNvPr>
              <p:cNvSpPr/>
              <p:nvPr/>
            </p:nvSpPr>
            <p:spPr>
              <a:xfrm rot="16805759">
                <a:off x="4792679" y="2899071"/>
                <a:ext cx="1232289" cy="200631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22625EE8-D430-FB41-9308-DD6086B94A5E}"/>
                  </a:ext>
                </a:extLst>
              </p:cNvPr>
              <p:cNvSpPr/>
              <p:nvPr/>
            </p:nvSpPr>
            <p:spPr>
              <a:xfrm rot="15723645">
                <a:off x="3318840" y="2883270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AA585AE0-E9A7-4B45-ADB8-2546CC2A6F36}"/>
                  </a:ext>
                </a:extLst>
              </p:cNvPr>
              <p:cNvSpPr/>
              <p:nvPr/>
            </p:nvSpPr>
            <p:spPr>
              <a:xfrm rot="16637368">
                <a:off x="4512031" y="2882723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5EFCC4-C5F9-C44C-B427-7DF96F92DFB0}"/>
                  </a:ext>
                </a:extLst>
              </p:cNvPr>
              <p:cNvSpPr/>
              <p:nvPr/>
            </p:nvSpPr>
            <p:spPr>
              <a:xfrm rot="16412111">
                <a:off x="4125130" y="2882716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88CD495F-CFB3-7547-8E23-AD4B058B352B}"/>
                  </a:ext>
                </a:extLst>
              </p:cNvPr>
              <p:cNvSpPr/>
              <p:nvPr/>
            </p:nvSpPr>
            <p:spPr>
              <a:xfrm rot="15975407">
                <a:off x="3713083" y="2882718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AB520180-9A41-744C-A8D8-532C90CBCBD1}"/>
                  </a:ext>
                </a:extLst>
              </p:cNvPr>
              <p:cNvSpPr/>
              <p:nvPr/>
            </p:nvSpPr>
            <p:spPr>
              <a:xfrm>
                <a:off x="3201292" y="2360359"/>
                <a:ext cx="2414304" cy="187758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D2B196D-8538-6C42-962E-AD85D0E7B720}"/>
                  </a:ext>
                </a:extLst>
              </p:cNvPr>
              <p:cNvSpPr/>
              <p:nvPr/>
            </p:nvSpPr>
            <p:spPr>
              <a:xfrm>
                <a:off x="3445667" y="3449576"/>
                <a:ext cx="1963156" cy="226956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67A2366-AF28-0B49-A032-E549416616D2}"/>
                  </a:ext>
                </a:extLst>
              </p:cNvPr>
              <p:cNvSpPr/>
              <p:nvPr/>
            </p:nvSpPr>
            <p:spPr>
              <a:xfrm>
                <a:off x="3351008" y="2926523"/>
                <a:ext cx="2114872" cy="14464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40C78768-44FE-C840-AE59-5B11BAC1734C}"/>
              </a:ext>
            </a:extLst>
          </p:cNvPr>
          <p:cNvGrpSpPr/>
          <p:nvPr/>
        </p:nvGrpSpPr>
        <p:grpSpPr>
          <a:xfrm>
            <a:off x="2557105" y="5832339"/>
            <a:ext cx="1101845" cy="904347"/>
            <a:chOff x="8011409" y="5099136"/>
            <a:chExt cx="1023378" cy="764553"/>
          </a:xfrm>
        </p:grpSpPr>
        <p:grpSp>
          <p:nvGrpSpPr>
            <p:cNvPr id="545" name="Group 544">
              <a:extLst>
                <a:ext uri="{FF2B5EF4-FFF2-40B4-BE49-F238E27FC236}">
                  <a16:creationId xmlns:a16="http://schemas.microsoft.com/office/drawing/2014/main" id="{2679CF9E-999E-3B47-8083-B1259BC8FAD1}"/>
                </a:ext>
              </a:extLst>
            </p:cNvPr>
            <p:cNvGrpSpPr/>
            <p:nvPr/>
          </p:nvGrpSpPr>
          <p:grpSpPr>
            <a:xfrm rot="1489317">
              <a:off x="8011409" y="5182745"/>
              <a:ext cx="561574" cy="394357"/>
              <a:chOff x="5871652" y="6279397"/>
              <a:chExt cx="686823" cy="439136"/>
            </a:xfrm>
          </p:grpSpPr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2A2BC326-BA79-1A43-9AF6-9CCA240A4A1D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D0A4BBC0-758C-EF42-A2E7-D37055D82EA8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A953695C-701F-1E47-8742-9AB66E830FF2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9" name="Rectangle 918">
                <a:extLst>
                  <a:ext uri="{FF2B5EF4-FFF2-40B4-BE49-F238E27FC236}">
                    <a16:creationId xmlns:a16="http://schemas.microsoft.com/office/drawing/2014/main" id="{78D6FF46-39E2-7543-A9D9-BD74CB31067E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920" name="Oval 919">
                <a:extLst>
                  <a:ext uri="{FF2B5EF4-FFF2-40B4-BE49-F238E27FC236}">
                    <a16:creationId xmlns:a16="http://schemas.microsoft.com/office/drawing/2014/main" id="{A9D949D6-5544-2143-A39F-2E1116349AB8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21" name="Oval 920">
                <a:extLst>
                  <a:ext uri="{FF2B5EF4-FFF2-40B4-BE49-F238E27FC236}">
                    <a16:creationId xmlns:a16="http://schemas.microsoft.com/office/drawing/2014/main" id="{2F0DF8D6-E8F1-6C4D-83DA-E65CB42B79BE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22" name="Oval 921">
                <a:extLst>
                  <a:ext uri="{FF2B5EF4-FFF2-40B4-BE49-F238E27FC236}">
                    <a16:creationId xmlns:a16="http://schemas.microsoft.com/office/drawing/2014/main" id="{6311A65C-4C09-0942-A982-94784CE36867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23" name="Oval 922">
                <a:extLst>
                  <a:ext uri="{FF2B5EF4-FFF2-40B4-BE49-F238E27FC236}">
                    <a16:creationId xmlns:a16="http://schemas.microsoft.com/office/drawing/2014/main" id="{6586733C-86F6-9D4B-A47B-C31EF58265F5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24" name="Oval 923">
                <a:extLst>
                  <a:ext uri="{FF2B5EF4-FFF2-40B4-BE49-F238E27FC236}">
                    <a16:creationId xmlns:a16="http://schemas.microsoft.com/office/drawing/2014/main" id="{455058A6-CD13-2A44-AE78-EFEBC8D8F648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25" name="Oval 924">
                <a:extLst>
                  <a:ext uri="{FF2B5EF4-FFF2-40B4-BE49-F238E27FC236}">
                    <a16:creationId xmlns:a16="http://schemas.microsoft.com/office/drawing/2014/main" id="{3A96B6F0-B261-814D-B4DB-B9E0C3437322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26" name="Oval 925">
                <a:extLst>
                  <a:ext uri="{FF2B5EF4-FFF2-40B4-BE49-F238E27FC236}">
                    <a16:creationId xmlns:a16="http://schemas.microsoft.com/office/drawing/2014/main" id="{BA0332B3-AB42-FB49-9446-6738FD30591B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27" name="Oval 926">
                <a:extLst>
                  <a:ext uri="{FF2B5EF4-FFF2-40B4-BE49-F238E27FC236}">
                    <a16:creationId xmlns:a16="http://schemas.microsoft.com/office/drawing/2014/main" id="{A2DF2158-6C24-DE42-A77B-2A1D3BED93AF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28" name="Oval 927">
                <a:extLst>
                  <a:ext uri="{FF2B5EF4-FFF2-40B4-BE49-F238E27FC236}">
                    <a16:creationId xmlns:a16="http://schemas.microsoft.com/office/drawing/2014/main" id="{0FDBAE83-3BE6-1C46-8107-20F6563BE798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29" name="Oval 928">
                <a:extLst>
                  <a:ext uri="{FF2B5EF4-FFF2-40B4-BE49-F238E27FC236}">
                    <a16:creationId xmlns:a16="http://schemas.microsoft.com/office/drawing/2014/main" id="{BDD8FB80-E37C-FA40-96EE-17F5B89100A3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30" name="Oval 929">
                <a:extLst>
                  <a:ext uri="{FF2B5EF4-FFF2-40B4-BE49-F238E27FC236}">
                    <a16:creationId xmlns:a16="http://schemas.microsoft.com/office/drawing/2014/main" id="{01A62F3F-478D-B141-B70A-4BE81DC9F9A4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31" name="Oval 930">
                <a:extLst>
                  <a:ext uri="{FF2B5EF4-FFF2-40B4-BE49-F238E27FC236}">
                    <a16:creationId xmlns:a16="http://schemas.microsoft.com/office/drawing/2014/main" id="{F9F8C629-95D8-B643-AB59-DCD7F6E663E1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32" name="Oval 931">
                <a:extLst>
                  <a:ext uri="{FF2B5EF4-FFF2-40B4-BE49-F238E27FC236}">
                    <a16:creationId xmlns:a16="http://schemas.microsoft.com/office/drawing/2014/main" id="{6D919726-02E2-0D4F-9C4F-406FB69BD8EA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33" name="Oval 932">
                <a:extLst>
                  <a:ext uri="{FF2B5EF4-FFF2-40B4-BE49-F238E27FC236}">
                    <a16:creationId xmlns:a16="http://schemas.microsoft.com/office/drawing/2014/main" id="{68E86FBB-3C9D-B846-833A-94C4EF4135A7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34" name="Oval 933">
                <a:extLst>
                  <a:ext uri="{FF2B5EF4-FFF2-40B4-BE49-F238E27FC236}">
                    <a16:creationId xmlns:a16="http://schemas.microsoft.com/office/drawing/2014/main" id="{05BDFC17-18A8-E64A-8207-E4BE05F2760F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35" name="Oval 934">
                <a:extLst>
                  <a:ext uri="{FF2B5EF4-FFF2-40B4-BE49-F238E27FC236}">
                    <a16:creationId xmlns:a16="http://schemas.microsoft.com/office/drawing/2014/main" id="{50FD71E2-79F8-F64D-9CED-7812D6C57BAD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36" name="Oval 935">
                <a:extLst>
                  <a:ext uri="{FF2B5EF4-FFF2-40B4-BE49-F238E27FC236}">
                    <a16:creationId xmlns:a16="http://schemas.microsoft.com/office/drawing/2014/main" id="{67910ADD-946E-E04D-90D5-E5833FEFD302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37" name="Oval 936">
                <a:extLst>
                  <a:ext uri="{FF2B5EF4-FFF2-40B4-BE49-F238E27FC236}">
                    <a16:creationId xmlns:a16="http://schemas.microsoft.com/office/drawing/2014/main" id="{32496F9B-EFE4-7747-A14C-E1EC28179BC5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38" name="Oval 937">
                <a:extLst>
                  <a:ext uri="{FF2B5EF4-FFF2-40B4-BE49-F238E27FC236}">
                    <a16:creationId xmlns:a16="http://schemas.microsoft.com/office/drawing/2014/main" id="{88E961B7-6C9A-3149-9EDE-9FC93F5E0A81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39" name="Oval 938">
                <a:extLst>
                  <a:ext uri="{FF2B5EF4-FFF2-40B4-BE49-F238E27FC236}">
                    <a16:creationId xmlns:a16="http://schemas.microsoft.com/office/drawing/2014/main" id="{0F888841-24E5-DD49-BE7E-A170538DA7E0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40" name="Oval 939">
                <a:extLst>
                  <a:ext uri="{FF2B5EF4-FFF2-40B4-BE49-F238E27FC236}">
                    <a16:creationId xmlns:a16="http://schemas.microsoft.com/office/drawing/2014/main" id="{7E49995C-8A40-5B4A-BCFC-6323F4D7563A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41" name="Oval 940">
                <a:extLst>
                  <a:ext uri="{FF2B5EF4-FFF2-40B4-BE49-F238E27FC236}">
                    <a16:creationId xmlns:a16="http://schemas.microsoft.com/office/drawing/2014/main" id="{AF88046B-7D54-DE49-9B08-310785F9BE13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42" name="Oval 941">
                <a:extLst>
                  <a:ext uri="{FF2B5EF4-FFF2-40B4-BE49-F238E27FC236}">
                    <a16:creationId xmlns:a16="http://schemas.microsoft.com/office/drawing/2014/main" id="{835390DC-42CA-5A4E-A5BA-0BEB09137DEE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43" name="Oval 942">
                <a:extLst>
                  <a:ext uri="{FF2B5EF4-FFF2-40B4-BE49-F238E27FC236}">
                    <a16:creationId xmlns:a16="http://schemas.microsoft.com/office/drawing/2014/main" id="{B36BFDE1-5AB4-3C48-93B8-178B9C02840E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44" name="Oval 943">
                <a:extLst>
                  <a:ext uri="{FF2B5EF4-FFF2-40B4-BE49-F238E27FC236}">
                    <a16:creationId xmlns:a16="http://schemas.microsoft.com/office/drawing/2014/main" id="{A2D4821D-E630-3041-93C4-B3F967445132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45" name="Oval 944">
                <a:extLst>
                  <a:ext uri="{FF2B5EF4-FFF2-40B4-BE49-F238E27FC236}">
                    <a16:creationId xmlns:a16="http://schemas.microsoft.com/office/drawing/2014/main" id="{4B70F6D0-27A1-1B4C-8AA5-B334C96B1104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46" name="Oval 945">
                <a:extLst>
                  <a:ext uri="{FF2B5EF4-FFF2-40B4-BE49-F238E27FC236}">
                    <a16:creationId xmlns:a16="http://schemas.microsoft.com/office/drawing/2014/main" id="{BD061FE4-51DB-044A-A5D3-50422420AC25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47" name="Oval 946">
                <a:extLst>
                  <a:ext uri="{FF2B5EF4-FFF2-40B4-BE49-F238E27FC236}">
                    <a16:creationId xmlns:a16="http://schemas.microsoft.com/office/drawing/2014/main" id="{B862231F-8AF1-3746-9711-0821BF4E7576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48" name="Oval 947">
                <a:extLst>
                  <a:ext uri="{FF2B5EF4-FFF2-40B4-BE49-F238E27FC236}">
                    <a16:creationId xmlns:a16="http://schemas.microsoft.com/office/drawing/2014/main" id="{7EA02D93-B6EF-494C-9C7F-80CDC5452406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49" name="Oval 948">
                <a:extLst>
                  <a:ext uri="{FF2B5EF4-FFF2-40B4-BE49-F238E27FC236}">
                    <a16:creationId xmlns:a16="http://schemas.microsoft.com/office/drawing/2014/main" id="{17F5A841-6B07-FB45-BF3D-741C639EBED3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0" name="Oval 949">
                <a:extLst>
                  <a:ext uri="{FF2B5EF4-FFF2-40B4-BE49-F238E27FC236}">
                    <a16:creationId xmlns:a16="http://schemas.microsoft.com/office/drawing/2014/main" id="{974BEDF1-A183-FE42-9660-4094CC2CE405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1" name="Oval 950">
                <a:extLst>
                  <a:ext uri="{FF2B5EF4-FFF2-40B4-BE49-F238E27FC236}">
                    <a16:creationId xmlns:a16="http://schemas.microsoft.com/office/drawing/2014/main" id="{1B3151D4-0BF8-8F42-BBAF-F3FE3FB66012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2" name="Oval 951">
                <a:extLst>
                  <a:ext uri="{FF2B5EF4-FFF2-40B4-BE49-F238E27FC236}">
                    <a16:creationId xmlns:a16="http://schemas.microsoft.com/office/drawing/2014/main" id="{641248CE-F1F4-F049-BE11-C1D7929B28B3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3" name="Oval 952">
                <a:extLst>
                  <a:ext uri="{FF2B5EF4-FFF2-40B4-BE49-F238E27FC236}">
                    <a16:creationId xmlns:a16="http://schemas.microsoft.com/office/drawing/2014/main" id="{8159D3EA-7D65-2249-B065-B80AF9F98BAC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4" name="Oval 953">
                <a:extLst>
                  <a:ext uri="{FF2B5EF4-FFF2-40B4-BE49-F238E27FC236}">
                    <a16:creationId xmlns:a16="http://schemas.microsoft.com/office/drawing/2014/main" id="{21E7CEEB-1468-1F4C-96FC-1B6B19301C5F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5" name="Oval 954">
                <a:extLst>
                  <a:ext uri="{FF2B5EF4-FFF2-40B4-BE49-F238E27FC236}">
                    <a16:creationId xmlns:a16="http://schemas.microsoft.com/office/drawing/2014/main" id="{06E50691-F0F5-D84C-971F-7D3AEA5AAE86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6" name="Oval 955">
                <a:extLst>
                  <a:ext uri="{FF2B5EF4-FFF2-40B4-BE49-F238E27FC236}">
                    <a16:creationId xmlns:a16="http://schemas.microsoft.com/office/drawing/2014/main" id="{F255F6C0-DADA-6B48-AEEC-9B39CC8BD218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7" name="Oval 956">
                <a:extLst>
                  <a:ext uri="{FF2B5EF4-FFF2-40B4-BE49-F238E27FC236}">
                    <a16:creationId xmlns:a16="http://schemas.microsoft.com/office/drawing/2014/main" id="{A9E49587-B1C1-5447-9E58-243A2C686F22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8" name="Oval 957">
                <a:extLst>
                  <a:ext uri="{FF2B5EF4-FFF2-40B4-BE49-F238E27FC236}">
                    <a16:creationId xmlns:a16="http://schemas.microsoft.com/office/drawing/2014/main" id="{A8C78DAC-7E1A-3448-A2F9-F6984D8E9A39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9" name="Oval 958">
                <a:extLst>
                  <a:ext uri="{FF2B5EF4-FFF2-40B4-BE49-F238E27FC236}">
                    <a16:creationId xmlns:a16="http://schemas.microsoft.com/office/drawing/2014/main" id="{2AB309ED-215B-D545-8431-6B538830855F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60" name="Oval 959">
                <a:extLst>
                  <a:ext uri="{FF2B5EF4-FFF2-40B4-BE49-F238E27FC236}">
                    <a16:creationId xmlns:a16="http://schemas.microsoft.com/office/drawing/2014/main" id="{5873FB6E-C9D5-9E47-AFC0-AE111D79698A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61" name="Oval 960">
                <a:extLst>
                  <a:ext uri="{FF2B5EF4-FFF2-40B4-BE49-F238E27FC236}">
                    <a16:creationId xmlns:a16="http://schemas.microsoft.com/office/drawing/2014/main" id="{8ECBB912-D8D4-5E47-BD7A-37A1E5D8B6DD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62" name="Oval 961">
                <a:extLst>
                  <a:ext uri="{FF2B5EF4-FFF2-40B4-BE49-F238E27FC236}">
                    <a16:creationId xmlns:a16="http://schemas.microsoft.com/office/drawing/2014/main" id="{339CC184-29BC-2941-8328-02212C618661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63" name="Oval 962">
                <a:extLst>
                  <a:ext uri="{FF2B5EF4-FFF2-40B4-BE49-F238E27FC236}">
                    <a16:creationId xmlns:a16="http://schemas.microsoft.com/office/drawing/2014/main" id="{C69AEF45-52F7-0241-A717-9DA8B9DFCDD6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64" name="Oval 963">
                <a:extLst>
                  <a:ext uri="{FF2B5EF4-FFF2-40B4-BE49-F238E27FC236}">
                    <a16:creationId xmlns:a16="http://schemas.microsoft.com/office/drawing/2014/main" id="{074A36DC-1A47-9A48-AA35-B96EE244D4EA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65" name="Oval 964">
                <a:extLst>
                  <a:ext uri="{FF2B5EF4-FFF2-40B4-BE49-F238E27FC236}">
                    <a16:creationId xmlns:a16="http://schemas.microsoft.com/office/drawing/2014/main" id="{40E04EF2-EE88-DA4D-9C33-EED6A813646B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66" name="Oval 965">
                <a:extLst>
                  <a:ext uri="{FF2B5EF4-FFF2-40B4-BE49-F238E27FC236}">
                    <a16:creationId xmlns:a16="http://schemas.microsoft.com/office/drawing/2014/main" id="{0C9883E6-BFE6-1243-AB75-9975D4E05BDE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67" name="Oval 966">
                <a:extLst>
                  <a:ext uri="{FF2B5EF4-FFF2-40B4-BE49-F238E27FC236}">
                    <a16:creationId xmlns:a16="http://schemas.microsoft.com/office/drawing/2014/main" id="{08D3CD5E-524F-8D44-8019-32BA5BD49025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68" name="Oval 967">
                <a:extLst>
                  <a:ext uri="{FF2B5EF4-FFF2-40B4-BE49-F238E27FC236}">
                    <a16:creationId xmlns:a16="http://schemas.microsoft.com/office/drawing/2014/main" id="{CA1EE14A-1D1B-1648-A155-70C8D03021D5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69" name="Oval 968">
                <a:extLst>
                  <a:ext uri="{FF2B5EF4-FFF2-40B4-BE49-F238E27FC236}">
                    <a16:creationId xmlns:a16="http://schemas.microsoft.com/office/drawing/2014/main" id="{45FECB75-6699-3649-9E5A-80AAC41E6669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70" name="Oval 969">
                <a:extLst>
                  <a:ext uri="{FF2B5EF4-FFF2-40B4-BE49-F238E27FC236}">
                    <a16:creationId xmlns:a16="http://schemas.microsoft.com/office/drawing/2014/main" id="{9D595C7E-79D7-2440-805B-74D6A049B3A4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71" name="Oval 970">
                <a:extLst>
                  <a:ext uri="{FF2B5EF4-FFF2-40B4-BE49-F238E27FC236}">
                    <a16:creationId xmlns:a16="http://schemas.microsoft.com/office/drawing/2014/main" id="{E65FDB9E-D7D4-924E-9939-D2B71993DD02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72" name="Oval 971">
                <a:extLst>
                  <a:ext uri="{FF2B5EF4-FFF2-40B4-BE49-F238E27FC236}">
                    <a16:creationId xmlns:a16="http://schemas.microsoft.com/office/drawing/2014/main" id="{F25845DC-B39E-464E-B80E-DBC4B251D491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73" name="Oval 972">
                <a:extLst>
                  <a:ext uri="{FF2B5EF4-FFF2-40B4-BE49-F238E27FC236}">
                    <a16:creationId xmlns:a16="http://schemas.microsoft.com/office/drawing/2014/main" id="{337D4BA7-E023-994F-AC58-30A5B360636E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74" name="Oval 973">
                <a:extLst>
                  <a:ext uri="{FF2B5EF4-FFF2-40B4-BE49-F238E27FC236}">
                    <a16:creationId xmlns:a16="http://schemas.microsoft.com/office/drawing/2014/main" id="{5AD2BC81-442C-2D4A-AA3B-787328BD0903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75" name="Oval 974">
                <a:extLst>
                  <a:ext uri="{FF2B5EF4-FFF2-40B4-BE49-F238E27FC236}">
                    <a16:creationId xmlns:a16="http://schemas.microsoft.com/office/drawing/2014/main" id="{809DC8AE-8FAE-0448-8329-98EF94A07484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76" name="Oval 975">
                <a:extLst>
                  <a:ext uri="{FF2B5EF4-FFF2-40B4-BE49-F238E27FC236}">
                    <a16:creationId xmlns:a16="http://schemas.microsoft.com/office/drawing/2014/main" id="{2F9E8BD3-975C-6648-8E30-84B3AB5A8C07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77" name="Oval 976">
                <a:extLst>
                  <a:ext uri="{FF2B5EF4-FFF2-40B4-BE49-F238E27FC236}">
                    <a16:creationId xmlns:a16="http://schemas.microsoft.com/office/drawing/2014/main" id="{3913DD98-8E58-D440-B4E9-9C0241DA5D45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78" name="Oval 977">
                <a:extLst>
                  <a:ext uri="{FF2B5EF4-FFF2-40B4-BE49-F238E27FC236}">
                    <a16:creationId xmlns:a16="http://schemas.microsoft.com/office/drawing/2014/main" id="{BD1E44F1-04D8-A548-97E9-78C92FF4EFBC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79" name="Oval 978">
                <a:extLst>
                  <a:ext uri="{FF2B5EF4-FFF2-40B4-BE49-F238E27FC236}">
                    <a16:creationId xmlns:a16="http://schemas.microsoft.com/office/drawing/2014/main" id="{66BCD6D0-6401-C347-9FCF-80DB43587169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80" name="Oval 979">
                <a:extLst>
                  <a:ext uri="{FF2B5EF4-FFF2-40B4-BE49-F238E27FC236}">
                    <a16:creationId xmlns:a16="http://schemas.microsoft.com/office/drawing/2014/main" id="{3C23A896-BA27-6342-B54A-0CCCDE53394D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81" name="Oval 980">
                <a:extLst>
                  <a:ext uri="{FF2B5EF4-FFF2-40B4-BE49-F238E27FC236}">
                    <a16:creationId xmlns:a16="http://schemas.microsoft.com/office/drawing/2014/main" id="{58A13474-9556-AC44-97E4-ABBEF380377A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82" name="Oval 981">
                <a:extLst>
                  <a:ext uri="{FF2B5EF4-FFF2-40B4-BE49-F238E27FC236}">
                    <a16:creationId xmlns:a16="http://schemas.microsoft.com/office/drawing/2014/main" id="{46B18BC5-68BD-EF47-BC42-706B9A98E384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83" name="Oval 982">
                <a:extLst>
                  <a:ext uri="{FF2B5EF4-FFF2-40B4-BE49-F238E27FC236}">
                    <a16:creationId xmlns:a16="http://schemas.microsoft.com/office/drawing/2014/main" id="{E34D83F1-4E52-AF4E-ACB9-EC2746787D01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84" name="Oval 983">
                <a:extLst>
                  <a:ext uri="{FF2B5EF4-FFF2-40B4-BE49-F238E27FC236}">
                    <a16:creationId xmlns:a16="http://schemas.microsoft.com/office/drawing/2014/main" id="{C29B2F66-CA7A-5548-AC51-AE3CFA2F7C9D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85" name="Oval 984">
                <a:extLst>
                  <a:ext uri="{FF2B5EF4-FFF2-40B4-BE49-F238E27FC236}">
                    <a16:creationId xmlns:a16="http://schemas.microsoft.com/office/drawing/2014/main" id="{1D566057-CB31-2F4E-AC47-7542147DA008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86" name="Oval 985">
                <a:extLst>
                  <a:ext uri="{FF2B5EF4-FFF2-40B4-BE49-F238E27FC236}">
                    <a16:creationId xmlns:a16="http://schemas.microsoft.com/office/drawing/2014/main" id="{AB8E3A29-9F62-054D-9BE5-B377217956CC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87" name="Oval 986">
                <a:extLst>
                  <a:ext uri="{FF2B5EF4-FFF2-40B4-BE49-F238E27FC236}">
                    <a16:creationId xmlns:a16="http://schemas.microsoft.com/office/drawing/2014/main" id="{FFDE3B69-B61D-504B-B6B1-D3AD0AC76706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88" name="Oval 987">
                <a:extLst>
                  <a:ext uri="{FF2B5EF4-FFF2-40B4-BE49-F238E27FC236}">
                    <a16:creationId xmlns:a16="http://schemas.microsoft.com/office/drawing/2014/main" id="{BEE8EBED-BDDA-464D-B25F-EF79111FC143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89" name="Oval 988">
                <a:extLst>
                  <a:ext uri="{FF2B5EF4-FFF2-40B4-BE49-F238E27FC236}">
                    <a16:creationId xmlns:a16="http://schemas.microsoft.com/office/drawing/2014/main" id="{027D1AF6-5F00-C049-B25F-8BF94AF8A87B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90" name="Oval 989">
                <a:extLst>
                  <a:ext uri="{FF2B5EF4-FFF2-40B4-BE49-F238E27FC236}">
                    <a16:creationId xmlns:a16="http://schemas.microsoft.com/office/drawing/2014/main" id="{CAFCBF69-FD37-A645-A0A5-ECB249FA3824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91" name="Oval 990">
                <a:extLst>
                  <a:ext uri="{FF2B5EF4-FFF2-40B4-BE49-F238E27FC236}">
                    <a16:creationId xmlns:a16="http://schemas.microsoft.com/office/drawing/2014/main" id="{3A2F9A05-500C-4B4F-BBCB-EC6BACD49882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92" name="Oval 991">
                <a:extLst>
                  <a:ext uri="{FF2B5EF4-FFF2-40B4-BE49-F238E27FC236}">
                    <a16:creationId xmlns:a16="http://schemas.microsoft.com/office/drawing/2014/main" id="{C7CDD32C-45C4-9E45-952A-E53AD9F2C394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93" name="Oval 992">
                <a:extLst>
                  <a:ext uri="{FF2B5EF4-FFF2-40B4-BE49-F238E27FC236}">
                    <a16:creationId xmlns:a16="http://schemas.microsoft.com/office/drawing/2014/main" id="{085CE0B4-4707-E942-8845-9AD89AE4996F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94" name="Oval 993">
                <a:extLst>
                  <a:ext uri="{FF2B5EF4-FFF2-40B4-BE49-F238E27FC236}">
                    <a16:creationId xmlns:a16="http://schemas.microsoft.com/office/drawing/2014/main" id="{4DEF4785-1645-5E46-B94E-26B44F071A29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95" name="Oval 994">
                <a:extLst>
                  <a:ext uri="{FF2B5EF4-FFF2-40B4-BE49-F238E27FC236}">
                    <a16:creationId xmlns:a16="http://schemas.microsoft.com/office/drawing/2014/main" id="{F56A3315-5C3A-9444-A241-4FFF5C4F9E9A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96" name="Oval 995">
                <a:extLst>
                  <a:ext uri="{FF2B5EF4-FFF2-40B4-BE49-F238E27FC236}">
                    <a16:creationId xmlns:a16="http://schemas.microsoft.com/office/drawing/2014/main" id="{8BED8128-F264-814C-9035-83FA1D059D9B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97" name="Oval 996">
                <a:extLst>
                  <a:ext uri="{FF2B5EF4-FFF2-40B4-BE49-F238E27FC236}">
                    <a16:creationId xmlns:a16="http://schemas.microsoft.com/office/drawing/2014/main" id="{A2C92C8C-9284-A340-AEDA-748134352E3E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98" name="Oval 997">
                <a:extLst>
                  <a:ext uri="{FF2B5EF4-FFF2-40B4-BE49-F238E27FC236}">
                    <a16:creationId xmlns:a16="http://schemas.microsoft.com/office/drawing/2014/main" id="{79E045A4-781C-FC4A-9C01-65C0798F40B6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99" name="Oval 998">
                <a:extLst>
                  <a:ext uri="{FF2B5EF4-FFF2-40B4-BE49-F238E27FC236}">
                    <a16:creationId xmlns:a16="http://schemas.microsoft.com/office/drawing/2014/main" id="{67711FB1-4B23-F44D-A5D9-4B64FD0C5FD4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00" name="Oval 999">
                <a:extLst>
                  <a:ext uri="{FF2B5EF4-FFF2-40B4-BE49-F238E27FC236}">
                    <a16:creationId xmlns:a16="http://schemas.microsoft.com/office/drawing/2014/main" id="{35864658-AEAC-8942-981B-BB37038B4D20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01" name="Oval 1000">
                <a:extLst>
                  <a:ext uri="{FF2B5EF4-FFF2-40B4-BE49-F238E27FC236}">
                    <a16:creationId xmlns:a16="http://schemas.microsoft.com/office/drawing/2014/main" id="{8FFADDBF-B06A-E448-9FC1-01453DE299B2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02" name="Oval 1001">
                <a:extLst>
                  <a:ext uri="{FF2B5EF4-FFF2-40B4-BE49-F238E27FC236}">
                    <a16:creationId xmlns:a16="http://schemas.microsoft.com/office/drawing/2014/main" id="{617F5BE6-1B9E-BC45-9F2A-DB8E44CC8FD8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03" name="Oval 1002">
                <a:extLst>
                  <a:ext uri="{FF2B5EF4-FFF2-40B4-BE49-F238E27FC236}">
                    <a16:creationId xmlns:a16="http://schemas.microsoft.com/office/drawing/2014/main" id="{8C23EB20-5C4A-2845-AAF9-F023DB5D5EE7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04" name="Oval 1003">
                <a:extLst>
                  <a:ext uri="{FF2B5EF4-FFF2-40B4-BE49-F238E27FC236}">
                    <a16:creationId xmlns:a16="http://schemas.microsoft.com/office/drawing/2014/main" id="{B8230787-350F-D449-8E07-C4B9B3777450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05" name="Oval 1004">
                <a:extLst>
                  <a:ext uri="{FF2B5EF4-FFF2-40B4-BE49-F238E27FC236}">
                    <a16:creationId xmlns:a16="http://schemas.microsoft.com/office/drawing/2014/main" id="{E4EAC82D-6505-5040-9069-013A29E02C98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06" name="Oval 1005">
                <a:extLst>
                  <a:ext uri="{FF2B5EF4-FFF2-40B4-BE49-F238E27FC236}">
                    <a16:creationId xmlns:a16="http://schemas.microsoft.com/office/drawing/2014/main" id="{38CD5854-FA31-5245-AA6D-80A46F8E7EF6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07" name="Oval 1006">
                <a:extLst>
                  <a:ext uri="{FF2B5EF4-FFF2-40B4-BE49-F238E27FC236}">
                    <a16:creationId xmlns:a16="http://schemas.microsoft.com/office/drawing/2014/main" id="{EBE9D45F-EDB3-2646-95F1-04ACC80C05FB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08" name="Oval 1007">
                <a:extLst>
                  <a:ext uri="{FF2B5EF4-FFF2-40B4-BE49-F238E27FC236}">
                    <a16:creationId xmlns:a16="http://schemas.microsoft.com/office/drawing/2014/main" id="{41F79BB2-DD5F-CC46-8DFA-514DDD74C518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09" name="Oval 1008">
                <a:extLst>
                  <a:ext uri="{FF2B5EF4-FFF2-40B4-BE49-F238E27FC236}">
                    <a16:creationId xmlns:a16="http://schemas.microsoft.com/office/drawing/2014/main" id="{616393F8-D395-3C46-9AD8-F4CC59F3D979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0" name="Oval 1009">
                <a:extLst>
                  <a:ext uri="{FF2B5EF4-FFF2-40B4-BE49-F238E27FC236}">
                    <a16:creationId xmlns:a16="http://schemas.microsoft.com/office/drawing/2014/main" id="{05670FB1-030D-1441-AEA9-A23D47E58514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1" name="Oval 1010">
                <a:extLst>
                  <a:ext uri="{FF2B5EF4-FFF2-40B4-BE49-F238E27FC236}">
                    <a16:creationId xmlns:a16="http://schemas.microsoft.com/office/drawing/2014/main" id="{7C094B3F-8CC0-F448-A9F5-B28128496D5D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2" name="Oval 1011">
                <a:extLst>
                  <a:ext uri="{FF2B5EF4-FFF2-40B4-BE49-F238E27FC236}">
                    <a16:creationId xmlns:a16="http://schemas.microsoft.com/office/drawing/2014/main" id="{419CF6DC-66F7-0045-BE87-A80208DB08BD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3" name="Oval 1012">
                <a:extLst>
                  <a:ext uri="{FF2B5EF4-FFF2-40B4-BE49-F238E27FC236}">
                    <a16:creationId xmlns:a16="http://schemas.microsoft.com/office/drawing/2014/main" id="{785FA023-C7CB-3C48-9FB1-108268E21202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4" name="Oval 1013">
                <a:extLst>
                  <a:ext uri="{FF2B5EF4-FFF2-40B4-BE49-F238E27FC236}">
                    <a16:creationId xmlns:a16="http://schemas.microsoft.com/office/drawing/2014/main" id="{E09574C1-5162-B840-8BFD-918417787D76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5" name="Oval 1014">
                <a:extLst>
                  <a:ext uri="{FF2B5EF4-FFF2-40B4-BE49-F238E27FC236}">
                    <a16:creationId xmlns:a16="http://schemas.microsoft.com/office/drawing/2014/main" id="{10018819-319F-694B-9561-6C6147634D25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6" name="Oval 1015">
                <a:extLst>
                  <a:ext uri="{FF2B5EF4-FFF2-40B4-BE49-F238E27FC236}">
                    <a16:creationId xmlns:a16="http://schemas.microsoft.com/office/drawing/2014/main" id="{A2DB57E9-F4E3-9948-8275-B4FAA2A3E60F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7" name="Oval 1016">
                <a:extLst>
                  <a:ext uri="{FF2B5EF4-FFF2-40B4-BE49-F238E27FC236}">
                    <a16:creationId xmlns:a16="http://schemas.microsoft.com/office/drawing/2014/main" id="{9ED0387F-C124-9E42-B57A-6996FD2A6582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8" name="Oval 1017">
                <a:extLst>
                  <a:ext uri="{FF2B5EF4-FFF2-40B4-BE49-F238E27FC236}">
                    <a16:creationId xmlns:a16="http://schemas.microsoft.com/office/drawing/2014/main" id="{93D24FBE-B337-9B4E-8399-0719F2C0E4AC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9" name="Oval 1018">
                <a:extLst>
                  <a:ext uri="{FF2B5EF4-FFF2-40B4-BE49-F238E27FC236}">
                    <a16:creationId xmlns:a16="http://schemas.microsoft.com/office/drawing/2014/main" id="{5673CE51-CC2C-B242-917F-39E21AD7B068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20" name="Oval 1019">
                <a:extLst>
                  <a:ext uri="{FF2B5EF4-FFF2-40B4-BE49-F238E27FC236}">
                    <a16:creationId xmlns:a16="http://schemas.microsoft.com/office/drawing/2014/main" id="{12FD9DB2-6239-3340-938E-EA626873FB9E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21" name="Oval 1020">
                <a:extLst>
                  <a:ext uri="{FF2B5EF4-FFF2-40B4-BE49-F238E27FC236}">
                    <a16:creationId xmlns:a16="http://schemas.microsoft.com/office/drawing/2014/main" id="{60716EC1-5F4D-824E-A929-4A2A85A2F34C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22" name="Oval 1021">
                <a:extLst>
                  <a:ext uri="{FF2B5EF4-FFF2-40B4-BE49-F238E27FC236}">
                    <a16:creationId xmlns:a16="http://schemas.microsoft.com/office/drawing/2014/main" id="{4944B0DC-0F81-2C40-8EFB-3FC7741D87BE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23" name="Oval 1022">
                <a:extLst>
                  <a:ext uri="{FF2B5EF4-FFF2-40B4-BE49-F238E27FC236}">
                    <a16:creationId xmlns:a16="http://schemas.microsoft.com/office/drawing/2014/main" id="{41E2AD3B-319C-884D-9C97-4FA2ED0F75FB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24" name="Oval 1023">
                <a:extLst>
                  <a:ext uri="{FF2B5EF4-FFF2-40B4-BE49-F238E27FC236}">
                    <a16:creationId xmlns:a16="http://schemas.microsoft.com/office/drawing/2014/main" id="{D3D4CDAA-FCF8-0E4B-A0E8-C38652804542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25" name="Oval 1024">
                <a:extLst>
                  <a:ext uri="{FF2B5EF4-FFF2-40B4-BE49-F238E27FC236}">
                    <a16:creationId xmlns:a16="http://schemas.microsoft.com/office/drawing/2014/main" id="{DEF6FE3A-48D7-D74B-96EB-1CF123ADC10E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26" name="Oval 1025">
                <a:extLst>
                  <a:ext uri="{FF2B5EF4-FFF2-40B4-BE49-F238E27FC236}">
                    <a16:creationId xmlns:a16="http://schemas.microsoft.com/office/drawing/2014/main" id="{41548A85-BA9D-374B-9200-C73A07E5BDDD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27" name="Oval 1026">
                <a:extLst>
                  <a:ext uri="{FF2B5EF4-FFF2-40B4-BE49-F238E27FC236}">
                    <a16:creationId xmlns:a16="http://schemas.microsoft.com/office/drawing/2014/main" id="{3820C79C-C01E-4545-99CD-4C74FB6881F1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28" name="Oval 1027">
                <a:extLst>
                  <a:ext uri="{FF2B5EF4-FFF2-40B4-BE49-F238E27FC236}">
                    <a16:creationId xmlns:a16="http://schemas.microsoft.com/office/drawing/2014/main" id="{D37F50D6-8AEB-374F-B94E-60A2BD274CF2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29" name="Oval 1028">
                <a:extLst>
                  <a:ext uri="{FF2B5EF4-FFF2-40B4-BE49-F238E27FC236}">
                    <a16:creationId xmlns:a16="http://schemas.microsoft.com/office/drawing/2014/main" id="{E2A3EFE8-4F44-4B45-A3D7-DA295EC339F5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30" name="Oval 1029">
                <a:extLst>
                  <a:ext uri="{FF2B5EF4-FFF2-40B4-BE49-F238E27FC236}">
                    <a16:creationId xmlns:a16="http://schemas.microsoft.com/office/drawing/2014/main" id="{EEF9D34E-204F-FD4F-8216-68834C99C618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31" name="Oval 1030">
                <a:extLst>
                  <a:ext uri="{FF2B5EF4-FFF2-40B4-BE49-F238E27FC236}">
                    <a16:creationId xmlns:a16="http://schemas.microsoft.com/office/drawing/2014/main" id="{4C18F319-C5CD-8847-BE45-B4C86EACEC52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32" name="Oval 1031">
                <a:extLst>
                  <a:ext uri="{FF2B5EF4-FFF2-40B4-BE49-F238E27FC236}">
                    <a16:creationId xmlns:a16="http://schemas.microsoft.com/office/drawing/2014/main" id="{EE8631AE-9329-164E-9614-8F25888E6153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33" name="Freeform 1032">
                <a:extLst>
                  <a:ext uri="{FF2B5EF4-FFF2-40B4-BE49-F238E27FC236}">
                    <a16:creationId xmlns:a16="http://schemas.microsoft.com/office/drawing/2014/main" id="{124BAD37-AEBC-C74C-BA92-626CAC1FA9EB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CE9D8F67-195D-9840-A9DA-216E7188E06A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57A31499-63F1-4841-8DE0-682A3BF4516D}"/>
                </a:ext>
              </a:extLst>
            </p:cNvPr>
            <p:cNvGrpSpPr/>
            <p:nvPr/>
          </p:nvGrpSpPr>
          <p:grpSpPr>
            <a:xfrm rot="2196952">
              <a:off x="8212449" y="5210505"/>
              <a:ext cx="561574" cy="394357"/>
              <a:chOff x="5871652" y="6279397"/>
              <a:chExt cx="686823" cy="439136"/>
            </a:xfrm>
          </p:grpSpPr>
          <p:sp>
            <p:nvSpPr>
              <p:cNvPr id="797" name="Freeform 796">
                <a:extLst>
                  <a:ext uri="{FF2B5EF4-FFF2-40B4-BE49-F238E27FC236}">
                    <a16:creationId xmlns:a16="http://schemas.microsoft.com/office/drawing/2014/main" id="{0902CD09-DF27-C741-8C1D-0728A8412F9C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8" name="Freeform 797">
                <a:extLst>
                  <a:ext uri="{FF2B5EF4-FFF2-40B4-BE49-F238E27FC236}">
                    <a16:creationId xmlns:a16="http://schemas.microsoft.com/office/drawing/2014/main" id="{1FE909B1-66D1-5345-8415-161BB1A2269F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99" name="Freeform 798">
                <a:extLst>
                  <a:ext uri="{FF2B5EF4-FFF2-40B4-BE49-F238E27FC236}">
                    <a16:creationId xmlns:a16="http://schemas.microsoft.com/office/drawing/2014/main" id="{8D4BC816-F785-CB4F-B814-7E2F8DEBA059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00" name="Rectangle 799">
                <a:extLst>
                  <a:ext uri="{FF2B5EF4-FFF2-40B4-BE49-F238E27FC236}">
                    <a16:creationId xmlns:a16="http://schemas.microsoft.com/office/drawing/2014/main" id="{586DF87F-A333-B846-9F5A-E162961AC56B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801" name="Oval 800">
                <a:extLst>
                  <a:ext uri="{FF2B5EF4-FFF2-40B4-BE49-F238E27FC236}">
                    <a16:creationId xmlns:a16="http://schemas.microsoft.com/office/drawing/2014/main" id="{E7FFA838-D22E-A746-AC52-CDC138A4787B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02" name="Oval 801">
                <a:extLst>
                  <a:ext uri="{FF2B5EF4-FFF2-40B4-BE49-F238E27FC236}">
                    <a16:creationId xmlns:a16="http://schemas.microsoft.com/office/drawing/2014/main" id="{6092F3F5-58F7-8446-B804-2B4E4108930F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03" name="Oval 802">
                <a:extLst>
                  <a:ext uri="{FF2B5EF4-FFF2-40B4-BE49-F238E27FC236}">
                    <a16:creationId xmlns:a16="http://schemas.microsoft.com/office/drawing/2014/main" id="{587B7984-E3B8-7149-92FC-17D06044363A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04" name="Oval 803">
                <a:extLst>
                  <a:ext uri="{FF2B5EF4-FFF2-40B4-BE49-F238E27FC236}">
                    <a16:creationId xmlns:a16="http://schemas.microsoft.com/office/drawing/2014/main" id="{1C2A4108-406A-2045-807F-571C5AE733CD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05" name="Oval 804">
                <a:extLst>
                  <a:ext uri="{FF2B5EF4-FFF2-40B4-BE49-F238E27FC236}">
                    <a16:creationId xmlns:a16="http://schemas.microsoft.com/office/drawing/2014/main" id="{16310AD3-6E5D-FF47-BC60-1A31DD8537CF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06" name="Oval 805">
                <a:extLst>
                  <a:ext uri="{FF2B5EF4-FFF2-40B4-BE49-F238E27FC236}">
                    <a16:creationId xmlns:a16="http://schemas.microsoft.com/office/drawing/2014/main" id="{6DC065DA-2B39-9A4B-A75F-A2A8CAD3A24B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07" name="Oval 806">
                <a:extLst>
                  <a:ext uri="{FF2B5EF4-FFF2-40B4-BE49-F238E27FC236}">
                    <a16:creationId xmlns:a16="http://schemas.microsoft.com/office/drawing/2014/main" id="{960DF10B-CB59-D141-B137-8579C32AA8B1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08" name="Oval 807">
                <a:extLst>
                  <a:ext uri="{FF2B5EF4-FFF2-40B4-BE49-F238E27FC236}">
                    <a16:creationId xmlns:a16="http://schemas.microsoft.com/office/drawing/2014/main" id="{74DEC257-4612-E040-9FDA-D540AFE2EE73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09" name="Oval 808">
                <a:extLst>
                  <a:ext uri="{FF2B5EF4-FFF2-40B4-BE49-F238E27FC236}">
                    <a16:creationId xmlns:a16="http://schemas.microsoft.com/office/drawing/2014/main" id="{EAB3710E-6BE7-6544-8D0D-D88FC51F4E6D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10" name="Oval 809">
                <a:extLst>
                  <a:ext uri="{FF2B5EF4-FFF2-40B4-BE49-F238E27FC236}">
                    <a16:creationId xmlns:a16="http://schemas.microsoft.com/office/drawing/2014/main" id="{F5ADDE4A-FF16-0842-9DD0-93EB84DD24F5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11" name="Oval 810">
                <a:extLst>
                  <a:ext uri="{FF2B5EF4-FFF2-40B4-BE49-F238E27FC236}">
                    <a16:creationId xmlns:a16="http://schemas.microsoft.com/office/drawing/2014/main" id="{79151EA5-71F5-8347-9B7F-0B5A1DFE9002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12" name="Oval 811">
                <a:extLst>
                  <a:ext uri="{FF2B5EF4-FFF2-40B4-BE49-F238E27FC236}">
                    <a16:creationId xmlns:a16="http://schemas.microsoft.com/office/drawing/2014/main" id="{E712A058-EFC9-2646-8BA9-7B795C47C006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13" name="Oval 812">
                <a:extLst>
                  <a:ext uri="{FF2B5EF4-FFF2-40B4-BE49-F238E27FC236}">
                    <a16:creationId xmlns:a16="http://schemas.microsoft.com/office/drawing/2014/main" id="{CCF3DF3F-F0AE-1447-8F61-1216DF1C8503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14" name="Oval 813">
                <a:extLst>
                  <a:ext uri="{FF2B5EF4-FFF2-40B4-BE49-F238E27FC236}">
                    <a16:creationId xmlns:a16="http://schemas.microsoft.com/office/drawing/2014/main" id="{53DA2D69-7B94-7B4E-B0AA-7BDC6D053E99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15" name="Oval 814">
                <a:extLst>
                  <a:ext uri="{FF2B5EF4-FFF2-40B4-BE49-F238E27FC236}">
                    <a16:creationId xmlns:a16="http://schemas.microsoft.com/office/drawing/2014/main" id="{218CB399-73CB-954B-9010-84773EA6CAAD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16" name="Oval 815">
                <a:extLst>
                  <a:ext uri="{FF2B5EF4-FFF2-40B4-BE49-F238E27FC236}">
                    <a16:creationId xmlns:a16="http://schemas.microsoft.com/office/drawing/2014/main" id="{B9ED7F2D-9421-2843-BDAB-93945A624DCC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17" name="Oval 816">
                <a:extLst>
                  <a:ext uri="{FF2B5EF4-FFF2-40B4-BE49-F238E27FC236}">
                    <a16:creationId xmlns:a16="http://schemas.microsoft.com/office/drawing/2014/main" id="{BBCCE422-A966-CB47-B7CA-068086525019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18" name="Oval 817">
                <a:extLst>
                  <a:ext uri="{FF2B5EF4-FFF2-40B4-BE49-F238E27FC236}">
                    <a16:creationId xmlns:a16="http://schemas.microsoft.com/office/drawing/2014/main" id="{E8172F70-C59F-CA49-9399-039C00988755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19" name="Oval 818">
                <a:extLst>
                  <a:ext uri="{FF2B5EF4-FFF2-40B4-BE49-F238E27FC236}">
                    <a16:creationId xmlns:a16="http://schemas.microsoft.com/office/drawing/2014/main" id="{145352CD-CCE3-F44C-A7BE-C61DA066E995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20" name="Oval 819">
                <a:extLst>
                  <a:ext uri="{FF2B5EF4-FFF2-40B4-BE49-F238E27FC236}">
                    <a16:creationId xmlns:a16="http://schemas.microsoft.com/office/drawing/2014/main" id="{88345865-628C-5649-89F6-C869EF201BE0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21" name="Oval 820">
                <a:extLst>
                  <a:ext uri="{FF2B5EF4-FFF2-40B4-BE49-F238E27FC236}">
                    <a16:creationId xmlns:a16="http://schemas.microsoft.com/office/drawing/2014/main" id="{CA175DB1-F0A3-E14E-B520-02FFF21106B9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22" name="Oval 821">
                <a:extLst>
                  <a:ext uri="{FF2B5EF4-FFF2-40B4-BE49-F238E27FC236}">
                    <a16:creationId xmlns:a16="http://schemas.microsoft.com/office/drawing/2014/main" id="{F6E690AA-A975-DF49-9747-C7F2D8627426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23" name="Oval 822">
                <a:extLst>
                  <a:ext uri="{FF2B5EF4-FFF2-40B4-BE49-F238E27FC236}">
                    <a16:creationId xmlns:a16="http://schemas.microsoft.com/office/drawing/2014/main" id="{29BABD07-2E05-FB45-B73D-AF719EFCF3C5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24" name="Oval 823">
                <a:extLst>
                  <a:ext uri="{FF2B5EF4-FFF2-40B4-BE49-F238E27FC236}">
                    <a16:creationId xmlns:a16="http://schemas.microsoft.com/office/drawing/2014/main" id="{19C8AD99-F509-EA45-B8DD-F38FF2D5FB17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25" name="Oval 824">
                <a:extLst>
                  <a:ext uri="{FF2B5EF4-FFF2-40B4-BE49-F238E27FC236}">
                    <a16:creationId xmlns:a16="http://schemas.microsoft.com/office/drawing/2014/main" id="{92B0B2DC-BA5B-254B-A154-3ACFCED22523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26" name="Oval 825">
                <a:extLst>
                  <a:ext uri="{FF2B5EF4-FFF2-40B4-BE49-F238E27FC236}">
                    <a16:creationId xmlns:a16="http://schemas.microsoft.com/office/drawing/2014/main" id="{C68C149A-F4CE-2F45-AC02-2206508F493B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27" name="Oval 826">
                <a:extLst>
                  <a:ext uri="{FF2B5EF4-FFF2-40B4-BE49-F238E27FC236}">
                    <a16:creationId xmlns:a16="http://schemas.microsoft.com/office/drawing/2014/main" id="{A2B90085-9370-B54D-952B-81E30630205A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28" name="Oval 827">
                <a:extLst>
                  <a:ext uri="{FF2B5EF4-FFF2-40B4-BE49-F238E27FC236}">
                    <a16:creationId xmlns:a16="http://schemas.microsoft.com/office/drawing/2014/main" id="{7F0A0042-C9D3-384D-AADC-5E0575365F96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29" name="Oval 828">
                <a:extLst>
                  <a:ext uri="{FF2B5EF4-FFF2-40B4-BE49-F238E27FC236}">
                    <a16:creationId xmlns:a16="http://schemas.microsoft.com/office/drawing/2014/main" id="{97B829C6-EAB3-A14F-98BD-0933B47D6F56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30" name="Oval 829">
                <a:extLst>
                  <a:ext uri="{FF2B5EF4-FFF2-40B4-BE49-F238E27FC236}">
                    <a16:creationId xmlns:a16="http://schemas.microsoft.com/office/drawing/2014/main" id="{61574548-5916-7544-81E8-0D24CBE6C2A7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31" name="Oval 830">
                <a:extLst>
                  <a:ext uri="{FF2B5EF4-FFF2-40B4-BE49-F238E27FC236}">
                    <a16:creationId xmlns:a16="http://schemas.microsoft.com/office/drawing/2014/main" id="{8D7C10F9-7DE6-314F-A9EE-6BEE2DBC3E62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32" name="Oval 831">
                <a:extLst>
                  <a:ext uri="{FF2B5EF4-FFF2-40B4-BE49-F238E27FC236}">
                    <a16:creationId xmlns:a16="http://schemas.microsoft.com/office/drawing/2014/main" id="{68F66351-AD58-FD4D-865D-F999E4BD3E2B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33" name="Oval 832">
                <a:extLst>
                  <a:ext uri="{FF2B5EF4-FFF2-40B4-BE49-F238E27FC236}">
                    <a16:creationId xmlns:a16="http://schemas.microsoft.com/office/drawing/2014/main" id="{D365C335-DC0D-F842-8BE8-BE21890C2FFB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34" name="Oval 833">
                <a:extLst>
                  <a:ext uri="{FF2B5EF4-FFF2-40B4-BE49-F238E27FC236}">
                    <a16:creationId xmlns:a16="http://schemas.microsoft.com/office/drawing/2014/main" id="{ECACFC45-825E-4144-9B51-65765A3BE750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35" name="Oval 834">
                <a:extLst>
                  <a:ext uri="{FF2B5EF4-FFF2-40B4-BE49-F238E27FC236}">
                    <a16:creationId xmlns:a16="http://schemas.microsoft.com/office/drawing/2014/main" id="{014FD891-21B4-0048-A4D3-4AFA9F06CFA6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36" name="Oval 835">
                <a:extLst>
                  <a:ext uri="{FF2B5EF4-FFF2-40B4-BE49-F238E27FC236}">
                    <a16:creationId xmlns:a16="http://schemas.microsoft.com/office/drawing/2014/main" id="{B8FEAC48-2F04-C44B-AF34-6A77E01C35DA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37" name="Oval 836">
                <a:extLst>
                  <a:ext uri="{FF2B5EF4-FFF2-40B4-BE49-F238E27FC236}">
                    <a16:creationId xmlns:a16="http://schemas.microsoft.com/office/drawing/2014/main" id="{0C0B5FB6-AB0B-3F42-AC82-668A38CD82E2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38" name="Oval 837">
                <a:extLst>
                  <a:ext uri="{FF2B5EF4-FFF2-40B4-BE49-F238E27FC236}">
                    <a16:creationId xmlns:a16="http://schemas.microsoft.com/office/drawing/2014/main" id="{6FACEFD4-484D-364E-9145-CE726DD91AFA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39" name="Oval 838">
                <a:extLst>
                  <a:ext uri="{FF2B5EF4-FFF2-40B4-BE49-F238E27FC236}">
                    <a16:creationId xmlns:a16="http://schemas.microsoft.com/office/drawing/2014/main" id="{4C668064-861B-F049-A916-238B3A62B050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0" name="Oval 839">
                <a:extLst>
                  <a:ext uri="{FF2B5EF4-FFF2-40B4-BE49-F238E27FC236}">
                    <a16:creationId xmlns:a16="http://schemas.microsoft.com/office/drawing/2014/main" id="{EE3C1B09-9E28-8F43-B669-F79F5AA91A00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1" name="Oval 840">
                <a:extLst>
                  <a:ext uri="{FF2B5EF4-FFF2-40B4-BE49-F238E27FC236}">
                    <a16:creationId xmlns:a16="http://schemas.microsoft.com/office/drawing/2014/main" id="{1FF45499-F64D-CF4D-80F3-ADDBE89DB83C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2" name="Oval 841">
                <a:extLst>
                  <a:ext uri="{FF2B5EF4-FFF2-40B4-BE49-F238E27FC236}">
                    <a16:creationId xmlns:a16="http://schemas.microsoft.com/office/drawing/2014/main" id="{5C265552-492D-2D4E-98A8-1359696CB3B8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3" name="Oval 842">
                <a:extLst>
                  <a:ext uri="{FF2B5EF4-FFF2-40B4-BE49-F238E27FC236}">
                    <a16:creationId xmlns:a16="http://schemas.microsoft.com/office/drawing/2014/main" id="{1F2898AC-A1DE-C749-95C7-BEF2FC99D9EF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4" name="Oval 843">
                <a:extLst>
                  <a:ext uri="{FF2B5EF4-FFF2-40B4-BE49-F238E27FC236}">
                    <a16:creationId xmlns:a16="http://schemas.microsoft.com/office/drawing/2014/main" id="{7D8D3074-F4BE-E345-BA09-E0C2B2B6D223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5" name="Oval 844">
                <a:extLst>
                  <a:ext uri="{FF2B5EF4-FFF2-40B4-BE49-F238E27FC236}">
                    <a16:creationId xmlns:a16="http://schemas.microsoft.com/office/drawing/2014/main" id="{FB8681E2-EEB5-1145-AF1F-BCE410387009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6" name="Oval 845">
                <a:extLst>
                  <a:ext uri="{FF2B5EF4-FFF2-40B4-BE49-F238E27FC236}">
                    <a16:creationId xmlns:a16="http://schemas.microsoft.com/office/drawing/2014/main" id="{7A8E0249-4731-B444-BEC7-4E056B5D2484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7" name="Oval 846">
                <a:extLst>
                  <a:ext uri="{FF2B5EF4-FFF2-40B4-BE49-F238E27FC236}">
                    <a16:creationId xmlns:a16="http://schemas.microsoft.com/office/drawing/2014/main" id="{634DA89E-ECF9-B34A-8FFC-14CFA7F8421E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8" name="Oval 847">
                <a:extLst>
                  <a:ext uri="{FF2B5EF4-FFF2-40B4-BE49-F238E27FC236}">
                    <a16:creationId xmlns:a16="http://schemas.microsoft.com/office/drawing/2014/main" id="{DB9DF1FB-FE02-9F49-B13E-FC803144A93F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9" name="Oval 848">
                <a:extLst>
                  <a:ext uri="{FF2B5EF4-FFF2-40B4-BE49-F238E27FC236}">
                    <a16:creationId xmlns:a16="http://schemas.microsoft.com/office/drawing/2014/main" id="{E9450AE2-3EA0-4C42-9D26-9F3F6215E681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50" name="Oval 849">
                <a:extLst>
                  <a:ext uri="{FF2B5EF4-FFF2-40B4-BE49-F238E27FC236}">
                    <a16:creationId xmlns:a16="http://schemas.microsoft.com/office/drawing/2014/main" id="{9D1F4058-3A7C-5740-9B11-55AC3A98CF13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51" name="Oval 850">
                <a:extLst>
                  <a:ext uri="{FF2B5EF4-FFF2-40B4-BE49-F238E27FC236}">
                    <a16:creationId xmlns:a16="http://schemas.microsoft.com/office/drawing/2014/main" id="{F7064BCF-A522-7549-8594-64770B2BD752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52" name="Oval 851">
                <a:extLst>
                  <a:ext uri="{FF2B5EF4-FFF2-40B4-BE49-F238E27FC236}">
                    <a16:creationId xmlns:a16="http://schemas.microsoft.com/office/drawing/2014/main" id="{703BE86A-FC1B-D949-982A-9B1DC52CB13D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53" name="Oval 852">
                <a:extLst>
                  <a:ext uri="{FF2B5EF4-FFF2-40B4-BE49-F238E27FC236}">
                    <a16:creationId xmlns:a16="http://schemas.microsoft.com/office/drawing/2014/main" id="{7D900493-5FB1-CF45-B02B-567417A59551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54" name="Oval 853">
                <a:extLst>
                  <a:ext uri="{FF2B5EF4-FFF2-40B4-BE49-F238E27FC236}">
                    <a16:creationId xmlns:a16="http://schemas.microsoft.com/office/drawing/2014/main" id="{B9901217-E123-B643-8AA1-79A245555C0F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55" name="Oval 854">
                <a:extLst>
                  <a:ext uri="{FF2B5EF4-FFF2-40B4-BE49-F238E27FC236}">
                    <a16:creationId xmlns:a16="http://schemas.microsoft.com/office/drawing/2014/main" id="{35F8C8D4-242E-AA4A-881A-CC624AD00EF3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56" name="Oval 855">
                <a:extLst>
                  <a:ext uri="{FF2B5EF4-FFF2-40B4-BE49-F238E27FC236}">
                    <a16:creationId xmlns:a16="http://schemas.microsoft.com/office/drawing/2014/main" id="{5B6DAF8F-2A03-984B-A968-B8D3E5652D74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57" name="Oval 856">
                <a:extLst>
                  <a:ext uri="{FF2B5EF4-FFF2-40B4-BE49-F238E27FC236}">
                    <a16:creationId xmlns:a16="http://schemas.microsoft.com/office/drawing/2014/main" id="{31BAF122-5DBB-1B40-A990-4F4B3CF338DE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58" name="Oval 857">
                <a:extLst>
                  <a:ext uri="{FF2B5EF4-FFF2-40B4-BE49-F238E27FC236}">
                    <a16:creationId xmlns:a16="http://schemas.microsoft.com/office/drawing/2014/main" id="{44BA3116-30B0-8B43-9FCB-350F45340F67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59" name="Oval 858">
                <a:extLst>
                  <a:ext uri="{FF2B5EF4-FFF2-40B4-BE49-F238E27FC236}">
                    <a16:creationId xmlns:a16="http://schemas.microsoft.com/office/drawing/2014/main" id="{3A49AFBA-3274-304C-8E00-003823907BC4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60" name="Oval 859">
                <a:extLst>
                  <a:ext uri="{FF2B5EF4-FFF2-40B4-BE49-F238E27FC236}">
                    <a16:creationId xmlns:a16="http://schemas.microsoft.com/office/drawing/2014/main" id="{D2AAF4CD-ABEB-DA47-82E2-934B4A27F403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61" name="Oval 860">
                <a:extLst>
                  <a:ext uri="{FF2B5EF4-FFF2-40B4-BE49-F238E27FC236}">
                    <a16:creationId xmlns:a16="http://schemas.microsoft.com/office/drawing/2014/main" id="{FE58132F-5D68-4B47-AE0B-87493B71C002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62" name="Oval 861">
                <a:extLst>
                  <a:ext uri="{FF2B5EF4-FFF2-40B4-BE49-F238E27FC236}">
                    <a16:creationId xmlns:a16="http://schemas.microsoft.com/office/drawing/2014/main" id="{1329DE9D-4ABE-1E40-A79B-5AD5E646BD23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63" name="Oval 862">
                <a:extLst>
                  <a:ext uri="{FF2B5EF4-FFF2-40B4-BE49-F238E27FC236}">
                    <a16:creationId xmlns:a16="http://schemas.microsoft.com/office/drawing/2014/main" id="{58FF8344-82BF-EF4C-9C20-591F66B91031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64" name="Oval 863">
                <a:extLst>
                  <a:ext uri="{FF2B5EF4-FFF2-40B4-BE49-F238E27FC236}">
                    <a16:creationId xmlns:a16="http://schemas.microsoft.com/office/drawing/2014/main" id="{82CCFBED-94EA-F54A-A41A-EA63EC1044E0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65" name="Oval 864">
                <a:extLst>
                  <a:ext uri="{FF2B5EF4-FFF2-40B4-BE49-F238E27FC236}">
                    <a16:creationId xmlns:a16="http://schemas.microsoft.com/office/drawing/2014/main" id="{C11CF135-0A23-4642-B27B-6D16872ADD26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66" name="Oval 865">
                <a:extLst>
                  <a:ext uri="{FF2B5EF4-FFF2-40B4-BE49-F238E27FC236}">
                    <a16:creationId xmlns:a16="http://schemas.microsoft.com/office/drawing/2014/main" id="{23B55CAA-A90E-9844-A586-4B225C1E2618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67" name="Oval 866">
                <a:extLst>
                  <a:ext uri="{FF2B5EF4-FFF2-40B4-BE49-F238E27FC236}">
                    <a16:creationId xmlns:a16="http://schemas.microsoft.com/office/drawing/2014/main" id="{FC8DF5C1-1FB2-434D-9979-43698A18CC7D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68" name="Oval 867">
                <a:extLst>
                  <a:ext uri="{FF2B5EF4-FFF2-40B4-BE49-F238E27FC236}">
                    <a16:creationId xmlns:a16="http://schemas.microsoft.com/office/drawing/2014/main" id="{5B3C6A6D-EA89-4344-A360-26F34E2ECCB7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69" name="Oval 868">
                <a:extLst>
                  <a:ext uri="{FF2B5EF4-FFF2-40B4-BE49-F238E27FC236}">
                    <a16:creationId xmlns:a16="http://schemas.microsoft.com/office/drawing/2014/main" id="{48D6B792-834C-7D41-83B4-AB74927CC019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77F08028-682F-A048-BF77-DD22E54371EC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71" name="Oval 870">
                <a:extLst>
                  <a:ext uri="{FF2B5EF4-FFF2-40B4-BE49-F238E27FC236}">
                    <a16:creationId xmlns:a16="http://schemas.microsoft.com/office/drawing/2014/main" id="{7A8E8148-0E96-414A-9315-6F8787DC9DEB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9C686D7D-471A-5043-AC21-2A388C464E07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73" name="Oval 872">
                <a:extLst>
                  <a:ext uri="{FF2B5EF4-FFF2-40B4-BE49-F238E27FC236}">
                    <a16:creationId xmlns:a16="http://schemas.microsoft.com/office/drawing/2014/main" id="{FAB79F29-DC35-7347-B8B5-699210226218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EB077FC3-1052-DB4D-9745-D65D1065354D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75" name="Oval 874">
                <a:extLst>
                  <a:ext uri="{FF2B5EF4-FFF2-40B4-BE49-F238E27FC236}">
                    <a16:creationId xmlns:a16="http://schemas.microsoft.com/office/drawing/2014/main" id="{1C23B20C-5C3F-7F4F-BF6C-A791A1FD8DFD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76" name="Oval 875">
                <a:extLst>
                  <a:ext uri="{FF2B5EF4-FFF2-40B4-BE49-F238E27FC236}">
                    <a16:creationId xmlns:a16="http://schemas.microsoft.com/office/drawing/2014/main" id="{532E79C5-F1CF-2548-A991-02BF3A872A06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77" name="Oval 876">
                <a:extLst>
                  <a:ext uri="{FF2B5EF4-FFF2-40B4-BE49-F238E27FC236}">
                    <a16:creationId xmlns:a16="http://schemas.microsoft.com/office/drawing/2014/main" id="{0EA76F69-256D-CE4A-8D69-69C7F3890143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78" name="Oval 877">
                <a:extLst>
                  <a:ext uri="{FF2B5EF4-FFF2-40B4-BE49-F238E27FC236}">
                    <a16:creationId xmlns:a16="http://schemas.microsoft.com/office/drawing/2014/main" id="{014FE853-DE8F-1641-A53E-2781C7009D14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79" name="Oval 878">
                <a:extLst>
                  <a:ext uri="{FF2B5EF4-FFF2-40B4-BE49-F238E27FC236}">
                    <a16:creationId xmlns:a16="http://schemas.microsoft.com/office/drawing/2014/main" id="{586610E0-B155-F04E-AA6B-0B6EB27A18E6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80" name="Oval 879">
                <a:extLst>
                  <a:ext uri="{FF2B5EF4-FFF2-40B4-BE49-F238E27FC236}">
                    <a16:creationId xmlns:a16="http://schemas.microsoft.com/office/drawing/2014/main" id="{E1CB67F8-B309-8B49-B808-25F66F4E89EA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81" name="Oval 880">
                <a:extLst>
                  <a:ext uri="{FF2B5EF4-FFF2-40B4-BE49-F238E27FC236}">
                    <a16:creationId xmlns:a16="http://schemas.microsoft.com/office/drawing/2014/main" id="{B860B08D-40C7-7042-A555-E049AC359A77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82" name="Oval 881">
                <a:extLst>
                  <a:ext uri="{FF2B5EF4-FFF2-40B4-BE49-F238E27FC236}">
                    <a16:creationId xmlns:a16="http://schemas.microsoft.com/office/drawing/2014/main" id="{AFE362A2-CC87-574F-922E-57EF42F51906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83" name="Oval 882">
                <a:extLst>
                  <a:ext uri="{FF2B5EF4-FFF2-40B4-BE49-F238E27FC236}">
                    <a16:creationId xmlns:a16="http://schemas.microsoft.com/office/drawing/2014/main" id="{7964EBF3-2097-0345-88A0-B8613D7B4E68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84" name="Oval 883">
                <a:extLst>
                  <a:ext uri="{FF2B5EF4-FFF2-40B4-BE49-F238E27FC236}">
                    <a16:creationId xmlns:a16="http://schemas.microsoft.com/office/drawing/2014/main" id="{E2D4F490-C8EB-4E43-BC62-F4B54E98B2AD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85" name="Oval 884">
                <a:extLst>
                  <a:ext uri="{FF2B5EF4-FFF2-40B4-BE49-F238E27FC236}">
                    <a16:creationId xmlns:a16="http://schemas.microsoft.com/office/drawing/2014/main" id="{C8AB482A-AD12-FB4A-8363-71DAA098E780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86" name="Oval 885">
                <a:extLst>
                  <a:ext uri="{FF2B5EF4-FFF2-40B4-BE49-F238E27FC236}">
                    <a16:creationId xmlns:a16="http://schemas.microsoft.com/office/drawing/2014/main" id="{E92F3C08-1E55-5340-92C0-A62C459323F6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87" name="Oval 886">
                <a:extLst>
                  <a:ext uri="{FF2B5EF4-FFF2-40B4-BE49-F238E27FC236}">
                    <a16:creationId xmlns:a16="http://schemas.microsoft.com/office/drawing/2014/main" id="{ABDC32FC-4814-7646-B20D-8F723C3B8FBA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88" name="Oval 887">
                <a:extLst>
                  <a:ext uri="{FF2B5EF4-FFF2-40B4-BE49-F238E27FC236}">
                    <a16:creationId xmlns:a16="http://schemas.microsoft.com/office/drawing/2014/main" id="{4DA9EC3C-1848-6E4B-958D-36C1CFE42E34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89" name="Oval 888">
                <a:extLst>
                  <a:ext uri="{FF2B5EF4-FFF2-40B4-BE49-F238E27FC236}">
                    <a16:creationId xmlns:a16="http://schemas.microsoft.com/office/drawing/2014/main" id="{CE7F341A-BB43-9A41-888F-5CCC46A7792C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0" name="Oval 889">
                <a:extLst>
                  <a:ext uri="{FF2B5EF4-FFF2-40B4-BE49-F238E27FC236}">
                    <a16:creationId xmlns:a16="http://schemas.microsoft.com/office/drawing/2014/main" id="{E8E74F67-E89A-4445-8F5F-E284E0B9AB25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1" name="Oval 890">
                <a:extLst>
                  <a:ext uri="{FF2B5EF4-FFF2-40B4-BE49-F238E27FC236}">
                    <a16:creationId xmlns:a16="http://schemas.microsoft.com/office/drawing/2014/main" id="{CD6D7D2D-658F-B540-B8E0-65EAF08CD867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2" name="Oval 891">
                <a:extLst>
                  <a:ext uri="{FF2B5EF4-FFF2-40B4-BE49-F238E27FC236}">
                    <a16:creationId xmlns:a16="http://schemas.microsoft.com/office/drawing/2014/main" id="{BF402170-4501-EC47-997D-8F9C6BA31F65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3" name="Oval 892">
                <a:extLst>
                  <a:ext uri="{FF2B5EF4-FFF2-40B4-BE49-F238E27FC236}">
                    <a16:creationId xmlns:a16="http://schemas.microsoft.com/office/drawing/2014/main" id="{480E0EB5-7BBA-1F4B-B87B-37166B12510A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4" name="Oval 893">
                <a:extLst>
                  <a:ext uri="{FF2B5EF4-FFF2-40B4-BE49-F238E27FC236}">
                    <a16:creationId xmlns:a16="http://schemas.microsoft.com/office/drawing/2014/main" id="{BBEA207E-1088-204D-89E1-F8113AB1540D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5" name="Oval 894">
                <a:extLst>
                  <a:ext uri="{FF2B5EF4-FFF2-40B4-BE49-F238E27FC236}">
                    <a16:creationId xmlns:a16="http://schemas.microsoft.com/office/drawing/2014/main" id="{89413315-0F1E-2443-999B-D10D926E71A1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6" name="Oval 895">
                <a:extLst>
                  <a:ext uri="{FF2B5EF4-FFF2-40B4-BE49-F238E27FC236}">
                    <a16:creationId xmlns:a16="http://schemas.microsoft.com/office/drawing/2014/main" id="{7D616D76-F249-8245-96BB-67AB2C79F23A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7" name="Oval 896">
                <a:extLst>
                  <a:ext uri="{FF2B5EF4-FFF2-40B4-BE49-F238E27FC236}">
                    <a16:creationId xmlns:a16="http://schemas.microsoft.com/office/drawing/2014/main" id="{286AB79F-1D3D-D749-BB55-AB1C1354B37B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8" name="Oval 897">
                <a:extLst>
                  <a:ext uri="{FF2B5EF4-FFF2-40B4-BE49-F238E27FC236}">
                    <a16:creationId xmlns:a16="http://schemas.microsoft.com/office/drawing/2014/main" id="{BFB1E93F-12AE-B049-AF50-CEE625F79F9A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9" name="Oval 898">
                <a:extLst>
                  <a:ext uri="{FF2B5EF4-FFF2-40B4-BE49-F238E27FC236}">
                    <a16:creationId xmlns:a16="http://schemas.microsoft.com/office/drawing/2014/main" id="{FFA92ADC-7AA1-374F-8E62-9C8A085C7F8F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00" name="Oval 899">
                <a:extLst>
                  <a:ext uri="{FF2B5EF4-FFF2-40B4-BE49-F238E27FC236}">
                    <a16:creationId xmlns:a16="http://schemas.microsoft.com/office/drawing/2014/main" id="{2B86BC75-FF11-7D46-A5B3-EF4B241BB1A9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01" name="Oval 900">
                <a:extLst>
                  <a:ext uri="{FF2B5EF4-FFF2-40B4-BE49-F238E27FC236}">
                    <a16:creationId xmlns:a16="http://schemas.microsoft.com/office/drawing/2014/main" id="{AEBDBE33-D9EB-0642-A1A7-2F884B0BA258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02" name="Oval 901">
                <a:extLst>
                  <a:ext uri="{FF2B5EF4-FFF2-40B4-BE49-F238E27FC236}">
                    <a16:creationId xmlns:a16="http://schemas.microsoft.com/office/drawing/2014/main" id="{5D1DF9ED-6BA8-FD4F-9EEB-778FA1494E7B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03" name="Oval 902">
                <a:extLst>
                  <a:ext uri="{FF2B5EF4-FFF2-40B4-BE49-F238E27FC236}">
                    <a16:creationId xmlns:a16="http://schemas.microsoft.com/office/drawing/2014/main" id="{E0538633-F205-4244-BE45-3A96179666B8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04" name="Oval 903">
                <a:extLst>
                  <a:ext uri="{FF2B5EF4-FFF2-40B4-BE49-F238E27FC236}">
                    <a16:creationId xmlns:a16="http://schemas.microsoft.com/office/drawing/2014/main" id="{B645F280-F70D-CC4C-B2FA-897E01D416C7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05" name="Oval 904">
                <a:extLst>
                  <a:ext uri="{FF2B5EF4-FFF2-40B4-BE49-F238E27FC236}">
                    <a16:creationId xmlns:a16="http://schemas.microsoft.com/office/drawing/2014/main" id="{7345E464-5432-9242-87F4-A99DE88F1DAC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06" name="Oval 905">
                <a:extLst>
                  <a:ext uri="{FF2B5EF4-FFF2-40B4-BE49-F238E27FC236}">
                    <a16:creationId xmlns:a16="http://schemas.microsoft.com/office/drawing/2014/main" id="{4577F54B-DD9A-6A49-B8B7-391E2AB66C83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07" name="Oval 906">
                <a:extLst>
                  <a:ext uri="{FF2B5EF4-FFF2-40B4-BE49-F238E27FC236}">
                    <a16:creationId xmlns:a16="http://schemas.microsoft.com/office/drawing/2014/main" id="{D8452AAF-F90E-3944-B17B-731A8BC11411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08" name="Oval 907">
                <a:extLst>
                  <a:ext uri="{FF2B5EF4-FFF2-40B4-BE49-F238E27FC236}">
                    <a16:creationId xmlns:a16="http://schemas.microsoft.com/office/drawing/2014/main" id="{B7F86D06-DB39-604D-B699-9AB9E9F69413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09" name="Oval 908">
                <a:extLst>
                  <a:ext uri="{FF2B5EF4-FFF2-40B4-BE49-F238E27FC236}">
                    <a16:creationId xmlns:a16="http://schemas.microsoft.com/office/drawing/2014/main" id="{C4EFDF05-D891-C64E-89B6-B73F75B0F599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10" name="Oval 909">
                <a:extLst>
                  <a:ext uri="{FF2B5EF4-FFF2-40B4-BE49-F238E27FC236}">
                    <a16:creationId xmlns:a16="http://schemas.microsoft.com/office/drawing/2014/main" id="{CB2BE51B-4A82-7946-BEA7-CC65CFA9229A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11" name="Oval 910">
                <a:extLst>
                  <a:ext uri="{FF2B5EF4-FFF2-40B4-BE49-F238E27FC236}">
                    <a16:creationId xmlns:a16="http://schemas.microsoft.com/office/drawing/2014/main" id="{BDDA099D-BBA0-6348-AE0C-7FE76385D961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12" name="Oval 911">
                <a:extLst>
                  <a:ext uri="{FF2B5EF4-FFF2-40B4-BE49-F238E27FC236}">
                    <a16:creationId xmlns:a16="http://schemas.microsoft.com/office/drawing/2014/main" id="{3352254F-0B15-EA40-9FB3-794C0477B269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13" name="Oval 912">
                <a:extLst>
                  <a:ext uri="{FF2B5EF4-FFF2-40B4-BE49-F238E27FC236}">
                    <a16:creationId xmlns:a16="http://schemas.microsoft.com/office/drawing/2014/main" id="{49FE75CB-ED7D-E64A-AEF3-A7033A71CA00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14" name="Freeform 913">
                <a:extLst>
                  <a:ext uri="{FF2B5EF4-FFF2-40B4-BE49-F238E27FC236}">
                    <a16:creationId xmlns:a16="http://schemas.microsoft.com/office/drawing/2014/main" id="{90D1BBC3-9D7B-D149-BAED-7ECB87461027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4A1959CA-1009-904A-8C12-EEF57A8895B5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47" name="Group 546">
              <a:extLst>
                <a:ext uri="{FF2B5EF4-FFF2-40B4-BE49-F238E27FC236}">
                  <a16:creationId xmlns:a16="http://schemas.microsoft.com/office/drawing/2014/main" id="{D615418D-4DAB-B045-9F1A-59646415B5A7}"/>
                </a:ext>
              </a:extLst>
            </p:cNvPr>
            <p:cNvGrpSpPr/>
            <p:nvPr/>
          </p:nvGrpSpPr>
          <p:grpSpPr>
            <a:xfrm rot="2670456">
              <a:off x="8337262" y="5210504"/>
              <a:ext cx="561574" cy="394357"/>
              <a:chOff x="5871652" y="6279397"/>
              <a:chExt cx="686823" cy="439136"/>
            </a:xfrm>
          </p:grpSpPr>
          <p:sp>
            <p:nvSpPr>
              <p:cNvPr id="678" name="Freeform 677">
                <a:extLst>
                  <a:ext uri="{FF2B5EF4-FFF2-40B4-BE49-F238E27FC236}">
                    <a16:creationId xmlns:a16="http://schemas.microsoft.com/office/drawing/2014/main" id="{0D7C4536-A9CE-6D48-BE8D-5353D87832C2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79" name="Freeform 678">
                <a:extLst>
                  <a:ext uri="{FF2B5EF4-FFF2-40B4-BE49-F238E27FC236}">
                    <a16:creationId xmlns:a16="http://schemas.microsoft.com/office/drawing/2014/main" id="{6C98E496-4C5C-B848-8420-B8E686C243BB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80" name="Freeform 679">
                <a:extLst>
                  <a:ext uri="{FF2B5EF4-FFF2-40B4-BE49-F238E27FC236}">
                    <a16:creationId xmlns:a16="http://schemas.microsoft.com/office/drawing/2014/main" id="{A49EFED7-55B9-C048-8E84-4E75287F4AFF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1" name="Rectangle 680">
                <a:extLst>
                  <a:ext uri="{FF2B5EF4-FFF2-40B4-BE49-F238E27FC236}">
                    <a16:creationId xmlns:a16="http://schemas.microsoft.com/office/drawing/2014/main" id="{0F5EFB9B-C56F-1842-A24D-2646C2FC632B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48241E4D-F750-874C-B1BE-A16EFA63F89C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0CE55061-4838-8243-B51B-679E79954120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84" name="Oval 683">
                <a:extLst>
                  <a:ext uri="{FF2B5EF4-FFF2-40B4-BE49-F238E27FC236}">
                    <a16:creationId xmlns:a16="http://schemas.microsoft.com/office/drawing/2014/main" id="{744D16D2-B1A7-2446-B0D9-7B5D9C323C0C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85" name="Oval 684">
                <a:extLst>
                  <a:ext uri="{FF2B5EF4-FFF2-40B4-BE49-F238E27FC236}">
                    <a16:creationId xmlns:a16="http://schemas.microsoft.com/office/drawing/2014/main" id="{317CC8BF-8F85-CA4C-92F4-7D7793E55BC9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86" name="Oval 685">
                <a:extLst>
                  <a:ext uri="{FF2B5EF4-FFF2-40B4-BE49-F238E27FC236}">
                    <a16:creationId xmlns:a16="http://schemas.microsoft.com/office/drawing/2014/main" id="{FFDE5894-FC78-6A42-9681-C0A94709BD39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87" name="Oval 686">
                <a:extLst>
                  <a:ext uri="{FF2B5EF4-FFF2-40B4-BE49-F238E27FC236}">
                    <a16:creationId xmlns:a16="http://schemas.microsoft.com/office/drawing/2014/main" id="{6C82128B-C04E-BC48-9F98-2E20D68ED2DA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88" name="Oval 687">
                <a:extLst>
                  <a:ext uri="{FF2B5EF4-FFF2-40B4-BE49-F238E27FC236}">
                    <a16:creationId xmlns:a16="http://schemas.microsoft.com/office/drawing/2014/main" id="{3990E27B-0ACD-464B-9731-D80FC6981B65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89" name="Oval 688">
                <a:extLst>
                  <a:ext uri="{FF2B5EF4-FFF2-40B4-BE49-F238E27FC236}">
                    <a16:creationId xmlns:a16="http://schemas.microsoft.com/office/drawing/2014/main" id="{189B03F7-9859-B742-98D1-B47F2FF7C273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90" name="Oval 689">
                <a:extLst>
                  <a:ext uri="{FF2B5EF4-FFF2-40B4-BE49-F238E27FC236}">
                    <a16:creationId xmlns:a16="http://schemas.microsoft.com/office/drawing/2014/main" id="{BF7D8052-BD23-8B46-8B06-C99A4423309B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91" name="Oval 690">
                <a:extLst>
                  <a:ext uri="{FF2B5EF4-FFF2-40B4-BE49-F238E27FC236}">
                    <a16:creationId xmlns:a16="http://schemas.microsoft.com/office/drawing/2014/main" id="{14B6C1F6-B752-0645-AA57-D4FA0BE5C906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92" name="Oval 691">
                <a:extLst>
                  <a:ext uri="{FF2B5EF4-FFF2-40B4-BE49-F238E27FC236}">
                    <a16:creationId xmlns:a16="http://schemas.microsoft.com/office/drawing/2014/main" id="{AE95FFE9-4857-014A-ACA4-DCA5528FA11C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93" name="Oval 692">
                <a:extLst>
                  <a:ext uri="{FF2B5EF4-FFF2-40B4-BE49-F238E27FC236}">
                    <a16:creationId xmlns:a16="http://schemas.microsoft.com/office/drawing/2014/main" id="{14D09E57-8B7F-614A-BAC6-D44612379323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94" name="Oval 693">
                <a:extLst>
                  <a:ext uri="{FF2B5EF4-FFF2-40B4-BE49-F238E27FC236}">
                    <a16:creationId xmlns:a16="http://schemas.microsoft.com/office/drawing/2014/main" id="{280CA67D-29DB-2549-8B57-BD9DFACAAF12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95" name="Oval 694">
                <a:extLst>
                  <a:ext uri="{FF2B5EF4-FFF2-40B4-BE49-F238E27FC236}">
                    <a16:creationId xmlns:a16="http://schemas.microsoft.com/office/drawing/2014/main" id="{7754C23C-DCC9-E248-9F47-16DADB4088DC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96" name="Oval 695">
                <a:extLst>
                  <a:ext uri="{FF2B5EF4-FFF2-40B4-BE49-F238E27FC236}">
                    <a16:creationId xmlns:a16="http://schemas.microsoft.com/office/drawing/2014/main" id="{43A95F8A-E3A5-2545-89A4-0545992E4172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97" name="Oval 696">
                <a:extLst>
                  <a:ext uri="{FF2B5EF4-FFF2-40B4-BE49-F238E27FC236}">
                    <a16:creationId xmlns:a16="http://schemas.microsoft.com/office/drawing/2014/main" id="{1E191976-7AF6-C444-B206-D9FFEA764593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98" name="Oval 697">
                <a:extLst>
                  <a:ext uri="{FF2B5EF4-FFF2-40B4-BE49-F238E27FC236}">
                    <a16:creationId xmlns:a16="http://schemas.microsoft.com/office/drawing/2014/main" id="{DBB816E9-0DE5-8142-B8D9-6BB08310C76D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99" name="Oval 698">
                <a:extLst>
                  <a:ext uri="{FF2B5EF4-FFF2-40B4-BE49-F238E27FC236}">
                    <a16:creationId xmlns:a16="http://schemas.microsoft.com/office/drawing/2014/main" id="{B3AE7BBE-4832-9B4F-96FE-154BEAF957AA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00" name="Oval 699">
                <a:extLst>
                  <a:ext uri="{FF2B5EF4-FFF2-40B4-BE49-F238E27FC236}">
                    <a16:creationId xmlns:a16="http://schemas.microsoft.com/office/drawing/2014/main" id="{9A6D3E5A-A486-B746-A6AB-3A9CC83B669E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01" name="Oval 700">
                <a:extLst>
                  <a:ext uri="{FF2B5EF4-FFF2-40B4-BE49-F238E27FC236}">
                    <a16:creationId xmlns:a16="http://schemas.microsoft.com/office/drawing/2014/main" id="{5FF17954-F5AC-D342-BCAC-C89755994BF5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02" name="Oval 701">
                <a:extLst>
                  <a:ext uri="{FF2B5EF4-FFF2-40B4-BE49-F238E27FC236}">
                    <a16:creationId xmlns:a16="http://schemas.microsoft.com/office/drawing/2014/main" id="{181D471A-F268-BE4A-9012-35E18DD62E5C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03" name="Oval 702">
                <a:extLst>
                  <a:ext uri="{FF2B5EF4-FFF2-40B4-BE49-F238E27FC236}">
                    <a16:creationId xmlns:a16="http://schemas.microsoft.com/office/drawing/2014/main" id="{DDDE30E6-A5EC-C248-B65D-DD3D90FBAB26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04" name="Oval 703">
                <a:extLst>
                  <a:ext uri="{FF2B5EF4-FFF2-40B4-BE49-F238E27FC236}">
                    <a16:creationId xmlns:a16="http://schemas.microsoft.com/office/drawing/2014/main" id="{EFB153B2-E44F-B14E-A2EA-ADF703920B8B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05" name="Oval 704">
                <a:extLst>
                  <a:ext uri="{FF2B5EF4-FFF2-40B4-BE49-F238E27FC236}">
                    <a16:creationId xmlns:a16="http://schemas.microsoft.com/office/drawing/2014/main" id="{17A1F295-69E1-AE47-8289-4C79B70B7067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06" name="Oval 705">
                <a:extLst>
                  <a:ext uri="{FF2B5EF4-FFF2-40B4-BE49-F238E27FC236}">
                    <a16:creationId xmlns:a16="http://schemas.microsoft.com/office/drawing/2014/main" id="{34F40A33-02B8-9045-B163-AA38AB30C553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07" name="Oval 706">
                <a:extLst>
                  <a:ext uri="{FF2B5EF4-FFF2-40B4-BE49-F238E27FC236}">
                    <a16:creationId xmlns:a16="http://schemas.microsoft.com/office/drawing/2014/main" id="{8C6647EB-84CD-5D45-89E5-CBF6F2833FA8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08" name="Oval 707">
                <a:extLst>
                  <a:ext uri="{FF2B5EF4-FFF2-40B4-BE49-F238E27FC236}">
                    <a16:creationId xmlns:a16="http://schemas.microsoft.com/office/drawing/2014/main" id="{ED0E5011-2188-9948-9F23-4336734208EF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09" name="Oval 708">
                <a:extLst>
                  <a:ext uri="{FF2B5EF4-FFF2-40B4-BE49-F238E27FC236}">
                    <a16:creationId xmlns:a16="http://schemas.microsoft.com/office/drawing/2014/main" id="{9BD1FF63-0775-184E-B464-4F8CD3C09ED7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10" name="Oval 709">
                <a:extLst>
                  <a:ext uri="{FF2B5EF4-FFF2-40B4-BE49-F238E27FC236}">
                    <a16:creationId xmlns:a16="http://schemas.microsoft.com/office/drawing/2014/main" id="{4AC220D9-59FD-364A-8559-92664A94F5DF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11" name="Oval 710">
                <a:extLst>
                  <a:ext uri="{FF2B5EF4-FFF2-40B4-BE49-F238E27FC236}">
                    <a16:creationId xmlns:a16="http://schemas.microsoft.com/office/drawing/2014/main" id="{51027412-199A-F64A-98BA-9A67F2339CE8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12" name="Oval 711">
                <a:extLst>
                  <a:ext uri="{FF2B5EF4-FFF2-40B4-BE49-F238E27FC236}">
                    <a16:creationId xmlns:a16="http://schemas.microsoft.com/office/drawing/2014/main" id="{75F6D43F-3EA0-7444-805B-D6ADED414FA5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13" name="Oval 712">
                <a:extLst>
                  <a:ext uri="{FF2B5EF4-FFF2-40B4-BE49-F238E27FC236}">
                    <a16:creationId xmlns:a16="http://schemas.microsoft.com/office/drawing/2014/main" id="{AC464FF8-5F44-0742-822C-324A6698C4B1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14" name="Oval 713">
                <a:extLst>
                  <a:ext uri="{FF2B5EF4-FFF2-40B4-BE49-F238E27FC236}">
                    <a16:creationId xmlns:a16="http://schemas.microsoft.com/office/drawing/2014/main" id="{E7B7A76F-A8B0-1144-8244-B20455201C6B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15" name="Oval 714">
                <a:extLst>
                  <a:ext uri="{FF2B5EF4-FFF2-40B4-BE49-F238E27FC236}">
                    <a16:creationId xmlns:a16="http://schemas.microsoft.com/office/drawing/2014/main" id="{09F47BBF-29FC-8444-A836-BCB0C8DA96C6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16" name="Oval 715">
                <a:extLst>
                  <a:ext uri="{FF2B5EF4-FFF2-40B4-BE49-F238E27FC236}">
                    <a16:creationId xmlns:a16="http://schemas.microsoft.com/office/drawing/2014/main" id="{CF808595-9D75-1549-8681-F5C6F79FFCB3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17" name="Oval 716">
                <a:extLst>
                  <a:ext uri="{FF2B5EF4-FFF2-40B4-BE49-F238E27FC236}">
                    <a16:creationId xmlns:a16="http://schemas.microsoft.com/office/drawing/2014/main" id="{4A240C03-97E5-5B4E-9D46-3C78D853047D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18" name="Oval 717">
                <a:extLst>
                  <a:ext uri="{FF2B5EF4-FFF2-40B4-BE49-F238E27FC236}">
                    <a16:creationId xmlns:a16="http://schemas.microsoft.com/office/drawing/2014/main" id="{D943D12F-65A4-F449-852D-93D86B8D8AF1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19" name="Oval 718">
                <a:extLst>
                  <a:ext uri="{FF2B5EF4-FFF2-40B4-BE49-F238E27FC236}">
                    <a16:creationId xmlns:a16="http://schemas.microsoft.com/office/drawing/2014/main" id="{E6C7FDEA-A114-8C47-93FF-3EC819C570AF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0" name="Oval 719">
                <a:extLst>
                  <a:ext uri="{FF2B5EF4-FFF2-40B4-BE49-F238E27FC236}">
                    <a16:creationId xmlns:a16="http://schemas.microsoft.com/office/drawing/2014/main" id="{1E75E15F-B63E-A048-8B4C-9892E6D11F14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1" name="Oval 720">
                <a:extLst>
                  <a:ext uri="{FF2B5EF4-FFF2-40B4-BE49-F238E27FC236}">
                    <a16:creationId xmlns:a16="http://schemas.microsoft.com/office/drawing/2014/main" id="{CE838728-ABF3-3945-90ED-56C97F495B74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2" name="Oval 721">
                <a:extLst>
                  <a:ext uri="{FF2B5EF4-FFF2-40B4-BE49-F238E27FC236}">
                    <a16:creationId xmlns:a16="http://schemas.microsoft.com/office/drawing/2014/main" id="{B7EEA50B-B37D-CC44-A37C-3DF398229BDC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3" name="Oval 722">
                <a:extLst>
                  <a:ext uri="{FF2B5EF4-FFF2-40B4-BE49-F238E27FC236}">
                    <a16:creationId xmlns:a16="http://schemas.microsoft.com/office/drawing/2014/main" id="{A3D96A8B-D2D3-DF4D-8933-056659F04448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4" name="Oval 723">
                <a:extLst>
                  <a:ext uri="{FF2B5EF4-FFF2-40B4-BE49-F238E27FC236}">
                    <a16:creationId xmlns:a16="http://schemas.microsoft.com/office/drawing/2014/main" id="{DC389918-2E19-1F4D-880E-A3A9CF0F86AD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5" name="Oval 724">
                <a:extLst>
                  <a:ext uri="{FF2B5EF4-FFF2-40B4-BE49-F238E27FC236}">
                    <a16:creationId xmlns:a16="http://schemas.microsoft.com/office/drawing/2014/main" id="{920BDF48-994C-1D40-B567-BC712DA247C6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6" name="Oval 725">
                <a:extLst>
                  <a:ext uri="{FF2B5EF4-FFF2-40B4-BE49-F238E27FC236}">
                    <a16:creationId xmlns:a16="http://schemas.microsoft.com/office/drawing/2014/main" id="{25B145C0-2FE0-6A49-9B3F-1630F4123E73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7" name="Oval 726">
                <a:extLst>
                  <a:ext uri="{FF2B5EF4-FFF2-40B4-BE49-F238E27FC236}">
                    <a16:creationId xmlns:a16="http://schemas.microsoft.com/office/drawing/2014/main" id="{203D3932-8C38-3F48-A7FD-6E4F08F811F8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8" name="Oval 727">
                <a:extLst>
                  <a:ext uri="{FF2B5EF4-FFF2-40B4-BE49-F238E27FC236}">
                    <a16:creationId xmlns:a16="http://schemas.microsoft.com/office/drawing/2014/main" id="{622A39CD-5D23-4047-B715-179D74531007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9" name="Oval 728">
                <a:extLst>
                  <a:ext uri="{FF2B5EF4-FFF2-40B4-BE49-F238E27FC236}">
                    <a16:creationId xmlns:a16="http://schemas.microsoft.com/office/drawing/2014/main" id="{F430DA28-F904-A94A-B6D4-EBFF81B62334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30" name="Oval 729">
                <a:extLst>
                  <a:ext uri="{FF2B5EF4-FFF2-40B4-BE49-F238E27FC236}">
                    <a16:creationId xmlns:a16="http://schemas.microsoft.com/office/drawing/2014/main" id="{10C3C3E3-148E-8242-9B01-0F0F9E06F122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31" name="Oval 730">
                <a:extLst>
                  <a:ext uri="{FF2B5EF4-FFF2-40B4-BE49-F238E27FC236}">
                    <a16:creationId xmlns:a16="http://schemas.microsoft.com/office/drawing/2014/main" id="{D1D2FE73-CFE2-6A4D-BAEB-B2A8FB683EF1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32" name="Oval 731">
                <a:extLst>
                  <a:ext uri="{FF2B5EF4-FFF2-40B4-BE49-F238E27FC236}">
                    <a16:creationId xmlns:a16="http://schemas.microsoft.com/office/drawing/2014/main" id="{34BD58C8-AD16-0A4A-A1A6-2AEC74ACF59D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33" name="Oval 732">
                <a:extLst>
                  <a:ext uri="{FF2B5EF4-FFF2-40B4-BE49-F238E27FC236}">
                    <a16:creationId xmlns:a16="http://schemas.microsoft.com/office/drawing/2014/main" id="{2CCC156C-6297-FA43-8BF7-01E8441819EB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34" name="Oval 733">
                <a:extLst>
                  <a:ext uri="{FF2B5EF4-FFF2-40B4-BE49-F238E27FC236}">
                    <a16:creationId xmlns:a16="http://schemas.microsoft.com/office/drawing/2014/main" id="{ADF5CBFC-E88F-A540-8001-E1CBB3DE0C54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35" name="Oval 734">
                <a:extLst>
                  <a:ext uri="{FF2B5EF4-FFF2-40B4-BE49-F238E27FC236}">
                    <a16:creationId xmlns:a16="http://schemas.microsoft.com/office/drawing/2014/main" id="{B8BEB2C0-6289-A946-9D88-39E0CE3F2771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36" name="Oval 735">
                <a:extLst>
                  <a:ext uri="{FF2B5EF4-FFF2-40B4-BE49-F238E27FC236}">
                    <a16:creationId xmlns:a16="http://schemas.microsoft.com/office/drawing/2014/main" id="{AB23E2CE-3853-014A-BC13-8D18E7D94083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37" name="Oval 736">
                <a:extLst>
                  <a:ext uri="{FF2B5EF4-FFF2-40B4-BE49-F238E27FC236}">
                    <a16:creationId xmlns:a16="http://schemas.microsoft.com/office/drawing/2014/main" id="{F17FC8DD-E198-1F40-94BF-DF928F1B6294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38" name="Oval 737">
                <a:extLst>
                  <a:ext uri="{FF2B5EF4-FFF2-40B4-BE49-F238E27FC236}">
                    <a16:creationId xmlns:a16="http://schemas.microsoft.com/office/drawing/2014/main" id="{7F61AECD-1789-A04E-A0D9-A29A84F1DC38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39" name="Oval 738">
                <a:extLst>
                  <a:ext uri="{FF2B5EF4-FFF2-40B4-BE49-F238E27FC236}">
                    <a16:creationId xmlns:a16="http://schemas.microsoft.com/office/drawing/2014/main" id="{0A44D6D5-92A9-874C-97A3-A586127FA79F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40" name="Oval 739">
                <a:extLst>
                  <a:ext uri="{FF2B5EF4-FFF2-40B4-BE49-F238E27FC236}">
                    <a16:creationId xmlns:a16="http://schemas.microsoft.com/office/drawing/2014/main" id="{998AECB2-9F3D-A841-9CAE-2340495A80D0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41" name="Oval 740">
                <a:extLst>
                  <a:ext uri="{FF2B5EF4-FFF2-40B4-BE49-F238E27FC236}">
                    <a16:creationId xmlns:a16="http://schemas.microsoft.com/office/drawing/2014/main" id="{C8803C11-530C-C247-9E8B-B28C36C704AA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42" name="Oval 741">
                <a:extLst>
                  <a:ext uri="{FF2B5EF4-FFF2-40B4-BE49-F238E27FC236}">
                    <a16:creationId xmlns:a16="http://schemas.microsoft.com/office/drawing/2014/main" id="{EB3D046C-F806-A147-96F1-E1CA3DDB9808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43" name="Oval 742">
                <a:extLst>
                  <a:ext uri="{FF2B5EF4-FFF2-40B4-BE49-F238E27FC236}">
                    <a16:creationId xmlns:a16="http://schemas.microsoft.com/office/drawing/2014/main" id="{CCFD2A0B-EA0A-144B-A7EC-6D702558F767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44" name="Oval 743">
                <a:extLst>
                  <a:ext uri="{FF2B5EF4-FFF2-40B4-BE49-F238E27FC236}">
                    <a16:creationId xmlns:a16="http://schemas.microsoft.com/office/drawing/2014/main" id="{BE7BDB4E-A515-6247-BBD7-9C6CF3ACED27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45" name="Oval 744">
                <a:extLst>
                  <a:ext uri="{FF2B5EF4-FFF2-40B4-BE49-F238E27FC236}">
                    <a16:creationId xmlns:a16="http://schemas.microsoft.com/office/drawing/2014/main" id="{E8CD2739-0E8B-4146-87D6-EE48B356A2D4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46" name="Oval 745">
                <a:extLst>
                  <a:ext uri="{FF2B5EF4-FFF2-40B4-BE49-F238E27FC236}">
                    <a16:creationId xmlns:a16="http://schemas.microsoft.com/office/drawing/2014/main" id="{6260214E-44C4-7748-AD4A-2C55941E0440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47" name="Oval 746">
                <a:extLst>
                  <a:ext uri="{FF2B5EF4-FFF2-40B4-BE49-F238E27FC236}">
                    <a16:creationId xmlns:a16="http://schemas.microsoft.com/office/drawing/2014/main" id="{A5E61012-CC64-0346-9A59-C17F6E51C145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48" name="Oval 747">
                <a:extLst>
                  <a:ext uri="{FF2B5EF4-FFF2-40B4-BE49-F238E27FC236}">
                    <a16:creationId xmlns:a16="http://schemas.microsoft.com/office/drawing/2014/main" id="{ED5B5A3F-955C-6349-8A66-AAEB4D2516AD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49" name="Oval 748">
                <a:extLst>
                  <a:ext uri="{FF2B5EF4-FFF2-40B4-BE49-F238E27FC236}">
                    <a16:creationId xmlns:a16="http://schemas.microsoft.com/office/drawing/2014/main" id="{D10B42C5-5376-BB43-855C-673AC12837C9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0" name="Oval 749">
                <a:extLst>
                  <a:ext uri="{FF2B5EF4-FFF2-40B4-BE49-F238E27FC236}">
                    <a16:creationId xmlns:a16="http://schemas.microsoft.com/office/drawing/2014/main" id="{9970CF5D-D523-C345-887E-D5C9121921D7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1" name="Oval 750">
                <a:extLst>
                  <a:ext uri="{FF2B5EF4-FFF2-40B4-BE49-F238E27FC236}">
                    <a16:creationId xmlns:a16="http://schemas.microsoft.com/office/drawing/2014/main" id="{B3A3801E-4920-854E-903A-4629B6FE9E4A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2" name="Oval 751">
                <a:extLst>
                  <a:ext uri="{FF2B5EF4-FFF2-40B4-BE49-F238E27FC236}">
                    <a16:creationId xmlns:a16="http://schemas.microsoft.com/office/drawing/2014/main" id="{3C01EAD4-9B4B-0F40-8E91-0B15E92BC2C2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3" name="Oval 752">
                <a:extLst>
                  <a:ext uri="{FF2B5EF4-FFF2-40B4-BE49-F238E27FC236}">
                    <a16:creationId xmlns:a16="http://schemas.microsoft.com/office/drawing/2014/main" id="{CD13A553-32F3-8A45-9333-A3524C987D8A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4" name="Oval 753">
                <a:extLst>
                  <a:ext uri="{FF2B5EF4-FFF2-40B4-BE49-F238E27FC236}">
                    <a16:creationId xmlns:a16="http://schemas.microsoft.com/office/drawing/2014/main" id="{2887D4B8-C2CA-3948-A844-F42435A71629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5" name="Oval 754">
                <a:extLst>
                  <a:ext uri="{FF2B5EF4-FFF2-40B4-BE49-F238E27FC236}">
                    <a16:creationId xmlns:a16="http://schemas.microsoft.com/office/drawing/2014/main" id="{6873B809-64E7-2E49-881A-3662551151F6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6" name="Oval 755">
                <a:extLst>
                  <a:ext uri="{FF2B5EF4-FFF2-40B4-BE49-F238E27FC236}">
                    <a16:creationId xmlns:a16="http://schemas.microsoft.com/office/drawing/2014/main" id="{6FC8BBE9-C810-B641-A57D-1B288B75F658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7" name="Oval 756">
                <a:extLst>
                  <a:ext uri="{FF2B5EF4-FFF2-40B4-BE49-F238E27FC236}">
                    <a16:creationId xmlns:a16="http://schemas.microsoft.com/office/drawing/2014/main" id="{68BF5FFB-7D46-4846-B09E-9D8993495EA2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8" name="Oval 757">
                <a:extLst>
                  <a:ext uri="{FF2B5EF4-FFF2-40B4-BE49-F238E27FC236}">
                    <a16:creationId xmlns:a16="http://schemas.microsoft.com/office/drawing/2014/main" id="{BC643074-5FC3-FC47-BAB9-496BF496FA5A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9" name="Oval 758">
                <a:extLst>
                  <a:ext uri="{FF2B5EF4-FFF2-40B4-BE49-F238E27FC236}">
                    <a16:creationId xmlns:a16="http://schemas.microsoft.com/office/drawing/2014/main" id="{A621AF7F-4FD7-EE4F-8476-641A0B71E24C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0" name="Oval 759">
                <a:extLst>
                  <a:ext uri="{FF2B5EF4-FFF2-40B4-BE49-F238E27FC236}">
                    <a16:creationId xmlns:a16="http://schemas.microsoft.com/office/drawing/2014/main" id="{EFE17F08-BC85-0948-8048-77488FF59DA1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1" name="Oval 760">
                <a:extLst>
                  <a:ext uri="{FF2B5EF4-FFF2-40B4-BE49-F238E27FC236}">
                    <a16:creationId xmlns:a16="http://schemas.microsoft.com/office/drawing/2014/main" id="{2B333078-F223-034D-A8C0-4C46085821E5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2" name="Oval 761">
                <a:extLst>
                  <a:ext uri="{FF2B5EF4-FFF2-40B4-BE49-F238E27FC236}">
                    <a16:creationId xmlns:a16="http://schemas.microsoft.com/office/drawing/2014/main" id="{F9893CEE-3D09-BD4F-93D0-EF3B448E2F2A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3" name="Oval 762">
                <a:extLst>
                  <a:ext uri="{FF2B5EF4-FFF2-40B4-BE49-F238E27FC236}">
                    <a16:creationId xmlns:a16="http://schemas.microsoft.com/office/drawing/2014/main" id="{37959947-2E71-B44F-AE01-BC016F9D1386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4" name="Oval 763">
                <a:extLst>
                  <a:ext uri="{FF2B5EF4-FFF2-40B4-BE49-F238E27FC236}">
                    <a16:creationId xmlns:a16="http://schemas.microsoft.com/office/drawing/2014/main" id="{D776BDE1-D540-2F4B-909D-052CFA1FBF2D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5" name="Oval 764">
                <a:extLst>
                  <a:ext uri="{FF2B5EF4-FFF2-40B4-BE49-F238E27FC236}">
                    <a16:creationId xmlns:a16="http://schemas.microsoft.com/office/drawing/2014/main" id="{C5B7D53D-277B-8542-9E67-7F34C3153292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6" name="Oval 765">
                <a:extLst>
                  <a:ext uri="{FF2B5EF4-FFF2-40B4-BE49-F238E27FC236}">
                    <a16:creationId xmlns:a16="http://schemas.microsoft.com/office/drawing/2014/main" id="{90A57F33-E950-BC49-8375-2E70FF562154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7" name="Oval 766">
                <a:extLst>
                  <a:ext uri="{FF2B5EF4-FFF2-40B4-BE49-F238E27FC236}">
                    <a16:creationId xmlns:a16="http://schemas.microsoft.com/office/drawing/2014/main" id="{1A93633B-C75E-224E-93B5-CBFC44DCA393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8" name="Oval 767">
                <a:extLst>
                  <a:ext uri="{FF2B5EF4-FFF2-40B4-BE49-F238E27FC236}">
                    <a16:creationId xmlns:a16="http://schemas.microsoft.com/office/drawing/2014/main" id="{90FB7FFD-1C66-F643-9A02-80E06E4C7A5E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9" name="Oval 768">
                <a:extLst>
                  <a:ext uri="{FF2B5EF4-FFF2-40B4-BE49-F238E27FC236}">
                    <a16:creationId xmlns:a16="http://schemas.microsoft.com/office/drawing/2014/main" id="{AC2F14A8-FE79-1044-BB47-EFAD638C0051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0" name="Oval 769">
                <a:extLst>
                  <a:ext uri="{FF2B5EF4-FFF2-40B4-BE49-F238E27FC236}">
                    <a16:creationId xmlns:a16="http://schemas.microsoft.com/office/drawing/2014/main" id="{0E2CB912-ED76-824A-89FE-E0FCB5AD7BFA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1" name="Oval 770">
                <a:extLst>
                  <a:ext uri="{FF2B5EF4-FFF2-40B4-BE49-F238E27FC236}">
                    <a16:creationId xmlns:a16="http://schemas.microsoft.com/office/drawing/2014/main" id="{381041E0-E2B2-EE45-9A5D-58647B8BB574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2" name="Oval 771">
                <a:extLst>
                  <a:ext uri="{FF2B5EF4-FFF2-40B4-BE49-F238E27FC236}">
                    <a16:creationId xmlns:a16="http://schemas.microsoft.com/office/drawing/2014/main" id="{EE84EA85-8AE7-CB41-AC7E-5E991E930761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3" name="Oval 772">
                <a:extLst>
                  <a:ext uri="{FF2B5EF4-FFF2-40B4-BE49-F238E27FC236}">
                    <a16:creationId xmlns:a16="http://schemas.microsoft.com/office/drawing/2014/main" id="{3F2DF1F4-BE45-8946-90B8-F3FDBA643AB3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4" name="Oval 773">
                <a:extLst>
                  <a:ext uri="{FF2B5EF4-FFF2-40B4-BE49-F238E27FC236}">
                    <a16:creationId xmlns:a16="http://schemas.microsoft.com/office/drawing/2014/main" id="{ECB64B56-831D-D243-B2DA-036F7C81B9C3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5" name="Oval 774">
                <a:extLst>
                  <a:ext uri="{FF2B5EF4-FFF2-40B4-BE49-F238E27FC236}">
                    <a16:creationId xmlns:a16="http://schemas.microsoft.com/office/drawing/2014/main" id="{41490D03-423C-9141-8A26-2CC7E8A92078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6" name="Oval 775">
                <a:extLst>
                  <a:ext uri="{FF2B5EF4-FFF2-40B4-BE49-F238E27FC236}">
                    <a16:creationId xmlns:a16="http://schemas.microsoft.com/office/drawing/2014/main" id="{DE40F87C-6E1A-DB49-BDF3-A86A2026105C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7" name="Oval 776">
                <a:extLst>
                  <a:ext uri="{FF2B5EF4-FFF2-40B4-BE49-F238E27FC236}">
                    <a16:creationId xmlns:a16="http://schemas.microsoft.com/office/drawing/2014/main" id="{17AAFE8E-BBA0-4140-AE9A-46BEE24F94AF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8" name="Oval 777">
                <a:extLst>
                  <a:ext uri="{FF2B5EF4-FFF2-40B4-BE49-F238E27FC236}">
                    <a16:creationId xmlns:a16="http://schemas.microsoft.com/office/drawing/2014/main" id="{E755F775-5EA9-F849-9CC0-598B0D5413BF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9" name="Oval 778">
                <a:extLst>
                  <a:ext uri="{FF2B5EF4-FFF2-40B4-BE49-F238E27FC236}">
                    <a16:creationId xmlns:a16="http://schemas.microsoft.com/office/drawing/2014/main" id="{4EF69593-98B0-D04C-910E-878712F9F8EA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0" name="Oval 779">
                <a:extLst>
                  <a:ext uri="{FF2B5EF4-FFF2-40B4-BE49-F238E27FC236}">
                    <a16:creationId xmlns:a16="http://schemas.microsoft.com/office/drawing/2014/main" id="{54FFA9A4-021F-E04D-93E4-8833D943F1CD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1" name="Oval 780">
                <a:extLst>
                  <a:ext uri="{FF2B5EF4-FFF2-40B4-BE49-F238E27FC236}">
                    <a16:creationId xmlns:a16="http://schemas.microsoft.com/office/drawing/2014/main" id="{FE45CBEC-74DF-AB44-BB4F-CAF5E1C18E8A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2" name="Oval 781">
                <a:extLst>
                  <a:ext uri="{FF2B5EF4-FFF2-40B4-BE49-F238E27FC236}">
                    <a16:creationId xmlns:a16="http://schemas.microsoft.com/office/drawing/2014/main" id="{29AB0209-6C77-4D4F-AA32-91063CE7E317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3" name="Oval 782">
                <a:extLst>
                  <a:ext uri="{FF2B5EF4-FFF2-40B4-BE49-F238E27FC236}">
                    <a16:creationId xmlns:a16="http://schemas.microsoft.com/office/drawing/2014/main" id="{2DD5F9E4-C6E8-7B41-A429-32BF4CB8F4B6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4" name="Oval 783">
                <a:extLst>
                  <a:ext uri="{FF2B5EF4-FFF2-40B4-BE49-F238E27FC236}">
                    <a16:creationId xmlns:a16="http://schemas.microsoft.com/office/drawing/2014/main" id="{43BDE947-4DB8-FA49-8CD8-74B906BF7580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5" name="Oval 784">
                <a:extLst>
                  <a:ext uri="{FF2B5EF4-FFF2-40B4-BE49-F238E27FC236}">
                    <a16:creationId xmlns:a16="http://schemas.microsoft.com/office/drawing/2014/main" id="{A0C7786B-6100-8349-927F-7E9B3DCCDF4B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6" name="Oval 785">
                <a:extLst>
                  <a:ext uri="{FF2B5EF4-FFF2-40B4-BE49-F238E27FC236}">
                    <a16:creationId xmlns:a16="http://schemas.microsoft.com/office/drawing/2014/main" id="{4F5B1F1C-BCC9-CF47-AF7B-05F43E437F3D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7" name="Oval 786">
                <a:extLst>
                  <a:ext uri="{FF2B5EF4-FFF2-40B4-BE49-F238E27FC236}">
                    <a16:creationId xmlns:a16="http://schemas.microsoft.com/office/drawing/2014/main" id="{298C115B-168D-F94E-BA34-BF5AB8198380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8" name="Oval 787">
                <a:extLst>
                  <a:ext uri="{FF2B5EF4-FFF2-40B4-BE49-F238E27FC236}">
                    <a16:creationId xmlns:a16="http://schemas.microsoft.com/office/drawing/2014/main" id="{511DDE9B-F57A-8A48-80BA-986D3E240B31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9" name="Oval 788">
                <a:extLst>
                  <a:ext uri="{FF2B5EF4-FFF2-40B4-BE49-F238E27FC236}">
                    <a16:creationId xmlns:a16="http://schemas.microsoft.com/office/drawing/2014/main" id="{0E827907-1C4B-4B40-A475-40DF5478FD09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90" name="Oval 789">
                <a:extLst>
                  <a:ext uri="{FF2B5EF4-FFF2-40B4-BE49-F238E27FC236}">
                    <a16:creationId xmlns:a16="http://schemas.microsoft.com/office/drawing/2014/main" id="{E0EF086B-BA63-654D-A6DB-B71E03EAFEF3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91" name="Oval 790">
                <a:extLst>
                  <a:ext uri="{FF2B5EF4-FFF2-40B4-BE49-F238E27FC236}">
                    <a16:creationId xmlns:a16="http://schemas.microsoft.com/office/drawing/2014/main" id="{3B7EEC79-6358-5541-B458-0A205A9D0DEE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92" name="Oval 791">
                <a:extLst>
                  <a:ext uri="{FF2B5EF4-FFF2-40B4-BE49-F238E27FC236}">
                    <a16:creationId xmlns:a16="http://schemas.microsoft.com/office/drawing/2014/main" id="{8A4E1E1B-64AE-AA4D-B889-0B7458C26293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93" name="Oval 792">
                <a:extLst>
                  <a:ext uri="{FF2B5EF4-FFF2-40B4-BE49-F238E27FC236}">
                    <a16:creationId xmlns:a16="http://schemas.microsoft.com/office/drawing/2014/main" id="{6EBA8015-A45C-6745-A853-6FCB96F82A20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94" name="Oval 793">
                <a:extLst>
                  <a:ext uri="{FF2B5EF4-FFF2-40B4-BE49-F238E27FC236}">
                    <a16:creationId xmlns:a16="http://schemas.microsoft.com/office/drawing/2014/main" id="{2F778220-7EE8-FB45-B17F-0BE411E4AFD0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95" name="Freeform 794">
                <a:extLst>
                  <a:ext uri="{FF2B5EF4-FFF2-40B4-BE49-F238E27FC236}">
                    <a16:creationId xmlns:a16="http://schemas.microsoft.com/office/drawing/2014/main" id="{A530F712-8177-2B40-AF96-8470CDB124C0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6" name="Freeform 795">
                <a:extLst>
                  <a:ext uri="{FF2B5EF4-FFF2-40B4-BE49-F238E27FC236}">
                    <a16:creationId xmlns:a16="http://schemas.microsoft.com/office/drawing/2014/main" id="{1B9604EF-F003-D345-8472-64154712600F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48" name="Group 547">
              <a:extLst>
                <a:ext uri="{FF2B5EF4-FFF2-40B4-BE49-F238E27FC236}">
                  <a16:creationId xmlns:a16="http://schemas.microsoft.com/office/drawing/2014/main" id="{E7CFA4A4-C1EC-0448-B532-3149988A5A63}"/>
                </a:ext>
              </a:extLst>
            </p:cNvPr>
            <p:cNvGrpSpPr/>
            <p:nvPr/>
          </p:nvGrpSpPr>
          <p:grpSpPr>
            <a:xfrm rot="4383271">
              <a:off x="8556822" y="5182744"/>
              <a:ext cx="561574" cy="394357"/>
              <a:chOff x="5871652" y="6279397"/>
              <a:chExt cx="686823" cy="439136"/>
            </a:xfrm>
          </p:grpSpPr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2CB79CBA-3350-7A45-BF39-5F489DC73341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A06215FB-669A-4643-B8A8-4624F7C63FB8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89647796-F29A-8649-AF0C-FEFE5E2A3D8F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2" name="Rectangle 561">
                <a:extLst>
                  <a:ext uri="{FF2B5EF4-FFF2-40B4-BE49-F238E27FC236}">
                    <a16:creationId xmlns:a16="http://schemas.microsoft.com/office/drawing/2014/main" id="{E3A542D4-71A4-BA44-B9B7-BB6F7B00237F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563" name="Oval 562">
                <a:extLst>
                  <a:ext uri="{FF2B5EF4-FFF2-40B4-BE49-F238E27FC236}">
                    <a16:creationId xmlns:a16="http://schemas.microsoft.com/office/drawing/2014/main" id="{AA426F2C-7E0B-D042-8DDE-E4F9209D74BC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4" name="Oval 563">
                <a:extLst>
                  <a:ext uri="{FF2B5EF4-FFF2-40B4-BE49-F238E27FC236}">
                    <a16:creationId xmlns:a16="http://schemas.microsoft.com/office/drawing/2014/main" id="{952856B1-FBCF-5345-873C-5CD7465BE9F5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5" name="Oval 564">
                <a:extLst>
                  <a:ext uri="{FF2B5EF4-FFF2-40B4-BE49-F238E27FC236}">
                    <a16:creationId xmlns:a16="http://schemas.microsoft.com/office/drawing/2014/main" id="{E680013F-BE9D-D34B-8ED9-210100E277F0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6" name="Oval 565">
                <a:extLst>
                  <a:ext uri="{FF2B5EF4-FFF2-40B4-BE49-F238E27FC236}">
                    <a16:creationId xmlns:a16="http://schemas.microsoft.com/office/drawing/2014/main" id="{CB04B426-5F2A-8940-B385-F034B6691D9A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7" name="Oval 566">
                <a:extLst>
                  <a:ext uri="{FF2B5EF4-FFF2-40B4-BE49-F238E27FC236}">
                    <a16:creationId xmlns:a16="http://schemas.microsoft.com/office/drawing/2014/main" id="{00D4208D-0F7D-5649-8AC7-142AF903FBE4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8" name="Oval 567">
                <a:extLst>
                  <a:ext uri="{FF2B5EF4-FFF2-40B4-BE49-F238E27FC236}">
                    <a16:creationId xmlns:a16="http://schemas.microsoft.com/office/drawing/2014/main" id="{95813A1B-A199-1542-B944-48B1262C0498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9" name="Oval 568">
                <a:extLst>
                  <a:ext uri="{FF2B5EF4-FFF2-40B4-BE49-F238E27FC236}">
                    <a16:creationId xmlns:a16="http://schemas.microsoft.com/office/drawing/2014/main" id="{37302F8F-D5ED-B744-B049-1FA32EC2501A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0" name="Oval 569">
                <a:extLst>
                  <a:ext uri="{FF2B5EF4-FFF2-40B4-BE49-F238E27FC236}">
                    <a16:creationId xmlns:a16="http://schemas.microsoft.com/office/drawing/2014/main" id="{2CCBF272-6873-6D44-855F-5FBFA5A048BC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1" name="Oval 570">
                <a:extLst>
                  <a:ext uri="{FF2B5EF4-FFF2-40B4-BE49-F238E27FC236}">
                    <a16:creationId xmlns:a16="http://schemas.microsoft.com/office/drawing/2014/main" id="{3051B49E-F640-3E48-AEBF-B5F901F86BD2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2" name="Oval 571">
                <a:extLst>
                  <a:ext uri="{FF2B5EF4-FFF2-40B4-BE49-F238E27FC236}">
                    <a16:creationId xmlns:a16="http://schemas.microsoft.com/office/drawing/2014/main" id="{A259F750-255B-BF4C-AD0C-40DACF5BC15B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3" name="Oval 572">
                <a:extLst>
                  <a:ext uri="{FF2B5EF4-FFF2-40B4-BE49-F238E27FC236}">
                    <a16:creationId xmlns:a16="http://schemas.microsoft.com/office/drawing/2014/main" id="{1C475B0C-87CA-5744-9C1C-874EA4192574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4" name="Oval 573">
                <a:extLst>
                  <a:ext uri="{FF2B5EF4-FFF2-40B4-BE49-F238E27FC236}">
                    <a16:creationId xmlns:a16="http://schemas.microsoft.com/office/drawing/2014/main" id="{1D2265CA-B211-5E42-9443-BA215ECA99A2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5" name="Oval 574">
                <a:extLst>
                  <a:ext uri="{FF2B5EF4-FFF2-40B4-BE49-F238E27FC236}">
                    <a16:creationId xmlns:a16="http://schemas.microsoft.com/office/drawing/2014/main" id="{2C06DBFF-F29A-AC41-95B4-BCEC6C89BDC2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6" name="Oval 575">
                <a:extLst>
                  <a:ext uri="{FF2B5EF4-FFF2-40B4-BE49-F238E27FC236}">
                    <a16:creationId xmlns:a16="http://schemas.microsoft.com/office/drawing/2014/main" id="{20C80F06-2024-1E43-BA9E-6F5181906672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7" name="Oval 576">
                <a:extLst>
                  <a:ext uri="{FF2B5EF4-FFF2-40B4-BE49-F238E27FC236}">
                    <a16:creationId xmlns:a16="http://schemas.microsoft.com/office/drawing/2014/main" id="{CDADACFD-1A6C-FA44-BB80-1AA51D6E21AC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8" name="Oval 577">
                <a:extLst>
                  <a:ext uri="{FF2B5EF4-FFF2-40B4-BE49-F238E27FC236}">
                    <a16:creationId xmlns:a16="http://schemas.microsoft.com/office/drawing/2014/main" id="{53E8154D-B29C-B24A-AA1E-00A3788903B7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0A529F38-2B85-C848-A917-48FEDE850E7F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80" name="Oval 579">
                <a:extLst>
                  <a:ext uri="{FF2B5EF4-FFF2-40B4-BE49-F238E27FC236}">
                    <a16:creationId xmlns:a16="http://schemas.microsoft.com/office/drawing/2014/main" id="{A24A739A-C616-E348-871F-CC31BB2C00FB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81" name="Oval 580">
                <a:extLst>
                  <a:ext uri="{FF2B5EF4-FFF2-40B4-BE49-F238E27FC236}">
                    <a16:creationId xmlns:a16="http://schemas.microsoft.com/office/drawing/2014/main" id="{F34EE59F-4138-994F-9638-784B029CC9A1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82" name="Oval 581">
                <a:extLst>
                  <a:ext uri="{FF2B5EF4-FFF2-40B4-BE49-F238E27FC236}">
                    <a16:creationId xmlns:a16="http://schemas.microsoft.com/office/drawing/2014/main" id="{B27B0298-44A5-3541-AB98-19A1F7528DF6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83" name="Oval 582">
                <a:extLst>
                  <a:ext uri="{FF2B5EF4-FFF2-40B4-BE49-F238E27FC236}">
                    <a16:creationId xmlns:a16="http://schemas.microsoft.com/office/drawing/2014/main" id="{C94BE360-0138-294F-95A5-69758337BA70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84" name="Oval 583">
                <a:extLst>
                  <a:ext uri="{FF2B5EF4-FFF2-40B4-BE49-F238E27FC236}">
                    <a16:creationId xmlns:a16="http://schemas.microsoft.com/office/drawing/2014/main" id="{06046CCC-F3C6-5949-B86B-A8771173575A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85" name="Oval 584">
                <a:extLst>
                  <a:ext uri="{FF2B5EF4-FFF2-40B4-BE49-F238E27FC236}">
                    <a16:creationId xmlns:a16="http://schemas.microsoft.com/office/drawing/2014/main" id="{F0F170F6-BAD0-8947-8D32-C0EFBB190184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86" name="Oval 585">
                <a:extLst>
                  <a:ext uri="{FF2B5EF4-FFF2-40B4-BE49-F238E27FC236}">
                    <a16:creationId xmlns:a16="http://schemas.microsoft.com/office/drawing/2014/main" id="{8BE6788B-F02A-CE49-B8F3-AED53351319E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82E71FDF-28CC-934D-BFDE-07BBF93BB137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88" name="Oval 587">
                <a:extLst>
                  <a:ext uri="{FF2B5EF4-FFF2-40B4-BE49-F238E27FC236}">
                    <a16:creationId xmlns:a16="http://schemas.microsoft.com/office/drawing/2014/main" id="{912ABC9B-8A01-7E4F-BB60-DE4B4334BD2C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89" name="Oval 588">
                <a:extLst>
                  <a:ext uri="{FF2B5EF4-FFF2-40B4-BE49-F238E27FC236}">
                    <a16:creationId xmlns:a16="http://schemas.microsoft.com/office/drawing/2014/main" id="{3B3847DD-2B2E-7145-96E3-E2A8DBCF1EA2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90" name="Oval 589">
                <a:extLst>
                  <a:ext uri="{FF2B5EF4-FFF2-40B4-BE49-F238E27FC236}">
                    <a16:creationId xmlns:a16="http://schemas.microsoft.com/office/drawing/2014/main" id="{423B6C62-0DBF-284C-A3F6-A4D1EE2201A2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91" name="Oval 590">
                <a:extLst>
                  <a:ext uri="{FF2B5EF4-FFF2-40B4-BE49-F238E27FC236}">
                    <a16:creationId xmlns:a16="http://schemas.microsoft.com/office/drawing/2014/main" id="{27275C1C-6892-6F49-B94E-8A8EB8CC25FF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92" name="Oval 591">
                <a:extLst>
                  <a:ext uri="{FF2B5EF4-FFF2-40B4-BE49-F238E27FC236}">
                    <a16:creationId xmlns:a16="http://schemas.microsoft.com/office/drawing/2014/main" id="{635622F8-3B4E-D34C-9660-370B0E4E8E11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93" name="Oval 592">
                <a:extLst>
                  <a:ext uri="{FF2B5EF4-FFF2-40B4-BE49-F238E27FC236}">
                    <a16:creationId xmlns:a16="http://schemas.microsoft.com/office/drawing/2014/main" id="{39015D68-7D3A-B742-A0C5-4C2BDDB4CE27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94" name="Oval 593">
                <a:extLst>
                  <a:ext uri="{FF2B5EF4-FFF2-40B4-BE49-F238E27FC236}">
                    <a16:creationId xmlns:a16="http://schemas.microsoft.com/office/drawing/2014/main" id="{F32E40D3-5442-814C-9FFF-19AB810005FD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528DEAE7-AD80-B943-BE2D-20661B781F7E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96" name="Oval 595">
                <a:extLst>
                  <a:ext uri="{FF2B5EF4-FFF2-40B4-BE49-F238E27FC236}">
                    <a16:creationId xmlns:a16="http://schemas.microsoft.com/office/drawing/2014/main" id="{A4E8B3F9-B23E-B34A-AFC3-451C0B68AD9D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97" name="Oval 596">
                <a:extLst>
                  <a:ext uri="{FF2B5EF4-FFF2-40B4-BE49-F238E27FC236}">
                    <a16:creationId xmlns:a16="http://schemas.microsoft.com/office/drawing/2014/main" id="{5E4F216A-BC54-0C4B-841C-D48BDC1D2E37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98" name="Oval 597">
                <a:extLst>
                  <a:ext uri="{FF2B5EF4-FFF2-40B4-BE49-F238E27FC236}">
                    <a16:creationId xmlns:a16="http://schemas.microsoft.com/office/drawing/2014/main" id="{16E618B9-DA2E-DC41-9875-5CDA0F905748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99" name="Oval 598">
                <a:extLst>
                  <a:ext uri="{FF2B5EF4-FFF2-40B4-BE49-F238E27FC236}">
                    <a16:creationId xmlns:a16="http://schemas.microsoft.com/office/drawing/2014/main" id="{BD467D50-761A-A747-ABDC-E636DCB4A46B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00" name="Oval 599">
                <a:extLst>
                  <a:ext uri="{FF2B5EF4-FFF2-40B4-BE49-F238E27FC236}">
                    <a16:creationId xmlns:a16="http://schemas.microsoft.com/office/drawing/2014/main" id="{A98D526A-A8B8-E14C-AB00-1F9DC89A638F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01" name="Oval 600">
                <a:extLst>
                  <a:ext uri="{FF2B5EF4-FFF2-40B4-BE49-F238E27FC236}">
                    <a16:creationId xmlns:a16="http://schemas.microsoft.com/office/drawing/2014/main" id="{D0A81230-ACDB-7C4A-B4A9-35AF9C1A3A2C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02" name="Oval 601">
                <a:extLst>
                  <a:ext uri="{FF2B5EF4-FFF2-40B4-BE49-F238E27FC236}">
                    <a16:creationId xmlns:a16="http://schemas.microsoft.com/office/drawing/2014/main" id="{801D7BD2-8217-5946-9431-52923DD8996F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A47F1397-A28D-B94D-9F73-A910CE2075BB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04" name="Oval 603">
                <a:extLst>
                  <a:ext uri="{FF2B5EF4-FFF2-40B4-BE49-F238E27FC236}">
                    <a16:creationId xmlns:a16="http://schemas.microsoft.com/office/drawing/2014/main" id="{F6CBC368-F12F-8444-9FBE-D308BC1E7D0E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05" name="Oval 604">
                <a:extLst>
                  <a:ext uri="{FF2B5EF4-FFF2-40B4-BE49-F238E27FC236}">
                    <a16:creationId xmlns:a16="http://schemas.microsoft.com/office/drawing/2014/main" id="{198BFF23-ADC4-0B43-AD7B-231A214C09A6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06" name="Oval 605">
                <a:extLst>
                  <a:ext uri="{FF2B5EF4-FFF2-40B4-BE49-F238E27FC236}">
                    <a16:creationId xmlns:a16="http://schemas.microsoft.com/office/drawing/2014/main" id="{39145A61-EECC-E443-96BC-75DB84CAECA0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07" name="Oval 606">
                <a:extLst>
                  <a:ext uri="{FF2B5EF4-FFF2-40B4-BE49-F238E27FC236}">
                    <a16:creationId xmlns:a16="http://schemas.microsoft.com/office/drawing/2014/main" id="{2C96B042-A4D2-3C49-BC44-C7DE58A4640F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08" name="Oval 607">
                <a:extLst>
                  <a:ext uri="{FF2B5EF4-FFF2-40B4-BE49-F238E27FC236}">
                    <a16:creationId xmlns:a16="http://schemas.microsoft.com/office/drawing/2014/main" id="{C6FA808D-727F-5541-9B51-31C54CEF0DF3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09" name="Oval 608">
                <a:extLst>
                  <a:ext uri="{FF2B5EF4-FFF2-40B4-BE49-F238E27FC236}">
                    <a16:creationId xmlns:a16="http://schemas.microsoft.com/office/drawing/2014/main" id="{527889A9-DD0D-294A-849E-52BA2B2F8232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10" name="Oval 609">
                <a:extLst>
                  <a:ext uri="{FF2B5EF4-FFF2-40B4-BE49-F238E27FC236}">
                    <a16:creationId xmlns:a16="http://schemas.microsoft.com/office/drawing/2014/main" id="{C90B7354-449E-E84A-8656-0D51EE2BF17B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11" name="Oval 610">
                <a:extLst>
                  <a:ext uri="{FF2B5EF4-FFF2-40B4-BE49-F238E27FC236}">
                    <a16:creationId xmlns:a16="http://schemas.microsoft.com/office/drawing/2014/main" id="{7C66C96C-4193-2941-8F56-C4A3050E6FDD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12" name="Oval 611">
                <a:extLst>
                  <a:ext uri="{FF2B5EF4-FFF2-40B4-BE49-F238E27FC236}">
                    <a16:creationId xmlns:a16="http://schemas.microsoft.com/office/drawing/2014/main" id="{0324A2D0-D7F8-CA40-A75D-BA64DC37E2F1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13" name="Oval 612">
                <a:extLst>
                  <a:ext uri="{FF2B5EF4-FFF2-40B4-BE49-F238E27FC236}">
                    <a16:creationId xmlns:a16="http://schemas.microsoft.com/office/drawing/2014/main" id="{A0ABC633-13AF-6D4A-8A73-E24B4C45F0A1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14" name="Oval 613">
                <a:extLst>
                  <a:ext uri="{FF2B5EF4-FFF2-40B4-BE49-F238E27FC236}">
                    <a16:creationId xmlns:a16="http://schemas.microsoft.com/office/drawing/2014/main" id="{F044839C-9A0F-4041-800C-2F412F5745F2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15" name="Oval 614">
                <a:extLst>
                  <a:ext uri="{FF2B5EF4-FFF2-40B4-BE49-F238E27FC236}">
                    <a16:creationId xmlns:a16="http://schemas.microsoft.com/office/drawing/2014/main" id="{C0CAA0D3-C227-B049-A7D4-F4C8D1806346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16" name="Oval 615">
                <a:extLst>
                  <a:ext uri="{FF2B5EF4-FFF2-40B4-BE49-F238E27FC236}">
                    <a16:creationId xmlns:a16="http://schemas.microsoft.com/office/drawing/2014/main" id="{9AB5286A-2760-9A49-B0A8-47F675E10E42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AE184B2-E3B2-0B41-B404-64658E14CF4C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18" name="Oval 617">
                <a:extLst>
                  <a:ext uri="{FF2B5EF4-FFF2-40B4-BE49-F238E27FC236}">
                    <a16:creationId xmlns:a16="http://schemas.microsoft.com/office/drawing/2014/main" id="{F3F53F2E-456A-0B41-A2D0-99826902B182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19" name="Oval 618">
                <a:extLst>
                  <a:ext uri="{FF2B5EF4-FFF2-40B4-BE49-F238E27FC236}">
                    <a16:creationId xmlns:a16="http://schemas.microsoft.com/office/drawing/2014/main" id="{4DC684DB-A2D9-F64F-9198-E3FE6A13C631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20" name="Oval 619">
                <a:extLst>
                  <a:ext uri="{FF2B5EF4-FFF2-40B4-BE49-F238E27FC236}">
                    <a16:creationId xmlns:a16="http://schemas.microsoft.com/office/drawing/2014/main" id="{891DA12B-8AB0-FA46-8ABF-EC1B7A17F9FB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21" name="Oval 620">
                <a:extLst>
                  <a:ext uri="{FF2B5EF4-FFF2-40B4-BE49-F238E27FC236}">
                    <a16:creationId xmlns:a16="http://schemas.microsoft.com/office/drawing/2014/main" id="{CBDFCD88-C12C-E14E-9057-E63F4EE5C0CF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22" name="Oval 621">
                <a:extLst>
                  <a:ext uri="{FF2B5EF4-FFF2-40B4-BE49-F238E27FC236}">
                    <a16:creationId xmlns:a16="http://schemas.microsoft.com/office/drawing/2014/main" id="{1C6D7164-ADFB-744B-8FC9-2372BB86CAFC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23" name="Oval 622">
                <a:extLst>
                  <a:ext uri="{FF2B5EF4-FFF2-40B4-BE49-F238E27FC236}">
                    <a16:creationId xmlns:a16="http://schemas.microsoft.com/office/drawing/2014/main" id="{C0CA06ED-2DD2-3E4C-92C6-3582CEBCB77A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24" name="Oval 623">
                <a:extLst>
                  <a:ext uri="{FF2B5EF4-FFF2-40B4-BE49-F238E27FC236}">
                    <a16:creationId xmlns:a16="http://schemas.microsoft.com/office/drawing/2014/main" id="{4386C9BC-A884-4A41-9CD7-2C988878E303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7D782B9B-9697-9442-A140-D0501EC99469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26" name="Oval 625">
                <a:extLst>
                  <a:ext uri="{FF2B5EF4-FFF2-40B4-BE49-F238E27FC236}">
                    <a16:creationId xmlns:a16="http://schemas.microsoft.com/office/drawing/2014/main" id="{D7D436A8-A5C7-BA4D-B38C-FD33D91C3811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27" name="Oval 626">
                <a:extLst>
                  <a:ext uri="{FF2B5EF4-FFF2-40B4-BE49-F238E27FC236}">
                    <a16:creationId xmlns:a16="http://schemas.microsoft.com/office/drawing/2014/main" id="{0601CE35-737E-8C4D-88D9-6FA2CCA37673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28" name="Oval 627">
                <a:extLst>
                  <a:ext uri="{FF2B5EF4-FFF2-40B4-BE49-F238E27FC236}">
                    <a16:creationId xmlns:a16="http://schemas.microsoft.com/office/drawing/2014/main" id="{DBEE2C9C-F34F-6447-B5CC-DEDC9D26834F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29" name="Oval 628">
                <a:extLst>
                  <a:ext uri="{FF2B5EF4-FFF2-40B4-BE49-F238E27FC236}">
                    <a16:creationId xmlns:a16="http://schemas.microsoft.com/office/drawing/2014/main" id="{F577BB55-5FC3-D64D-A9EE-C4D09167F5A7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0" name="Oval 629">
                <a:extLst>
                  <a:ext uri="{FF2B5EF4-FFF2-40B4-BE49-F238E27FC236}">
                    <a16:creationId xmlns:a16="http://schemas.microsoft.com/office/drawing/2014/main" id="{77B33C69-6152-DF41-92E9-130BE7F9FF7D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1" name="Oval 630">
                <a:extLst>
                  <a:ext uri="{FF2B5EF4-FFF2-40B4-BE49-F238E27FC236}">
                    <a16:creationId xmlns:a16="http://schemas.microsoft.com/office/drawing/2014/main" id="{785F074D-BC15-C84D-87FE-4476CE8F9D37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2" name="Oval 631">
                <a:extLst>
                  <a:ext uri="{FF2B5EF4-FFF2-40B4-BE49-F238E27FC236}">
                    <a16:creationId xmlns:a16="http://schemas.microsoft.com/office/drawing/2014/main" id="{4524CCFC-C581-8843-BFB7-024BD8A6EAF6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3" name="Oval 632">
                <a:extLst>
                  <a:ext uri="{FF2B5EF4-FFF2-40B4-BE49-F238E27FC236}">
                    <a16:creationId xmlns:a16="http://schemas.microsoft.com/office/drawing/2014/main" id="{770AD884-9A89-0C41-8A3D-A4A90534D59C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4" name="Oval 633">
                <a:extLst>
                  <a:ext uri="{FF2B5EF4-FFF2-40B4-BE49-F238E27FC236}">
                    <a16:creationId xmlns:a16="http://schemas.microsoft.com/office/drawing/2014/main" id="{52726DA8-6ED8-2D4B-9780-822998DD44C3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5" name="Oval 634">
                <a:extLst>
                  <a:ext uri="{FF2B5EF4-FFF2-40B4-BE49-F238E27FC236}">
                    <a16:creationId xmlns:a16="http://schemas.microsoft.com/office/drawing/2014/main" id="{FED0880E-822C-A342-963D-0916127A588D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6" name="Oval 635">
                <a:extLst>
                  <a:ext uri="{FF2B5EF4-FFF2-40B4-BE49-F238E27FC236}">
                    <a16:creationId xmlns:a16="http://schemas.microsoft.com/office/drawing/2014/main" id="{0173F98C-6767-EE4C-B8E3-DFE0ECD44B62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7" name="Oval 636">
                <a:extLst>
                  <a:ext uri="{FF2B5EF4-FFF2-40B4-BE49-F238E27FC236}">
                    <a16:creationId xmlns:a16="http://schemas.microsoft.com/office/drawing/2014/main" id="{EA37E2F8-C627-8343-B436-08D539C8FC66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8" name="Oval 637">
                <a:extLst>
                  <a:ext uri="{FF2B5EF4-FFF2-40B4-BE49-F238E27FC236}">
                    <a16:creationId xmlns:a16="http://schemas.microsoft.com/office/drawing/2014/main" id="{D1ACDBAB-4F40-224B-AFF8-861FB9ED2C2C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9" name="Oval 638">
                <a:extLst>
                  <a:ext uri="{FF2B5EF4-FFF2-40B4-BE49-F238E27FC236}">
                    <a16:creationId xmlns:a16="http://schemas.microsoft.com/office/drawing/2014/main" id="{41D87D94-8CFC-A844-A41E-596CB557E750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0" name="Oval 639">
                <a:extLst>
                  <a:ext uri="{FF2B5EF4-FFF2-40B4-BE49-F238E27FC236}">
                    <a16:creationId xmlns:a16="http://schemas.microsoft.com/office/drawing/2014/main" id="{557B8703-7ABA-124D-9A44-708C2467FAFA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1" name="Oval 640">
                <a:extLst>
                  <a:ext uri="{FF2B5EF4-FFF2-40B4-BE49-F238E27FC236}">
                    <a16:creationId xmlns:a16="http://schemas.microsoft.com/office/drawing/2014/main" id="{57C31776-A8C8-E845-8A85-F93E082E96D9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2" name="Oval 641">
                <a:extLst>
                  <a:ext uri="{FF2B5EF4-FFF2-40B4-BE49-F238E27FC236}">
                    <a16:creationId xmlns:a16="http://schemas.microsoft.com/office/drawing/2014/main" id="{6C38F6F5-029E-7E40-8E10-2C23771F41CE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3" name="Oval 642">
                <a:extLst>
                  <a:ext uri="{FF2B5EF4-FFF2-40B4-BE49-F238E27FC236}">
                    <a16:creationId xmlns:a16="http://schemas.microsoft.com/office/drawing/2014/main" id="{3D2D18EC-8F20-3F44-8AF7-AD233C59CB9D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4" name="Oval 643">
                <a:extLst>
                  <a:ext uri="{FF2B5EF4-FFF2-40B4-BE49-F238E27FC236}">
                    <a16:creationId xmlns:a16="http://schemas.microsoft.com/office/drawing/2014/main" id="{B37F0540-CCEE-B04D-9707-577CAE64E1C0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5" name="Oval 644">
                <a:extLst>
                  <a:ext uri="{FF2B5EF4-FFF2-40B4-BE49-F238E27FC236}">
                    <a16:creationId xmlns:a16="http://schemas.microsoft.com/office/drawing/2014/main" id="{FD1B80F5-713B-7046-867E-ACA173D7D43C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6" name="Oval 645">
                <a:extLst>
                  <a:ext uri="{FF2B5EF4-FFF2-40B4-BE49-F238E27FC236}">
                    <a16:creationId xmlns:a16="http://schemas.microsoft.com/office/drawing/2014/main" id="{4F033A34-4176-5447-8FA7-0BF6FF5E4B40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7" name="Oval 646">
                <a:extLst>
                  <a:ext uri="{FF2B5EF4-FFF2-40B4-BE49-F238E27FC236}">
                    <a16:creationId xmlns:a16="http://schemas.microsoft.com/office/drawing/2014/main" id="{23B1E6DB-0E3A-9740-B5BC-C15462DDDB6D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8" name="Oval 647">
                <a:extLst>
                  <a:ext uri="{FF2B5EF4-FFF2-40B4-BE49-F238E27FC236}">
                    <a16:creationId xmlns:a16="http://schemas.microsoft.com/office/drawing/2014/main" id="{EB5E08CB-40E3-C441-91BA-9ED6CDA628A7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9" name="Oval 648">
                <a:extLst>
                  <a:ext uri="{FF2B5EF4-FFF2-40B4-BE49-F238E27FC236}">
                    <a16:creationId xmlns:a16="http://schemas.microsoft.com/office/drawing/2014/main" id="{3F76681B-E12B-C04A-BF0F-F1111F3C6B09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0" name="Oval 649">
                <a:extLst>
                  <a:ext uri="{FF2B5EF4-FFF2-40B4-BE49-F238E27FC236}">
                    <a16:creationId xmlns:a16="http://schemas.microsoft.com/office/drawing/2014/main" id="{D1506338-0E49-9142-8550-7B609ECF7392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1" name="Oval 650">
                <a:extLst>
                  <a:ext uri="{FF2B5EF4-FFF2-40B4-BE49-F238E27FC236}">
                    <a16:creationId xmlns:a16="http://schemas.microsoft.com/office/drawing/2014/main" id="{A6F96FEE-94ED-1B46-8FEC-A43A24312EDE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2" name="Oval 651">
                <a:extLst>
                  <a:ext uri="{FF2B5EF4-FFF2-40B4-BE49-F238E27FC236}">
                    <a16:creationId xmlns:a16="http://schemas.microsoft.com/office/drawing/2014/main" id="{D9E6C326-3EF1-9C4A-94FD-50BEE7BD3C71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3" name="Oval 652">
                <a:extLst>
                  <a:ext uri="{FF2B5EF4-FFF2-40B4-BE49-F238E27FC236}">
                    <a16:creationId xmlns:a16="http://schemas.microsoft.com/office/drawing/2014/main" id="{D08A1379-1398-3642-BDC3-5C2BBB941130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4" name="Oval 653">
                <a:extLst>
                  <a:ext uri="{FF2B5EF4-FFF2-40B4-BE49-F238E27FC236}">
                    <a16:creationId xmlns:a16="http://schemas.microsoft.com/office/drawing/2014/main" id="{01CEEA38-3413-8245-A4E5-97E60288B389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5" name="Oval 654">
                <a:extLst>
                  <a:ext uri="{FF2B5EF4-FFF2-40B4-BE49-F238E27FC236}">
                    <a16:creationId xmlns:a16="http://schemas.microsoft.com/office/drawing/2014/main" id="{C64E5BCE-44CB-914F-8034-305B541AF662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6" name="Oval 655">
                <a:extLst>
                  <a:ext uri="{FF2B5EF4-FFF2-40B4-BE49-F238E27FC236}">
                    <a16:creationId xmlns:a16="http://schemas.microsoft.com/office/drawing/2014/main" id="{997F96C4-FC77-1C4F-AC5D-0532CAF2D167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7" name="Oval 656">
                <a:extLst>
                  <a:ext uri="{FF2B5EF4-FFF2-40B4-BE49-F238E27FC236}">
                    <a16:creationId xmlns:a16="http://schemas.microsoft.com/office/drawing/2014/main" id="{B87E431B-E121-A340-B1F3-5D730A5418A4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8" name="Oval 657">
                <a:extLst>
                  <a:ext uri="{FF2B5EF4-FFF2-40B4-BE49-F238E27FC236}">
                    <a16:creationId xmlns:a16="http://schemas.microsoft.com/office/drawing/2014/main" id="{8E5DB653-8B23-0440-9AA3-13D41D21D947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9" name="Oval 658">
                <a:extLst>
                  <a:ext uri="{FF2B5EF4-FFF2-40B4-BE49-F238E27FC236}">
                    <a16:creationId xmlns:a16="http://schemas.microsoft.com/office/drawing/2014/main" id="{A4144455-7A43-E444-A96F-9267E42D38C1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0" name="Oval 659">
                <a:extLst>
                  <a:ext uri="{FF2B5EF4-FFF2-40B4-BE49-F238E27FC236}">
                    <a16:creationId xmlns:a16="http://schemas.microsoft.com/office/drawing/2014/main" id="{EA3D4968-5ACA-C541-9FA2-85B6BE65C4C3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1" name="Oval 660">
                <a:extLst>
                  <a:ext uri="{FF2B5EF4-FFF2-40B4-BE49-F238E27FC236}">
                    <a16:creationId xmlns:a16="http://schemas.microsoft.com/office/drawing/2014/main" id="{16232034-7AF3-8049-84DE-E934EB19234A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2" name="Oval 661">
                <a:extLst>
                  <a:ext uri="{FF2B5EF4-FFF2-40B4-BE49-F238E27FC236}">
                    <a16:creationId xmlns:a16="http://schemas.microsoft.com/office/drawing/2014/main" id="{538B856B-1159-8A4E-B097-7C81E10C9400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3" name="Oval 662">
                <a:extLst>
                  <a:ext uri="{FF2B5EF4-FFF2-40B4-BE49-F238E27FC236}">
                    <a16:creationId xmlns:a16="http://schemas.microsoft.com/office/drawing/2014/main" id="{E25A3845-2801-E641-9DDD-DC50EF58FCC2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4" name="Oval 663">
                <a:extLst>
                  <a:ext uri="{FF2B5EF4-FFF2-40B4-BE49-F238E27FC236}">
                    <a16:creationId xmlns:a16="http://schemas.microsoft.com/office/drawing/2014/main" id="{943904D1-EFEE-3247-BDEA-381439CDFDCF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5" name="Oval 664">
                <a:extLst>
                  <a:ext uri="{FF2B5EF4-FFF2-40B4-BE49-F238E27FC236}">
                    <a16:creationId xmlns:a16="http://schemas.microsoft.com/office/drawing/2014/main" id="{3AD98F75-E783-4D47-BE5F-FE1DAA4B1611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6" name="Oval 665">
                <a:extLst>
                  <a:ext uri="{FF2B5EF4-FFF2-40B4-BE49-F238E27FC236}">
                    <a16:creationId xmlns:a16="http://schemas.microsoft.com/office/drawing/2014/main" id="{DA03ACB8-DD51-4042-94D9-A60E2EDC011A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7" name="Oval 666">
                <a:extLst>
                  <a:ext uri="{FF2B5EF4-FFF2-40B4-BE49-F238E27FC236}">
                    <a16:creationId xmlns:a16="http://schemas.microsoft.com/office/drawing/2014/main" id="{0471C0DC-B2F3-AE4C-A79B-7915ED652A7C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8" name="Oval 667">
                <a:extLst>
                  <a:ext uri="{FF2B5EF4-FFF2-40B4-BE49-F238E27FC236}">
                    <a16:creationId xmlns:a16="http://schemas.microsoft.com/office/drawing/2014/main" id="{63AB96B5-147F-3F44-B10C-A4D2745F9F7F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9" name="Oval 668">
                <a:extLst>
                  <a:ext uri="{FF2B5EF4-FFF2-40B4-BE49-F238E27FC236}">
                    <a16:creationId xmlns:a16="http://schemas.microsoft.com/office/drawing/2014/main" id="{E5CD205F-6913-7A43-BAD7-976A4F2B05A8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70" name="Oval 669">
                <a:extLst>
                  <a:ext uri="{FF2B5EF4-FFF2-40B4-BE49-F238E27FC236}">
                    <a16:creationId xmlns:a16="http://schemas.microsoft.com/office/drawing/2014/main" id="{1A9317B3-B9E0-9347-88A4-2AD957F78EF2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71" name="Oval 670">
                <a:extLst>
                  <a:ext uri="{FF2B5EF4-FFF2-40B4-BE49-F238E27FC236}">
                    <a16:creationId xmlns:a16="http://schemas.microsoft.com/office/drawing/2014/main" id="{3DB6E976-6528-E14F-B196-83C1F201E983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72" name="Oval 671">
                <a:extLst>
                  <a:ext uri="{FF2B5EF4-FFF2-40B4-BE49-F238E27FC236}">
                    <a16:creationId xmlns:a16="http://schemas.microsoft.com/office/drawing/2014/main" id="{6FF25E3B-B430-C44C-8FEB-56974CA42E55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73" name="Oval 672">
                <a:extLst>
                  <a:ext uri="{FF2B5EF4-FFF2-40B4-BE49-F238E27FC236}">
                    <a16:creationId xmlns:a16="http://schemas.microsoft.com/office/drawing/2014/main" id="{72C9AF66-2815-8C4A-82B4-0FAF162EC4E7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74" name="Oval 673">
                <a:extLst>
                  <a:ext uri="{FF2B5EF4-FFF2-40B4-BE49-F238E27FC236}">
                    <a16:creationId xmlns:a16="http://schemas.microsoft.com/office/drawing/2014/main" id="{CA453847-32F2-D64F-ABE4-F92C88716CA7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75" name="Oval 674">
                <a:extLst>
                  <a:ext uri="{FF2B5EF4-FFF2-40B4-BE49-F238E27FC236}">
                    <a16:creationId xmlns:a16="http://schemas.microsoft.com/office/drawing/2014/main" id="{1CBBFDAD-CE62-2A42-8095-7FA5E792B8AF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76" name="Freeform 675">
                <a:extLst>
                  <a:ext uri="{FF2B5EF4-FFF2-40B4-BE49-F238E27FC236}">
                    <a16:creationId xmlns:a16="http://schemas.microsoft.com/office/drawing/2014/main" id="{9EE3FF13-0668-824E-B0D2-2F3823DC6FF8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77" name="Freeform 676">
                <a:extLst>
                  <a:ext uri="{FF2B5EF4-FFF2-40B4-BE49-F238E27FC236}">
                    <a16:creationId xmlns:a16="http://schemas.microsoft.com/office/drawing/2014/main" id="{FEC7131F-0F19-7B4F-8532-78D326F5C91A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9E5F346F-8933-6743-9808-86786F39646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173323" y="5449899"/>
              <a:ext cx="759030" cy="413790"/>
              <a:chOff x="3201292" y="2360359"/>
              <a:chExt cx="2414304" cy="1316173"/>
            </a:xfrm>
            <a:solidFill>
              <a:srgbClr val="945200"/>
            </a:solidFill>
          </p:grpSpPr>
          <p:sp>
            <p:nvSpPr>
              <p:cNvPr id="550" name="Rectangle 549">
                <a:extLst>
                  <a:ext uri="{FF2B5EF4-FFF2-40B4-BE49-F238E27FC236}">
                    <a16:creationId xmlns:a16="http://schemas.microsoft.com/office/drawing/2014/main" id="{4A128CCD-A3E6-BC40-919D-693C6D14299E}"/>
                  </a:ext>
                </a:extLst>
              </p:cNvPr>
              <p:cNvSpPr/>
              <p:nvPr/>
            </p:nvSpPr>
            <p:spPr>
              <a:xfrm rot="15476139">
                <a:off x="2817867" y="2883547"/>
                <a:ext cx="1232289" cy="200631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1" name="Rectangle 550">
                <a:extLst>
                  <a:ext uri="{FF2B5EF4-FFF2-40B4-BE49-F238E27FC236}">
                    <a16:creationId xmlns:a16="http://schemas.microsoft.com/office/drawing/2014/main" id="{1767FA0E-FBA3-964E-BA72-FAE2BA816951}"/>
                  </a:ext>
                </a:extLst>
              </p:cNvPr>
              <p:cNvSpPr/>
              <p:nvPr/>
            </p:nvSpPr>
            <p:spPr>
              <a:xfrm rot="16805759">
                <a:off x="4792679" y="2899071"/>
                <a:ext cx="1232289" cy="200631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2" name="Rectangle 551">
                <a:extLst>
                  <a:ext uri="{FF2B5EF4-FFF2-40B4-BE49-F238E27FC236}">
                    <a16:creationId xmlns:a16="http://schemas.microsoft.com/office/drawing/2014/main" id="{587F1F11-3F89-C047-81C5-2BCEE3CB9E0E}"/>
                  </a:ext>
                </a:extLst>
              </p:cNvPr>
              <p:cNvSpPr/>
              <p:nvPr/>
            </p:nvSpPr>
            <p:spPr>
              <a:xfrm rot="15723645">
                <a:off x="3318840" y="2883270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3" name="Rectangle 552">
                <a:extLst>
                  <a:ext uri="{FF2B5EF4-FFF2-40B4-BE49-F238E27FC236}">
                    <a16:creationId xmlns:a16="http://schemas.microsoft.com/office/drawing/2014/main" id="{0057777E-ECFF-0D43-8EF7-5A404D56FE4E}"/>
                  </a:ext>
                </a:extLst>
              </p:cNvPr>
              <p:cNvSpPr/>
              <p:nvPr/>
            </p:nvSpPr>
            <p:spPr>
              <a:xfrm rot="16637368">
                <a:off x="4512031" y="2882723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4" name="Rectangle 553">
                <a:extLst>
                  <a:ext uri="{FF2B5EF4-FFF2-40B4-BE49-F238E27FC236}">
                    <a16:creationId xmlns:a16="http://schemas.microsoft.com/office/drawing/2014/main" id="{5B872E4E-BAB5-3B4B-9D96-70C7F049DD15}"/>
                  </a:ext>
                </a:extLst>
              </p:cNvPr>
              <p:cNvSpPr/>
              <p:nvPr/>
            </p:nvSpPr>
            <p:spPr>
              <a:xfrm rot="16412111">
                <a:off x="4125130" y="2882716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5" name="Rectangle 554">
                <a:extLst>
                  <a:ext uri="{FF2B5EF4-FFF2-40B4-BE49-F238E27FC236}">
                    <a16:creationId xmlns:a16="http://schemas.microsoft.com/office/drawing/2014/main" id="{3440C9B1-0EF3-4347-9E53-1D825E7E5FC6}"/>
                  </a:ext>
                </a:extLst>
              </p:cNvPr>
              <p:cNvSpPr/>
              <p:nvPr/>
            </p:nvSpPr>
            <p:spPr>
              <a:xfrm rot="15975407">
                <a:off x="3713083" y="2882718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6" name="Rectangle 555">
                <a:extLst>
                  <a:ext uri="{FF2B5EF4-FFF2-40B4-BE49-F238E27FC236}">
                    <a16:creationId xmlns:a16="http://schemas.microsoft.com/office/drawing/2014/main" id="{5A1BB7C7-63F8-DE4F-BC38-873F291ED1CE}"/>
                  </a:ext>
                </a:extLst>
              </p:cNvPr>
              <p:cNvSpPr/>
              <p:nvPr/>
            </p:nvSpPr>
            <p:spPr>
              <a:xfrm>
                <a:off x="3201292" y="2360359"/>
                <a:ext cx="2414304" cy="187758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7" name="Rectangle 556">
                <a:extLst>
                  <a:ext uri="{FF2B5EF4-FFF2-40B4-BE49-F238E27FC236}">
                    <a16:creationId xmlns:a16="http://schemas.microsoft.com/office/drawing/2014/main" id="{B80B9FF4-A6CA-B744-8735-E987AA84C912}"/>
                  </a:ext>
                </a:extLst>
              </p:cNvPr>
              <p:cNvSpPr/>
              <p:nvPr/>
            </p:nvSpPr>
            <p:spPr>
              <a:xfrm>
                <a:off x="3445667" y="3449576"/>
                <a:ext cx="1963156" cy="226956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8" name="Rectangle 557">
                <a:extLst>
                  <a:ext uri="{FF2B5EF4-FFF2-40B4-BE49-F238E27FC236}">
                    <a16:creationId xmlns:a16="http://schemas.microsoft.com/office/drawing/2014/main" id="{E0FCB16C-9C20-FF48-A0C0-D46EF84C1ECC}"/>
                  </a:ext>
                </a:extLst>
              </p:cNvPr>
              <p:cNvSpPr/>
              <p:nvPr/>
            </p:nvSpPr>
            <p:spPr>
              <a:xfrm>
                <a:off x="3351008" y="2926523"/>
                <a:ext cx="2114872" cy="14464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1035" name="Group 1034">
            <a:extLst>
              <a:ext uri="{FF2B5EF4-FFF2-40B4-BE49-F238E27FC236}">
                <a16:creationId xmlns:a16="http://schemas.microsoft.com/office/drawing/2014/main" id="{9DE17443-CF2F-3745-83B0-C489B6FB4409}"/>
              </a:ext>
            </a:extLst>
          </p:cNvPr>
          <p:cNvGrpSpPr/>
          <p:nvPr/>
        </p:nvGrpSpPr>
        <p:grpSpPr>
          <a:xfrm>
            <a:off x="3030220" y="4910958"/>
            <a:ext cx="899754" cy="772699"/>
            <a:chOff x="3235596" y="4772467"/>
            <a:chExt cx="1088787" cy="891604"/>
          </a:xfrm>
        </p:grpSpPr>
        <p:grpSp>
          <p:nvGrpSpPr>
            <p:cNvPr id="1036" name="Group 1035">
              <a:extLst>
                <a:ext uri="{FF2B5EF4-FFF2-40B4-BE49-F238E27FC236}">
                  <a16:creationId xmlns:a16="http://schemas.microsoft.com/office/drawing/2014/main" id="{829F4B01-7FE8-7441-ADCE-2618934D45A5}"/>
                </a:ext>
              </a:extLst>
            </p:cNvPr>
            <p:cNvGrpSpPr/>
            <p:nvPr/>
          </p:nvGrpSpPr>
          <p:grpSpPr>
            <a:xfrm rot="3372376">
              <a:off x="3499294" y="4896311"/>
              <a:ext cx="686823" cy="439136"/>
              <a:chOff x="5871652" y="6279397"/>
              <a:chExt cx="686823" cy="439136"/>
            </a:xfrm>
          </p:grpSpPr>
          <p:sp>
            <p:nvSpPr>
              <p:cNvPr id="1288" name="Freeform 1287">
                <a:extLst>
                  <a:ext uri="{FF2B5EF4-FFF2-40B4-BE49-F238E27FC236}">
                    <a16:creationId xmlns:a16="http://schemas.microsoft.com/office/drawing/2014/main" id="{18E2D14E-C30B-F646-8556-F12FAB95653D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9" name="Freeform 1288">
                <a:extLst>
                  <a:ext uri="{FF2B5EF4-FFF2-40B4-BE49-F238E27FC236}">
                    <a16:creationId xmlns:a16="http://schemas.microsoft.com/office/drawing/2014/main" id="{C7DD60CD-C700-0649-A2E6-DE9EEAFF930F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90" name="Freeform 1289">
                <a:extLst>
                  <a:ext uri="{FF2B5EF4-FFF2-40B4-BE49-F238E27FC236}">
                    <a16:creationId xmlns:a16="http://schemas.microsoft.com/office/drawing/2014/main" id="{0A02FD95-C177-2648-AF2E-339350D6EA2D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91" name="Rectangle 1290">
                <a:extLst>
                  <a:ext uri="{FF2B5EF4-FFF2-40B4-BE49-F238E27FC236}">
                    <a16:creationId xmlns:a16="http://schemas.microsoft.com/office/drawing/2014/main" id="{4B12D63E-63AB-E343-B747-CFB2FB4406A8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1292" name="Oval 1291">
                <a:extLst>
                  <a:ext uri="{FF2B5EF4-FFF2-40B4-BE49-F238E27FC236}">
                    <a16:creationId xmlns:a16="http://schemas.microsoft.com/office/drawing/2014/main" id="{692AF5C6-CD4B-4548-84D6-FE76604CC456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93" name="Oval 1292">
                <a:extLst>
                  <a:ext uri="{FF2B5EF4-FFF2-40B4-BE49-F238E27FC236}">
                    <a16:creationId xmlns:a16="http://schemas.microsoft.com/office/drawing/2014/main" id="{82A20930-1E15-EB4D-B381-DE6B96383CB4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94" name="Oval 1293">
                <a:extLst>
                  <a:ext uri="{FF2B5EF4-FFF2-40B4-BE49-F238E27FC236}">
                    <a16:creationId xmlns:a16="http://schemas.microsoft.com/office/drawing/2014/main" id="{4BF88CF1-8040-A443-A043-15A8BBFD6194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95" name="Oval 1294">
                <a:extLst>
                  <a:ext uri="{FF2B5EF4-FFF2-40B4-BE49-F238E27FC236}">
                    <a16:creationId xmlns:a16="http://schemas.microsoft.com/office/drawing/2014/main" id="{2BDA5143-4497-F64F-B95F-932679585295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96" name="Oval 1295">
                <a:extLst>
                  <a:ext uri="{FF2B5EF4-FFF2-40B4-BE49-F238E27FC236}">
                    <a16:creationId xmlns:a16="http://schemas.microsoft.com/office/drawing/2014/main" id="{66DD27EA-2911-AB41-846A-9CCA34977A57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97" name="Oval 1296">
                <a:extLst>
                  <a:ext uri="{FF2B5EF4-FFF2-40B4-BE49-F238E27FC236}">
                    <a16:creationId xmlns:a16="http://schemas.microsoft.com/office/drawing/2014/main" id="{2BFEA504-2020-1648-B0A6-96F3BE3BA62B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98" name="Oval 1297">
                <a:extLst>
                  <a:ext uri="{FF2B5EF4-FFF2-40B4-BE49-F238E27FC236}">
                    <a16:creationId xmlns:a16="http://schemas.microsoft.com/office/drawing/2014/main" id="{E14C7B85-8032-9745-B581-5C25FC076A94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99" name="Oval 1298">
                <a:extLst>
                  <a:ext uri="{FF2B5EF4-FFF2-40B4-BE49-F238E27FC236}">
                    <a16:creationId xmlns:a16="http://schemas.microsoft.com/office/drawing/2014/main" id="{537DE415-390D-9F46-9F61-ABFACFA9CB1C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00" name="Oval 1299">
                <a:extLst>
                  <a:ext uri="{FF2B5EF4-FFF2-40B4-BE49-F238E27FC236}">
                    <a16:creationId xmlns:a16="http://schemas.microsoft.com/office/drawing/2014/main" id="{A83C8F9A-EB81-7C46-85A1-297E172D0928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01" name="Oval 1300">
                <a:extLst>
                  <a:ext uri="{FF2B5EF4-FFF2-40B4-BE49-F238E27FC236}">
                    <a16:creationId xmlns:a16="http://schemas.microsoft.com/office/drawing/2014/main" id="{741A89CB-CCFD-C646-BA2E-C8841C7388E1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02" name="Oval 1301">
                <a:extLst>
                  <a:ext uri="{FF2B5EF4-FFF2-40B4-BE49-F238E27FC236}">
                    <a16:creationId xmlns:a16="http://schemas.microsoft.com/office/drawing/2014/main" id="{BF1C0D90-3BF4-C349-BDC2-97997732F9BB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03" name="Oval 1302">
                <a:extLst>
                  <a:ext uri="{FF2B5EF4-FFF2-40B4-BE49-F238E27FC236}">
                    <a16:creationId xmlns:a16="http://schemas.microsoft.com/office/drawing/2014/main" id="{EEE445BD-63BD-2742-8479-FC3B1E7A61A3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04" name="Oval 1303">
                <a:extLst>
                  <a:ext uri="{FF2B5EF4-FFF2-40B4-BE49-F238E27FC236}">
                    <a16:creationId xmlns:a16="http://schemas.microsoft.com/office/drawing/2014/main" id="{05DFAE9E-109A-4E46-B834-17CAC3081C13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05" name="Oval 1304">
                <a:extLst>
                  <a:ext uri="{FF2B5EF4-FFF2-40B4-BE49-F238E27FC236}">
                    <a16:creationId xmlns:a16="http://schemas.microsoft.com/office/drawing/2014/main" id="{A24C79EC-A046-7C4A-B529-871DF3F497E6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06" name="Oval 1305">
                <a:extLst>
                  <a:ext uri="{FF2B5EF4-FFF2-40B4-BE49-F238E27FC236}">
                    <a16:creationId xmlns:a16="http://schemas.microsoft.com/office/drawing/2014/main" id="{113250E6-21C2-F347-9B7B-A00739C82255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07" name="Oval 1306">
                <a:extLst>
                  <a:ext uri="{FF2B5EF4-FFF2-40B4-BE49-F238E27FC236}">
                    <a16:creationId xmlns:a16="http://schemas.microsoft.com/office/drawing/2014/main" id="{848527FD-DBC0-664B-AE06-DFF91EE84E3B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08" name="Oval 1307">
                <a:extLst>
                  <a:ext uri="{FF2B5EF4-FFF2-40B4-BE49-F238E27FC236}">
                    <a16:creationId xmlns:a16="http://schemas.microsoft.com/office/drawing/2014/main" id="{7A91D775-0360-6E4F-9DFA-9A351CE827D3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09" name="Oval 1308">
                <a:extLst>
                  <a:ext uri="{FF2B5EF4-FFF2-40B4-BE49-F238E27FC236}">
                    <a16:creationId xmlns:a16="http://schemas.microsoft.com/office/drawing/2014/main" id="{336F3252-65D8-FA4E-822D-1BB215AB72BD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10" name="Oval 1309">
                <a:extLst>
                  <a:ext uri="{FF2B5EF4-FFF2-40B4-BE49-F238E27FC236}">
                    <a16:creationId xmlns:a16="http://schemas.microsoft.com/office/drawing/2014/main" id="{7E03DC7B-44B3-654A-8535-0B4330ECB529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11" name="Oval 1310">
                <a:extLst>
                  <a:ext uri="{FF2B5EF4-FFF2-40B4-BE49-F238E27FC236}">
                    <a16:creationId xmlns:a16="http://schemas.microsoft.com/office/drawing/2014/main" id="{62DF8C38-A041-FF43-B3E1-55984AFEDC3E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12" name="Oval 1311">
                <a:extLst>
                  <a:ext uri="{FF2B5EF4-FFF2-40B4-BE49-F238E27FC236}">
                    <a16:creationId xmlns:a16="http://schemas.microsoft.com/office/drawing/2014/main" id="{2E5E6FEA-5F0F-3343-93B2-18141F51DC58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13" name="Oval 1312">
                <a:extLst>
                  <a:ext uri="{FF2B5EF4-FFF2-40B4-BE49-F238E27FC236}">
                    <a16:creationId xmlns:a16="http://schemas.microsoft.com/office/drawing/2014/main" id="{1538ADCB-0655-7442-91A1-69C1892D2099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14" name="Oval 1313">
                <a:extLst>
                  <a:ext uri="{FF2B5EF4-FFF2-40B4-BE49-F238E27FC236}">
                    <a16:creationId xmlns:a16="http://schemas.microsoft.com/office/drawing/2014/main" id="{F06C0F04-23CB-B349-8FD4-7B6E709B4431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15" name="Oval 1314">
                <a:extLst>
                  <a:ext uri="{FF2B5EF4-FFF2-40B4-BE49-F238E27FC236}">
                    <a16:creationId xmlns:a16="http://schemas.microsoft.com/office/drawing/2014/main" id="{6EECEBCE-6AA3-D845-B8CF-365BF2ACFF8A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16" name="Oval 1315">
                <a:extLst>
                  <a:ext uri="{FF2B5EF4-FFF2-40B4-BE49-F238E27FC236}">
                    <a16:creationId xmlns:a16="http://schemas.microsoft.com/office/drawing/2014/main" id="{1B2746B9-DA04-DC43-AA50-2B1CF4A01C44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17" name="Oval 1316">
                <a:extLst>
                  <a:ext uri="{FF2B5EF4-FFF2-40B4-BE49-F238E27FC236}">
                    <a16:creationId xmlns:a16="http://schemas.microsoft.com/office/drawing/2014/main" id="{B27EADBE-30A2-6D4F-88DB-A0B2CC46C474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18" name="Oval 1317">
                <a:extLst>
                  <a:ext uri="{FF2B5EF4-FFF2-40B4-BE49-F238E27FC236}">
                    <a16:creationId xmlns:a16="http://schemas.microsoft.com/office/drawing/2014/main" id="{1FE8EBAE-9A93-E04B-9536-A0C52EDF01C6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19" name="Oval 1318">
                <a:extLst>
                  <a:ext uri="{FF2B5EF4-FFF2-40B4-BE49-F238E27FC236}">
                    <a16:creationId xmlns:a16="http://schemas.microsoft.com/office/drawing/2014/main" id="{33447D1D-D246-4343-82FB-F4FDDEFF2985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20" name="Oval 1319">
                <a:extLst>
                  <a:ext uri="{FF2B5EF4-FFF2-40B4-BE49-F238E27FC236}">
                    <a16:creationId xmlns:a16="http://schemas.microsoft.com/office/drawing/2014/main" id="{0D6E6D7D-754B-2E41-BB5B-722309779B5C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21" name="Oval 1320">
                <a:extLst>
                  <a:ext uri="{FF2B5EF4-FFF2-40B4-BE49-F238E27FC236}">
                    <a16:creationId xmlns:a16="http://schemas.microsoft.com/office/drawing/2014/main" id="{5132BF85-E86B-A342-9722-138C76293430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22" name="Oval 1321">
                <a:extLst>
                  <a:ext uri="{FF2B5EF4-FFF2-40B4-BE49-F238E27FC236}">
                    <a16:creationId xmlns:a16="http://schemas.microsoft.com/office/drawing/2014/main" id="{D85CCB13-39EE-3B47-83A8-9B3D61778D0D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23" name="Oval 1322">
                <a:extLst>
                  <a:ext uri="{FF2B5EF4-FFF2-40B4-BE49-F238E27FC236}">
                    <a16:creationId xmlns:a16="http://schemas.microsoft.com/office/drawing/2014/main" id="{F4B6F676-6BDB-6A44-805E-C6FE9D42608E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24" name="Oval 1323">
                <a:extLst>
                  <a:ext uri="{FF2B5EF4-FFF2-40B4-BE49-F238E27FC236}">
                    <a16:creationId xmlns:a16="http://schemas.microsoft.com/office/drawing/2014/main" id="{C2831FE8-949B-C647-9705-07A580666453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25" name="Oval 1324">
                <a:extLst>
                  <a:ext uri="{FF2B5EF4-FFF2-40B4-BE49-F238E27FC236}">
                    <a16:creationId xmlns:a16="http://schemas.microsoft.com/office/drawing/2014/main" id="{47A25BE2-C8F1-1444-B264-1ACA496CD0B5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26" name="Oval 1325">
                <a:extLst>
                  <a:ext uri="{FF2B5EF4-FFF2-40B4-BE49-F238E27FC236}">
                    <a16:creationId xmlns:a16="http://schemas.microsoft.com/office/drawing/2014/main" id="{93F187B7-FF1E-DA47-A1C5-C2FF3DF90333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27" name="Oval 1326">
                <a:extLst>
                  <a:ext uri="{FF2B5EF4-FFF2-40B4-BE49-F238E27FC236}">
                    <a16:creationId xmlns:a16="http://schemas.microsoft.com/office/drawing/2014/main" id="{42048063-E60C-654E-99C1-C916A819B4A7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28" name="Oval 1327">
                <a:extLst>
                  <a:ext uri="{FF2B5EF4-FFF2-40B4-BE49-F238E27FC236}">
                    <a16:creationId xmlns:a16="http://schemas.microsoft.com/office/drawing/2014/main" id="{56D896D1-D9DA-AC49-B291-E404F046147D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29" name="Oval 1328">
                <a:extLst>
                  <a:ext uri="{FF2B5EF4-FFF2-40B4-BE49-F238E27FC236}">
                    <a16:creationId xmlns:a16="http://schemas.microsoft.com/office/drawing/2014/main" id="{3E9EECAA-E3B3-8C41-B9C1-3C3698DC03C0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30" name="Oval 1329">
                <a:extLst>
                  <a:ext uri="{FF2B5EF4-FFF2-40B4-BE49-F238E27FC236}">
                    <a16:creationId xmlns:a16="http://schemas.microsoft.com/office/drawing/2014/main" id="{A9DA7DB2-7897-834C-961D-566A96D1DE16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31" name="Oval 1330">
                <a:extLst>
                  <a:ext uri="{FF2B5EF4-FFF2-40B4-BE49-F238E27FC236}">
                    <a16:creationId xmlns:a16="http://schemas.microsoft.com/office/drawing/2014/main" id="{D1C91C12-75BD-7648-9DAE-30369C3E5401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32" name="Oval 1331">
                <a:extLst>
                  <a:ext uri="{FF2B5EF4-FFF2-40B4-BE49-F238E27FC236}">
                    <a16:creationId xmlns:a16="http://schemas.microsoft.com/office/drawing/2014/main" id="{4BAC4913-68BF-3745-BDDB-7C598F676560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33" name="Oval 1332">
                <a:extLst>
                  <a:ext uri="{FF2B5EF4-FFF2-40B4-BE49-F238E27FC236}">
                    <a16:creationId xmlns:a16="http://schemas.microsoft.com/office/drawing/2014/main" id="{904FEB43-9563-2046-B249-38A6554BC03F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34" name="Oval 1333">
                <a:extLst>
                  <a:ext uri="{FF2B5EF4-FFF2-40B4-BE49-F238E27FC236}">
                    <a16:creationId xmlns:a16="http://schemas.microsoft.com/office/drawing/2014/main" id="{415337AC-BCE0-A940-B891-4636FCF23E2E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35" name="Oval 1334">
                <a:extLst>
                  <a:ext uri="{FF2B5EF4-FFF2-40B4-BE49-F238E27FC236}">
                    <a16:creationId xmlns:a16="http://schemas.microsoft.com/office/drawing/2014/main" id="{D89E79F5-54EA-DF40-8773-35E2B68275FA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36" name="Oval 1335">
                <a:extLst>
                  <a:ext uri="{FF2B5EF4-FFF2-40B4-BE49-F238E27FC236}">
                    <a16:creationId xmlns:a16="http://schemas.microsoft.com/office/drawing/2014/main" id="{5369C992-28C6-8F46-A79D-37AF7BA49DF5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37" name="Oval 1336">
                <a:extLst>
                  <a:ext uri="{FF2B5EF4-FFF2-40B4-BE49-F238E27FC236}">
                    <a16:creationId xmlns:a16="http://schemas.microsoft.com/office/drawing/2014/main" id="{C5421BC7-302E-AD47-87B8-65B07B12EEDB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38" name="Oval 1337">
                <a:extLst>
                  <a:ext uri="{FF2B5EF4-FFF2-40B4-BE49-F238E27FC236}">
                    <a16:creationId xmlns:a16="http://schemas.microsoft.com/office/drawing/2014/main" id="{00217BDD-FC6B-924D-BD6E-ED1538FEADCB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39" name="Oval 1338">
                <a:extLst>
                  <a:ext uri="{FF2B5EF4-FFF2-40B4-BE49-F238E27FC236}">
                    <a16:creationId xmlns:a16="http://schemas.microsoft.com/office/drawing/2014/main" id="{D96D6030-04A2-544E-9C7C-D600046623FC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40" name="Oval 1339">
                <a:extLst>
                  <a:ext uri="{FF2B5EF4-FFF2-40B4-BE49-F238E27FC236}">
                    <a16:creationId xmlns:a16="http://schemas.microsoft.com/office/drawing/2014/main" id="{FC0FE71A-957D-634E-9407-A28191032E6A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41" name="Oval 1340">
                <a:extLst>
                  <a:ext uri="{FF2B5EF4-FFF2-40B4-BE49-F238E27FC236}">
                    <a16:creationId xmlns:a16="http://schemas.microsoft.com/office/drawing/2014/main" id="{15F44987-8440-1A4B-BAD0-99D974FC35C4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42" name="Oval 1341">
                <a:extLst>
                  <a:ext uri="{FF2B5EF4-FFF2-40B4-BE49-F238E27FC236}">
                    <a16:creationId xmlns:a16="http://schemas.microsoft.com/office/drawing/2014/main" id="{69B405C3-5726-1840-ABC6-F062503BAD5F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43" name="Oval 1342">
                <a:extLst>
                  <a:ext uri="{FF2B5EF4-FFF2-40B4-BE49-F238E27FC236}">
                    <a16:creationId xmlns:a16="http://schemas.microsoft.com/office/drawing/2014/main" id="{851144E3-44DF-314C-97E3-BA58004BA1F4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44" name="Oval 1343">
                <a:extLst>
                  <a:ext uri="{FF2B5EF4-FFF2-40B4-BE49-F238E27FC236}">
                    <a16:creationId xmlns:a16="http://schemas.microsoft.com/office/drawing/2014/main" id="{425943C8-2902-3543-8F21-10ECD6E079A9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45" name="Oval 1344">
                <a:extLst>
                  <a:ext uri="{FF2B5EF4-FFF2-40B4-BE49-F238E27FC236}">
                    <a16:creationId xmlns:a16="http://schemas.microsoft.com/office/drawing/2014/main" id="{DBE6BB18-9CF3-B543-9337-2A52D2C5C937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46" name="Oval 1345">
                <a:extLst>
                  <a:ext uri="{FF2B5EF4-FFF2-40B4-BE49-F238E27FC236}">
                    <a16:creationId xmlns:a16="http://schemas.microsoft.com/office/drawing/2014/main" id="{0CFE390E-A28E-C547-8ACF-D2B1BB7A8C2F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47" name="Oval 1346">
                <a:extLst>
                  <a:ext uri="{FF2B5EF4-FFF2-40B4-BE49-F238E27FC236}">
                    <a16:creationId xmlns:a16="http://schemas.microsoft.com/office/drawing/2014/main" id="{8F1E36A4-3E36-9247-9088-A21191348669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48" name="Oval 1347">
                <a:extLst>
                  <a:ext uri="{FF2B5EF4-FFF2-40B4-BE49-F238E27FC236}">
                    <a16:creationId xmlns:a16="http://schemas.microsoft.com/office/drawing/2014/main" id="{415B5C10-E18F-7A40-9AB6-793076698087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49" name="Oval 1348">
                <a:extLst>
                  <a:ext uri="{FF2B5EF4-FFF2-40B4-BE49-F238E27FC236}">
                    <a16:creationId xmlns:a16="http://schemas.microsoft.com/office/drawing/2014/main" id="{38AE9D4A-1708-004D-BF70-D1C0CE25A0CD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50" name="Oval 1349">
                <a:extLst>
                  <a:ext uri="{FF2B5EF4-FFF2-40B4-BE49-F238E27FC236}">
                    <a16:creationId xmlns:a16="http://schemas.microsoft.com/office/drawing/2014/main" id="{AF37E25D-0018-404C-869A-FAA5C21C7E0F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51" name="Oval 1350">
                <a:extLst>
                  <a:ext uri="{FF2B5EF4-FFF2-40B4-BE49-F238E27FC236}">
                    <a16:creationId xmlns:a16="http://schemas.microsoft.com/office/drawing/2014/main" id="{2744A4CC-28E3-8D4A-A6A7-F0A506EC4E09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52" name="Oval 1351">
                <a:extLst>
                  <a:ext uri="{FF2B5EF4-FFF2-40B4-BE49-F238E27FC236}">
                    <a16:creationId xmlns:a16="http://schemas.microsoft.com/office/drawing/2014/main" id="{A597A6EA-ECAD-1A4A-902F-B4D39FDF6DBC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53" name="Oval 1352">
                <a:extLst>
                  <a:ext uri="{FF2B5EF4-FFF2-40B4-BE49-F238E27FC236}">
                    <a16:creationId xmlns:a16="http://schemas.microsoft.com/office/drawing/2014/main" id="{6F73E223-0149-E84A-A5A3-A1A4DC25C56D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54" name="Oval 1353">
                <a:extLst>
                  <a:ext uri="{FF2B5EF4-FFF2-40B4-BE49-F238E27FC236}">
                    <a16:creationId xmlns:a16="http://schemas.microsoft.com/office/drawing/2014/main" id="{7801392E-7E03-A144-A928-39BF1A0A19AD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55" name="Oval 1354">
                <a:extLst>
                  <a:ext uri="{FF2B5EF4-FFF2-40B4-BE49-F238E27FC236}">
                    <a16:creationId xmlns:a16="http://schemas.microsoft.com/office/drawing/2014/main" id="{01AF8B87-C5C1-D643-B910-33CE9A2FFE6D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56" name="Oval 1355">
                <a:extLst>
                  <a:ext uri="{FF2B5EF4-FFF2-40B4-BE49-F238E27FC236}">
                    <a16:creationId xmlns:a16="http://schemas.microsoft.com/office/drawing/2014/main" id="{0FD93D50-2B70-C243-BFEC-6ED1DE2628F9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57" name="Oval 1356">
                <a:extLst>
                  <a:ext uri="{FF2B5EF4-FFF2-40B4-BE49-F238E27FC236}">
                    <a16:creationId xmlns:a16="http://schemas.microsoft.com/office/drawing/2014/main" id="{A2E2D70D-BD53-6A40-BC19-0CD587C60ECD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58" name="Oval 1357">
                <a:extLst>
                  <a:ext uri="{FF2B5EF4-FFF2-40B4-BE49-F238E27FC236}">
                    <a16:creationId xmlns:a16="http://schemas.microsoft.com/office/drawing/2014/main" id="{A2D7483D-3297-FE4A-9A28-A7839C04702F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59" name="Oval 1358">
                <a:extLst>
                  <a:ext uri="{FF2B5EF4-FFF2-40B4-BE49-F238E27FC236}">
                    <a16:creationId xmlns:a16="http://schemas.microsoft.com/office/drawing/2014/main" id="{E950D636-7CA8-A147-92B6-2666F6B62AD6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60" name="Oval 1359">
                <a:extLst>
                  <a:ext uri="{FF2B5EF4-FFF2-40B4-BE49-F238E27FC236}">
                    <a16:creationId xmlns:a16="http://schemas.microsoft.com/office/drawing/2014/main" id="{0A2F0208-FA67-E74D-B464-B9BB4FF75EC9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61" name="Oval 1360">
                <a:extLst>
                  <a:ext uri="{FF2B5EF4-FFF2-40B4-BE49-F238E27FC236}">
                    <a16:creationId xmlns:a16="http://schemas.microsoft.com/office/drawing/2014/main" id="{BCEF83C1-FC29-0B48-9638-6B25B6EB4EDB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62" name="Oval 1361">
                <a:extLst>
                  <a:ext uri="{FF2B5EF4-FFF2-40B4-BE49-F238E27FC236}">
                    <a16:creationId xmlns:a16="http://schemas.microsoft.com/office/drawing/2014/main" id="{C7C72252-9DBC-4A43-9A9F-94D1FBE542A3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63" name="Oval 1362">
                <a:extLst>
                  <a:ext uri="{FF2B5EF4-FFF2-40B4-BE49-F238E27FC236}">
                    <a16:creationId xmlns:a16="http://schemas.microsoft.com/office/drawing/2014/main" id="{3A1BA055-A5AC-B34D-A60E-D59764955CFE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64" name="Oval 1363">
                <a:extLst>
                  <a:ext uri="{FF2B5EF4-FFF2-40B4-BE49-F238E27FC236}">
                    <a16:creationId xmlns:a16="http://schemas.microsoft.com/office/drawing/2014/main" id="{613C27A2-D7DD-464E-A732-A41AD82555F6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65" name="Oval 1364">
                <a:extLst>
                  <a:ext uri="{FF2B5EF4-FFF2-40B4-BE49-F238E27FC236}">
                    <a16:creationId xmlns:a16="http://schemas.microsoft.com/office/drawing/2014/main" id="{7EDB0194-F6FF-E947-92AF-1DEDDBEEA937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66" name="Oval 1365">
                <a:extLst>
                  <a:ext uri="{FF2B5EF4-FFF2-40B4-BE49-F238E27FC236}">
                    <a16:creationId xmlns:a16="http://schemas.microsoft.com/office/drawing/2014/main" id="{084846AB-E708-F14C-9941-AE481F0258F5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67" name="Oval 1366">
                <a:extLst>
                  <a:ext uri="{FF2B5EF4-FFF2-40B4-BE49-F238E27FC236}">
                    <a16:creationId xmlns:a16="http://schemas.microsoft.com/office/drawing/2014/main" id="{3FFF96DD-37CF-EA4C-8F8B-454B1EAE9DFB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68" name="Oval 1367">
                <a:extLst>
                  <a:ext uri="{FF2B5EF4-FFF2-40B4-BE49-F238E27FC236}">
                    <a16:creationId xmlns:a16="http://schemas.microsoft.com/office/drawing/2014/main" id="{C9EC9A85-5EF4-354B-9F4A-71ADEF63C890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69" name="Oval 1368">
                <a:extLst>
                  <a:ext uri="{FF2B5EF4-FFF2-40B4-BE49-F238E27FC236}">
                    <a16:creationId xmlns:a16="http://schemas.microsoft.com/office/drawing/2014/main" id="{6203A968-E2AE-D942-925A-7C2AEAAFAD2F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70" name="Oval 1369">
                <a:extLst>
                  <a:ext uri="{FF2B5EF4-FFF2-40B4-BE49-F238E27FC236}">
                    <a16:creationId xmlns:a16="http://schemas.microsoft.com/office/drawing/2014/main" id="{9AE96E7D-177F-2943-8460-C7A160747F64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71" name="Oval 1370">
                <a:extLst>
                  <a:ext uri="{FF2B5EF4-FFF2-40B4-BE49-F238E27FC236}">
                    <a16:creationId xmlns:a16="http://schemas.microsoft.com/office/drawing/2014/main" id="{3022A5C5-89AF-2642-9BDF-70221F3B75CF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72" name="Oval 1371">
                <a:extLst>
                  <a:ext uri="{FF2B5EF4-FFF2-40B4-BE49-F238E27FC236}">
                    <a16:creationId xmlns:a16="http://schemas.microsoft.com/office/drawing/2014/main" id="{BD48F137-9EE2-5E4C-89FA-E83A5E700EA1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73" name="Oval 1372">
                <a:extLst>
                  <a:ext uri="{FF2B5EF4-FFF2-40B4-BE49-F238E27FC236}">
                    <a16:creationId xmlns:a16="http://schemas.microsoft.com/office/drawing/2014/main" id="{EB616697-67B0-8443-B531-905017F7504F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74" name="Oval 1373">
                <a:extLst>
                  <a:ext uri="{FF2B5EF4-FFF2-40B4-BE49-F238E27FC236}">
                    <a16:creationId xmlns:a16="http://schemas.microsoft.com/office/drawing/2014/main" id="{FD1AAEFB-2D7B-F442-BC42-4D8A8F82AF9E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75" name="Oval 1374">
                <a:extLst>
                  <a:ext uri="{FF2B5EF4-FFF2-40B4-BE49-F238E27FC236}">
                    <a16:creationId xmlns:a16="http://schemas.microsoft.com/office/drawing/2014/main" id="{78F2C7CA-B907-F341-8793-BAFE304C630B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76" name="Oval 1375">
                <a:extLst>
                  <a:ext uri="{FF2B5EF4-FFF2-40B4-BE49-F238E27FC236}">
                    <a16:creationId xmlns:a16="http://schemas.microsoft.com/office/drawing/2014/main" id="{D9630448-ECCA-524A-8C8A-45C390F1B7ED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77" name="Oval 1376">
                <a:extLst>
                  <a:ext uri="{FF2B5EF4-FFF2-40B4-BE49-F238E27FC236}">
                    <a16:creationId xmlns:a16="http://schemas.microsoft.com/office/drawing/2014/main" id="{44BE063C-B554-C244-A04F-ED986123705D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78" name="Oval 1377">
                <a:extLst>
                  <a:ext uri="{FF2B5EF4-FFF2-40B4-BE49-F238E27FC236}">
                    <a16:creationId xmlns:a16="http://schemas.microsoft.com/office/drawing/2014/main" id="{CE2E9D24-F70B-6646-AD3B-5BB36DDF08E2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79" name="Oval 1378">
                <a:extLst>
                  <a:ext uri="{FF2B5EF4-FFF2-40B4-BE49-F238E27FC236}">
                    <a16:creationId xmlns:a16="http://schemas.microsoft.com/office/drawing/2014/main" id="{922B3692-79D5-D841-BD77-17CB95D57146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80" name="Oval 1379">
                <a:extLst>
                  <a:ext uri="{FF2B5EF4-FFF2-40B4-BE49-F238E27FC236}">
                    <a16:creationId xmlns:a16="http://schemas.microsoft.com/office/drawing/2014/main" id="{CE000262-7D89-B14E-BD11-E3B560792955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81" name="Oval 1380">
                <a:extLst>
                  <a:ext uri="{FF2B5EF4-FFF2-40B4-BE49-F238E27FC236}">
                    <a16:creationId xmlns:a16="http://schemas.microsoft.com/office/drawing/2014/main" id="{113162D4-2FD5-E44F-AEF6-93FA158E8669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82" name="Oval 1381">
                <a:extLst>
                  <a:ext uri="{FF2B5EF4-FFF2-40B4-BE49-F238E27FC236}">
                    <a16:creationId xmlns:a16="http://schemas.microsoft.com/office/drawing/2014/main" id="{EB42A0F6-DD64-264B-84B8-6D379C65C487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83" name="Oval 1382">
                <a:extLst>
                  <a:ext uri="{FF2B5EF4-FFF2-40B4-BE49-F238E27FC236}">
                    <a16:creationId xmlns:a16="http://schemas.microsoft.com/office/drawing/2014/main" id="{92637E9E-B034-7B46-8C48-151ACF0D7978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84" name="Oval 1383">
                <a:extLst>
                  <a:ext uri="{FF2B5EF4-FFF2-40B4-BE49-F238E27FC236}">
                    <a16:creationId xmlns:a16="http://schemas.microsoft.com/office/drawing/2014/main" id="{C5D544B5-60D8-B448-8D11-41C8AFA47672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85" name="Oval 1384">
                <a:extLst>
                  <a:ext uri="{FF2B5EF4-FFF2-40B4-BE49-F238E27FC236}">
                    <a16:creationId xmlns:a16="http://schemas.microsoft.com/office/drawing/2014/main" id="{606E46E4-35AE-F849-A672-A620BE66DBBC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86" name="Oval 1385">
                <a:extLst>
                  <a:ext uri="{FF2B5EF4-FFF2-40B4-BE49-F238E27FC236}">
                    <a16:creationId xmlns:a16="http://schemas.microsoft.com/office/drawing/2014/main" id="{9EF429F0-F178-C948-A7B4-2268C47C5525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87" name="Oval 1386">
                <a:extLst>
                  <a:ext uri="{FF2B5EF4-FFF2-40B4-BE49-F238E27FC236}">
                    <a16:creationId xmlns:a16="http://schemas.microsoft.com/office/drawing/2014/main" id="{EAE02393-6E5B-894F-8261-5951E20B97D1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88" name="Oval 1387">
                <a:extLst>
                  <a:ext uri="{FF2B5EF4-FFF2-40B4-BE49-F238E27FC236}">
                    <a16:creationId xmlns:a16="http://schemas.microsoft.com/office/drawing/2014/main" id="{00DC06DA-2A61-8C42-A549-7050FADEC73B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89" name="Oval 1388">
                <a:extLst>
                  <a:ext uri="{FF2B5EF4-FFF2-40B4-BE49-F238E27FC236}">
                    <a16:creationId xmlns:a16="http://schemas.microsoft.com/office/drawing/2014/main" id="{F0CB4B3C-9016-1F41-9A6F-396D08026D1C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90" name="Oval 1389">
                <a:extLst>
                  <a:ext uri="{FF2B5EF4-FFF2-40B4-BE49-F238E27FC236}">
                    <a16:creationId xmlns:a16="http://schemas.microsoft.com/office/drawing/2014/main" id="{D9FE9CA4-BD91-1440-91EA-B0E11091AA8E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91" name="Oval 1390">
                <a:extLst>
                  <a:ext uri="{FF2B5EF4-FFF2-40B4-BE49-F238E27FC236}">
                    <a16:creationId xmlns:a16="http://schemas.microsoft.com/office/drawing/2014/main" id="{27AD927D-CA12-F04E-B7D8-0A4E46FB5E5A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92" name="Oval 1391">
                <a:extLst>
                  <a:ext uri="{FF2B5EF4-FFF2-40B4-BE49-F238E27FC236}">
                    <a16:creationId xmlns:a16="http://schemas.microsoft.com/office/drawing/2014/main" id="{A24DC147-E936-6A43-93AB-18F2837637F5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93" name="Oval 1392">
                <a:extLst>
                  <a:ext uri="{FF2B5EF4-FFF2-40B4-BE49-F238E27FC236}">
                    <a16:creationId xmlns:a16="http://schemas.microsoft.com/office/drawing/2014/main" id="{216C6888-CB78-DF42-A566-213C31C40F66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94" name="Oval 1393">
                <a:extLst>
                  <a:ext uri="{FF2B5EF4-FFF2-40B4-BE49-F238E27FC236}">
                    <a16:creationId xmlns:a16="http://schemas.microsoft.com/office/drawing/2014/main" id="{4D847C1A-F474-E34C-960B-F7197B7F12D4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95" name="Oval 1394">
                <a:extLst>
                  <a:ext uri="{FF2B5EF4-FFF2-40B4-BE49-F238E27FC236}">
                    <a16:creationId xmlns:a16="http://schemas.microsoft.com/office/drawing/2014/main" id="{82D7BDA6-BE7D-B745-8CA6-E0C3701F387F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96" name="Oval 1395">
                <a:extLst>
                  <a:ext uri="{FF2B5EF4-FFF2-40B4-BE49-F238E27FC236}">
                    <a16:creationId xmlns:a16="http://schemas.microsoft.com/office/drawing/2014/main" id="{1AF8F7A3-0BCA-BF4B-831D-3FAE11D36F4B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97" name="Oval 1396">
                <a:extLst>
                  <a:ext uri="{FF2B5EF4-FFF2-40B4-BE49-F238E27FC236}">
                    <a16:creationId xmlns:a16="http://schemas.microsoft.com/office/drawing/2014/main" id="{FD47D900-B1BB-4F4B-A060-738C508158BE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98" name="Oval 1397">
                <a:extLst>
                  <a:ext uri="{FF2B5EF4-FFF2-40B4-BE49-F238E27FC236}">
                    <a16:creationId xmlns:a16="http://schemas.microsoft.com/office/drawing/2014/main" id="{4D339AF9-ACF3-5248-8EE5-0338F15DC7C4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99" name="Oval 1398">
                <a:extLst>
                  <a:ext uri="{FF2B5EF4-FFF2-40B4-BE49-F238E27FC236}">
                    <a16:creationId xmlns:a16="http://schemas.microsoft.com/office/drawing/2014/main" id="{5CCCF774-384D-C94A-9364-F64AFCE1FC27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00" name="Oval 1399">
                <a:extLst>
                  <a:ext uri="{FF2B5EF4-FFF2-40B4-BE49-F238E27FC236}">
                    <a16:creationId xmlns:a16="http://schemas.microsoft.com/office/drawing/2014/main" id="{B4AA6A9F-BE47-F940-9FD6-A2F21E4DE38A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01" name="Oval 1400">
                <a:extLst>
                  <a:ext uri="{FF2B5EF4-FFF2-40B4-BE49-F238E27FC236}">
                    <a16:creationId xmlns:a16="http://schemas.microsoft.com/office/drawing/2014/main" id="{3D81182E-0D4B-0B43-AE11-DC412D8D1B32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02" name="Oval 1401">
                <a:extLst>
                  <a:ext uri="{FF2B5EF4-FFF2-40B4-BE49-F238E27FC236}">
                    <a16:creationId xmlns:a16="http://schemas.microsoft.com/office/drawing/2014/main" id="{2B5BC82E-CD39-064B-84BF-E3565D12E154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03" name="Oval 1402">
                <a:extLst>
                  <a:ext uri="{FF2B5EF4-FFF2-40B4-BE49-F238E27FC236}">
                    <a16:creationId xmlns:a16="http://schemas.microsoft.com/office/drawing/2014/main" id="{C7F45916-2993-BC48-9CC6-209388BFC087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04" name="Oval 1403">
                <a:extLst>
                  <a:ext uri="{FF2B5EF4-FFF2-40B4-BE49-F238E27FC236}">
                    <a16:creationId xmlns:a16="http://schemas.microsoft.com/office/drawing/2014/main" id="{0A471196-E8AD-8540-BD01-AC8AB2940E40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05" name="Freeform 1404">
                <a:extLst>
                  <a:ext uri="{FF2B5EF4-FFF2-40B4-BE49-F238E27FC236}">
                    <a16:creationId xmlns:a16="http://schemas.microsoft.com/office/drawing/2014/main" id="{45DF2C50-1755-8C4E-9BFB-46C60CFC922C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06" name="Freeform 1405">
                <a:extLst>
                  <a:ext uri="{FF2B5EF4-FFF2-40B4-BE49-F238E27FC236}">
                    <a16:creationId xmlns:a16="http://schemas.microsoft.com/office/drawing/2014/main" id="{E2FA4164-FEE9-B84B-946A-BAB102375BAE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37" name="Group 1036">
              <a:extLst>
                <a:ext uri="{FF2B5EF4-FFF2-40B4-BE49-F238E27FC236}">
                  <a16:creationId xmlns:a16="http://schemas.microsoft.com/office/drawing/2014/main" id="{29D57AAE-5A0C-C847-96E7-AA11267C87B2}"/>
                </a:ext>
              </a:extLst>
            </p:cNvPr>
            <p:cNvGrpSpPr/>
            <p:nvPr/>
          </p:nvGrpSpPr>
          <p:grpSpPr>
            <a:xfrm rot="5207842">
              <a:off x="3748446" y="5013373"/>
              <a:ext cx="686823" cy="439136"/>
              <a:chOff x="5871652" y="6279397"/>
              <a:chExt cx="686823" cy="439136"/>
            </a:xfrm>
          </p:grpSpPr>
          <p:sp>
            <p:nvSpPr>
              <p:cNvPr id="1169" name="Freeform 1168">
                <a:extLst>
                  <a:ext uri="{FF2B5EF4-FFF2-40B4-BE49-F238E27FC236}">
                    <a16:creationId xmlns:a16="http://schemas.microsoft.com/office/drawing/2014/main" id="{8AC0E0BE-CFC6-B94A-BF76-87E7593EB11E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0" name="Freeform 1169">
                <a:extLst>
                  <a:ext uri="{FF2B5EF4-FFF2-40B4-BE49-F238E27FC236}">
                    <a16:creationId xmlns:a16="http://schemas.microsoft.com/office/drawing/2014/main" id="{2B9FEAF8-3783-AD4A-9D64-0FCF99D5D257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71" name="Freeform 1170">
                <a:extLst>
                  <a:ext uri="{FF2B5EF4-FFF2-40B4-BE49-F238E27FC236}">
                    <a16:creationId xmlns:a16="http://schemas.microsoft.com/office/drawing/2014/main" id="{9F4616D3-C53A-114A-B72A-BD485AC063D5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2" name="Rectangle 1171">
                <a:extLst>
                  <a:ext uri="{FF2B5EF4-FFF2-40B4-BE49-F238E27FC236}">
                    <a16:creationId xmlns:a16="http://schemas.microsoft.com/office/drawing/2014/main" id="{1468C161-4165-4449-8077-C43FBA8C5673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1173" name="Oval 1172">
                <a:extLst>
                  <a:ext uri="{FF2B5EF4-FFF2-40B4-BE49-F238E27FC236}">
                    <a16:creationId xmlns:a16="http://schemas.microsoft.com/office/drawing/2014/main" id="{2E526991-C4D6-DF43-9F02-E02FD3F8BAB3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74" name="Oval 1173">
                <a:extLst>
                  <a:ext uri="{FF2B5EF4-FFF2-40B4-BE49-F238E27FC236}">
                    <a16:creationId xmlns:a16="http://schemas.microsoft.com/office/drawing/2014/main" id="{BA22C603-60DE-6848-8373-B1009387ED1E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75" name="Oval 1174">
                <a:extLst>
                  <a:ext uri="{FF2B5EF4-FFF2-40B4-BE49-F238E27FC236}">
                    <a16:creationId xmlns:a16="http://schemas.microsoft.com/office/drawing/2014/main" id="{453003A3-7B44-0749-B4B0-4C9752522F74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76" name="Oval 1175">
                <a:extLst>
                  <a:ext uri="{FF2B5EF4-FFF2-40B4-BE49-F238E27FC236}">
                    <a16:creationId xmlns:a16="http://schemas.microsoft.com/office/drawing/2014/main" id="{66B7C3D3-3E2B-BC49-90E9-64372E496C6F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77" name="Oval 1176">
                <a:extLst>
                  <a:ext uri="{FF2B5EF4-FFF2-40B4-BE49-F238E27FC236}">
                    <a16:creationId xmlns:a16="http://schemas.microsoft.com/office/drawing/2014/main" id="{F94FEE19-A299-2D45-A599-9FC0EE58677E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78" name="Oval 1177">
                <a:extLst>
                  <a:ext uri="{FF2B5EF4-FFF2-40B4-BE49-F238E27FC236}">
                    <a16:creationId xmlns:a16="http://schemas.microsoft.com/office/drawing/2014/main" id="{37A76C94-53B5-6640-91E7-32446A3FBBB7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79" name="Oval 1178">
                <a:extLst>
                  <a:ext uri="{FF2B5EF4-FFF2-40B4-BE49-F238E27FC236}">
                    <a16:creationId xmlns:a16="http://schemas.microsoft.com/office/drawing/2014/main" id="{9F41143E-32D0-CC4B-844E-B5C33F055A75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80" name="Oval 1179">
                <a:extLst>
                  <a:ext uri="{FF2B5EF4-FFF2-40B4-BE49-F238E27FC236}">
                    <a16:creationId xmlns:a16="http://schemas.microsoft.com/office/drawing/2014/main" id="{081D8D1A-CDEF-7848-824C-166097DB6181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81" name="Oval 1180">
                <a:extLst>
                  <a:ext uri="{FF2B5EF4-FFF2-40B4-BE49-F238E27FC236}">
                    <a16:creationId xmlns:a16="http://schemas.microsoft.com/office/drawing/2014/main" id="{19109F1B-4DB1-AC49-8354-14E6EF7AF8EA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82" name="Oval 1181">
                <a:extLst>
                  <a:ext uri="{FF2B5EF4-FFF2-40B4-BE49-F238E27FC236}">
                    <a16:creationId xmlns:a16="http://schemas.microsoft.com/office/drawing/2014/main" id="{CB35B599-2AD8-C945-9064-52481580E1A9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83" name="Oval 1182">
                <a:extLst>
                  <a:ext uri="{FF2B5EF4-FFF2-40B4-BE49-F238E27FC236}">
                    <a16:creationId xmlns:a16="http://schemas.microsoft.com/office/drawing/2014/main" id="{91788597-88D2-914A-9D62-6582DBAF9ED5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84" name="Oval 1183">
                <a:extLst>
                  <a:ext uri="{FF2B5EF4-FFF2-40B4-BE49-F238E27FC236}">
                    <a16:creationId xmlns:a16="http://schemas.microsoft.com/office/drawing/2014/main" id="{04CDA100-53B3-934C-8199-3D8BAF52A38C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85" name="Oval 1184">
                <a:extLst>
                  <a:ext uri="{FF2B5EF4-FFF2-40B4-BE49-F238E27FC236}">
                    <a16:creationId xmlns:a16="http://schemas.microsoft.com/office/drawing/2014/main" id="{B39574A4-9EBC-5A4D-B662-5E198C3B04E7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86" name="Oval 1185">
                <a:extLst>
                  <a:ext uri="{FF2B5EF4-FFF2-40B4-BE49-F238E27FC236}">
                    <a16:creationId xmlns:a16="http://schemas.microsoft.com/office/drawing/2014/main" id="{F0816392-1DE8-E64D-8062-A4EE0CD5A0A5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87" name="Oval 1186">
                <a:extLst>
                  <a:ext uri="{FF2B5EF4-FFF2-40B4-BE49-F238E27FC236}">
                    <a16:creationId xmlns:a16="http://schemas.microsoft.com/office/drawing/2014/main" id="{BA551C32-4751-5147-B1D9-4C0DE78B1142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88" name="Oval 1187">
                <a:extLst>
                  <a:ext uri="{FF2B5EF4-FFF2-40B4-BE49-F238E27FC236}">
                    <a16:creationId xmlns:a16="http://schemas.microsoft.com/office/drawing/2014/main" id="{BA2568CE-DA91-2243-B062-A566AF069FB5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89" name="Oval 1188">
                <a:extLst>
                  <a:ext uri="{FF2B5EF4-FFF2-40B4-BE49-F238E27FC236}">
                    <a16:creationId xmlns:a16="http://schemas.microsoft.com/office/drawing/2014/main" id="{9AE569F0-FDB1-F549-818D-3427D4EB71E6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90" name="Oval 1189">
                <a:extLst>
                  <a:ext uri="{FF2B5EF4-FFF2-40B4-BE49-F238E27FC236}">
                    <a16:creationId xmlns:a16="http://schemas.microsoft.com/office/drawing/2014/main" id="{ED293ED6-6374-0B4C-9005-B93E4114339E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91" name="Oval 1190">
                <a:extLst>
                  <a:ext uri="{FF2B5EF4-FFF2-40B4-BE49-F238E27FC236}">
                    <a16:creationId xmlns:a16="http://schemas.microsoft.com/office/drawing/2014/main" id="{A25AD1D3-44B8-724E-90C9-EFACD549E581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92" name="Oval 1191">
                <a:extLst>
                  <a:ext uri="{FF2B5EF4-FFF2-40B4-BE49-F238E27FC236}">
                    <a16:creationId xmlns:a16="http://schemas.microsoft.com/office/drawing/2014/main" id="{80B457CB-C899-F947-9E90-2325E0E1DD6B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93" name="Oval 1192">
                <a:extLst>
                  <a:ext uri="{FF2B5EF4-FFF2-40B4-BE49-F238E27FC236}">
                    <a16:creationId xmlns:a16="http://schemas.microsoft.com/office/drawing/2014/main" id="{5AFD9BCA-8411-2A44-97FB-B03924C94BDC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94" name="Oval 1193">
                <a:extLst>
                  <a:ext uri="{FF2B5EF4-FFF2-40B4-BE49-F238E27FC236}">
                    <a16:creationId xmlns:a16="http://schemas.microsoft.com/office/drawing/2014/main" id="{8B342981-0BB5-CA46-B6F0-9E0FBF206FBE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95" name="Oval 1194">
                <a:extLst>
                  <a:ext uri="{FF2B5EF4-FFF2-40B4-BE49-F238E27FC236}">
                    <a16:creationId xmlns:a16="http://schemas.microsoft.com/office/drawing/2014/main" id="{2FB3404A-E8C0-CE48-AF50-E95B4AEA7A92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96" name="Oval 1195">
                <a:extLst>
                  <a:ext uri="{FF2B5EF4-FFF2-40B4-BE49-F238E27FC236}">
                    <a16:creationId xmlns:a16="http://schemas.microsoft.com/office/drawing/2014/main" id="{A4C8C902-72D1-EA4B-A8A3-01B9B75EF9F4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97" name="Oval 1196">
                <a:extLst>
                  <a:ext uri="{FF2B5EF4-FFF2-40B4-BE49-F238E27FC236}">
                    <a16:creationId xmlns:a16="http://schemas.microsoft.com/office/drawing/2014/main" id="{BD8163D4-E0F6-A643-B15B-7EE33E280955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98" name="Oval 1197">
                <a:extLst>
                  <a:ext uri="{FF2B5EF4-FFF2-40B4-BE49-F238E27FC236}">
                    <a16:creationId xmlns:a16="http://schemas.microsoft.com/office/drawing/2014/main" id="{470C7D1A-4396-F243-92F5-FD6BA976884E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99" name="Oval 1198">
                <a:extLst>
                  <a:ext uri="{FF2B5EF4-FFF2-40B4-BE49-F238E27FC236}">
                    <a16:creationId xmlns:a16="http://schemas.microsoft.com/office/drawing/2014/main" id="{AE109CAF-0513-1646-B7FD-568D75C33522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00" name="Oval 1199">
                <a:extLst>
                  <a:ext uri="{FF2B5EF4-FFF2-40B4-BE49-F238E27FC236}">
                    <a16:creationId xmlns:a16="http://schemas.microsoft.com/office/drawing/2014/main" id="{E3F66E3F-AEC3-7F47-8B64-0C8E769857B5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01" name="Oval 1200">
                <a:extLst>
                  <a:ext uri="{FF2B5EF4-FFF2-40B4-BE49-F238E27FC236}">
                    <a16:creationId xmlns:a16="http://schemas.microsoft.com/office/drawing/2014/main" id="{D8F7A524-FB15-8345-BB81-625794BEFD40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02" name="Oval 1201">
                <a:extLst>
                  <a:ext uri="{FF2B5EF4-FFF2-40B4-BE49-F238E27FC236}">
                    <a16:creationId xmlns:a16="http://schemas.microsoft.com/office/drawing/2014/main" id="{0BE0A724-293E-5546-A1BE-39CF4C61761A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03" name="Oval 1202">
                <a:extLst>
                  <a:ext uri="{FF2B5EF4-FFF2-40B4-BE49-F238E27FC236}">
                    <a16:creationId xmlns:a16="http://schemas.microsoft.com/office/drawing/2014/main" id="{44694BFD-88FC-5E4D-98C3-59FBB190DEB3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04" name="Oval 1203">
                <a:extLst>
                  <a:ext uri="{FF2B5EF4-FFF2-40B4-BE49-F238E27FC236}">
                    <a16:creationId xmlns:a16="http://schemas.microsoft.com/office/drawing/2014/main" id="{1A6F8397-7D5F-7145-9F04-484C8BB9DA4A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05" name="Oval 1204">
                <a:extLst>
                  <a:ext uri="{FF2B5EF4-FFF2-40B4-BE49-F238E27FC236}">
                    <a16:creationId xmlns:a16="http://schemas.microsoft.com/office/drawing/2014/main" id="{5E5C0A33-2509-4E48-A875-36FED049041F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06" name="Oval 1205">
                <a:extLst>
                  <a:ext uri="{FF2B5EF4-FFF2-40B4-BE49-F238E27FC236}">
                    <a16:creationId xmlns:a16="http://schemas.microsoft.com/office/drawing/2014/main" id="{AEF18016-C387-8542-AA86-809A758A99F1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07" name="Oval 1206">
                <a:extLst>
                  <a:ext uri="{FF2B5EF4-FFF2-40B4-BE49-F238E27FC236}">
                    <a16:creationId xmlns:a16="http://schemas.microsoft.com/office/drawing/2014/main" id="{F5C794DF-26A0-9D40-B8C9-CA1D8AED739D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08" name="Oval 1207">
                <a:extLst>
                  <a:ext uri="{FF2B5EF4-FFF2-40B4-BE49-F238E27FC236}">
                    <a16:creationId xmlns:a16="http://schemas.microsoft.com/office/drawing/2014/main" id="{087F2063-BE13-D94A-901A-0B29F9B225B1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09" name="Oval 1208">
                <a:extLst>
                  <a:ext uri="{FF2B5EF4-FFF2-40B4-BE49-F238E27FC236}">
                    <a16:creationId xmlns:a16="http://schemas.microsoft.com/office/drawing/2014/main" id="{9EB2E9CC-32EA-7046-B7D6-AC3523AC2D94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10" name="Oval 1209">
                <a:extLst>
                  <a:ext uri="{FF2B5EF4-FFF2-40B4-BE49-F238E27FC236}">
                    <a16:creationId xmlns:a16="http://schemas.microsoft.com/office/drawing/2014/main" id="{CBE11113-8309-CE43-B4CC-3F7BC9B8F9DB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11" name="Oval 1210">
                <a:extLst>
                  <a:ext uri="{FF2B5EF4-FFF2-40B4-BE49-F238E27FC236}">
                    <a16:creationId xmlns:a16="http://schemas.microsoft.com/office/drawing/2014/main" id="{895F57FD-6F64-C34B-80E7-76D38ECA41AC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12" name="Oval 1211">
                <a:extLst>
                  <a:ext uri="{FF2B5EF4-FFF2-40B4-BE49-F238E27FC236}">
                    <a16:creationId xmlns:a16="http://schemas.microsoft.com/office/drawing/2014/main" id="{A9740960-BF09-9943-B113-499DF99F9EE8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13" name="Oval 1212">
                <a:extLst>
                  <a:ext uri="{FF2B5EF4-FFF2-40B4-BE49-F238E27FC236}">
                    <a16:creationId xmlns:a16="http://schemas.microsoft.com/office/drawing/2014/main" id="{BF9A51A5-D736-9A40-90DE-A341D90429BB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14" name="Oval 1213">
                <a:extLst>
                  <a:ext uri="{FF2B5EF4-FFF2-40B4-BE49-F238E27FC236}">
                    <a16:creationId xmlns:a16="http://schemas.microsoft.com/office/drawing/2014/main" id="{021DC434-800F-D94D-8CFC-09E22E6DD86F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15" name="Oval 1214">
                <a:extLst>
                  <a:ext uri="{FF2B5EF4-FFF2-40B4-BE49-F238E27FC236}">
                    <a16:creationId xmlns:a16="http://schemas.microsoft.com/office/drawing/2014/main" id="{E7CD5898-CA77-EC46-A1D9-86088B12A39B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16" name="Oval 1215">
                <a:extLst>
                  <a:ext uri="{FF2B5EF4-FFF2-40B4-BE49-F238E27FC236}">
                    <a16:creationId xmlns:a16="http://schemas.microsoft.com/office/drawing/2014/main" id="{09144C0B-D5FC-5844-977B-9D3058C2E7E0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17" name="Oval 1216">
                <a:extLst>
                  <a:ext uri="{FF2B5EF4-FFF2-40B4-BE49-F238E27FC236}">
                    <a16:creationId xmlns:a16="http://schemas.microsoft.com/office/drawing/2014/main" id="{4A4F0D5D-5C6E-4746-A090-86D70DD6CE47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18" name="Oval 1217">
                <a:extLst>
                  <a:ext uri="{FF2B5EF4-FFF2-40B4-BE49-F238E27FC236}">
                    <a16:creationId xmlns:a16="http://schemas.microsoft.com/office/drawing/2014/main" id="{BF63A8ED-6859-2842-8510-F5D0289C2F72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19" name="Oval 1218">
                <a:extLst>
                  <a:ext uri="{FF2B5EF4-FFF2-40B4-BE49-F238E27FC236}">
                    <a16:creationId xmlns:a16="http://schemas.microsoft.com/office/drawing/2014/main" id="{66FE9DDA-7A8F-B94D-BB08-3D78795FAA6C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0" name="Oval 1219">
                <a:extLst>
                  <a:ext uri="{FF2B5EF4-FFF2-40B4-BE49-F238E27FC236}">
                    <a16:creationId xmlns:a16="http://schemas.microsoft.com/office/drawing/2014/main" id="{426AE2A7-CA65-E743-8A74-391AC01FA176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1" name="Oval 1220">
                <a:extLst>
                  <a:ext uri="{FF2B5EF4-FFF2-40B4-BE49-F238E27FC236}">
                    <a16:creationId xmlns:a16="http://schemas.microsoft.com/office/drawing/2014/main" id="{3BA100A5-E9BF-DB49-90BE-6C00962C2CE4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2" name="Oval 1221">
                <a:extLst>
                  <a:ext uri="{FF2B5EF4-FFF2-40B4-BE49-F238E27FC236}">
                    <a16:creationId xmlns:a16="http://schemas.microsoft.com/office/drawing/2014/main" id="{BD7E41DD-41E7-C747-B044-7E000ABFA820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3" name="Oval 1222">
                <a:extLst>
                  <a:ext uri="{FF2B5EF4-FFF2-40B4-BE49-F238E27FC236}">
                    <a16:creationId xmlns:a16="http://schemas.microsoft.com/office/drawing/2014/main" id="{C34AE7DA-7C75-EA49-ACCF-06D81E44D55B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4" name="Oval 1223">
                <a:extLst>
                  <a:ext uri="{FF2B5EF4-FFF2-40B4-BE49-F238E27FC236}">
                    <a16:creationId xmlns:a16="http://schemas.microsoft.com/office/drawing/2014/main" id="{043DBF1A-9FDB-FC47-8E01-4780DABCA536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5" name="Oval 1224">
                <a:extLst>
                  <a:ext uri="{FF2B5EF4-FFF2-40B4-BE49-F238E27FC236}">
                    <a16:creationId xmlns:a16="http://schemas.microsoft.com/office/drawing/2014/main" id="{240A5492-775B-804B-9404-915A1B3B225C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6" name="Oval 1225">
                <a:extLst>
                  <a:ext uri="{FF2B5EF4-FFF2-40B4-BE49-F238E27FC236}">
                    <a16:creationId xmlns:a16="http://schemas.microsoft.com/office/drawing/2014/main" id="{99827C7B-2E8B-C345-AC8E-1533B25247A3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7" name="Oval 1226">
                <a:extLst>
                  <a:ext uri="{FF2B5EF4-FFF2-40B4-BE49-F238E27FC236}">
                    <a16:creationId xmlns:a16="http://schemas.microsoft.com/office/drawing/2014/main" id="{BAFD59B9-F0A1-554A-99EC-686DDC5FFE61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8" name="Oval 1227">
                <a:extLst>
                  <a:ext uri="{FF2B5EF4-FFF2-40B4-BE49-F238E27FC236}">
                    <a16:creationId xmlns:a16="http://schemas.microsoft.com/office/drawing/2014/main" id="{16FC5624-7D49-6D43-BE68-A6A08A5DE9E3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9" name="Oval 1228">
                <a:extLst>
                  <a:ext uri="{FF2B5EF4-FFF2-40B4-BE49-F238E27FC236}">
                    <a16:creationId xmlns:a16="http://schemas.microsoft.com/office/drawing/2014/main" id="{C9B835E4-7FCD-F64E-BA8F-426E3182B600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0" name="Oval 1229">
                <a:extLst>
                  <a:ext uri="{FF2B5EF4-FFF2-40B4-BE49-F238E27FC236}">
                    <a16:creationId xmlns:a16="http://schemas.microsoft.com/office/drawing/2014/main" id="{10D40D38-9FDE-CD47-A5D8-234A9B9557C9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1" name="Oval 1230">
                <a:extLst>
                  <a:ext uri="{FF2B5EF4-FFF2-40B4-BE49-F238E27FC236}">
                    <a16:creationId xmlns:a16="http://schemas.microsoft.com/office/drawing/2014/main" id="{BE5263D1-60BD-C44A-9455-7A7614AAAF07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2" name="Oval 1231">
                <a:extLst>
                  <a:ext uri="{FF2B5EF4-FFF2-40B4-BE49-F238E27FC236}">
                    <a16:creationId xmlns:a16="http://schemas.microsoft.com/office/drawing/2014/main" id="{1987A090-3C23-D649-8DF2-4314F947C32B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3" name="Oval 1232">
                <a:extLst>
                  <a:ext uri="{FF2B5EF4-FFF2-40B4-BE49-F238E27FC236}">
                    <a16:creationId xmlns:a16="http://schemas.microsoft.com/office/drawing/2014/main" id="{93FDA3A7-3F41-C847-9151-3006B472A74D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4" name="Oval 1233">
                <a:extLst>
                  <a:ext uri="{FF2B5EF4-FFF2-40B4-BE49-F238E27FC236}">
                    <a16:creationId xmlns:a16="http://schemas.microsoft.com/office/drawing/2014/main" id="{1CE42A19-B2F9-7949-9C27-0974BB6567B5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5" name="Oval 1234">
                <a:extLst>
                  <a:ext uri="{FF2B5EF4-FFF2-40B4-BE49-F238E27FC236}">
                    <a16:creationId xmlns:a16="http://schemas.microsoft.com/office/drawing/2014/main" id="{AE1BC999-2E2B-6B49-A8CD-A3A0359AEAC2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6" name="Oval 1235">
                <a:extLst>
                  <a:ext uri="{FF2B5EF4-FFF2-40B4-BE49-F238E27FC236}">
                    <a16:creationId xmlns:a16="http://schemas.microsoft.com/office/drawing/2014/main" id="{2CB6F248-3FAA-7345-8857-3F18C820CED6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7" name="Oval 1236">
                <a:extLst>
                  <a:ext uri="{FF2B5EF4-FFF2-40B4-BE49-F238E27FC236}">
                    <a16:creationId xmlns:a16="http://schemas.microsoft.com/office/drawing/2014/main" id="{9A45E643-2943-7941-9D9B-E150E9EFA20D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8" name="Oval 1237">
                <a:extLst>
                  <a:ext uri="{FF2B5EF4-FFF2-40B4-BE49-F238E27FC236}">
                    <a16:creationId xmlns:a16="http://schemas.microsoft.com/office/drawing/2014/main" id="{3ACD563F-0732-404B-9B83-4DEC7F546857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9" name="Oval 1238">
                <a:extLst>
                  <a:ext uri="{FF2B5EF4-FFF2-40B4-BE49-F238E27FC236}">
                    <a16:creationId xmlns:a16="http://schemas.microsoft.com/office/drawing/2014/main" id="{B31F3461-97E4-D141-977A-F2F213468683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40" name="Oval 1239">
                <a:extLst>
                  <a:ext uri="{FF2B5EF4-FFF2-40B4-BE49-F238E27FC236}">
                    <a16:creationId xmlns:a16="http://schemas.microsoft.com/office/drawing/2014/main" id="{6D2366E0-8527-0842-843F-76D6E922F6CE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41" name="Oval 1240">
                <a:extLst>
                  <a:ext uri="{FF2B5EF4-FFF2-40B4-BE49-F238E27FC236}">
                    <a16:creationId xmlns:a16="http://schemas.microsoft.com/office/drawing/2014/main" id="{6771C35B-5DD2-524B-B535-8CE4166A115D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42" name="Oval 1241">
                <a:extLst>
                  <a:ext uri="{FF2B5EF4-FFF2-40B4-BE49-F238E27FC236}">
                    <a16:creationId xmlns:a16="http://schemas.microsoft.com/office/drawing/2014/main" id="{CE660178-5081-944A-BBDF-DE0A53A96088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43" name="Oval 1242">
                <a:extLst>
                  <a:ext uri="{FF2B5EF4-FFF2-40B4-BE49-F238E27FC236}">
                    <a16:creationId xmlns:a16="http://schemas.microsoft.com/office/drawing/2014/main" id="{3878071E-42FD-5C48-847A-9C7597F2E044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44" name="Oval 1243">
                <a:extLst>
                  <a:ext uri="{FF2B5EF4-FFF2-40B4-BE49-F238E27FC236}">
                    <a16:creationId xmlns:a16="http://schemas.microsoft.com/office/drawing/2014/main" id="{163E3B3A-D544-CF47-92CB-BBE2D31B7E79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45" name="Oval 1244">
                <a:extLst>
                  <a:ext uri="{FF2B5EF4-FFF2-40B4-BE49-F238E27FC236}">
                    <a16:creationId xmlns:a16="http://schemas.microsoft.com/office/drawing/2014/main" id="{DF7C8A9E-43EE-7145-88C9-8D610B865475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46" name="Oval 1245">
                <a:extLst>
                  <a:ext uri="{FF2B5EF4-FFF2-40B4-BE49-F238E27FC236}">
                    <a16:creationId xmlns:a16="http://schemas.microsoft.com/office/drawing/2014/main" id="{B3C44ABB-D19F-294E-967B-7AC4371EC571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47" name="Oval 1246">
                <a:extLst>
                  <a:ext uri="{FF2B5EF4-FFF2-40B4-BE49-F238E27FC236}">
                    <a16:creationId xmlns:a16="http://schemas.microsoft.com/office/drawing/2014/main" id="{1865FB30-DDB9-D240-B32B-42ADE3F95108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48" name="Oval 1247">
                <a:extLst>
                  <a:ext uri="{FF2B5EF4-FFF2-40B4-BE49-F238E27FC236}">
                    <a16:creationId xmlns:a16="http://schemas.microsoft.com/office/drawing/2014/main" id="{E5163A91-5380-1F40-850E-0662C49495C0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49" name="Oval 1248">
                <a:extLst>
                  <a:ext uri="{FF2B5EF4-FFF2-40B4-BE49-F238E27FC236}">
                    <a16:creationId xmlns:a16="http://schemas.microsoft.com/office/drawing/2014/main" id="{D3E26517-129A-3242-A24B-AF48D7D329AC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50" name="Oval 1249">
                <a:extLst>
                  <a:ext uri="{FF2B5EF4-FFF2-40B4-BE49-F238E27FC236}">
                    <a16:creationId xmlns:a16="http://schemas.microsoft.com/office/drawing/2014/main" id="{D727C160-A3D1-4745-8873-0A49614737A8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51" name="Oval 1250">
                <a:extLst>
                  <a:ext uri="{FF2B5EF4-FFF2-40B4-BE49-F238E27FC236}">
                    <a16:creationId xmlns:a16="http://schemas.microsoft.com/office/drawing/2014/main" id="{4BE4491D-D438-F14E-A538-03D2693BD0E6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52" name="Oval 1251">
                <a:extLst>
                  <a:ext uri="{FF2B5EF4-FFF2-40B4-BE49-F238E27FC236}">
                    <a16:creationId xmlns:a16="http://schemas.microsoft.com/office/drawing/2014/main" id="{E387A0F5-09D8-3243-84E2-4FB229F76D66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53" name="Oval 1252">
                <a:extLst>
                  <a:ext uri="{FF2B5EF4-FFF2-40B4-BE49-F238E27FC236}">
                    <a16:creationId xmlns:a16="http://schemas.microsoft.com/office/drawing/2014/main" id="{48A673F8-2B5F-A443-BAF7-3D98AF865978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54" name="Oval 1253">
                <a:extLst>
                  <a:ext uri="{FF2B5EF4-FFF2-40B4-BE49-F238E27FC236}">
                    <a16:creationId xmlns:a16="http://schemas.microsoft.com/office/drawing/2014/main" id="{1937490B-00B7-3A4C-A4F0-D06ACD74CB41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55" name="Oval 1254">
                <a:extLst>
                  <a:ext uri="{FF2B5EF4-FFF2-40B4-BE49-F238E27FC236}">
                    <a16:creationId xmlns:a16="http://schemas.microsoft.com/office/drawing/2014/main" id="{4FD6DBFC-804A-7343-B03E-B9908178E828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56" name="Oval 1255">
                <a:extLst>
                  <a:ext uri="{FF2B5EF4-FFF2-40B4-BE49-F238E27FC236}">
                    <a16:creationId xmlns:a16="http://schemas.microsoft.com/office/drawing/2014/main" id="{937406AF-112E-5244-9DBA-397CF6057083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57" name="Oval 1256">
                <a:extLst>
                  <a:ext uri="{FF2B5EF4-FFF2-40B4-BE49-F238E27FC236}">
                    <a16:creationId xmlns:a16="http://schemas.microsoft.com/office/drawing/2014/main" id="{7C9475C2-8F4B-4143-A793-025EA6D852BD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58" name="Oval 1257">
                <a:extLst>
                  <a:ext uri="{FF2B5EF4-FFF2-40B4-BE49-F238E27FC236}">
                    <a16:creationId xmlns:a16="http://schemas.microsoft.com/office/drawing/2014/main" id="{CEC72562-CF13-894B-8485-F236ED78EE7E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59" name="Oval 1258">
                <a:extLst>
                  <a:ext uri="{FF2B5EF4-FFF2-40B4-BE49-F238E27FC236}">
                    <a16:creationId xmlns:a16="http://schemas.microsoft.com/office/drawing/2014/main" id="{EC38DF53-C754-8E4D-BFB1-483718ECBB82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60" name="Oval 1259">
                <a:extLst>
                  <a:ext uri="{FF2B5EF4-FFF2-40B4-BE49-F238E27FC236}">
                    <a16:creationId xmlns:a16="http://schemas.microsoft.com/office/drawing/2014/main" id="{5DE71806-0DE2-574B-82E1-6B4F53F5312B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61" name="Oval 1260">
                <a:extLst>
                  <a:ext uri="{FF2B5EF4-FFF2-40B4-BE49-F238E27FC236}">
                    <a16:creationId xmlns:a16="http://schemas.microsoft.com/office/drawing/2014/main" id="{7F80DF25-8AEB-A948-ACD3-59A96AE59EDB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62" name="Oval 1261">
                <a:extLst>
                  <a:ext uri="{FF2B5EF4-FFF2-40B4-BE49-F238E27FC236}">
                    <a16:creationId xmlns:a16="http://schemas.microsoft.com/office/drawing/2014/main" id="{5405CFFC-F060-3440-9E8B-730A1C0D0C09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63" name="Oval 1262">
                <a:extLst>
                  <a:ext uri="{FF2B5EF4-FFF2-40B4-BE49-F238E27FC236}">
                    <a16:creationId xmlns:a16="http://schemas.microsoft.com/office/drawing/2014/main" id="{9D88A8BF-02BA-EB4B-B90F-22162BC38F1B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64" name="Oval 1263">
                <a:extLst>
                  <a:ext uri="{FF2B5EF4-FFF2-40B4-BE49-F238E27FC236}">
                    <a16:creationId xmlns:a16="http://schemas.microsoft.com/office/drawing/2014/main" id="{498D5137-5FAE-9A4B-A30D-589B24A54FEE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65" name="Oval 1264">
                <a:extLst>
                  <a:ext uri="{FF2B5EF4-FFF2-40B4-BE49-F238E27FC236}">
                    <a16:creationId xmlns:a16="http://schemas.microsoft.com/office/drawing/2014/main" id="{0FB3D90A-BAC7-B846-A0CD-952474B3E16E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66" name="Oval 1265">
                <a:extLst>
                  <a:ext uri="{FF2B5EF4-FFF2-40B4-BE49-F238E27FC236}">
                    <a16:creationId xmlns:a16="http://schemas.microsoft.com/office/drawing/2014/main" id="{DF42D2FE-0969-614D-9663-90C07F82547F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67" name="Oval 1266">
                <a:extLst>
                  <a:ext uri="{FF2B5EF4-FFF2-40B4-BE49-F238E27FC236}">
                    <a16:creationId xmlns:a16="http://schemas.microsoft.com/office/drawing/2014/main" id="{C941E746-D567-564F-B84D-9611B94102D1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68" name="Oval 1267">
                <a:extLst>
                  <a:ext uri="{FF2B5EF4-FFF2-40B4-BE49-F238E27FC236}">
                    <a16:creationId xmlns:a16="http://schemas.microsoft.com/office/drawing/2014/main" id="{40B1F01C-653E-0041-9554-1B05F00A550B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69" name="Oval 1268">
                <a:extLst>
                  <a:ext uri="{FF2B5EF4-FFF2-40B4-BE49-F238E27FC236}">
                    <a16:creationId xmlns:a16="http://schemas.microsoft.com/office/drawing/2014/main" id="{3F57952E-C01C-414D-B40D-5364B4F6D390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70" name="Oval 1269">
                <a:extLst>
                  <a:ext uri="{FF2B5EF4-FFF2-40B4-BE49-F238E27FC236}">
                    <a16:creationId xmlns:a16="http://schemas.microsoft.com/office/drawing/2014/main" id="{8A619E4E-18E7-7D48-B6D1-4EDBE89E3D1D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71" name="Oval 1270">
                <a:extLst>
                  <a:ext uri="{FF2B5EF4-FFF2-40B4-BE49-F238E27FC236}">
                    <a16:creationId xmlns:a16="http://schemas.microsoft.com/office/drawing/2014/main" id="{04B7A63A-B991-6842-911C-FDBBF8FB98FB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72" name="Oval 1271">
                <a:extLst>
                  <a:ext uri="{FF2B5EF4-FFF2-40B4-BE49-F238E27FC236}">
                    <a16:creationId xmlns:a16="http://schemas.microsoft.com/office/drawing/2014/main" id="{A0266634-6A67-2740-84D4-3094841B879E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73" name="Oval 1272">
                <a:extLst>
                  <a:ext uri="{FF2B5EF4-FFF2-40B4-BE49-F238E27FC236}">
                    <a16:creationId xmlns:a16="http://schemas.microsoft.com/office/drawing/2014/main" id="{B25C06A3-4642-3440-92C2-8984CEA3B8D3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74" name="Oval 1273">
                <a:extLst>
                  <a:ext uri="{FF2B5EF4-FFF2-40B4-BE49-F238E27FC236}">
                    <a16:creationId xmlns:a16="http://schemas.microsoft.com/office/drawing/2014/main" id="{BCDB1142-42BA-0648-9346-91A8D7026111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75" name="Oval 1274">
                <a:extLst>
                  <a:ext uri="{FF2B5EF4-FFF2-40B4-BE49-F238E27FC236}">
                    <a16:creationId xmlns:a16="http://schemas.microsoft.com/office/drawing/2014/main" id="{F5F513AD-1AD8-5C49-9E7A-57A41C638D41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76" name="Oval 1275">
                <a:extLst>
                  <a:ext uri="{FF2B5EF4-FFF2-40B4-BE49-F238E27FC236}">
                    <a16:creationId xmlns:a16="http://schemas.microsoft.com/office/drawing/2014/main" id="{FE8CE9A1-70DF-7446-8090-84652EC0087C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77" name="Oval 1276">
                <a:extLst>
                  <a:ext uri="{FF2B5EF4-FFF2-40B4-BE49-F238E27FC236}">
                    <a16:creationId xmlns:a16="http://schemas.microsoft.com/office/drawing/2014/main" id="{1B4C5E5C-2758-D349-BA9E-9E9808F0C3A5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78" name="Oval 1277">
                <a:extLst>
                  <a:ext uri="{FF2B5EF4-FFF2-40B4-BE49-F238E27FC236}">
                    <a16:creationId xmlns:a16="http://schemas.microsoft.com/office/drawing/2014/main" id="{0C077F66-D26D-124A-BD18-DC50437A154E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79" name="Oval 1278">
                <a:extLst>
                  <a:ext uri="{FF2B5EF4-FFF2-40B4-BE49-F238E27FC236}">
                    <a16:creationId xmlns:a16="http://schemas.microsoft.com/office/drawing/2014/main" id="{C1E52105-8DB7-BF42-8D0C-C83E5EA2136A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80" name="Oval 1279">
                <a:extLst>
                  <a:ext uri="{FF2B5EF4-FFF2-40B4-BE49-F238E27FC236}">
                    <a16:creationId xmlns:a16="http://schemas.microsoft.com/office/drawing/2014/main" id="{89F1CE64-FCF4-364C-9596-20947DBD9217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81" name="Oval 1280">
                <a:extLst>
                  <a:ext uri="{FF2B5EF4-FFF2-40B4-BE49-F238E27FC236}">
                    <a16:creationId xmlns:a16="http://schemas.microsoft.com/office/drawing/2014/main" id="{E9E91651-B995-5B48-872C-80FA2BE3B494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82" name="Oval 1281">
                <a:extLst>
                  <a:ext uri="{FF2B5EF4-FFF2-40B4-BE49-F238E27FC236}">
                    <a16:creationId xmlns:a16="http://schemas.microsoft.com/office/drawing/2014/main" id="{FB80426F-DDD3-5740-ABDE-BC82BEA93AD8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83" name="Oval 1282">
                <a:extLst>
                  <a:ext uri="{FF2B5EF4-FFF2-40B4-BE49-F238E27FC236}">
                    <a16:creationId xmlns:a16="http://schemas.microsoft.com/office/drawing/2014/main" id="{CC4C215B-D0B1-EA4C-BA20-7B7A717EFC48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84" name="Oval 1283">
                <a:extLst>
                  <a:ext uri="{FF2B5EF4-FFF2-40B4-BE49-F238E27FC236}">
                    <a16:creationId xmlns:a16="http://schemas.microsoft.com/office/drawing/2014/main" id="{A72274AD-A579-5844-83CB-2FB30B1AFF61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85" name="Oval 1284">
                <a:extLst>
                  <a:ext uri="{FF2B5EF4-FFF2-40B4-BE49-F238E27FC236}">
                    <a16:creationId xmlns:a16="http://schemas.microsoft.com/office/drawing/2014/main" id="{B24A8754-BB6F-394B-95B7-40FD74B5F230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86" name="Freeform 1285">
                <a:extLst>
                  <a:ext uri="{FF2B5EF4-FFF2-40B4-BE49-F238E27FC236}">
                    <a16:creationId xmlns:a16="http://schemas.microsoft.com/office/drawing/2014/main" id="{F1D1968B-319F-7747-BB4F-A8947AA01D1D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7" name="Freeform 1286">
                <a:extLst>
                  <a:ext uri="{FF2B5EF4-FFF2-40B4-BE49-F238E27FC236}">
                    <a16:creationId xmlns:a16="http://schemas.microsoft.com/office/drawing/2014/main" id="{38089092-7FF1-5647-9130-26FF1D6F7BBA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38" name="Group 1037">
              <a:extLst>
                <a:ext uri="{FF2B5EF4-FFF2-40B4-BE49-F238E27FC236}">
                  <a16:creationId xmlns:a16="http://schemas.microsoft.com/office/drawing/2014/main" id="{1E20B3A9-099F-4548-9B16-F61A5B5F10B7}"/>
                </a:ext>
              </a:extLst>
            </p:cNvPr>
            <p:cNvGrpSpPr/>
            <p:nvPr/>
          </p:nvGrpSpPr>
          <p:grpSpPr>
            <a:xfrm rot="1434984">
              <a:off x="3235596" y="5008454"/>
              <a:ext cx="686823" cy="439136"/>
              <a:chOff x="5871652" y="6279397"/>
              <a:chExt cx="686823" cy="439136"/>
            </a:xfrm>
          </p:grpSpPr>
          <p:sp>
            <p:nvSpPr>
              <p:cNvPr id="1050" name="Freeform 1049">
                <a:extLst>
                  <a:ext uri="{FF2B5EF4-FFF2-40B4-BE49-F238E27FC236}">
                    <a16:creationId xmlns:a16="http://schemas.microsoft.com/office/drawing/2014/main" id="{41C9D291-9B90-6142-98BD-52A4F09429BF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1" name="Freeform 1050">
                <a:extLst>
                  <a:ext uri="{FF2B5EF4-FFF2-40B4-BE49-F238E27FC236}">
                    <a16:creationId xmlns:a16="http://schemas.microsoft.com/office/drawing/2014/main" id="{C65464EF-EDF2-8D44-AF40-82D6E76A79AA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2" name="Freeform 1051">
                <a:extLst>
                  <a:ext uri="{FF2B5EF4-FFF2-40B4-BE49-F238E27FC236}">
                    <a16:creationId xmlns:a16="http://schemas.microsoft.com/office/drawing/2014/main" id="{51B1D567-285B-BB40-AA84-2AC4E60A7D07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F2D68344-B922-AF46-B4E1-D2BBA3DDB0E3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1054" name="Oval 1053">
                <a:extLst>
                  <a:ext uri="{FF2B5EF4-FFF2-40B4-BE49-F238E27FC236}">
                    <a16:creationId xmlns:a16="http://schemas.microsoft.com/office/drawing/2014/main" id="{548F659D-32F3-704A-8FDA-3B61838A1232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5" name="Oval 1054">
                <a:extLst>
                  <a:ext uri="{FF2B5EF4-FFF2-40B4-BE49-F238E27FC236}">
                    <a16:creationId xmlns:a16="http://schemas.microsoft.com/office/drawing/2014/main" id="{CE6F7A23-21D9-1847-81C6-59EECAFF9C00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6" name="Oval 1055">
                <a:extLst>
                  <a:ext uri="{FF2B5EF4-FFF2-40B4-BE49-F238E27FC236}">
                    <a16:creationId xmlns:a16="http://schemas.microsoft.com/office/drawing/2014/main" id="{3769E0A9-AF83-7644-A08F-230B93CBEA55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7" name="Oval 1056">
                <a:extLst>
                  <a:ext uri="{FF2B5EF4-FFF2-40B4-BE49-F238E27FC236}">
                    <a16:creationId xmlns:a16="http://schemas.microsoft.com/office/drawing/2014/main" id="{D7C57437-0658-B74D-B300-0897F9DCDEA5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8" name="Oval 1057">
                <a:extLst>
                  <a:ext uri="{FF2B5EF4-FFF2-40B4-BE49-F238E27FC236}">
                    <a16:creationId xmlns:a16="http://schemas.microsoft.com/office/drawing/2014/main" id="{C3B21CBC-7690-7143-940D-05A9A4587D8B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9" name="Oval 1058">
                <a:extLst>
                  <a:ext uri="{FF2B5EF4-FFF2-40B4-BE49-F238E27FC236}">
                    <a16:creationId xmlns:a16="http://schemas.microsoft.com/office/drawing/2014/main" id="{175A2CF8-59DA-5848-AE29-036C2204865C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0" name="Oval 1059">
                <a:extLst>
                  <a:ext uri="{FF2B5EF4-FFF2-40B4-BE49-F238E27FC236}">
                    <a16:creationId xmlns:a16="http://schemas.microsoft.com/office/drawing/2014/main" id="{03172D62-DA8F-4F4A-8026-3918C9714955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1" name="Oval 1060">
                <a:extLst>
                  <a:ext uri="{FF2B5EF4-FFF2-40B4-BE49-F238E27FC236}">
                    <a16:creationId xmlns:a16="http://schemas.microsoft.com/office/drawing/2014/main" id="{7A5F79AF-4874-0141-A8F4-640540B85BBF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2" name="Oval 1061">
                <a:extLst>
                  <a:ext uri="{FF2B5EF4-FFF2-40B4-BE49-F238E27FC236}">
                    <a16:creationId xmlns:a16="http://schemas.microsoft.com/office/drawing/2014/main" id="{0594D5A5-E0EF-2C44-8E1B-F7B9E48FAFC8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3" name="Oval 1062">
                <a:extLst>
                  <a:ext uri="{FF2B5EF4-FFF2-40B4-BE49-F238E27FC236}">
                    <a16:creationId xmlns:a16="http://schemas.microsoft.com/office/drawing/2014/main" id="{9B018521-63B9-514C-937B-50DA83A96B84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4" name="Oval 1063">
                <a:extLst>
                  <a:ext uri="{FF2B5EF4-FFF2-40B4-BE49-F238E27FC236}">
                    <a16:creationId xmlns:a16="http://schemas.microsoft.com/office/drawing/2014/main" id="{8658A487-2A8B-484E-8E1A-7CB916BA5DF0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5" name="Oval 1064">
                <a:extLst>
                  <a:ext uri="{FF2B5EF4-FFF2-40B4-BE49-F238E27FC236}">
                    <a16:creationId xmlns:a16="http://schemas.microsoft.com/office/drawing/2014/main" id="{60651482-BFBC-DC45-8E43-A824130C2E30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6" name="Oval 1065">
                <a:extLst>
                  <a:ext uri="{FF2B5EF4-FFF2-40B4-BE49-F238E27FC236}">
                    <a16:creationId xmlns:a16="http://schemas.microsoft.com/office/drawing/2014/main" id="{DC6BD886-C23C-2147-B336-31338C33E3DF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7" name="Oval 1066">
                <a:extLst>
                  <a:ext uri="{FF2B5EF4-FFF2-40B4-BE49-F238E27FC236}">
                    <a16:creationId xmlns:a16="http://schemas.microsoft.com/office/drawing/2014/main" id="{8214D6FB-522F-9143-A7EC-F63FB76225DF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8" name="Oval 1067">
                <a:extLst>
                  <a:ext uri="{FF2B5EF4-FFF2-40B4-BE49-F238E27FC236}">
                    <a16:creationId xmlns:a16="http://schemas.microsoft.com/office/drawing/2014/main" id="{5786D063-6857-E441-AA24-902F9EA30DD9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9" name="Oval 1068">
                <a:extLst>
                  <a:ext uri="{FF2B5EF4-FFF2-40B4-BE49-F238E27FC236}">
                    <a16:creationId xmlns:a16="http://schemas.microsoft.com/office/drawing/2014/main" id="{7657BD07-3877-3E40-9BF9-F0FB072115AD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70" name="Oval 1069">
                <a:extLst>
                  <a:ext uri="{FF2B5EF4-FFF2-40B4-BE49-F238E27FC236}">
                    <a16:creationId xmlns:a16="http://schemas.microsoft.com/office/drawing/2014/main" id="{6ED9B4D9-C565-C445-BFB0-FD4A91F8A143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71" name="Oval 1070">
                <a:extLst>
                  <a:ext uri="{FF2B5EF4-FFF2-40B4-BE49-F238E27FC236}">
                    <a16:creationId xmlns:a16="http://schemas.microsoft.com/office/drawing/2014/main" id="{3B60DF3A-0A04-0A42-8E53-6B6F8747E3CD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72" name="Oval 1071">
                <a:extLst>
                  <a:ext uri="{FF2B5EF4-FFF2-40B4-BE49-F238E27FC236}">
                    <a16:creationId xmlns:a16="http://schemas.microsoft.com/office/drawing/2014/main" id="{6EEFEE66-59CD-5947-B9B9-B5692D60668A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73" name="Oval 1072">
                <a:extLst>
                  <a:ext uri="{FF2B5EF4-FFF2-40B4-BE49-F238E27FC236}">
                    <a16:creationId xmlns:a16="http://schemas.microsoft.com/office/drawing/2014/main" id="{F0C47141-ABA9-D249-B297-BB1E7D90E66A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74" name="Oval 1073">
                <a:extLst>
                  <a:ext uri="{FF2B5EF4-FFF2-40B4-BE49-F238E27FC236}">
                    <a16:creationId xmlns:a16="http://schemas.microsoft.com/office/drawing/2014/main" id="{A62545DD-544C-4342-9AB7-76210A8E6002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75" name="Oval 1074">
                <a:extLst>
                  <a:ext uri="{FF2B5EF4-FFF2-40B4-BE49-F238E27FC236}">
                    <a16:creationId xmlns:a16="http://schemas.microsoft.com/office/drawing/2014/main" id="{E1CB8DCF-64A8-8E40-8D48-7E5E5218196D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76" name="Oval 1075">
                <a:extLst>
                  <a:ext uri="{FF2B5EF4-FFF2-40B4-BE49-F238E27FC236}">
                    <a16:creationId xmlns:a16="http://schemas.microsoft.com/office/drawing/2014/main" id="{CBAF2354-94A6-124B-98C3-338344B3C120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77" name="Oval 1076">
                <a:extLst>
                  <a:ext uri="{FF2B5EF4-FFF2-40B4-BE49-F238E27FC236}">
                    <a16:creationId xmlns:a16="http://schemas.microsoft.com/office/drawing/2014/main" id="{35F0718B-E056-914E-AF41-95F00B99B7B7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78" name="Oval 1077">
                <a:extLst>
                  <a:ext uri="{FF2B5EF4-FFF2-40B4-BE49-F238E27FC236}">
                    <a16:creationId xmlns:a16="http://schemas.microsoft.com/office/drawing/2014/main" id="{700586B5-514F-5B46-BAAA-B792A8470751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79" name="Oval 1078">
                <a:extLst>
                  <a:ext uri="{FF2B5EF4-FFF2-40B4-BE49-F238E27FC236}">
                    <a16:creationId xmlns:a16="http://schemas.microsoft.com/office/drawing/2014/main" id="{23AF49F5-836E-BC4B-B525-BDD28614A4FF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80" name="Oval 1079">
                <a:extLst>
                  <a:ext uri="{FF2B5EF4-FFF2-40B4-BE49-F238E27FC236}">
                    <a16:creationId xmlns:a16="http://schemas.microsoft.com/office/drawing/2014/main" id="{A609B657-2DDD-904D-8DC8-9D2018FD2F11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81" name="Oval 1080">
                <a:extLst>
                  <a:ext uri="{FF2B5EF4-FFF2-40B4-BE49-F238E27FC236}">
                    <a16:creationId xmlns:a16="http://schemas.microsoft.com/office/drawing/2014/main" id="{DC316464-6975-4C42-95DC-42F093AB8BD7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82" name="Oval 1081">
                <a:extLst>
                  <a:ext uri="{FF2B5EF4-FFF2-40B4-BE49-F238E27FC236}">
                    <a16:creationId xmlns:a16="http://schemas.microsoft.com/office/drawing/2014/main" id="{35EBF110-EE23-CE42-B93E-76D4E0DCBE54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83" name="Oval 1082">
                <a:extLst>
                  <a:ext uri="{FF2B5EF4-FFF2-40B4-BE49-F238E27FC236}">
                    <a16:creationId xmlns:a16="http://schemas.microsoft.com/office/drawing/2014/main" id="{F5D69A38-5643-C04F-B999-5AFEBCCB4ED6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84" name="Oval 1083">
                <a:extLst>
                  <a:ext uri="{FF2B5EF4-FFF2-40B4-BE49-F238E27FC236}">
                    <a16:creationId xmlns:a16="http://schemas.microsoft.com/office/drawing/2014/main" id="{C078ED0F-FF29-054E-B82E-21BDA4DF3E72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85" name="Oval 1084">
                <a:extLst>
                  <a:ext uri="{FF2B5EF4-FFF2-40B4-BE49-F238E27FC236}">
                    <a16:creationId xmlns:a16="http://schemas.microsoft.com/office/drawing/2014/main" id="{0F0F0276-6742-F143-9434-88C70CC83103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86" name="Oval 1085">
                <a:extLst>
                  <a:ext uri="{FF2B5EF4-FFF2-40B4-BE49-F238E27FC236}">
                    <a16:creationId xmlns:a16="http://schemas.microsoft.com/office/drawing/2014/main" id="{B3A33087-15F1-1F44-A2F8-A0DE00F3694F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87" name="Oval 1086">
                <a:extLst>
                  <a:ext uri="{FF2B5EF4-FFF2-40B4-BE49-F238E27FC236}">
                    <a16:creationId xmlns:a16="http://schemas.microsoft.com/office/drawing/2014/main" id="{5E051FDE-F445-7A4A-84ED-1425CD924F87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88" name="Oval 1087">
                <a:extLst>
                  <a:ext uri="{FF2B5EF4-FFF2-40B4-BE49-F238E27FC236}">
                    <a16:creationId xmlns:a16="http://schemas.microsoft.com/office/drawing/2014/main" id="{466D9262-34EB-1E45-9960-E27FDC99526B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89" name="Oval 1088">
                <a:extLst>
                  <a:ext uri="{FF2B5EF4-FFF2-40B4-BE49-F238E27FC236}">
                    <a16:creationId xmlns:a16="http://schemas.microsoft.com/office/drawing/2014/main" id="{8A51FA86-7CB1-0C4B-9DBC-A7D1ED284F87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0" name="Oval 1089">
                <a:extLst>
                  <a:ext uri="{FF2B5EF4-FFF2-40B4-BE49-F238E27FC236}">
                    <a16:creationId xmlns:a16="http://schemas.microsoft.com/office/drawing/2014/main" id="{826BB65B-187C-164E-8EAB-B9EC7BA8F8DF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1" name="Oval 1090">
                <a:extLst>
                  <a:ext uri="{FF2B5EF4-FFF2-40B4-BE49-F238E27FC236}">
                    <a16:creationId xmlns:a16="http://schemas.microsoft.com/office/drawing/2014/main" id="{449AF5CD-0791-ED4E-BBCC-78A0003F7335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2" name="Oval 1091">
                <a:extLst>
                  <a:ext uri="{FF2B5EF4-FFF2-40B4-BE49-F238E27FC236}">
                    <a16:creationId xmlns:a16="http://schemas.microsoft.com/office/drawing/2014/main" id="{8B43B258-CC6F-824F-8DFD-65ECA10BECB8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3" name="Oval 1092">
                <a:extLst>
                  <a:ext uri="{FF2B5EF4-FFF2-40B4-BE49-F238E27FC236}">
                    <a16:creationId xmlns:a16="http://schemas.microsoft.com/office/drawing/2014/main" id="{AB83BE7E-B6A0-614C-9835-C7457D0EC9DB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4" name="Oval 1093">
                <a:extLst>
                  <a:ext uri="{FF2B5EF4-FFF2-40B4-BE49-F238E27FC236}">
                    <a16:creationId xmlns:a16="http://schemas.microsoft.com/office/drawing/2014/main" id="{F1D21A8A-A2F2-CF4B-B372-892A51017D50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5" name="Oval 1094">
                <a:extLst>
                  <a:ext uri="{FF2B5EF4-FFF2-40B4-BE49-F238E27FC236}">
                    <a16:creationId xmlns:a16="http://schemas.microsoft.com/office/drawing/2014/main" id="{96FF44DA-6619-EF4E-9C7C-FFF3ACE59824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6" name="Oval 1095">
                <a:extLst>
                  <a:ext uri="{FF2B5EF4-FFF2-40B4-BE49-F238E27FC236}">
                    <a16:creationId xmlns:a16="http://schemas.microsoft.com/office/drawing/2014/main" id="{8031E773-0A11-F948-98D3-02B7AB95525C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7" name="Oval 1096">
                <a:extLst>
                  <a:ext uri="{FF2B5EF4-FFF2-40B4-BE49-F238E27FC236}">
                    <a16:creationId xmlns:a16="http://schemas.microsoft.com/office/drawing/2014/main" id="{3E2FA043-1CEB-B94A-9E9B-21A96DBDDA6F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8" name="Oval 1097">
                <a:extLst>
                  <a:ext uri="{FF2B5EF4-FFF2-40B4-BE49-F238E27FC236}">
                    <a16:creationId xmlns:a16="http://schemas.microsoft.com/office/drawing/2014/main" id="{9B8B02B0-E409-2F4A-8065-8A78D34E36B7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9" name="Oval 1098">
                <a:extLst>
                  <a:ext uri="{FF2B5EF4-FFF2-40B4-BE49-F238E27FC236}">
                    <a16:creationId xmlns:a16="http://schemas.microsoft.com/office/drawing/2014/main" id="{2206E576-C545-1B43-9F7F-133D7448F918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0" name="Oval 1099">
                <a:extLst>
                  <a:ext uri="{FF2B5EF4-FFF2-40B4-BE49-F238E27FC236}">
                    <a16:creationId xmlns:a16="http://schemas.microsoft.com/office/drawing/2014/main" id="{C1AEA7C3-5F7E-BE45-A72F-6F4E9F174DCA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1" name="Oval 1100">
                <a:extLst>
                  <a:ext uri="{FF2B5EF4-FFF2-40B4-BE49-F238E27FC236}">
                    <a16:creationId xmlns:a16="http://schemas.microsoft.com/office/drawing/2014/main" id="{5FE1306B-70CF-0443-AC60-1DA485AFFC81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2" name="Oval 1101">
                <a:extLst>
                  <a:ext uri="{FF2B5EF4-FFF2-40B4-BE49-F238E27FC236}">
                    <a16:creationId xmlns:a16="http://schemas.microsoft.com/office/drawing/2014/main" id="{0E9B22E5-FDF6-1C45-A0E3-12C9A9FEBE25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3" name="Oval 1102">
                <a:extLst>
                  <a:ext uri="{FF2B5EF4-FFF2-40B4-BE49-F238E27FC236}">
                    <a16:creationId xmlns:a16="http://schemas.microsoft.com/office/drawing/2014/main" id="{4B55B527-1C76-8941-B4C5-7E02906BB142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4" name="Oval 1103">
                <a:extLst>
                  <a:ext uri="{FF2B5EF4-FFF2-40B4-BE49-F238E27FC236}">
                    <a16:creationId xmlns:a16="http://schemas.microsoft.com/office/drawing/2014/main" id="{2006AE84-A003-4F43-BB5C-8A5858C0E679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5" name="Oval 1104">
                <a:extLst>
                  <a:ext uri="{FF2B5EF4-FFF2-40B4-BE49-F238E27FC236}">
                    <a16:creationId xmlns:a16="http://schemas.microsoft.com/office/drawing/2014/main" id="{A599AE52-38AC-5D45-9FF5-45C82055DB85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6" name="Oval 1105">
                <a:extLst>
                  <a:ext uri="{FF2B5EF4-FFF2-40B4-BE49-F238E27FC236}">
                    <a16:creationId xmlns:a16="http://schemas.microsoft.com/office/drawing/2014/main" id="{2946E678-5792-514C-8426-B9612A6709E1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7" name="Oval 1106">
                <a:extLst>
                  <a:ext uri="{FF2B5EF4-FFF2-40B4-BE49-F238E27FC236}">
                    <a16:creationId xmlns:a16="http://schemas.microsoft.com/office/drawing/2014/main" id="{68E00390-2ED0-344A-ACFE-FDF385349879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8" name="Oval 1107">
                <a:extLst>
                  <a:ext uri="{FF2B5EF4-FFF2-40B4-BE49-F238E27FC236}">
                    <a16:creationId xmlns:a16="http://schemas.microsoft.com/office/drawing/2014/main" id="{1B520F28-4E1C-464D-9F61-C302659E45C5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9" name="Oval 1108">
                <a:extLst>
                  <a:ext uri="{FF2B5EF4-FFF2-40B4-BE49-F238E27FC236}">
                    <a16:creationId xmlns:a16="http://schemas.microsoft.com/office/drawing/2014/main" id="{92182B07-54B9-474F-8070-862BE9E267C8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0" name="Oval 1109">
                <a:extLst>
                  <a:ext uri="{FF2B5EF4-FFF2-40B4-BE49-F238E27FC236}">
                    <a16:creationId xmlns:a16="http://schemas.microsoft.com/office/drawing/2014/main" id="{2DBE4B82-FF25-A242-A6C6-FD575CAF2CC7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1" name="Oval 1110">
                <a:extLst>
                  <a:ext uri="{FF2B5EF4-FFF2-40B4-BE49-F238E27FC236}">
                    <a16:creationId xmlns:a16="http://schemas.microsoft.com/office/drawing/2014/main" id="{148BF721-8BE3-E044-B5D2-13D5226C8790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2" name="Oval 1111">
                <a:extLst>
                  <a:ext uri="{FF2B5EF4-FFF2-40B4-BE49-F238E27FC236}">
                    <a16:creationId xmlns:a16="http://schemas.microsoft.com/office/drawing/2014/main" id="{3B735BB8-AE8F-CF4C-90D0-20027EC7B347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3" name="Oval 1112">
                <a:extLst>
                  <a:ext uri="{FF2B5EF4-FFF2-40B4-BE49-F238E27FC236}">
                    <a16:creationId xmlns:a16="http://schemas.microsoft.com/office/drawing/2014/main" id="{60347032-931D-284B-B3CB-4DF9E1AB493C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4" name="Oval 1113">
                <a:extLst>
                  <a:ext uri="{FF2B5EF4-FFF2-40B4-BE49-F238E27FC236}">
                    <a16:creationId xmlns:a16="http://schemas.microsoft.com/office/drawing/2014/main" id="{FBD1DC26-3021-0B44-881D-66F1FA17AD2D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5" name="Oval 1114">
                <a:extLst>
                  <a:ext uri="{FF2B5EF4-FFF2-40B4-BE49-F238E27FC236}">
                    <a16:creationId xmlns:a16="http://schemas.microsoft.com/office/drawing/2014/main" id="{05742486-E8B8-BC41-BE49-064FBE35E2E6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6" name="Oval 1115">
                <a:extLst>
                  <a:ext uri="{FF2B5EF4-FFF2-40B4-BE49-F238E27FC236}">
                    <a16:creationId xmlns:a16="http://schemas.microsoft.com/office/drawing/2014/main" id="{19273016-CC6B-DD42-B0EF-49B5A9015206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7" name="Oval 1116">
                <a:extLst>
                  <a:ext uri="{FF2B5EF4-FFF2-40B4-BE49-F238E27FC236}">
                    <a16:creationId xmlns:a16="http://schemas.microsoft.com/office/drawing/2014/main" id="{6000ACE8-B8E4-FA4D-88E7-1B0F66BFB689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8" name="Oval 1117">
                <a:extLst>
                  <a:ext uri="{FF2B5EF4-FFF2-40B4-BE49-F238E27FC236}">
                    <a16:creationId xmlns:a16="http://schemas.microsoft.com/office/drawing/2014/main" id="{0BFAFF8A-4F4B-3B44-BA61-BD9D2B01EA22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9" name="Oval 1118">
                <a:extLst>
                  <a:ext uri="{FF2B5EF4-FFF2-40B4-BE49-F238E27FC236}">
                    <a16:creationId xmlns:a16="http://schemas.microsoft.com/office/drawing/2014/main" id="{04289297-7D60-6D41-ADAF-6D75F7AE04A4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0" name="Oval 1119">
                <a:extLst>
                  <a:ext uri="{FF2B5EF4-FFF2-40B4-BE49-F238E27FC236}">
                    <a16:creationId xmlns:a16="http://schemas.microsoft.com/office/drawing/2014/main" id="{374DC041-4903-ED4C-8DDF-16A67F64AB8A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1" name="Oval 1120">
                <a:extLst>
                  <a:ext uri="{FF2B5EF4-FFF2-40B4-BE49-F238E27FC236}">
                    <a16:creationId xmlns:a16="http://schemas.microsoft.com/office/drawing/2014/main" id="{C29605E0-2533-B64A-961A-26E5EC356A6C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2" name="Oval 1121">
                <a:extLst>
                  <a:ext uri="{FF2B5EF4-FFF2-40B4-BE49-F238E27FC236}">
                    <a16:creationId xmlns:a16="http://schemas.microsoft.com/office/drawing/2014/main" id="{FA551099-B061-DA41-B858-6FC4144BC6E2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3" name="Oval 1122">
                <a:extLst>
                  <a:ext uri="{FF2B5EF4-FFF2-40B4-BE49-F238E27FC236}">
                    <a16:creationId xmlns:a16="http://schemas.microsoft.com/office/drawing/2014/main" id="{2C8DA9A0-31DF-7642-B25E-36A1A34EA1E4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4" name="Oval 1123">
                <a:extLst>
                  <a:ext uri="{FF2B5EF4-FFF2-40B4-BE49-F238E27FC236}">
                    <a16:creationId xmlns:a16="http://schemas.microsoft.com/office/drawing/2014/main" id="{340BC6B6-CC60-7F4D-99B1-1263E5E5D9DC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5" name="Oval 1124">
                <a:extLst>
                  <a:ext uri="{FF2B5EF4-FFF2-40B4-BE49-F238E27FC236}">
                    <a16:creationId xmlns:a16="http://schemas.microsoft.com/office/drawing/2014/main" id="{96EAC8B4-7E15-9947-89B0-1D96FB525530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6" name="Oval 1125">
                <a:extLst>
                  <a:ext uri="{FF2B5EF4-FFF2-40B4-BE49-F238E27FC236}">
                    <a16:creationId xmlns:a16="http://schemas.microsoft.com/office/drawing/2014/main" id="{82BB082C-8764-314D-84C4-78DDC547B86B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7" name="Oval 1126">
                <a:extLst>
                  <a:ext uri="{FF2B5EF4-FFF2-40B4-BE49-F238E27FC236}">
                    <a16:creationId xmlns:a16="http://schemas.microsoft.com/office/drawing/2014/main" id="{5D069383-39BF-E645-9F89-3BC611AB1056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8" name="Oval 1127">
                <a:extLst>
                  <a:ext uri="{FF2B5EF4-FFF2-40B4-BE49-F238E27FC236}">
                    <a16:creationId xmlns:a16="http://schemas.microsoft.com/office/drawing/2014/main" id="{E7226C70-8708-EC41-AF0A-D64A54BE36ED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9" name="Oval 1128">
                <a:extLst>
                  <a:ext uri="{FF2B5EF4-FFF2-40B4-BE49-F238E27FC236}">
                    <a16:creationId xmlns:a16="http://schemas.microsoft.com/office/drawing/2014/main" id="{2D626B45-A42F-3E47-AC5F-D3C10493A614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0" name="Oval 1129">
                <a:extLst>
                  <a:ext uri="{FF2B5EF4-FFF2-40B4-BE49-F238E27FC236}">
                    <a16:creationId xmlns:a16="http://schemas.microsoft.com/office/drawing/2014/main" id="{782A4A32-4E37-3A42-BE8C-87638A48F453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1" name="Oval 1130">
                <a:extLst>
                  <a:ext uri="{FF2B5EF4-FFF2-40B4-BE49-F238E27FC236}">
                    <a16:creationId xmlns:a16="http://schemas.microsoft.com/office/drawing/2014/main" id="{4A0089F2-E680-D641-BA75-B26DD07BE1C4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DDFD05FB-C3D6-504C-9C77-6F686EEF0C48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2AF2AF7C-AEB0-1241-9448-DD6F016DE340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4" name="Oval 1133">
                <a:extLst>
                  <a:ext uri="{FF2B5EF4-FFF2-40B4-BE49-F238E27FC236}">
                    <a16:creationId xmlns:a16="http://schemas.microsoft.com/office/drawing/2014/main" id="{2BC9C41C-2B75-E54C-B424-39390E53BAFB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5" name="Oval 1134">
                <a:extLst>
                  <a:ext uri="{FF2B5EF4-FFF2-40B4-BE49-F238E27FC236}">
                    <a16:creationId xmlns:a16="http://schemas.microsoft.com/office/drawing/2014/main" id="{C8BE0440-6672-BF44-8556-CAD95E5BE847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6" name="Oval 1135">
                <a:extLst>
                  <a:ext uri="{FF2B5EF4-FFF2-40B4-BE49-F238E27FC236}">
                    <a16:creationId xmlns:a16="http://schemas.microsoft.com/office/drawing/2014/main" id="{45FB7A69-7BDE-8E43-83AF-009681F863A2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7" name="Oval 1136">
                <a:extLst>
                  <a:ext uri="{FF2B5EF4-FFF2-40B4-BE49-F238E27FC236}">
                    <a16:creationId xmlns:a16="http://schemas.microsoft.com/office/drawing/2014/main" id="{69EECE0A-223B-CF43-90B0-EB712FF79A4B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8" name="Oval 1137">
                <a:extLst>
                  <a:ext uri="{FF2B5EF4-FFF2-40B4-BE49-F238E27FC236}">
                    <a16:creationId xmlns:a16="http://schemas.microsoft.com/office/drawing/2014/main" id="{16DBD361-8D59-3E4C-AFC2-63E579DE8AD1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9" name="Oval 1138">
                <a:extLst>
                  <a:ext uri="{FF2B5EF4-FFF2-40B4-BE49-F238E27FC236}">
                    <a16:creationId xmlns:a16="http://schemas.microsoft.com/office/drawing/2014/main" id="{35176F60-EFF3-0A4D-BC0F-DD38ACD46DB7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0" name="Oval 1139">
                <a:extLst>
                  <a:ext uri="{FF2B5EF4-FFF2-40B4-BE49-F238E27FC236}">
                    <a16:creationId xmlns:a16="http://schemas.microsoft.com/office/drawing/2014/main" id="{B506E901-3EBD-114D-BA8F-8D3ACA4B5889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1" name="Oval 1140">
                <a:extLst>
                  <a:ext uri="{FF2B5EF4-FFF2-40B4-BE49-F238E27FC236}">
                    <a16:creationId xmlns:a16="http://schemas.microsoft.com/office/drawing/2014/main" id="{8E8841BF-83F3-BD44-983F-7C066B062AB8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2" name="Oval 1141">
                <a:extLst>
                  <a:ext uri="{FF2B5EF4-FFF2-40B4-BE49-F238E27FC236}">
                    <a16:creationId xmlns:a16="http://schemas.microsoft.com/office/drawing/2014/main" id="{441727B0-A0F8-C342-A699-650D0C3F6A84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3" name="Oval 1142">
                <a:extLst>
                  <a:ext uri="{FF2B5EF4-FFF2-40B4-BE49-F238E27FC236}">
                    <a16:creationId xmlns:a16="http://schemas.microsoft.com/office/drawing/2014/main" id="{20294107-5FFF-564F-8641-979DA0B90A20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4" name="Oval 1143">
                <a:extLst>
                  <a:ext uri="{FF2B5EF4-FFF2-40B4-BE49-F238E27FC236}">
                    <a16:creationId xmlns:a16="http://schemas.microsoft.com/office/drawing/2014/main" id="{002ABD1E-7A28-564D-8FC8-C3E84166EABC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5" name="Oval 1144">
                <a:extLst>
                  <a:ext uri="{FF2B5EF4-FFF2-40B4-BE49-F238E27FC236}">
                    <a16:creationId xmlns:a16="http://schemas.microsoft.com/office/drawing/2014/main" id="{8A0301F5-015E-0542-B782-101D39DB5D45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6" name="Oval 1145">
                <a:extLst>
                  <a:ext uri="{FF2B5EF4-FFF2-40B4-BE49-F238E27FC236}">
                    <a16:creationId xmlns:a16="http://schemas.microsoft.com/office/drawing/2014/main" id="{4AA56989-448C-3849-9C37-C848A9A48DD4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1F7A1C03-AB64-4B4E-A8B5-8C6D0ACFA7A4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8" name="Oval 1147">
                <a:extLst>
                  <a:ext uri="{FF2B5EF4-FFF2-40B4-BE49-F238E27FC236}">
                    <a16:creationId xmlns:a16="http://schemas.microsoft.com/office/drawing/2014/main" id="{9B15A443-1E1A-DA4E-A09A-626FEE5093A8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BFFB85C1-B952-D649-B977-339B9539C187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50" name="Oval 1149">
                <a:extLst>
                  <a:ext uri="{FF2B5EF4-FFF2-40B4-BE49-F238E27FC236}">
                    <a16:creationId xmlns:a16="http://schemas.microsoft.com/office/drawing/2014/main" id="{B0ED1548-FD06-C141-8243-E39FCC70D5D0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51" name="Oval 1150">
                <a:extLst>
                  <a:ext uri="{FF2B5EF4-FFF2-40B4-BE49-F238E27FC236}">
                    <a16:creationId xmlns:a16="http://schemas.microsoft.com/office/drawing/2014/main" id="{E6D534F7-1263-664F-AE54-3A5E1FD9D248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52" name="Oval 1151">
                <a:extLst>
                  <a:ext uri="{FF2B5EF4-FFF2-40B4-BE49-F238E27FC236}">
                    <a16:creationId xmlns:a16="http://schemas.microsoft.com/office/drawing/2014/main" id="{25B7661B-241E-B845-8667-DEAE5BE28E50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53" name="Oval 1152">
                <a:extLst>
                  <a:ext uri="{FF2B5EF4-FFF2-40B4-BE49-F238E27FC236}">
                    <a16:creationId xmlns:a16="http://schemas.microsoft.com/office/drawing/2014/main" id="{ACC97130-948D-4840-AA9E-B16C3CE78801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54" name="Oval 1153">
                <a:extLst>
                  <a:ext uri="{FF2B5EF4-FFF2-40B4-BE49-F238E27FC236}">
                    <a16:creationId xmlns:a16="http://schemas.microsoft.com/office/drawing/2014/main" id="{529060D1-32A1-7A43-9073-46AC24B6735C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55" name="Oval 1154">
                <a:extLst>
                  <a:ext uri="{FF2B5EF4-FFF2-40B4-BE49-F238E27FC236}">
                    <a16:creationId xmlns:a16="http://schemas.microsoft.com/office/drawing/2014/main" id="{0B39A9C1-E855-5E44-8C1D-898FA0194F0C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56" name="Oval 1155">
                <a:extLst>
                  <a:ext uri="{FF2B5EF4-FFF2-40B4-BE49-F238E27FC236}">
                    <a16:creationId xmlns:a16="http://schemas.microsoft.com/office/drawing/2014/main" id="{4E106218-FDCC-DF40-9DDF-9170FC8D44A2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57" name="Oval 1156">
                <a:extLst>
                  <a:ext uri="{FF2B5EF4-FFF2-40B4-BE49-F238E27FC236}">
                    <a16:creationId xmlns:a16="http://schemas.microsoft.com/office/drawing/2014/main" id="{0326A409-5221-D848-B870-506B567F7E20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58" name="Oval 1157">
                <a:extLst>
                  <a:ext uri="{FF2B5EF4-FFF2-40B4-BE49-F238E27FC236}">
                    <a16:creationId xmlns:a16="http://schemas.microsoft.com/office/drawing/2014/main" id="{A5FB08F1-5CA5-1248-945C-D78EAC99DF58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59" name="Oval 1158">
                <a:extLst>
                  <a:ext uri="{FF2B5EF4-FFF2-40B4-BE49-F238E27FC236}">
                    <a16:creationId xmlns:a16="http://schemas.microsoft.com/office/drawing/2014/main" id="{B5042C56-DD20-7843-BD78-B4AFEEF3B6D3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60" name="Oval 1159">
                <a:extLst>
                  <a:ext uri="{FF2B5EF4-FFF2-40B4-BE49-F238E27FC236}">
                    <a16:creationId xmlns:a16="http://schemas.microsoft.com/office/drawing/2014/main" id="{7B294EE4-6043-C742-9F3B-C62C63B4215D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61" name="Oval 1160">
                <a:extLst>
                  <a:ext uri="{FF2B5EF4-FFF2-40B4-BE49-F238E27FC236}">
                    <a16:creationId xmlns:a16="http://schemas.microsoft.com/office/drawing/2014/main" id="{454FEE9A-DB10-E841-8E38-B5BD410427A1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62" name="Oval 1161">
                <a:extLst>
                  <a:ext uri="{FF2B5EF4-FFF2-40B4-BE49-F238E27FC236}">
                    <a16:creationId xmlns:a16="http://schemas.microsoft.com/office/drawing/2014/main" id="{04A36C5E-3ACE-3940-9A97-7B335BBE2959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63" name="Oval 1162">
                <a:extLst>
                  <a:ext uri="{FF2B5EF4-FFF2-40B4-BE49-F238E27FC236}">
                    <a16:creationId xmlns:a16="http://schemas.microsoft.com/office/drawing/2014/main" id="{7312CA64-ECB8-924D-8784-AB08FD8A76CA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64" name="Oval 1163">
                <a:extLst>
                  <a:ext uri="{FF2B5EF4-FFF2-40B4-BE49-F238E27FC236}">
                    <a16:creationId xmlns:a16="http://schemas.microsoft.com/office/drawing/2014/main" id="{78A61B9C-2DF4-D84B-BE40-29EB27464AFA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65" name="Oval 1164">
                <a:extLst>
                  <a:ext uri="{FF2B5EF4-FFF2-40B4-BE49-F238E27FC236}">
                    <a16:creationId xmlns:a16="http://schemas.microsoft.com/office/drawing/2014/main" id="{6C919E76-49E1-8843-AF70-4C56A2FD8CA6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66" name="Oval 1165">
                <a:extLst>
                  <a:ext uri="{FF2B5EF4-FFF2-40B4-BE49-F238E27FC236}">
                    <a16:creationId xmlns:a16="http://schemas.microsoft.com/office/drawing/2014/main" id="{145C283F-26FB-E645-8CD5-539727CCAD8B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67" name="Freeform 1166">
                <a:extLst>
                  <a:ext uri="{FF2B5EF4-FFF2-40B4-BE49-F238E27FC236}">
                    <a16:creationId xmlns:a16="http://schemas.microsoft.com/office/drawing/2014/main" id="{32A41099-6A48-B248-8160-281321AB11FB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8" name="Freeform 1167">
                <a:extLst>
                  <a:ext uri="{FF2B5EF4-FFF2-40B4-BE49-F238E27FC236}">
                    <a16:creationId xmlns:a16="http://schemas.microsoft.com/office/drawing/2014/main" id="{B7BAAD55-BF80-664F-B202-ADAB95000B50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88002FD8-372D-B743-87E6-7E1F56F4B4C1}"/>
                </a:ext>
              </a:extLst>
            </p:cNvPr>
            <p:cNvSpPr/>
            <p:nvPr/>
          </p:nvSpPr>
          <p:spPr>
            <a:xfrm rot="2143402">
              <a:off x="4287401" y="52640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C5D3FCF3-6223-E64F-9B25-496EA3AEAE0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415678" y="5237832"/>
              <a:ext cx="781866" cy="426239"/>
              <a:chOff x="3201292" y="2360359"/>
              <a:chExt cx="2414304" cy="1316173"/>
            </a:xfrm>
            <a:solidFill>
              <a:srgbClr val="945200"/>
            </a:solidFill>
          </p:grpSpPr>
          <p:sp>
            <p:nvSpPr>
              <p:cNvPr id="1041" name="Rectangle 1040">
                <a:extLst>
                  <a:ext uri="{FF2B5EF4-FFF2-40B4-BE49-F238E27FC236}">
                    <a16:creationId xmlns:a16="http://schemas.microsoft.com/office/drawing/2014/main" id="{F793DB08-DA22-854D-8085-2BF09EE7441A}"/>
                  </a:ext>
                </a:extLst>
              </p:cNvPr>
              <p:cNvSpPr/>
              <p:nvPr/>
            </p:nvSpPr>
            <p:spPr>
              <a:xfrm rot="15476139">
                <a:off x="2817867" y="2883547"/>
                <a:ext cx="1232289" cy="200631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42" name="Rectangle 1041">
                <a:extLst>
                  <a:ext uri="{FF2B5EF4-FFF2-40B4-BE49-F238E27FC236}">
                    <a16:creationId xmlns:a16="http://schemas.microsoft.com/office/drawing/2014/main" id="{D55AA9E4-5E14-6F4E-8393-20010D19A64B}"/>
                  </a:ext>
                </a:extLst>
              </p:cNvPr>
              <p:cNvSpPr/>
              <p:nvPr/>
            </p:nvSpPr>
            <p:spPr>
              <a:xfrm rot="16805759">
                <a:off x="4792679" y="2899071"/>
                <a:ext cx="1232289" cy="200631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43" name="Rectangle 1042">
                <a:extLst>
                  <a:ext uri="{FF2B5EF4-FFF2-40B4-BE49-F238E27FC236}">
                    <a16:creationId xmlns:a16="http://schemas.microsoft.com/office/drawing/2014/main" id="{BA3D5A55-DAAA-7D4B-99C1-81C9C424F42B}"/>
                  </a:ext>
                </a:extLst>
              </p:cNvPr>
              <p:cNvSpPr/>
              <p:nvPr/>
            </p:nvSpPr>
            <p:spPr>
              <a:xfrm rot="15723645">
                <a:off x="3318840" y="2883270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44" name="Rectangle 1043">
                <a:extLst>
                  <a:ext uri="{FF2B5EF4-FFF2-40B4-BE49-F238E27FC236}">
                    <a16:creationId xmlns:a16="http://schemas.microsoft.com/office/drawing/2014/main" id="{01B6604E-23B3-C84C-BECF-16B14E47E283}"/>
                  </a:ext>
                </a:extLst>
              </p:cNvPr>
              <p:cNvSpPr/>
              <p:nvPr/>
            </p:nvSpPr>
            <p:spPr>
              <a:xfrm rot="16637368">
                <a:off x="4512031" y="2882723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45" name="Rectangle 1044">
                <a:extLst>
                  <a:ext uri="{FF2B5EF4-FFF2-40B4-BE49-F238E27FC236}">
                    <a16:creationId xmlns:a16="http://schemas.microsoft.com/office/drawing/2014/main" id="{74558394-BD4E-A244-B864-F1AF594583A8}"/>
                  </a:ext>
                </a:extLst>
              </p:cNvPr>
              <p:cNvSpPr/>
              <p:nvPr/>
            </p:nvSpPr>
            <p:spPr>
              <a:xfrm rot="16412111">
                <a:off x="4125130" y="2882716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46" name="Rectangle 1045">
                <a:extLst>
                  <a:ext uri="{FF2B5EF4-FFF2-40B4-BE49-F238E27FC236}">
                    <a16:creationId xmlns:a16="http://schemas.microsoft.com/office/drawing/2014/main" id="{922106BC-7796-6945-AD77-4DD7153D0F85}"/>
                  </a:ext>
                </a:extLst>
              </p:cNvPr>
              <p:cNvSpPr/>
              <p:nvPr/>
            </p:nvSpPr>
            <p:spPr>
              <a:xfrm rot="15975407">
                <a:off x="3713083" y="2882718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47" name="Rectangle 1046">
                <a:extLst>
                  <a:ext uri="{FF2B5EF4-FFF2-40B4-BE49-F238E27FC236}">
                    <a16:creationId xmlns:a16="http://schemas.microsoft.com/office/drawing/2014/main" id="{96C3B003-BDA1-0943-9262-93A2544EF8A5}"/>
                  </a:ext>
                </a:extLst>
              </p:cNvPr>
              <p:cNvSpPr/>
              <p:nvPr/>
            </p:nvSpPr>
            <p:spPr>
              <a:xfrm>
                <a:off x="3201292" y="2360359"/>
                <a:ext cx="2414304" cy="187758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48" name="Rectangle 1047">
                <a:extLst>
                  <a:ext uri="{FF2B5EF4-FFF2-40B4-BE49-F238E27FC236}">
                    <a16:creationId xmlns:a16="http://schemas.microsoft.com/office/drawing/2014/main" id="{506DED50-83A3-8947-9760-A0D2A4B899B7}"/>
                  </a:ext>
                </a:extLst>
              </p:cNvPr>
              <p:cNvSpPr/>
              <p:nvPr/>
            </p:nvSpPr>
            <p:spPr>
              <a:xfrm>
                <a:off x="3445667" y="3449576"/>
                <a:ext cx="1963156" cy="226956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FB496E44-D5CE-1444-824B-4499D348942A}"/>
                  </a:ext>
                </a:extLst>
              </p:cNvPr>
              <p:cNvSpPr/>
              <p:nvPr/>
            </p:nvSpPr>
            <p:spPr>
              <a:xfrm>
                <a:off x="3351008" y="2926523"/>
                <a:ext cx="2114872" cy="14464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1407" name="Group 1406">
            <a:extLst>
              <a:ext uri="{FF2B5EF4-FFF2-40B4-BE49-F238E27FC236}">
                <a16:creationId xmlns:a16="http://schemas.microsoft.com/office/drawing/2014/main" id="{5C967D9D-2FA5-8745-B071-660B37D45412}"/>
              </a:ext>
            </a:extLst>
          </p:cNvPr>
          <p:cNvGrpSpPr/>
          <p:nvPr/>
        </p:nvGrpSpPr>
        <p:grpSpPr>
          <a:xfrm>
            <a:off x="7071855" y="3874480"/>
            <a:ext cx="686823" cy="439136"/>
            <a:chOff x="5871652" y="6279397"/>
            <a:chExt cx="686823" cy="439136"/>
          </a:xfrm>
        </p:grpSpPr>
        <p:sp>
          <p:nvSpPr>
            <p:cNvPr id="1408" name="Freeform 1407">
              <a:extLst>
                <a:ext uri="{FF2B5EF4-FFF2-40B4-BE49-F238E27FC236}">
                  <a16:creationId xmlns:a16="http://schemas.microsoft.com/office/drawing/2014/main" id="{F87F94B1-DB0A-BC4E-BE52-0073CFF30BEF}"/>
                </a:ext>
              </a:extLst>
            </p:cNvPr>
            <p:cNvSpPr/>
            <p:nvPr/>
          </p:nvSpPr>
          <p:spPr>
            <a:xfrm rot="17421667">
              <a:off x="5962111" y="6248061"/>
              <a:ext cx="147799" cy="230790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6FA03B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Freeform 1408">
              <a:extLst>
                <a:ext uri="{FF2B5EF4-FFF2-40B4-BE49-F238E27FC236}">
                  <a16:creationId xmlns:a16="http://schemas.microsoft.com/office/drawing/2014/main" id="{A1A0C941-5A21-5149-885D-E86F710A35EF}"/>
                </a:ext>
              </a:extLst>
            </p:cNvPr>
            <p:cNvSpPr/>
            <p:nvPr/>
          </p:nvSpPr>
          <p:spPr>
            <a:xfrm rot="18535560" flipH="1">
              <a:off x="6065278" y="6197211"/>
              <a:ext cx="146579" cy="338361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10" name="Freeform 1409">
              <a:extLst>
                <a:ext uri="{FF2B5EF4-FFF2-40B4-BE49-F238E27FC236}">
                  <a16:creationId xmlns:a16="http://schemas.microsoft.com/office/drawing/2014/main" id="{7CD27DC2-7663-F64E-96DA-5B94DDF434FA}"/>
                </a:ext>
              </a:extLst>
            </p:cNvPr>
            <p:cNvSpPr/>
            <p:nvPr/>
          </p:nvSpPr>
          <p:spPr>
            <a:xfrm rot="18535560">
              <a:off x="5968342" y="6315152"/>
              <a:ext cx="147799" cy="341179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1" name="Rectangle 1410">
              <a:extLst>
                <a:ext uri="{FF2B5EF4-FFF2-40B4-BE49-F238E27FC236}">
                  <a16:creationId xmlns:a16="http://schemas.microsoft.com/office/drawing/2014/main" id="{ADCEBEF5-E520-2B4C-89F1-FB6F5F6CD0F0}"/>
                </a:ext>
              </a:extLst>
            </p:cNvPr>
            <p:cNvSpPr/>
            <p:nvPr/>
          </p:nvSpPr>
          <p:spPr>
            <a:xfrm rot="18535560">
              <a:off x="6119618" y="6244121"/>
              <a:ext cx="142391" cy="504896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1412" name="Oval 1411">
              <a:extLst>
                <a:ext uri="{FF2B5EF4-FFF2-40B4-BE49-F238E27FC236}">
                  <a16:creationId xmlns:a16="http://schemas.microsoft.com/office/drawing/2014/main" id="{8E97C004-D350-8640-A3B8-0E0874B00056}"/>
                </a:ext>
              </a:extLst>
            </p:cNvPr>
            <p:cNvSpPr/>
            <p:nvPr/>
          </p:nvSpPr>
          <p:spPr>
            <a:xfrm rot="18535560">
              <a:off x="5929443" y="6341203"/>
              <a:ext cx="32213" cy="24486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13" name="Oval 1412">
              <a:extLst>
                <a:ext uri="{FF2B5EF4-FFF2-40B4-BE49-F238E27FC236}">
                  <a16:creationId xmlns:a16="http://schemas.microsoft.com/office/drawing/2014/main" id="{EB1FB2DF-7AE3-A146-BCE7-08DB965CECBA}"/>
                </a:ext>
              </a:extLst>
            </p:cNvPr>
            <p:cNvSpPr/>
            <p:nvPr/>
          </p:nvSpPr>
          <p:spPr>
            <a:xfrm rot="18535560">
              <a:off x="5936891" y="636058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14" name="Oval 1413">
              <a:extLst>
                <a:ext uri="{FF2B5EF4-FFF2-40B4-BE49-F238E27FC236}">
                  <a16:creationId xmlns:a16="http://schemas.microsoft.com/office/drawing/2014/main" id="{2DFEC34D-540B-0044-9F5E-36AC8BBD830D}"/>
                </a:ext>
              </a:extLst>
            </p:cNvPr>
            <p:cNvSpPr/>
            <p:nvPr/>
          </p:nvSpPr>
          <p:spPr>
            <a:xfrm rot="18535560">
              <a:off x="5954255" y="633452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15" name="Oval 1414">
              <a:extLst>
                <a:ext uri="{FF2B5EF4-FFF2-40B4-BE49-F238E27FC236}">
                  <a16:creationId xmlns:a16="http://schemas.microsoft.com/office/drawing/2014/main" id="{BE2D6BDD-B0BE-C64D-9BDC-076DA94CA6C5}"/>
                </a:ext>
              </a:extLst>
            </p:cNvPr>
            <p:cNvSpPr/>
            <p:nvPr/>
          </p:nvSpPr>
          <p:spPr>
            <a:xfrm rot="18535560">
              <a:off x="5971959" y="631260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16" name="Oval 1415">
              <a:extLst>
                <a:ext uri="{FF2B5EF4-FFF2-40B4-BE49-F238E27FC236}">
                  <a16:creationId xmlns:a16="http://schemas.microsoft.com/office/drawing/2014/main" id="{259A3764-802C-F246-B8DA-F6568867023D}"/>
                </a:ext>
              </a:extLst>
            </p:cNvPr>
            <p:cNvSpPr/>
            <p:nvPr/>
          </p:nvSpPr>
          <p:spPr>
            <a:xfrm rot="18535560">
              <a:off x="5995195" y="628383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17" name="Oval 1416">
              <a:extLst>
                <a:ext uri="{FF2B5EF4-FFF2-40B4-BE49-F238E27FC236}">
                  <a16:creationId xmlns:a16="http://schemas.microsoft.com/office/drawing/2014/main" id="{2F796D15-3946-0B4C-B3F2-942235351BEB}"/>
                </a:ext>
              </a:extLst>
            </p:cNvPr>
            <p:cNvSpPr/>
            <p:nvPr/>
          </p:nvSpPr>
          <p:spPr>
            <a:xfrm rot="18535560">
              <a:off x="5952745" y="6313963"/>
              <a:ext cx="31259" cy="23761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18" name="Oval 1417">
              <a:extLst>
                <a:ext uri="{FF2B5EF4-FFF2-40B4-BE49-F238E27FC236}">
                  <a16:creationId xmlns:a16="http://schemas.microsoft.com/office/drawing/2014/main" id="{1F17A566-1E09-CD4C-9593-29E0FFEF756E}"/>
                </a:ext>
              </a:extLst>
            </p:cNvPr>
            <p:cNvSpPr/>
            <p:nvPr/>
          </p:nvSpPr>
          <p:spPr>
            <a:xfrm rot="18535560">
              <a:off x="5975491" y="6287033"/>
              <a:ext cx="32958" cy="22209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19" name="Oval 1418">
              <a:extLst>
                <a:ext uri="{FF2B5EF4-FFF2-40B4-BE49-F238E27FC236}">
                  <a16:creationId xmlns:a16="http://schemas.microsoft.com/office/drawing/2014/main" id="{EB4CFB7D-5302-9744-B1B6-30F920F0A914}"/>
                </a:ext>
              </a:extLst>
            </p:cNvPr>
            <p:cNvSpPr/>
            <p:nvPr/>
          </p:nvSpPr>
          <p:spPr>
            <a:xfrm rot="18535560">
              <a:off x="5938537" y="6393133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20" name="Oval 1419">
              <a:extLst>
                <a:ext uri="{FF2B5EF4-FFF2-40B4-BE49-F238E27FC236}">
                  <a16:creationId xmlns:a16="http://schemas.microsoft.com/office/drawing/2014/main" id="{F04056C9-8B8F-A240-9FC0-6D8B4D9AC0D5}"/>
                </a:ext>
              </a:extLst>
            </p:cNvPr>
            <p:cNvSpPr/>
            <p:nvPr/>
          </p:nvSpPr>
          <p:spPr>
            <a:xfrm rot="18535560">
              <a:off x="5961773" y="63643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21" name="Oval 1420">
              <a:extLst>
                <a:ext uri="{FF2B5EF4-FFF2-40B4-BE49-F238E27FC236}">
                  <a16:creationId xmlns:a16="http://schemas.microsoft.com/office/drawing/2014/main" id="{5914C45B-1E07-FC46-BD27-AEE6FC3C753C}"/>
                </a:ext>
              </a:extLst>
            </p:cNvPr>
            <p:cNvSpPr/>
            <p:nvPr/>
          </p:nvSpPr>
          <p:spPr>
            <a:xfrm rot="18535560">
              <a:off x="5979476" y="634244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22" name="Oval 1421">
              <a:extLst>
                <a:ext uri="{FF2B5EF4-FFF2-40B4-BE49-F238E27FC236}">
                  <a16:creationId xmlns:a16="http://schemas.microsoft.com/office/drawing/2014/main" id="{1A19481B-220F-9841-9023-63C8E984B490}"/>
                </a:ext>
              </a:extLst>
            </p:cNvPr>
            <p:cNvSpPr/>
            <p:nvPr/>
          </p:nvSpPr>
          <p:spPr>
            <a:xfrm rot="18535560">
              <a:off x="6002713" y="631367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23" name="Oval 1422">
              <a:extLst>
                <a:ext uri="{FF2B5EF4-FFF2-40B4-BE49-F238E27FC236}">
                  <a16:creationId xmlns:a16="http://schemas.microsoft.com/office/drawing/2014/main" id="{85052917-53A5-0A42-A4E9-F35C6F2BDD20}"/>
                </a:ext>
              </a:extLst>
            </p:cNvPr>
            <p:cNvSpPr/>
            <p:nvPr/>
          </p:nvSpPr>
          <p:spPr>
            <a:xfrm rot="18535560">
              <a:off x="6022271" y="628759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24" name="Oval 1423">
              <a:extLst>
                <a:ext uri="{FF2B5EF4-FFF2-40B4-BE49-F238E27FC236}">
                  <a16:creationId xmlns:a16="http://schemas.microsoft.com/office/drawing/2014/main" id="{5E687B3F-1DBD-474D-A38A-1236E085C1EF}"/>
                </a:ext>
              </a:extLst>
            </p:cNvPr>
            <p:cNvSpPr/>
            <p:nvPr/>
          </p:nvSpPr>
          <p:spPr>
            <a:xfrm rot="18535560">
              <a:off x="5958616" y="6403691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25" name="Oval 1424">
              <a:extLst>
                <a:ext uri="{FF2B5EF4-FFF2-40B4-BE49-F238E27FC236}">
                  <a16:creationId xmlns:a16="http://schemas.microsoft.com/office/drawing/2014/main" id="{0ED89A7A-CEF4-C24E-9465-A886513E455B}"/>
                </a:ext>
              </a:extLst>
            </p:cNvPr>
            <p:cNvSpPr/>
            <p:nvPr/>
          </p:nvSpPr>
          <p:spPr>
            <a:xfrm rot="18535560">
              <a:off x="5976759" y="63849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26" name="Oval 1425">
              <a:extLst>
                <a:ext uri="{FF2B5EF4-FFF2-40B4-BE49-F238E27FC236}">
                  <a16:creationId xmlns:a16="http://schemas.microsoft.com/office/drawing/2014/main" id="{BF092046-6A1E-F147-8E35-1ABE1C5D3428}"/>
                </a:ext>
              </a:extLst>
            </p:cNvPr>
            <p:cNvSpPr/>
            <p:nvPr/>
          </p:nvSpPr>
          <p:spPr>
            <a:xfrm rot="18535560">
              <a:off x="5994934" y="636058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27" name="Oval 1426">
              <a:extLst>
                <a:ext uri="{FF2B5EF4-FFF2-40B4-BE49-F238E27FC236}">
                  <a16:creationId xmlns:a16="http://schemas.microsoft.com/office/drawing/2014/main" id="{161A9EDE-8092-E241-B732-339CF9DDA710}"/>
                </a:ext>
              </a:extLst>
            </p:cNvPr>
            <p:cNvSpPr/>
            <p:nvPr/>
          </p:nvSpPr>
          <p:spPr>
            <a:xfrm rot="18535560">
              <a:off x="6019553" y="63301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28" name="Oval 1427">
              <a:extLst>
                <a:ext uri="{FF2B5EF4-FFF2-40B4-BE49-F238E27FC236}">
                  <a16:creationId xmlns:a16="http://schemas.microsoft.com/office/drawing/2014/main" id="{1571779C-71BE-4E4B-9D59-E80F7A54DACF}"/>
                </a:ext>
              </a:extLst>
            </p:cNvPr>
            <p:cNvSpPr/>
            <p:nvPr/>
          </p:nvSpPr>
          <p:spPr>
            <a:xfrm rot="18535560">
              <a:off x="6042350" y="62981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29" name="Oval 1428">
              <a:extLst>
                <a:ext uri="{FF2B5EF4-FFF2-40B4-BE49-F238E27FC236}">
                  <a16:creationId xmlns:a16="http://schemas.microsoft.com/office/drawing/2014/main" id="{C60AF3DE-4331-3A40-A2A2-AA2B5FE647CE}"/>
                </a:ext>
              </a:extLst>
            </p:cNvPr>
            <p:cNvSpPr/>
            <p:nvPr/>
          </p:nvSpPr>
          <p:spPr>
            <a:xfrm rot="18535560">
              <a:off x="5974595" y="6426784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30" name="Oval 1429">
              <a:extLst>
                <a:ext uri="{FF2B5EF4-FFF2-40B4-BE49-F238E27FC236}">
                  <a16:creationId xmlns:a16="http://schemas.microsoft.com/office/drawing/2014/main" id="{92EE31B2-C0F9-0F4F-A1E4-EB5EB0D3F879}"/>
                </a:ext>
              </a:extLst>
            </p:cNvPr>
            <p:cNvSpPr/>
            <p:nvPr/>
          </p:nvSpPr>
          <p:spPr>
            <a:xfrm rot="18535560">
              <a:off x="5997831" y="639801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31" name="Oval 1430">
              <a:extLst>
                <a:ext uri="{FF2B5EF4-FFF2-40B4-BE49-F238E27FC236}">
                  <a16:creationId xmlns:a16="http://schemas.microsoft.com/office/drawing/2014/main" id="{2C6D7370-3014-0A43-8E25-5BD0BC409853}"/>
                </a:ext>
              </a:extLst>
            </p:cNvPr>
            <p:cNvSpPr/>
            <p:nvPr/>
          </p:nvSpPr>
          <p:spPr>
            <a:xfrm rot="18535560">
              <a:off x="6015534" y="63760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32" name="Oval 1431">
              <a:extLst>
                <a:ext uri="{FF2B5EF4-FFF2-40B4-BE49-F238E27FC236}">
                  <a16:creationId xmlns:a16="http://schemas.microsoft.com/office/drawing/2014/main" id="{59921734-3997-D944-9607-1676B4C5D1A1}"/>
                </a:ext>
              </a:extLst>
            </p:cNvPr>
            <p:cNvSpPr/>
            <p:nvPr/>
          </p:nvSpPr>
          <p:spPr>
            <a:xfrm rot="18535560">
              <a:off x="6038770" y="634732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33" name="Oval 1432">
              <a:extLst>
                <a:ext uri="{FF2B5EF4-FFF2-40B4-BE49-F238E27FC236}">
                  <a16:creationId xmlns:a16="http://schemas.microsoft.com/office/drawing/2014/main" id="{F9723341-1C82-E449-853A-D7BD5623B611}"/>
                </a:ext>
              </a:extLst>
            </p:cNvPr>
            <p:cNvSpPr/>
            <p:nvPr/>
          </p:nvSpPr>
          <p:spPr>
            <a:xfrm rot="18535560">
              <a:off x="6058329" y="632124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34" name="Oval 1433">
              <a:extLst>
                <a:ext uri="{FF2B5EF4-FFF2-40B4-BE49-F238E27FC236}">
                  <a16:creationId xmlns:a16="http://schemas.microsoft.com/office/drawing/2014/main" id="{DA2FDA76-F1F9-1C47-A2A3-F64139ACC393}"/>
                </a:ext>
              </a:extLst>
            </p:cNvPr>
            <p:cNvSpPr/>
            <p:nvPr/>
          </p:nvSpPr>
          <p:spPr>
            <a:xfrm rot="18535560">
              <a:off x="5994673" y="6437342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35" name="Oval 1434">
              <a:extLst>
                <a:ext uri="{FF2B5EF4-FFF2-40B4-BE49-F238E27FC236}">
                  <a16:creationId xmlns:a16="http://schemas.microsoft.com/office/drawing/2014/main" id="{4A86935B-7D6A-034C-8908-29B6AA79E1DC}"/>
                </a:ext>
              </a:extLst>
            </p:cNvPr>
            <p:cNvSpPr/>
            <p:nvPr/>
          </p:nvSpPr>
          <p:spPr>
            <a:xfrm rot="18535560">
              <a:off x="6012817" y="64186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36" name="Oval 1435">
              <a:extLst>
                <a:ext uri="{FF2B5EF4-FFF2-40B4-BE49-F238E27FC236}">
                  <a16:creationId xmlns:a16="http://schemas.microsoft.com/office/drawing/2014/main" id="{CAECD74F-46A1-0B44-BE91-404EDB58AC0C}"/>
                </a:ext>
              </a:extLst>
            </p:cNvPr>
            <p:cNvSpPr/>
            <p:nvPr/>
          </p:nvSpPr>
          <p:spPr>
            <a:xfrm rot="18535560">
              <a:off x="6030991" y="63942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37" name="Oval 1436">
              <a:extLst>
                <a:ext uri="{FF2B5EF4-FFF2-40B4-BE49-F238E27FC236}">
                  <a16:creationId xmlns:a16="http://schemas.microsoft.com/office/drawing/2014/main" id="{50490E8C-6960-564A-B43E-5E11D78B2EB3}"/>
                </a:ext>
              </a:extLst>
            </p:cNvPr>
            <p:cNvSpPr/>
            <p:nvPr/>
          </p:nvSpPr>
          <p:spPr>
            <a:xfrm rot="18535560">
              <a:off x="6055611" y="63637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38" name="Oval 1437">
              <a:extLst>
                <a:ext uri="{FF2B5EF4-FFF2-40B4-BE49-F238E27FC236}">
                  <a16:creationId xmlns:a16="http://schemas.microsoft.com/office/drawing/2014/main" id="{93AF89A7-01EA-554E-87EC-9E7C214A560B}"/>
                </a:ext>
              </a:extLst>
            </p:cNvPr>
            <p:cNvSpPr/>
            <p:nvPr/>
          </p:nvSpPr>
          <p:spPr>
            <a:xfrm rot="18535560">
              <a:off x="6078408" y="633180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39" name="Oval 1438">
              <a:extLst>
                <a:ext uri="{FF2B5EF4-FFF2-40B4-BE49-F238E27FC236}">
                  <a16:creationId xmlns:a16="http://schemas.microsoft.com/office/drawing/2014/main" id="{650701CD-F20F-964B-8405-9A902F13E9A3}"/>
                </a:ext>
              </a:extLst>
            </p:cNvPr>
            <p:cNvSpPr/>
            <p:nvPr/>
          </p:nvSpPr>
          <p:spPr>
            <a:xfrm rot="18535560">
              <a:off x="6021084" y="644565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40" name="Oval 1439">
              <a:extLst>
                <a:ext uri="{FF2B5EF4-FFF2-40B4-BE49-F238E27FC236}">
                  <a16:creationId xmlns:a16="http://schemas.microsoft.com/office/drawing/2014/main" id="{106574FC-2E3C-1244-BE0F-C3D470B55EC1}"/>
                </a:ext>
              </a:extLst>
            </p:cNvPr>
            <p:cNvSpPr/>
            <p:nvPr/>
          </p:nvSpPr>
          <p:spPr>
            <a:xfrm rot="18535560">
              <a:off x="6044320" y="641688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41" name="Oval 1440">
              <a:extLst>
                <a:ext uri="{FF2B5EF4-FFF2-40B4-BE49-F238E27FC236}">
                  <a16:creationId xmlns:a16="http://schemas.microsoft.com/office/drawing/2014/main" id="{F9D5D014-8B12-1F42-8C41-F4BB9607F7D9}"/>
                </a:ext>
              </a:extLst>
            </p:cNvPr>
            <p:cNvSpPr/>
            <p:nvPr/>
          </p:nvSpPr>
          <p:spPr>
            <a:xfrm rot="18535560">
              <a:off x="6062024" y="639496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42" name="Oval 1441">
              <a:extLst>
                <a:ext uri="{FF2B5EF4-FFF2-40B4-BE49-F238E27FC236}">
                  <a16:creationId xmlns:a16="http://schemas.microsoft.com/office/drawing/2014/main" id="{765A9D1F-4A54-D84A-8C75-3F269AA1C3B3}"/>
                </a:ext>
              </a:extLst>
            </p:cNvPr>
            <p:cNvSpPr/>
            <p:nvPr/>
          </p:nvSpPr>
          <p:spPr>
            <a:xfrm rot="18535560">
              <a:off x="6085260" y="63661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43" name="Oval 1442">
              <a:extLst>
                <a:ext uri="{FF2B5EF4-FFF2-40B4-BE49-F238E27FC236}">
                  <a16:creationId xmlns:a16="http://schemas.microsoft.com/office/drawing/2014/main" id="{6CC946E9-1084-2846-B6A4-87F2863CE484}"/>
                </a:ext>
              </a:extLst>
            </p:cNvPr>
            <p:cNvSpPr/>
            <p:nvPr/>
          </p:nvSpPr>
          <p:spPr>
            <a:xfrm rot="18535560">
              <a:off x="6104818" y="63401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44" name="Oval 1443">
              <a:extLst>
                <a:ext uri="{FF2B5EF4-FFF2-40B4-BE49-F238E27FC236}">
                  <a16:creationId xmlns:a16="http://schemas.microsoft.com/office/drawing/2014/main" id="{615F31EB-B648-FF45-AFD0-0735395F2FB1}"/>
                </a:ext>
              </a:extLst>
            </p:cNvPr>
            <p:cNvSpPr/>
            <p:nvPr/>
          </p:nvSpPr>
          <p:spPr>
            <a:xfrm rot="18535560">
              <a:off x="6041163" y="64562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45" name="Oval 1444">
              <a:extLst>
                <a:ext uri="{FF2B5EF4-FFF2-40B4-BE49-F238E27FC236}">
                  <a16:creationId xmlns:a16="http://schemas.microsoft.com/office/drawing/2014/main" id="{E1FCA009-AEDD-D64E-ADD8-D845B2BECF40}"/>
                </a:ext>
              </a:extLst>
            </p:cNvPr>
            <p:cNvSpPr/>
            <p:nvPr/>
          </p:nvSpPr>
          <p:spPr>
            <a:xfrm rot="18535560">
              <a:off x="6059306" y="64374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46" name="Oval 1445">
              <a:extLst>
                <a:ext uri="{FF2B5EF4-FFF2-40B4-BE49-F238E27FC236}">
                  <a16:creationId xmlns:a16="http://schemas.microsoft.com/office/drawing/2014/main" id="{1954F472-0ADD-1847-822A-6237CCFADFBE}"/>
                </a:ext>
              </a:extLst>
            </p:cNvPr>
            <p:cNvSpPr/>
            <p:nvPr/>
          </p:nvSpPr>
          <p:spPr>
            <a:xfrm rot="18535560">
              <a:off x="6077481" y="64131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47" name="Oval 1446">
              <a:extLst>
                <a:ext uri="{FF2B5EF4-FFF2-40B4-BE49-F238E27FC236}">
                  <a16:creationId xmlns:a16="http://schemas.microsoft.com/office/drawing/2014/main" id="{9593ADF1-3DE4-C444-9A7E-BB89720CA56C}"/>
                </a:ext>
              </a:extLst>
            </p:cNvPr>
            <p:cNvSpPr/>
            <p:nvPr/>
          </p:nvSpPr>
          <p:spPr>
            <a:xfrm rot="18535560">
              <a:off x="6102100" y="638262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48" name="Oval 1447">
              <a:extLst>
                <a:ext uri="{FF2B5EF4-FFF2-40B4-BE49-F238E27FC236}">
                  <a16:creationId xmlns:a16="http://schemas.microsoft.com/office/drawing/2014/main" id="{1672EDDA-4995-4441-9D9C-59796A439118}"/>
                </a:ext>
              </a:extLst>
            </p:cNvPr>
            <p:cNvSpPr/>
            <p:nvPr/>
          </p:nvSpPr>
          <p:spPr>
            <a:xfrm rot="18535560">
              <a:off x="6124897" y="635067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49" name="Oval 1448">
              <a:extLst>
                <a:ext uri="{FF2B5EF4-FFF2-40B4-BE49-F238E27FC236}">
                  <a16:creationId xmlns:a16="http://schemas.microsoft.com/office/drawing/2014/main" id="{584C450A-91C7-3042-B090-FC09679F2CA9}"/>
                </a:ext>
              </a:extLst>
            </p:cNvPr>
            <p:cNvSpPr/>
            <p:nvPr/>
          </p:nvSpPr>
          <p:spPr>
            <a:xfrm rot="4135560">
              <a:off x="6061511" y="6470754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50" name="Oval 1449">
              <a:extLst>
                <a:ext uri="{FF2B5EF4-FFF2-40B4-BE49-F238E27FC236}">
                  <a16:creationId xmlns:a16="http://schemas.microsoft.com/office/drawing/2014/main" id="{FDEA9BB9-CC41-D44F-A198-F6889D089947}"/>
                </a:ext>
              </a:extLst>
            </p:cNvPr>
            <p:cNvSpPr/>
            <p:nvPr/>
          </p:nvSpPr>
          <p:spPr>
            <a:xfrm rot="4135560">
              <a:off x="6084747" y="644198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51" name="Oval 1450">
              <a:extLst>
                <a:ext uri="{FF2B5EF4-FFF2-40B4-BE49-F238E27FC236}">
                  <a16:creationId xmlns:a16="http://schemas.microsoft.com/office/drawing/2014/main" id="{74E75A00-AD55-AD46-9512-0F4EC60A3E2A}"/>
                </a:ext>
              </a:extLst>
            </p:cNvPr>
            <p:cNvSpPr/>
            <p:nvPr/>
          </p:nvSpPr>
          <p:spPr>
            <a:xfrm rot="4135560">
              <a:off x="6102451" y="642006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52" name="Oval 1451">
              <a:extLst>
                <a:ext uri="{FF2B5EF4-FFF2-40B4-BE49-F238E27FC236}">
                  <a16:creationId xmlns:a16="http://schemas.microsoft.com/office/drawing/2014/main" id="{FD29FF5C-F705-6241-938C-0C7B90136EAE}"/>
                </a:ext>
              </a:extLst>
            </p:cNvPr>
            <p:cNvSpPr/>
            <p:nvPr/>
          </p:nvSpPr>
          <p:spPr>
            <a:xfrm rot="4135560">
              <a:off x="6125687" y="639129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53" name="Oval 1452">
              <a:extLst>
                <a:ext uri="{FF2B5EF4-FFF2-40B4-BE49-F238E27FC236}">
                  <a16:creationId xmlns:a16="http://schemas.microsoft.com/office/drawing/2014/main" id="{25F5D5B2-5E41-E449-8DA2-197D516B850B}"/>
                </a:ext>
              </a:extLst>
            </p:cNvPr>
            <p:cNvSpPr/>
            <p:nvPr/>
          </p:nvSpPr>
          <p:spPr>
            <a:xfrm rot="4135560">
              <a:off x="6145245" y="636521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54" name="Oval 1453">
              <a:extLst>
                <a:ext uri="{FF2B5EF4-FFF2-40B4-BE49-F238E27FC236}">
                  <a16:creationId xmlns:a16="http://schemas.microsoft.com/office/drawing/2014/main" id="{A631939F-9B26-1D42-A916-AB091B4B1322}"/>
                </a:ext>
              </a:extLst>
            </p:cNvPr>
            <p:cNvSpPr/>
            <p:nvPr/>
          </p:nvSpPr>
          <p:spPr>
            <a:xfrm rot="4135560">
              <a:off x="6081590" y="648131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55" name="Oval 1454">
              <a:extLst>
                <a:ext uri="{FF2B5EF4-FFF2-40B4-BE49-F238E27FC236}">
                  <a16:creationId xmlns:a16="http://schemas.microsoft.com/office/drawing/2014/main" id="{A40C6BEB-6D45-DE4C-80EF-543DACAB0D3D}"/>
                </a:ext>
              </a:extLst>
            </p:cNvPr>
            <p:cNvSpPr/>
            <p:nvPr/>
          </p:nvSpPr>
          <p:spPr>
            <a:xfrm rot="4135560">
              <a:off x="6099733" y="646257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56" name="Oval 1455">
              <a:extLst>
                <a:ext uri="{FF2B5EF4-FFF2-40B4-BE49-F238E27FC236}">
                  <a16:creationId xmlns:a16="http://schemas.microsoft.com/office/drawing/2014/main" id="{723EF66F-EF75-5A48-B1E4-141241860C93}"/>
                </a:ext>
              </a:extLst>
            </p:cNvPr>
            <p:cNvSpPr/>
            <p:nvPr/>
          </p:nvSpPr>
          <p:spPr>
            <a:xfrm rot="4135560">
              <a:off x="6117908" y="64382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57" name="Oval 1456">
              <a:extLst>
                <a:ext uri="{FF2B5EF4-FFF2-40B4-BE49-F238E27FC236}">
                  <a16:creationId xmlns:a16="http://schemas.microsoft.com/office/drawing/2014/main" id="{A46CCB60-C13F-8345-8112-F705D8BCF516}"/>
                </a:ext>
              </a:extLst>
            </p:cNvPr>
            <p:cNvSpPr/>
            <p:nvPr/>
          </p:nvSpPr>
          <p:spPr>
            <a:xfrm rot="4135560">
              <a:off x="6142527" y="640772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58" name="Oval 1457">
              <a:extLst>
                <a:ext uri="{FF2B5EF4-FFF2-40B4-BE49-F238E27FC236}">
                  <a16:creationId xmlns:a16="http://schemas.microsoft.com/office/drawing/2014/main" id="{D098007C-74F5-1E4E-9101-51044A06FF75}"/>
                </a:ext>
              </a:extLst>
            </p:cNvPr>
            <p:cNvSpPr/>
            <p:nvPr/>
          </p:nvSpPr>
          <p:spPr>
            <a:xfrm rot="4135560">
              <a:off x="6165324" y="637577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59" name="Oval 1458">
              <a:extLst>
                <a:ext uri="{FF2B5EF4-FFF2-40B4-BE49-F238E27FC236}">
                  <a16:creationId xmlns:a16="http://schemas.microsoft.com/office/drawing/2014/main" id="{CF300763-D4FB-2047-9D2D-978B63CC9392}"/>
                </a:ext>
              </a:extLst>
            </p:cNvPr>
            <p:cNvSpPr/>
            <p:nvPr/>
          </p:nvSpPr>
          <p:spPr>
            <a:xfrm rot="18535560">
              <a:off x="6094097" y="650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60" name="Oval 1459">
              <a:extLst>
                <a:ext uri="{FF2B5EF4-FFF2-40B4-BE49-F238E27FC236}">
                  <a16:creationId xmlns:a16="http://schemas.microsoft.com/office/drawing/2014/main" id="{5F8FB8FF-AEDE-5D41-A1CA-5D37FD505E1B}"/>
                </a:ext>
              </a:extLst>
            </p:cNvPr>
            <p:cNvSpPr/>
            <p:nvPr/>
          </p:nvSpPr>
          <p:spPr>
            <a:xfrm rot="18535560">
              <a:off x="6117333" y="64756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61" name="Oval 1460">
              <a:extLst>
                <a:ext uri="{FF2B5EF4-FFF2-40B4-BE49-F238E27FC236}">
                  <a16:creationId xmlns:a16="http://schemas.microsoft.com/office/drawing/2014/main" id="{AA9C1C06-831D-FB43-AC81-EAA0B05C3AA5}"/>
                </a:ext>
              </a:extLst>
            </p:cNvPr>
            <p:cNvSpPr/>
            <p:nvPr/>
          </p:nvSpPr>
          <p:spPr>
            <a:xfrm rot="18535560">
              <a:off x="6135037" y="64536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62" name="Oval 1461">
              <a:extLst>
                <a:ext uri="{FF2B5EF4-FFF2-40B4-BE49-F238E27FC236}">
                  <a16:creationId xmlns:a16="http://schemas.microsoft.com/office/drawing/2014/main" id="{06EBFE78-033E-F647-BA73-AB55B0E082DE}"/>
                </a:ext>
              </a:extLst>
            </p:cNvPr>
            <p:cNvSpPr/>
            <p:nvPr/>
          </p:nvSpPr>
          <p:spPr>
            <a:xfrm rot="18535560">
              <a:off x="6158273" y="642492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63" name="Oval 1462">
              <a:extLst>
                <a:ext uri="{FF2B5EF4-FFF2-40B4-BE49-F238E27FC236}">
                  <a16:creationId xmlns:a16="http://schemas.microsoft.com/office/drawing/2014/main" id="{F7CA36A8-10EB-CC4F-9435-441FF63B5BBD}"/>
                </a:ext>
              </a:extLst>
            </p:cNvPr>
            <p:cNvSpPr/>
            <p:nvPr/>
          </p:nvSpPr>
          <p:spPr>
            <a:xfrm rot="18535560">
              <a:off x="6177831" y="63988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64" name="Oval 1463">
              <a:extLst>
                <a:ext uri="{FF2B5EF4-FFF2-40B4-BE49-F238E27FC236}">
                  <a16:creationId xmlns:a16="http://schemas.microsoft.com/office/drawing/2014/main" id="{1DDFEE4C-A32D-624D-A0F2-80A19D4B92E2}"/>
                </a:ext>
              </a:extLst>
            </p:cNvPr>
            <p:cNvSpPr/>
            <p:nvPr/>
          </p:nvSpPr>
          <p:spPr>
            <a:xfrm rot="18535560">
              <a:off x="6114176" y="65149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65" name="Oval 1464">
              <a:extLst>
                <a:ext uri="{FF2B5EF4-FFF2-40B4-BE49-F238E27FC236}">
                  <a16:creationId xmlns:a16="http://schemas.microsoft.com/office/drawing/2014/main" id="{C8E45367-C155-5F47-9054-8A6E77A82D4C}"/>
                </a:ext>
              </a:extLst>
            </p:cNvPr>
            <p:cNvSpPr/>
            <p:nvPr/>
          </p:nvSpPr>
          <p:spPr>
            <a:xfrm rot="18535560">
              <a:off x="6132319" y="649620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66" name="Oval 1465">
              <a:extLst>
                <a:ext uri="{FF2B5EF4-FFF2-40B4-BE49-F238E27FC236}">
                  <a16:creationId xmlns:a16="http://schemas.microsoft.com/office/drawing/2014/main" id="{141F13C6-39D2-1048-A705-4362AC0E8054}"/>
                </a:ext>
              </a:extLst>
            </p:cNvPr>
            <p:cNvSpPr/>
            <p:nvPr/>
          </p:nvSpPr>
          <p:spPr>
            <a:xfrm rot="18535560">
              <a:off x="6150494" y="647183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67" name="Oval 1466">
              <a:extLst>
                <a:ext uri="{FF2B5EF4-FFF2-40B4-BE49-F238E27FC236}">
                  <a16:creationId xmlns:a16="http://schemas.microsoft.com/office/drawing/2014/main" id="{E6A1CCC1-290A-5946-B234-1D0F2B829162}"/>
                </a:ext>
              </a:extLst>
            </p:cNvPr>
            <p:cNvSpPr/>
            <p:nvPr/>
          </p:nvSpPr>
          <p:spPr>
            <a:xfrm rot="18535560">
              <a:off x="6175113" y="644135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68" name="Oval 1467">
              <a:extLst>
                <a:ext uri="{FF2B5EF4-FFF2-40B4-BE49-F238E27FC236}">
                  <a16:creationId xmlns:a16="http://schemas.microsoft.com/office/drawing/2014/main" id="{CC977419-3C6E-CC47-A51C-E305B2DB221A}"/>
                </a:ext>
              </a:extLst>
            </p:cNvPr>
            <p:cNvSpPr/>
            <p:nvPr/>
          </p:nvSpPr>
          <p:spPr>
            <a:xfrm rot="18535560">
              <a:off x="6197911" y="640939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69" name="Oval 1468">
              <a:extLst>
                <a:ext uri="{FF2B5EF4-FFF2-40B4-BE49-F238E27FC236}">
                  <a16:creationId xmlns:a16="http://schemas.microsoft.com/office/drawing/2014/main" id="{DCC75B0E-296D-5A46-8B2B-6AE6EE24ECEA}"/>
                </a:ext>
              </a:extLst>
            </p:cNvPr>
            <p:cNvSpPr/>
            <p:nvPr/>
          </p:nvSpPr>
          <p:spPr>
            <a:xfrm rot="18535560">
              <a:off x="6140586" y="65232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70" name="Oval 1469">
              <a:extLst>
                <a:ext uri="{FF2B5EF4-FFF2-40B4-BE49-F238E27FC236}">
                  <a16:creationId xmlns:a16="http://schemas.microsoft.com/office/drawing/2014/main" id="{6569FA09-B655-9947-B00C-41A0622B44CF}"/>
                </a:ext>
              </a:extLst>
            </p:cNvPr>
            <p:cNvSpPr/>
            <p:nvPr/>
          </p:nvSpPr>
          <p:spPr>
            <a:xfrm rot="18535560">
              <a:off x="6163823" y="64944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71" name="Oval 1470">
              <a:extLst>
                <a:ext uri="{FF2B5EF4-FFF2-40B4-BE49-F238E27FC236}">
                  <a16:creationId xmlns:a16="http://schemas.microsoft.com/office/drawing/2014/main" id="{46BABABD-1486-7F42-8565-1412A823E81C}"/>
                </a:ext>
              </a:extLst>
            </p:cNvPr>
            <p:cNvSpPr/>
            <p:nvPr/>
          </p:nvSpPr>
          <p:spPr>
            <a:xfrm rot="18535560">
              <a:off x="6181526" y="64725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72" name="Oval 1471">
              <a:extLst>
                <a:ext uri="{FF2B5EF4-FFF2-40B4-BE49-F238E27FC236}">
                  <a16:creationId xmlns:a16="http://schemas.microsoft.com/office/drawing/2014/main" id="{FEC30514-5D6B-E747-B9BB-51CD8A7CF791}"/>
                </a:ext>
              </a:extLst>
            </p:cNvPr>
            <p:cNvSpPr/>
            <p:nvPr/>
          </p:nvSpPr>
          <p:spPr>
            <a:xfrm rot="18535560">
              <a:off x="6204762" y="64437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73" name="Oval 1472">
              <a:extLst>
                <a:ext uri="{FF2B5EF4-FFF2-40B4-BE49-F238E27FC236}">
                  <a16:creationId xmlns:a16="http://schemas.microsoft.com/office/drawing/2014/main" id="{49DFB446-0D90-0D4B-93AB-BD65D75C0EC6}"/>
                </a:ext>
              </a:extLst>
            </p:cNvPr>
            <p:cNvSpPr/>
            <p:nvPr/>
          </p:nvSpPr>
          <p:spPr>
            <a:xfrm rot="18535560">
              <a:off x="6224321" y="64177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74" name="Oval 1473">
              <a:extLst>
                <a:ext uri="{FF2B5EF4-FFF2-40B4-BE49-F238E27FC236}">
                  <a16:creationId xmlns:a16="http://schemas.microsoft.com/office/drawing/2014/main" id="{7D82EBA0-AAC1-1C4C-92D1-6808CF837F01}"/>
                </a:ext>
              </a:extLst>
            </p:cNvPr>
            <p:cNvSpPr/>
            <p:nvPr/>
          </p:nvSpPr>
          <p:spPr>
            <a:xfrm rot="18535560">
              <a:off x="6160665" y="65338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75" name="Oval 1474">
              <a:extLst>
                <a:ext uri="{FF2B5EF4-FFF2-40B4-BE49-F238E27FC236}">
                  <a16:creationId xmlns:a16="http://schemas.microsoft.com/office/drawing/2014/main" id="{9398A895-ED90-0049-BEC2-76A06E95FB09}"/>
                </a:ext>
              </a:extLst>
            </p:cNvPr>
            <p:cNvSpPr/>
            <p:nvPr/>
          </p:nvSpPr>
          <p:spPr>
            <a:xfrm rot="18535560">
              <a:off x="6178809" y="651507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76" name="Oval 1475">
              <a:extLst>
                <a:ext uri="{FF2B5EF4-FFF2-40B4-BE49-F238E27FC236}">
                  <a16:creationId xmlns:a16="http://schemas.microsoft.com/office/drawing/2014/main" id="{85600E2B-D123-5D42-AAB8-C6A1D47FCD86}"/>
                </a:ext>
              </a:extLst>
            </p:cNvPr>
            <p:cNvSpPr/>
            <p:nvPr/>
          </p:nvSpPr>
          <p:spPr>
            <a:xfrm rot="18535560">
              <a:off x="6196983" y="64907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77" name="Oval 1476">
              <a:extLst>
                <a:ext uri="{FF2B5EF4-FFF2-40B4-BE49-F238E27FC236}">
                  <a16:creationId xmlns:a16="http://schemas.microsoft.com/office/drawing/2014/main" id="{E7B93DBC-0969-2A40-8EEE-DFCC1838B17F}"/>
                </a:ext>
              </a:extLst>
            </p:cNvPr>
            <p:cNvSpPr/>
            <p:nvPr/>
          </p:nvSpPr>
          <p:spPr>
            <a:xfrm rot="18535560">
              <a:off x="6221603" y="646022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78" name="Oval 1477">
              <a:extLst>
                <a:ext uri="{FF2B5EF4-FFF2-40B4-BE49-F238E27FC236}">
                  <a16:creationId xmlns:a16="http://schemas.microsoft.com/office/drawing/2014/main" id="{D6B99FD2-AE84-2B46-AE19-FB6EED23E514}"/>
                </a:ext>
              </a:extLst>
            </p:cNvPr>
            <p:cNvSpPr/>
            <p:nvPr/>
          </p:nvSpPr>
          <p:spPr>
            <a:xfrm rot="18535560">
              <a:off x="6244400" y="64282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79" name="Oval 1478">
              <a:extLst>
                <a:ext uri="{FF2B5EF4-FFF2-40B4-BE49-F238E27FC236}">
                  <a16:creationId xmlns:a16="http://schemas.microsoft.com/office/drawing/2014/main" id="{670E4EF9-2B0C-1849-9FA1-EED16EB64A20}"/>
                </a:ext>
              </a:extLst>
            </p:cNvPr>
            <p:cNvSpPr/>
            <p:nvPr/>
          </p:nvSpPr>
          <p:spPr>
            <a:xfrm rot="4135560">
              <a:off x="6181014" y="65483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80" name="Oval 1479">
              <a:extLst>
                <a:ext uri="{FF2B5EF4-FFF2-40B4-BE49-F238E27FC236}">
                  <a16:creationId xmlns:a16="http://schemas.microsoft.com/office/drawing/2014/main" id="{7F63D351-63FB-B24F-8B2D-A4A9FFB1671C}"/>
                </a:ext>
              </a:extLst>
            </p:cNvPr>
            <p:cNvSpPr/>
            <p:nvPr/>
          </p:nvSpPr>
          <p:spPr>
            <a:xfrm rot="4135560">
              <a:off x="6204250" y="651958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81" name="Oval 1480">
              <a:extLst>
                <a:ext uri="{FF2B5EF4-FFF2-40B4-BE49-F238E27FC236}">
                  <a16:creationId xmlns:a16="http://schemas.microsoft.com/office/drawing/2014/main" id="{1B4AB30A-0FEE-3A4D-B607-97757F082E68}"/>
                </a:ext>
              </a:extLst>
            </p:cNvPr>
            <p:cNvSpPr/>
            <p:nvPr/>
          </p:nvSpPr>
          <p:spPr>
            <a:xfrm rot="4135560">
              <a:off x="6221953" y="649766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82" name="Oval 1481">
              <a:extLst>
                <a:ext uri="{FF2B5EF4-FFF2-40B4-BE49-F238E27FC236}">
                  <a16:creationId xmlns:a16="http://schemas.microsoft.com/office/drawing/2014/main" id="{BEC4875F-9F16-464F-918B-C3D4ABD0D6DC}"/>
                </a:ext>
              </a:extLst>
            </p:cNvPr>
            <p:cNvSpPr/>
            <p:nvPr/>
          </p:nvSpPr>
          <p:spPr>
            <a:xfrm rot="4135560">
              <a:off x="6245189" y="646889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83" name="Oval 1482">
              <a:extLst>
                <a:ext uri="{FF2B5EF4-FFF2-40B4-BE49-F238E27FC236}">
                  <a16:creationId xmlns:a16="http://schemas.microsoft.com/office/drawing/2014/main" id="{88E61F04-1FE3-6846-BBA5-5741801C1E89}"/>
                </a:ext>
              </a:extLst>
            </p:cNvPr>
            <p:cNvSpPr/>
            <p:nvPr/>
          </p:nvSpPr>
          <p:spPr>
            <a:xfrm rot="4135560">
              <a:off x="6264748" y="64428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84" name="Oval 1483">
              <a:extLst>
                <a:ext uri="{FF2B5EF4-FFF2-40B4-BE49-F238E27FC236}">
                  <a16:creationId xmlns:a16="http://schemas.microsoft.com/office/drawing/2014/main" id="{6C6A5AAA-DE20-C740-98DB-9DD5407706E0}"/>
                </a:ext>
              </a:extLst>
            </p:cNvPr>
            <p:cNvSpPr/>
            <p:nvPr/>
          </p:nvSpPr>
          <p:spPr>
            <a:xfrm rot="4135560">
              <a:off x="6201093" y="65589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85" name="Oval 1484">
              <a:extLst>
                <a:ext uri="{FF2B5EF4-FFF2-40B4-BE49-F238E27FC236}">
                  <a16:creationId xmlns:a16="http://schemas.microsoft.com/office/drawing/2014/main" id="{3AB92944-BFDD-4B45-B0D9-647289D1EBA4}"/>
                </a:ext>
              </a:extLst>
            </p:cNvPr>
            <p:cNvSpPr/>
            <p:nvPr/>
          </p:nvSpPr>
          <p:spPr>
            <a:xfrm rot="4135560">
              <a:off x="6219236" y="654017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86" name="Oval 1485">
              <a:extLst>
                <a:ext uri="{FF2B5EF4-FFF2-40B4-BE49-F238E27FC236}">
                  <a16:creationId xmlns:a16="http://schemas.microsoft.com/office/drawing/2014/main" id="{8ECE32B0-D248-294B-88E6-AAD8E00BA17F}"/>
                </a:ext>
              </a:extLst>
            </p:cNvPr>
            <p:cNvSpPr/>
            <p:nvPr/>
          </p:nvSpPr>
          <p:spPr>
            <a:xfrm rot="4135560">
              <a:off x="6237411" y="651580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87" name="Oval 1486">
              <a:extLst>
                <a:ext uri="{FF2B5EF4-FFF2-40B4-BE49-F238E27FC236}">
                  <a16:creationId xmlns:a16="http://schemas.microsoft.com/office/drawing/2014/main" id="{339AD185-39F5-E947-AC7D-063B822EC798}"/>
                </a:ext>
              </a:extLst>
            </p:cNvPr>
            <p:cNvSpPr/>
            <p:nvPr/>
          </p:nvSpPr>
          <p:spPr>
            <a:xfrm rot="4135560">
              <a:off x="6262030" y="648532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88" name="Oval 1487">
              <a:extLst>
                <a:ext uri="{FF2B5EF4-FFF2-40B4-BE49-F238E27FC236}">
                  <a16:creationId xmlns:a16="http://schemas.microsoft.com/office/drawing/2014/main" id="{01600B12-AF57-E842-A743-1F1E3A610A28}"/>
                </a:ext>
              </a:extLst>
            </p:cNvPr>
            <p:cNvSpPr/>
            <p:nvPr/>
          </p:nvSpPr>
          <p:spPr>
            <a:xfrm rot="4135560">
              <a:off x="6284827" y="645336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89" name="Oval 1488">
              <a:extLst>
                <a:ext uri="{FF2B5EF4-FFF2-40B4-BE49-F238E27FC236}">
                  <a16:creationId xmlns:a16="http://schemas.microsoft.com/office/drawing/2014/main" id="{85D52E76-A96B-7D4C-A099-FBE7B8B17C06}"/>
                </a:ext>
              </a:extLst>
            </p:cNvPr>
            <p:cNvSpPr/>
            <p:nvPr/>
          </p:nvSpPr>
          <p:spPr>
            <a:xfrm rot="18535560">
              <a:off x="6207334" y="657853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90" name="Oval 1489">
              <a:extLst>
                <a:ext uri="{FF2B5EF4-FFF2-40B4-BE49-F238E27FC236}">
                  <a16:creationId xmlns:a16="http://schemas.microsoft.com/office/drawing/2014/main" id="{C6AE81FB-9351-A142-B6E0-51C72169E31B}"/>
                </a:ext>
              </a:extLst>
            </p:cNvPr>
            <p:cNvSpPr/>
            <p:nvPr/>
          </p:nvSpPr>
          <p:spPr>
            <a:xfrm rot="18535560">
              <a:off x="6230570" y="65497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91" name="Oval 1490">
              <a:extLst>
                <a:ext uri="{FF2B5EF4-FFF2-40B4-BE49-F238E27FC236}">
                  <a16:creationId xmlns:a16="http://schemas.microsoft.com/office/drawing/2014/main" id="{68DA52E5-9421-194F-AB93-58136CE73DCF}"/>
                </a:ext>
              </a:extLst>
            </p:cNvPr>
            <p:cNvSpPr/>
            <p:nvPr/>
          </p:nvSpPr>
          <p:spPr>
            <a:xfrm rot="18535560">
              <a:off x="6248274" y="65278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92" name="Oval 1491">
              <a:extLst>
                <a:ext uri="{FF2B5EF4-FFF2-40B4-BE49-F238E27FC236}">
                  <a16:creationId xmlns:a16="http://schemas.microsoft.com/office/drawing/2014/main" id="{E2E2E23B-953F-884E-A9F7-A8E6599524FD}"/>
                </a:ext>
              </a:extLst>
            </p:cNvPr>
            <p:cNvSpPr/>
            <p:nvPr/>
          </p:nvSpPr>
          <p:spPr>
            <a:xfrm rot="18535560">
              <a:off x="6271510" y="64990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93" name="Oval 1492">
              <a:extLst>
                <a:ext uri="{FF2B5EF4-FFF2-40B4-BE49-F238E27FC236}">
                  <a16:creationId xmlns:a16="http://schemas.microsoft.com/office/drawing/2014/main" id="{A880AD60-D0ED-754C-A277-187DB804D26A}"/>
                </a:ext>
              </a:extLst>
            </p:cNvPr>
            <p:cNvSpPr/>
            <p:nvPr/>
          </p:nvSpPr>
          <p:spPr>
            <a:xfrm rot="18535560">
              <a:off x="6291069" y="64729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94" name="Oval 1493">
              <a:extLst>
                <a:ext uri="{FF2B5EF4-FFF2-40B4-BE49-F238E27FC236}">
                  <a16:creationId xmlns:a16="http://schemas.microsoft.com/office/drawing/2014/main" id="{A367D9A4-8A33-734F-A68D-AB4148C9EE38}"/>
                </a:ext>
              </a:extLst>
            </p:cNvPr>
            <p:cNvSpPr/>
            <p:nvPr/>
          </p:nvSpPr>
          <p:spPr>
            <a:xfrm rot="18535560">
              <a:off x="6227413" y="65890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95" name="Oval 1494">
              <a:extLst>
                <a:ext uri="{FF2B5EF4-FFF2-40B4-BE49-F238E27FC236}">
                  <a16:creationId xmlns:a16="http://schemas.microsoft.com/office/drawing/2014/main" id="{C8A63B78-9A4C-B648-880E-6B582A8D2EF9}"/>
                </a:ext>
              </a:extLst>
            </p:cNvPr>
            <p:cNvSpPr/>
            <p:nvPr/>
          </p:nvSpPr>
          <p:spPr>
            <a:xfrm rot="18535560">
              <a:off x="6245557" y="65703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96" name="Oval 1495">
              <a:extLst>
                <a:ext uri="{FF2B5EF4-FFF2-40B4-BE49-F238E27FC236}">
                  <a16:creationId xmlns:a16="http://schemas.microsoft.com/office/drawing/2014/main" id="{3F3CA809-ED98-0144-BA90-872246F4C4FC}"/>
                </a:ext>
              </a:extLst>
            </p:cNvPr>
            <p:cNvSpPr/>
            <p:nvPr/>
          </p:nvSpPr>
          <p:spPr>
            <a:xfrm rot="18535560">
              <a:off x="6263731" y="654599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97" name="Oval 1496">
              <a:extLst>
                <a:ext uri="{FF2B5EF4-FFF2-40B4-BE49-F238E27FC236}">
                  <a16:creationId xmlns:a16="http://schemas.microsoft.com/office/drawing/2014/main" id="{7F1CB4A2-C757-B247-91B1-8C09D1E26383}"/>
                </a:ext>
              </a:extLst>
            </p:cNvPr>
            <p:cNvSpPr/>
            <p:nvPr/>
          </p:nvSpPr>
          <p:spPr>
            <a:xfrm rot="18535560">
              <a:off x="6288350" y="65155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98" name="Oval 1497">
              <a:extLst>
                <a:ext uri="{FF2B5EF4-FFF2-40B4-BE49-F238E27FC236}">
                  <a16:creationId xmlns:a16="http://schemas.microsoft.com/office/drawing/2014/main" id="{36EEFF87-DAB5-BF43-A798-20AE150D3F05}"/>
                </a:ext>
              </a:extLst>
            </p:cNvPr>
            <p:cNvSpPr/>
            <p:nvPr/>
          </p:nvSpPr>
          <p:spPr>
            <a:xfrm rot="18535560">
              <a:off x="6311148" y="648355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99" name="Oval 1498">
              <a:extLst>
                <a:ext uri="{FF2B5EF4-FFF2-40B4-BE49-F238E27FC236}">
                  <a16:creationId xmlns:a16="http://schemas.microsoft.com/office/drawing/2014/main" id="{25B21BA0-D740-3043-8A14-B926DCE36BB8}"/>
                </a:ext>
              </a:extLst>
            </p:cNvPr>
            <p:cNvSpPr/>
            <p:nvPr/>
          </p:nvSpPr>
          <p:spPr>
            <a:xfrm rot="18535560">
              <a:off x="6253824" y="65974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00" name="Oval 1499">
              <a:extLst>
                <a:ext uri="{FF2B5EF4-FFF2-40B4-BE49-F238E27FC236}">
                  <a16:creationId xmlns:a16="http://schemas.microsoft.com/office/drawing/2014/main" id="{97A4BC37-3DF4-6447-8FDC-07DE5B4AF2F0}"/>
                </a:ext>
              </a:extLst>
            </p:cNvPr>
            <p:cNvSpPr/>
            <p:nvPr/>
          </p:nvSpPr>
          <p:spPr>
            <a:xfrm rot="18535560">
              <a:off x="6277060" y="656863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01" name="Oval 1500">
              <a:extLst>
                <a:ext uri="{FF2B5EF4-FFF2-40B4-BE49-F238E27FC236}">
                  <a16:creationId xmlns:a16="http://schemas.microsoft.com/office/drawing/2014/main" id="{1D89662A-BF8D-824E-BF23-53BC0A0DC54D}"/>
                </a:ext>
              </a:extLst>
            </p:cNvPr>
            <p:cNvSpPr/>
            <p:nvPr/>
          </p:nvSpPr>
          <p:spPr>
            <a:xfrm rot="18535560">
              <a:off x="6294763" y="654671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02" name="Oval 1501">
              <a:extLst>
                <a:ext uri="{FF2B5EF4-FFF2-40B4-BE49-F238E27FC236}">
                  <a16:creationId xmlns:a16="http://schemas.microsoft.com/office/drawing/2014/main" id="{479A8447-DB20-3B48-935E-302637EC9FAD}"/>
                </a:ext>
              </a:extLst>
            </p:cNvPr>
            <p:cNvSpPr/>
            <p:nvPr/>
          </p:nvSpPr>
          <p:spPr>
            <a:xfrm rot="18535560">
              <a:off x="6317999" y="65179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03" name="Oval 1502">
              <a:extLst>
                <a:ext uri="{FF2B5EF4-FFF2-40B4-BE49-F238E27FC236}">
                  <a16:creationId xmlns:a16="http://schemas.microsoft.com/office/drawing/2014/main" id="{39B64461-45BD-9740-B8EC-4ECB62B5DEE3}"/>
                </a:ext>
              </a:extLst>
            </p:cNvPr>
            <p:cNvSpPr/>
            <p:nvPr/>
          </p:nvSpPr>
          <p:spPr>
            <a:xfrm rot="18535560">
              <a:off x="6337558" y="6491866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04" name="Oval 1503">
              <a:extLst>
                <a:ext uri="{FF2B5EF4-FFF2-40B4-BE49-F238E27FC236}">
                  <a16:creationId xmlns:a16="http://schemas.microsoft.com/office/drawing/2014/main" id="{FEEDE718-939C-194A-8FDD-1264317D74C5}"/>
                </a:ext>
              </a:extLst>
            </p:cNvPr>
            <p:cNvSpPr/>
            <p:nvPr/>
          </p:nvSpPr>
          <p:spPr>
            <a:xfrm rot="18535560">
              <a:off x="6273902" y="660796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05" name="Oval 1504">
              <a:extLst>
                <a:ext uri="{FF2B5EF4-FFF2-40B4-BE49-F238E27FC236}">
                  <a16:creationId xmlns:a16="http://schemas.microsoft.com/office/drawing/2014/main" id="{B522C0F6-88BA-0748-BAD2-C30FC9898B74}"/>
                </a:ext>
              </a:extLst>
            </p:cNvPr>
            <p:cNvSpPr/>
            <p:nvPr/>
          </p:nvSpPr>
          <p:spPr>
            <a:xfrm rot="18535560">
              <a:off x="6292046" y="658923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06" name="Oval 1505">
              <a:extLst>
                <a:ext uri="{FF2B5EF4-FFF2-40B4-BE49-F238E27FC236}">
                  <a16:creationId xmlns:a16="http://schemas.microsoft.com/office/drawing/2014/main" id="{27E4BBD6-C494-4840-9B7A-9A1797EE9AA6}"/>
                </a:ext>
              </a:extLst>
            </p:cNvPr>
            <p:cNvSpPr/>
            <p:nvPr/>
          </p:nvSpPr>
          <p:spPr>
            <a:xfrm rot="18535560">
              <a:off x="6310221" y="65648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07" name="Oval 1506">
              <a:extLst>
                <a:ext uri="{FF2B5EF4-FFF2-40B4-BE49-F238E27FC236}">
                  <a16:creationId xmlns:a16="http://schemas.microsoft.com/office/drawing/2014/main" id="{90270144-B229-294D-A835-832F132E6B5A}"/>
                </a:ext>
              </a:extLst>
            </p:cNvPr>
            <p:cNvSpPr/>
            <p:nvPr/>
          </p:nvSpPr>
          <p:spPr>
            <a:xfrm rot="18535560">
              <a:off x="6334840" y="653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08" name="Oval 1507">
              <a:extLst>
                <a:ext uri="{FF2B5EF4-FFF2-40B4-BE49-F238E27FC236}">
                  <a16:creationId xmlns:a16="http://schemas.microsoft.com/office/drawing/2014/main" id="{4B8849E9-3B64-B444-BC87-EC6B78C49C69}"/>
                </a:ext>
              </a:extLst>
            </p:cNvPr>
            <p:cNvSpPr/>
            <p:nvPr/>
          </p:nvSpPr>
          <p:spPr>
            <a:xfrm rot="18535560">
              <a:off x="6357637" y="6502425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09" name="Oval 1508">
              <a:extLst>
                <a:ext uri="{FF2B5EF4-FFF2-40B4-BE49-F238E27FC236}">
                  <a16:creationId xmlns:a16="http://schemas.microsoft.com/office/drawing/2014/main" id="{0D9DC398-48D9-B94F-9FBF-B1AEA67EC90D}"/>
                </a:ext>
              </a:extLst>
            </p:cNvPr>
            <p:cNvSpPr/>
            <p:nvPr/>
          </p:nvSpPr>
          <p:spPr>
            <a:xfrm rot="4135560">
              <a:off x="6294251" y="662250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10" name="Oval 1509">
              <a:extLst>
                <a:ext uri="{FF2B5EF4-FFF2-40B4-BE49-F238E27FC236}">
                  <a16:creationId xmlns:a16="http://schemas.microsoft.com/office/drawing/2014/main" id="{167F6088-EBF9-864D-B0F5-E9BD60E5F021}"/>
                </a:ext>
              </a:extLst>
            </p:cNvPr>
            <p:cNvSpPr/>
            <p:nvPr/>
          </p:nvSpPr>
          <p:spPr>
            <a:xfrm rot="4135560">
              <a:off x="6317487" y="659373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11" name="Oval 1510">
              <a:extLst>
                <a:ext uri="{FF2B5EF4-FFF2-40B4-BE49-F238E27FC236}">
                  <a16:creationId xmlns:a16="http://schemas.microsoft.com/office/drawing/2014/main" id="{26D76482-C80E-BA44-ABBE-2BCEF487E214}"/>
                </a:ext>
              </a:extLst>
            </p:cNvPr>
            <p:cNvSpPr/>
            <p:nvPr/>
          </p:nvSpPr>
          <p:spPr>
            <a:xfrm rot="4135560">
              <a:off x="6335190" y="657181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12" name="Oval 1511">
              <a:extLst>
                <a:ext uri="{FF2B5EF4-FFF2-40B4-BE49-F238E27FC236}">
                  <a16:creationId xmlns:a16="http://schemas.microsoft.com/office/drawing/2014/main" id="{987F86A0-A42E-D346-B5DC-BD644ECFDAE9}"/>
                </a:ext>
              </a:extLst>
            </p:cNvPr>
            <p:cNvSpPr/>
            <p:nvPr/>
          </p:nvSpPr>
          <p:spPr>
            <a:xfrm rot="4135560">
              <a:off x="6314330" y="663306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13" name="Oval 1512">
              <a:extLst>
                <a:ext uri="{FF2B5EF4-FFF2-40B4-BE49-F238E27FC236}">
                  <a16:creationId xmlns:a16="http://schemas.microsoft.com/office/drawing/2014/main" id="{341828D3-0785-D842-B126-243C8A132808}"/>
                </a:ext>
              </a:extLst>
            </p:cNvPr>
            <p:cNvSpPr/>
            <p:nvPr/>
          </p:nvSpPr>
          <p:spPr>
            <a:xfrm rot="4135560">
              <a:off x="6332473" y="661433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14" name="Oval 1513">
              <a:extLst>
                <a:ext uri="{FF2B5EF4-FFF2-40B4-BE49-F238E27FC236}">
                  <a16:creationId xmlns:a16="http://schemas.microsoft.com/office/drawing/2014/main" id="{A3968680-14D2-2D4E-9DBA-9F72D04AB7D5}"/>
                </a:ext>
              </a:extLst>
            </p:cNvPr>
            <p:cNvSpPr/>
            <p:nvPr/>
          </p:nvSpPr>
          <p:spPr>
            <a:xfrm rot="4135560">
              <a:off x="6350648" y="658996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15" name="Oval 1514">
              <a:extLst>
                <a:ext uri="{FF2B5EF4-FFF2-40B4-BE49-F238E27FC236}">
                  <a16:creationId xmlns:a16="http://schemas.microsoft.com/office/drawing/2014/main" id="{EC3F67AE-6158-8F42-BCA0-0CF89203E867}"/>
                </a:ext>
              </a:extLst>
            </p:cNvPr>
            <p:cNvSpPr/>
            <p:nvPr/>
          </p:nvSpPr>
          <p:spPr>
            <a:xfrm rot="11852637">
              <a:off x="6333490" y="664684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16" name="Oval 1515">
              <a:extLst>
                <a:ext uri="{FF2B5EF4-FFF2-40B4-BE49-F238E27FC236}">
                  <a16:creationId xmlns:a16="http://schemas.microsoft.com/office/drawing/2014/main" id="{A48F309B-5426-A240-BCFF-5124227C121C}"/>
                </a:ext>
              </a:extLst>
            </p:cNvPr>
            <p:cNvSpPr/>
            <p:nvPr/>
          </p:nvSpPr>
          <p:spPr>
            <a:xfrm rot="11852637">
              <a:off x="6356726" y="661807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17" name="Oval 1516">
              <a:extLst>
                <a:ext uri="{FF2B5EF4-FFF2-40B4-BE49-F238E27FC236}">
                  <a16:creationId xmlns:a16="http://schemas.microsoft.com/office/drawing/2014/main" id="{1011471F-A0ED-5A41-A56C-DDCDE91D755F}"/>
                </a:ext>
              </a:extLst>
            </p:cNvPr>
            <p:cNvSpPr/>
            <p:nvPr/>
          </p:nvSpPr>
          <p:spPr>
            <a:xfrm rot="11852637">
              <a:off x="6374430" y="65961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18" name="Oval 1517">
              <a:extLst>
                <a:ext uri="{FF2B5EF4-FFF2-40B4-BE49-F238E27FC236}">
                  <a16:creationId xmlns:a16="http://schemas.microsoft.com/office/drawing/2014/main" id="{39B41E04-8BB8-5740-B9E9-2B379CDA5170}"/>
                </a:ext>
              </a:extLst>
            </p:cNvPr>
            <p:cNvSpPr/>
            <p:nvPr/>
          </p:nvSpPr>
          <p:spPr>
            <a:xfrm rot="11852637">
              <a:off x="6353569" y="665739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19" name="Oval 1518">
              <a:extLst>
                <a:ext uri="{FF2B5EF4-FFF2-40B4-BE49-F238E27FC236}">
                  <a16:creationId xmlns:a16="http://schemas.microsoft.com/office/drawing/2014/main" id="{67731DDC-9138-0849-9ABA-92AEF8B378B5}"/>
                </a:ext>
              </a:extLst>
            </p:cNvPr>
            <p:cNvSpPr/>
            <p:nvPr/>
          </p:nvSpPr>
          <p:spPr>
            <a:xfrm rot="11852637">
              <a:off x="6371713" y="6638662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20" name="Oval 1519">
              <a:extLst>
                <a:ext uri="{FF2B5EF4-FFF2-40B4-BE49-F238E27FC236}">
                  <a16:creationId xmlns:a16="http://schemas.microsoft.com/office/drawing/2014/main" id="{8EB00305-4176-CA40-AD76-BC86C4FE0006}"/>
                </a:ext>
              </a:extLst>
            </p:cNvPr>
            <p:cNvSpPr/>
            <p:nvPr/>
          </p:nvSpPr>
          <p:spPr>
            <a:xfrm rot="11852637">
              <a:off x="6389887" y="6614295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21" name="Oval 1520">
              <a:extLst>
                <a:ext uri="{FF2B5EF4-FFF2-40B4-BE49-F238E27FC236}">
                  <a16:creationId xmlns:a16="http://schemas.microsoft.com/office/drawing/2014/main" id="{6683C002-F46D-F844-97DC-256B789D12BB}"/>
                </a:ext>
              </a:extLst>
            </p:cNvPr>
            <p:cNvSpPr/>
            <p:nvPr/>
          </p:nvSpPr>
          <p:spPr>
            <a:xfrm rot="11852637">
              <a:off x="6379980" y="666571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22" name="Oval 1521">
              <a:extLst>
                <a:ext uri="{FF2B5EF4-FFF2-40B4-BE49-F238E27FC236}">
                  <a16:creationId xmlns:a16="http://schemas.microsoft.com/office/drawing/2014/main" id="{86337FB5-D814-934E-8DB3-44480D168D55}"/>
                </a:ext>
              </a:extLst>
            </p:cNvPr>
            <p:cNvSpPr/>
            <p:nvPr/>
          </p:nvSpPr>
          <p:spPr>
            <a:xfrm rot="11852637">
              <a:off x="6403216" y="663694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23" name="Oval 1522">
              <a:extLst>
                <a:ext uri="{FF2B5EF4-FFF2-40B4-BE49-F238E27FC236}">
                  <a16:creationId xmlns:a16="http://schemas.microsoft.com/office/drawing/2014/main" id="{9F5239AF-87FF-3449-B58D-435915084706}"/>
                </a:ext>
              </a:extLst>
            </p:cNvPr>
            <p:cNvSpPr/>
            <p:nvPr/>
          </p:nvSpPr>
          <p:spPr>
            <a:xfrm rot="11852637">
              <a:off x="6400059" y="667626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24" name="Oval 1523">
              <a:extLst>
                <a:ext uri="{FF2B5EF4-FFF2-40B4-BE49-F238E27FC236}">
                  <a16:creationId xmlns:a16="http://schemas.microsoft.com/office/drawing/2014/main" id="{EC1EC403-09A4-5147-9DEE-491DBC3E716A}"/>
                </a:ext>
              </a:extLst>
            </p:cNvPr>
            <p:cNvSpPr/>
            <p:nvPr/>
          </p:nvSpPr>
          <p:spPr>
            <a:xfrm rot="11852637">
              <a:off x="6418202" y="665753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25" name="Freeform 1524">
              <a:extLst>
                <a:ext uri="{FF2B5EF4-FFF2-40B4-BE49-F238E27FC236}">
                  <a16:creationId xmlns:a16="http://schemas.microsoft.com/office/drawing/2014/main" id="{1242C5A8-3E7B-B74F-A580-5F87F4B8E463}"/>
                </a:ext>
              </a:extLst>
            </p:cNvPr>
            <p:cNvSpPr/>
            <p:nvPr/>
          </p:nvSpPr>
          <p:spPr>
            <a:xfrm rot="18535560">
              <a:off x="6045401" y="6304373"/>
              <a:ext cx="235075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Freeform 1525">
              <a:extLst>
                <a:ext uri="{FF2B5EF4-FFF2-40B4-BE49-F238E27FC236}">
                  <a16:creationId xmlns:a16="http://schemas.microsoft.com/office/drawing/2014/main" id="{02E2E5F0-E121-5E42-8EDD-570934ED3BD9}"/>
                </a:ext>
              </a:extLst>
            </p:cNvPr>
            <p:cNvSpPr/>
            <p:nvPr/>
          </p:nvSpPr>
          <p:spPr>
            <a:xfrm rot="18535560" flipH="1">
              <a:off x="6160015" y="6157256"/>
              <a:ext cx="227078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527" name="Group 1526">
            <a:extLst>
              <a:ext uri="{FF2B5EF4-FFF2-40B4-BE49-F238E27FC236}">
                <a16:creationId xmlns:a16="http://schemas.microsoft.com/office/drawing/2014/main" id="{C4396F6B-103B-A646-AF82-0296656485E6}"/>
              </a:ext>
            </a:extLst>
          </p:cNvPr>
          <p:cNvGrpSpPr/>
          <p:nvPr/>
        </p:nvGrpSpPr>
        <p:grpSpPr>
          <a:xfrm rot="797170">
            <a:off x="7540050" y="3255082"/>
            <a:ext cx="1160764" cy="514866"/>
            <a:chOff x="5871652" y="6279397"/>
            <a:chExt cx="686823" cy="439136"/>
          </a:xfrm>
        </p:grpSpPr>
        <p:sp>
          <p:nvSpPr>
            <p:cNvPr id="1528" name="Freeform 1527">
              <a:extLst>
                <a:ext uri="{FF2B5EF4-FFF2-40B4-BE49-F238E27FC236}">
                  <a16:creationId xmlns:a16="http://schemas.microsoft.com/office/drawing/2014/main" id="{0D4D5351-9BDA-E44A-B244-8E1CEA63291C}"/>
                </a:ext>
              </a:extLst>
            </p:cNvPr>
            <p:cNvSpPr/>
            <p:nvPr/>
          </p:nvSpPr>
          <p:spPr>
            <a:xfrm rot="17421667">
              <a:off x="5962111" y="6248061"/>
              <a:ext cx="147799" cy="230790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6FA03B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9" name="Freeform 1528">
              <a:extLst>
                <a:ext uri="{FF2B5EF4-FFF2-40B4-BE49-F238E27FC236}">
                  <a16:creationId xmlns:a16="http://schemas.microsoft.com/office/drawing/2014/main" id="{36196BA0-6252-4142-9FDC-CD790DB2D886}"/>
                </a:ext>
              </a:extLst>
            </p:cNvPr>
            <p:cNvSpPr/>
            <p:nvPr/>
          </p:nvSpPr>
          <p:spPr>
            <a:xfrm rot="18535560" flipH="1">
              <a:off x="6065278" y="6197211"/>
              <a:ext cx="146579" cy="338361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30" name="Freeform 1529">
              <a:extLst>
                <a:ext uri="{FF2B5EF4-FFF2-40B4-BE49-F238E27FC236}">
                  <a16:creationId xmlns:a16="http://schemas.microsoft.com/office/drawing/2014/main" id="{976855FC-A11D-CF4B-ACCE-EFAC97F59F2B}"/>
                </a:ext>
              </a:extLst>
            </p:cNvPr>
            <p:cNvSpPr/>
            <p:nvPr/>
          </p:nvSpPr>
          <p:spPr>
            <a:xfrm rot="18535560">
              <a:off x="5968342" y="6315152"/>
              <a:ext cx="147799" cy="341179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1" name="Rectangle 1530">
              <a:extLst>
                <a:ext uri="{FF2B5EF4-FFF2-40B4-BE49-F238E27FC236}">
                  <a16:creationId xmlns:a16="http://schemas.microsoft.com/office/drawing/2014/main" id="{7EEEEBEE-6537-0840-A6AC-C05F5E865248}"/>
                </a:ext>
              </a:extLst>
            </p:cNvPr>
            <p:cNvSpPr/>
            <p:nvPr/>
          </p:nvSpPr>
          <p:spPr>
            <a:xfrm rot="18535560">
              <a:off x="6119618" y="6244121"/>
              <a:ext cx="142391" cy="504896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1532" name="Oval 1531">
              <a:extLst>
                <a:ext uri="{FF2B5EF4-FFF2-40B4-BE49-F238E27FC236}">
                  <a16:creationId xmlns:a16="http://schemas.microsoft.com/office/drawing/2014/main" id="{F92B1578-FB49-BB4C-8490-BBE2E9D771F5}"/>
                </a:ext>
              </a:extLst>
            </p:cNvPr>
            <p:cNvSpPr/>
            <p:nvPr/>
          </p:nvSpPr>
          <p:spPr>
            <a:xfrm rot="18535560">
              <a:off x="5929443" y="6341203"/>
              <a:ext cx="32213" cy="24486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33" name="Oval 1532">
              <a:extLst>
                <a:ext uri="{FF2B5EF4-FFF2-40B4-BE49-F238E27FC236}">
                  <a16:creationId xmlns:a16="http://schemas.microsoft.com/office/drawing/2014/main" id="{153A3D2B-4B8C-4C48-AD12-AF8F16A7D06D}"/>
                </a:ext>
              </a:extLst>
            </p:cNvPr>
            <p:cNvSpPr/>
            <p:nvPr/>
          </p:nvSpPr>
          <p:spPr>
            <a:xfrm rot="18535560">
              <a:off x="5936891" y="636058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34" name="Oval 1533">
              <a:extLst>
                <a:ext uri="{FF2B5EF4-FFF2-40B4-BE49-F238E27FC236}">
                  <a16:creationId xmlns:a16="http://schemas.microsoft.com/office/drawing/2014/main" id="{924CB106-50C5-8349-BB60-1BC70DE68961}"/>
                </a:ext>
              </a:extLst>
            </p:cNvPr>
            <p:cNvSpPr/>
            <p:nvPr/>
          </p:nvSpPr>
          <p:spPr>
            <a:xfrm rot="18535560">
              <a:off x="5954255" y="633452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35" name="Oval 1534">
              <a:extLst>
                <a:ext uri="{FF2B5EF4-FFF2-40B4-BE49-F238E27FC236}">
                  <a16:creationId xmlns:a16="http://schemas.microsoft.com/office/drawing/2014/main" id="{E047160D-38D6-294A-BF9D-F0840381DD4E}"/>
                </a:ext>
              </a:extLst>
            </p:cNvPr>
            <p:cNvSpPr/>
            <p:nvPr/>
          </p:nvSpPr>
          <p:spPr>
            <a:xfrm rot="18535560">
              <a:off x="5971959" y="631260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36" name="Oval 1535">
              <a:extLst>
                <a:ext uri="{FF2B5EF4-FFF2-40B4-BE49-F238E27FC236}">
                  <a16:creationId xmlns:a16="http://schemas.microsoft.com/office/drawing/2014/main" id="{36E44194-839C-684E-A7AE-BEC2338D13E2}"/>
                </a:ext>
              </a:extLst>
            </p:cNvPr>
            <p:cNvSpPr/>
            <p:nvPr/>
          </p:nvSpPr>
          <p:spPr>
            <a:xfrm rot="18535560">
              <a:off x="5995195" y="628383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37" name="Oval 1536">
              <a:extLst>
                <a:ext uri="{FF2B5EF4-FFF2-40B4-BE49-F238E27FC236}">
                  <a16:creationId xmlns:a16="http://schemas.microsoft.com/office/drawing/2014/main" id="{3B10E24C-FD45-224B-B032-314D26E6A434}"/>
                </a:ext>
              </a:extLst>
            </p:cNvPr>
            <p:cNvSpPr/>
            <p:nvPr/>
          </p:nvSpPr>
          <p:spPr>
            <a:xfrm rot="18535560">
              <a:off x="5952745" y="6313963"/>
              <a:ext cx="31259" cy="23761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38" name="Oval 1537">
              <a:extLst>
                <a:ext uri="{FF2B5EF4-FFF2-40B4-BE49-F238E27FC236}">
                  <a16:creationId xmlns:a16="http://schemas.microsoft.com/office/drawing/2014/main" id="{F28C377C-FD5B-8641-9880-79AB6D0C2689}"/>
                </a:ext>
              </a:extLst>
            </p:cNvPr>
            <p:cNvSpPr/>
            <p:nvPr/>
          </p:nvSpPr>
          <p:spPr>
            <a:xfrm rot="18535560">
              <a:off x="5975491" y="6287033"/>
              <a:ext cx="32958" cy="22209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39" name="Oval 1538">
              <a:extLst>
                <a:ext uri="{FF2B5EF4-FFF2-40B4-BE49-F238E27FC236}">
                  <a16:creationId xmlns:a16="http://schemas.microsoft.com/office/drawing/2014/main" id="{DACFF9A1-901B-8842-8F80-FB5E87BDEEA9}"/>
                </a:ext>
              </a:extLst>
            </p:cNvPr>
            <p:cNvSpPr/>
            <p:nvPr/>
          </p:nvSpPr>
          <p:spPr>
            <a:xfrm rot="18535560">
              <a:off x="5938537" y="6393133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40" name="Oval 1539">
              <a:extLst>
                <a:ext uri="{FF2B5EF4-FFF2-40B4-BE49-F238E27FC236}">
                  <a16:creationId xmlns:a16="http://schemas.microsoft.com/office/drawing/2014/main" id="{2E1236C2-35F9-8348-BEC4-BA5357E17F26}"/>
                </a:ext>
              </a:extLst>
            </p:cNvPr>
            <p:cNvSpPr/>
            <p:nvPr/>
          </p:nvSpPr>
          <p:spPr>
            <a:xfrm rot="18535560">
              <a:off x="5961773" y="63643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41" name="Oval 1540">
              <a:extLst>
                <a:ext uri="{FF2B5EF4-FFF2-40B4-BE49-F238E27FC236}">
                  <a16:creationId xmlns:a16="http://schemas.microsoft.com/office/drawing/2014/main" id="{005B0E38-C0B4-634B-BE99-097B0B4241F5}"/>
                </a:ext>
              </a:extLst>
            </p:cNvPr>
            <p:cNvSpPr/>
            <p:nvPr/>
          </p:nvSpPr>
          <p:spPr>
            <a:xfrm rot="18535560">
              <a:off x="5979476" y="634244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42" name="Oval 1541">
              <a:extLst>
                <a:ext uri="{FF2B5EF4-FFF2-40B4-BE49-F238E27FC236}">
                  <a16:creationId xmlns:a16="http://schemas.microsoft.com/office/drawing/2014/main" id="{7B356CF9-5F09-404C-A813-77EB3E10C8F2}"/>
                </a:ext>
              </a:extLst>
            </p:cNvPr>
            <p:cNvSpPr/>
            <p:nvPr/>
          </p:nvSpPr>
          <p:spPr>
            <a:xfrm rot="18535560">
              <a:off x="6002713" y="631367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43" name="Oval 1542">
              <a:extLst>
                <a:ext uri="{FF2B5EF4-FFF2-40B4-BE49-F238E27FC236}">
                  <a16:creationId xmlns:a16="http://schemas.microsoft.com/office/drawing/2014/main" id="{6C3C6646-5988-AE4F-85AC-B988C4C3C87C}"/>
                </a:ext>
              </a:extLst>
            </p:cNvPr>
            <p:cNvSpPr/>
            <p:nvPr/>
          </p:nvSpPr>
          <p:spPr>
            <a:xfrm rot="18535560">
              <a:off x="6022271" y="628759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44" name="Oval 1543">
              <a:extLst>
                <a:ext uri="{FF2B5EF4-FFF2-40B4-BE49-F238E27FC236}">
                  <a16:creationId xmlns:a16="http://schemas.microsoft.com/office/drawing/2014/main" id="{46B5873C-AF6A-0544-9EBC-94466F966A28}"/>
                </a:ext>
              </a:extLst>
            </p:cNvPr>
            <p:cNvSpPr/>
            <p:nvPr/>
          </p:nvSpPr>
          <p:spPr>
            <a:xfrm rot="18535560">
              <a:off x="5958616" y="6403691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45" name="Oval 1544">
              <a:extLst>
                <a:ext uri="{FF2B5EF4-FFF2-40B4-BE49-F238E27FC236}">
                  <a16:creationId xmlns:a16="http://schemas.microsoft.com/office/drawing/2014/main" id="{1071A227-D8B0-9F45-93A8-C8D77C393782}"/>
                </a:ext>
              </a:extLst>
            </p:cNvPr>
            <p:cNvSpPr/>
            <p:nvPr/>
          </p:nvSpPr>
          <p:spPr>
            <a:xfrm rot="18535560">
              <a:off x="5976759" y="63849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46" name="Oval 1545">
              <a:extLst>
                <a:ext uri="{FF2B5EF4-FFF2-40B4-BE49-F238E27FC236}">
                  <a16:creationId xmlns:a16="http://schemas.microsoft.com/office/drawing/2014/main" id="{E41BDFEF-E2E6-4C4D-9EDC-543D38CEFEE5}"/>
                </a:ext>
              </a:extLst>
            </p:cNvPr>
            <p:cNvSpPr/>
            <p:nvPr/>
          </p:nvSpPr>
          <p:spPr>
            <a:xfrm rot="18535560">
              <a:off x="5994934" y="636058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47" name="Oval 1546">
              <a:extLst>
                <a:ext uri="{FF2B5EF4-FFF2-40B4-BE49-F238E27FC236}">
                  <a16:creationId xmlns:a16="http://schemas.microsoft.com/office/drawing/2014/main" id="{C6338446-F401-2B41-ACA6-C85D8C82AF7C}"/>
                </a:ext>
              </a:extLst>
            </p:cNvPr>
            <p:cNvSpPr/>
            <p:nvPr/>
          </p:nvSpPr>
          <p:spPr>
            <a:xfrm rot="18535560">
              <a:off x="6019553" y="63301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48" name="Oval 1547">
              <a:extLst>
                <a:ext uri="{FF2B5EF4-FFF2-40B4-BE49-F238E27FC236}">
                  <a16:creationId xmlns:a16="http://schemas.microsoft.com/office/drawing/2014/main" id="{A35805BB-0775-D24D-AA65-4579F8005D64}"/>
                </a:ext>
              </a:extLst>
            </p:cNvPr>
            <p:cNvSpPr/>
            <p:nvPr/>
          </p:nvSpPr>
          <p:spPr>
            <a:xfrm rot="18535560">
              <a:off x="6042350" y="62981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49" name="Oval 1548">
              <a:extLst>
                <a:ext uri="{FF2B5EF4-FFF2-40B4-BE49-F238E27FC236}">
                  <a16:creationId xmlns:a16="http://schemas.microsoft.com/office/drawing/2014/main" id="{ABAC8E33-DD07-E842-ACAB-0E60EEABCE74}"/>
                </a:ext>
              </a:extLst>
            </p:cNvPr>
            <p:cNvSpPr/>
            <p:nvPr/>
          </p:nvSpPr>
          <p:spPr>
            <a:xfrm rot="18535560">
              <a:off x="5974595" y="6426784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50" name="Oval 1549">
              <a:extLst>
                <a:ext uri="{FF2B5EF4-FFF2-40B4-BE49-F238E27FC236}">
                  <a16:creationId xmlns:a16="http://schemas.microsoft.com/office/drawing/2014/main" id="{CC2D17A1-67FD-1949-A5C0-21DB7B54A3AF}"/>
                </a:ext>
              </a:extLst>
            </p:cNvPr>
            <p:cNvSpPr/>
            <p:nvPr/>
          </p:nvSpPr>
          <p:spPr>
            <a:xfrm rot="18535560">
              <a:off x="5997831" y="639801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51" name="Oval 1550">
              <a:extLst>
                <a:ext uri="{FF2B5EF4-FFF2-40B4-BE49-F238E27FC236}">
                  <a16:creationId xmlns:a16="http://schemas.microsoft.com/office/drawing/2014/main" id="{333DC406-8FB7-FC47-AB92-0DB383A76C29}"/>
                </a:ext>
              </a:extLst>
            </p:cNvPr>
            <p:cNvSpPr/>
            <p:nvPr/>
          </p:nvSpPr>
          <p:spPr>
            <a:xfrm rot="18535560">
              <a:off x="6015534" y="63760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52" name="Oval 1551">
              <a:extLst>
                <a:ext uri="{FF2B5EF4-FFF2-40B4-BE49-F238E27FC236}">
                  <a16:creationId xmlns:a16="http://schemas.microsoft.com/office/drawing/2014/main" id="{97196D90-C550-7841-BD4C-448DB7A7E12F}"/>
                </a:ext>
              </a:extLst>
            </p:cNvPr>
            <p:cNvSpPr/>
            <p:nvPr/>
          </p:nvSpPr>
          <p:spPr>
            <a:xfrm rot="18535560">
              <a:off x="6038770" y="634732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53" name="Oval 1552">
              <a:extLst>
                <a:ext uri="{FF2B5EF4-FFF2-40B4-BE49-F238E27FC236}">
                  <a16:creationId xmlns:a16="http://schemas.microsoft.com/office/drawing/2014/main" id="{10CEFF61-632F-684B-94C5-9D208D215757}"/>
                </a:ext>
              </a:extLst>
            </p:cNvPr>
            <p:cNvSpPr/>
            <p:nvPr/>
          </p:nvSpPr>
          <p:spPr>
            <a:xfrm rot="18535560">
              <a:off x="6058329" y="632124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54" name="Oval 1553">
              <a:extLst>
                <a:ext uri="{FF2B5EF4-FFF2-40B4-BE49-F238E27FC236}">
                  <a16:creationId xmlns:a16="http://schemas.microsoft.com/office/drawing/2014/main" id="{0603E197-F5F6-5341-88BD-65F0A1ACEB1C}"/>
                </a:ext>
              </a:extLst>
            </p:cNvPr>
            <p:cNvSpPr/>
            <p:nvPr/>
          </p:nvSpPr>
          <p:spPr>
            <a:xfrm rot="18535560">
              <a:off x="5994673" y="6437342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55" name="Oval 1554">
              <a:extLst>
                <a:ext uri="{FF2B5EF4-FFF2-40B4-BE49-F238E27FC236}">
                  <a16:creationId xmlns:a16="http://schemas.microsoft.com/office/drawing/2014/main" id="{BA985F3B-6B7F-3848-ACB4-DA6794D52E6B}"/>
                </a:ext>
              </a:extLst>
            </p:cNvPr>
            <p:cNvSpPr/>
            <p:nvPr/>
          </p:nvSpPr>
          <p:spPr>
            <a:xfrm rot="18535560">
              <a:off x="6012817" y="64186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56" name="Oval 1555">
              <a:extLst>
                <a:ext uri="{FF2B5EF4-FFF2-40B4-BE49-F238E27FC236}">
                  <a16:creationId xmlns:a16="http://schemas.microsoft.com/office/drawing/2014/main" id="{8BAAA0D9-6C79-D44B-B2FB-0F8E449C41F4}"/>
                </a:ext>
              </a:extLst>
            </p:cNvPr>
            <p:cNvSpPr/>
            <p:nvPr/>
          </p:nvSpPr>
          <p:spPr>
            <a:xfrm rot="18535560">
              <a:off x="6030991" y="63942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57" name="Oval 1556">
              <a:extLst>
                <a:ext uri="{FF2B5EF4-FFF2-40B4-BE49-F238E27FC236}">
                  <a16:creationId xmlns:a16="http://schemas.microsoft.com/office/drawing/2014/main" id="{44FB98D0-E074-B54A-A2E8-C1A7028829F1}"/>
                </a:ext>
              </a:extLst>
            </p:cNvPr>
            <p:cNvSpPr/>
            <p:nvPr/>
          </p:nvSpPr>
          <p:spPr>
            <a:xfrm rot="18535560">
              <a:off x="6055611" y="63637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58" name="Oval 1557">
              <a:extLst>
                <a:ext uri="{FF2B5EF4-FFF2-40B4-BE49-F238E27FC236}">
                  <a16:creationId xmlns:a16="http://schemas.microsoft.com/office/drawing/2014/main" id="{C514B3CB-87BF-FC49-8B08-CDDC81D8FB2C}"/>
                </a:ext>
              </a:extLst>
            </p:cNvPr>
            <p:cNvSpPr/>
            <p:nvPr/>
          </p:nvSpPr>
          <p:spPr>
            <a:xfrm rot="18535560">
              <a:off x="6078408" y="633180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59" name="Oval 1558">
              <a:extLst>
                <a:ext uri="{FF2B5EF4-FFF2-40B4-BE49-F238E27FC236}">
                  <a16:creationId xmlns:a16="http://schemas.microsoft.com/office/drawing/2014/main" id="{ACE90DB1-8EBD-1647-BC8C-71C7A84DFFD1}"/>
                </a:ext>
              </a:extLst>
            </p:cNvPr>
            <p:cNvSpPr/>
            <p:nvPr/>
          </p:nvSpPr>
          <p:spPr>
            <a:xfrm rot="18535560">
              <a:off x="6021084" y="644565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60" name="Oval 1559">
              <a:extLst>
                <a:ext uri="{FF2B5EF4-FFF2-40B4-BE49-F238E27FC236}">
                  <a16:creationId xmlns:a16="http://schemas.microsoft.com/office/drawing/2014/main" id="{38D627B0-9FEA-404E-B5CB-1893DB1E0904}"/>
                </a:ext>
              </a:extLst>
            </p:cNvPr>
            <p:cNvSpPr/>
            <p:nvPr/>
          </p:nvSpPr>
          <p:spPr>
            <a:xfrm rot="18535560">
              <a:off x="6044320" y="641688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61" name="Oval 1560">
              <a:extLst>
                <a:ext uri="{FF2B5EF4-FFF2-40B4-BE49-F238E27FC236}">
                  <a16:creationId xmlns:a16="http://schemas.microsoft.com/office/drawing/2014/main" id="{F3D066CE-8AFA-284F-A72D-411D07F273C4}"/>
                </a:ext>
              </a:extLst>
            </p:cNvPr>
            <p:cNvSpPr/>
            <p:nvPr/>
          </p:nvSpPr>
          <p:spPr>
            <a:xfrm rot="18535560">
              <a:off x="6062024" y="639496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62" name="Oval 1561">
              <a:extLst>
                <a:ext uri="{FF2B5EF4-FFF2-40B4-BE49-F238E27FC236}">
                  <a16:creationId xmlns:a16="http://schemas.microsoft.com/office/drawing/2014/main" id="{0C063200-4195-E34F-8BF9-8CC4CB619E21}"/>
                </a:ext>
              </a:extLst>
            </p:cNvPr>
            <p:cNvSpPr/>
            <p:nvPr/>
          </p:nvSpPr>
          <p:spPr>
            <a:xfrm rot="18535560">
              <a:off x="6085260" y="63661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63" name="Oval 1562">
              <a:extLst>
                <a:ext uri="{FF2B5EF4-FFF2-40B4-BE49-F238E27FC236}">
                  <a16:creationId xmlns:a16="http://schemas.microsoft.com/office/drawing/2014/main" id="{C1D0BC38-2FBC-C947-8D57-67633A8A4E22}"/>
                </a:ext>
              </a:extLst>
            </p:cNvPr>
            <p:cNvSpPr/>
            <p:nvPr/>
          </p:nvSpPr>
          <p:spPr>
            <a:xfrm rot="18535560">
              <a:off x="6104818" y="63401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64" name="Oval 1563">
              <a:extLst>
                <a:ext uri="{FF2B5EF4-FFF2-40B4-BE49-F238E27FC236}">
                  <a16:creationId xmlns:a16="http://schemas.microsoft.com/office/drawing/2014/main" id="{55A2063B-32FF-5049-91E8-D4F836947067}"/>
                </a:ext>
              </a:extLst>
            </p:cNvPr>
            <p:cNvSpPr/>
            <p:nvPr/>
          </p:nvSpPr>
          <p:spPr>
            <a:xfrm rot="18535560">
              <a:off x="6041163" y="64562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65" name="Oval 1564">
              <a:extLst>
                <a:ext uri="{FF2B5EF4-FFF2-40B4-BE49-F238E27FC236}">
                  <a16:creationId xmlns:a16="http://schemas.microsoft.com/office/drawing/2014/main" id="{C72B2417-C73F-0640-8CDB-EA1E48998FAE}"/>
                </a:ext>
              </a:extLst>
            </p:cNvPr>
            <p:cNvSpPr/>
            <p:nvPr/>
          </p:nvSpPr>
          <p:spPr>
            <a:xfrm rot="18535560">
              <a:off x="6059306" y="64374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66" name="Oval 1565">
              <a:extLst>
                <a:ext uri="{FF2B5EF4-FFF2-40B4-BE49-F238E27FC236}">
                  <a16:creationId xmlns:a16="http://schemas.microsoft.com/office/drawing/2014/main" id="{45709196-E4B8-7D42-AF68-385BFC6774F5}"/>
                </a:ext>
              </a:extLst>
            </p:cNvPr>
            <p:cNvSpPr/>
            <p:nvPr/>
          </p:nvSpPr>
          <p:spPr>
            <a:xfrm rot="18535560">
              <a:off x="6077481" y="64131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67" name="Oval 1566">
              <a:extLst>
                <a:ext uri="{FF2B5EF4-FFF2-40B4-BE49-F238E27FC236}">
                  <a16:creationId xmlns:a16="http://schemas.microsoft.com/office/drawing/2014/main" id="{DCE11811-FFF3-6E4C-890B-3A4978576697}"/>
                </a:ext>
              </a:extLst>
            </p:cNvPr>
            <p:cNvSpPr/>
            <p:nvPr/>
          </p:nvSpPr>
          <p:spPr>
            <a:xfrm rot="18535560">
              <a:off x="6102100" y="638262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68" name="Oval 1567">
              <a:extLst>
                <a:ext uri="{FF2B5EF4-FFF2-40B4-BE49-F238E27FC236}">
                  <a16:creationId xmlns:a16="http://schemas.microsoft.com/office/drawing/2014/main" id="{222D0EFB-C906-0844-821F-B22F52C96317}"/>
                </a:ext>
              </a:extLst>
            </p:cNvPr>
            <p:cNvSpPr/>
            <p:nvPr/>
          </p:nvSpPr>
          <p:spPr>
            <a:xfrm rot="18535560">
              <a:off x="6124897" y="635067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69" name="Oval 1568">
              <a:extLst>
                <a:ext uri="{FF2B5EF4-FFF2-40B4-BE49-F238E27FC236}">
                  <a16:creationId xmlns:a16="http://schemas.microsoft.com/office/drawing/2014/main" id="{4FB716C3-104A-494C-BC0E-4213D4A7FB72}"/>
                </a:ext>
              </a:extLst>
            </p:cNvPr>
            <p:cNvSpPr/>
            <p:nvPr/>
          </p:nvSpPr>
          <p:spPr>
            <a:xfrm rot="4135560">
              <a:off x="6061511" y="6470754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0" name="Oval 1569">
              <a:extLst>
                <a:ext uri="{FF2B5EF4-FFF2-40B4-BE49-F238E27FC236}">
                  <a16:creationId xmlns:a16="http://schemas.microsoft.com/office/drawing/2014/main" id="{7327D057-0674-D540-BA12-3C96E199513E}"/>
                </a:ext>
              </a:extLst>
            </p:cNvPr>
            <p:cNvSpPr/>
            <p:nvPr/>
          </p:nvSpPr>
          <p:spPr>
            <a:xfrm rot="4135560">
              <a:off x="6084747" y="644198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1" name="Oval 1570">
              <a:extLst>
                <a:ext uri="{FF2B5EF4-FFF2-40B4-BE49-F238E27FC236}">
                  <a16:creationId xmlns:a16="http://schemas.microsoft.com/office/drawing/2014/main" id="{7F8DDEDC-2202-AC4C-A7E7-EB5669B7CE21}"/>
                </a:ext>
              </a:extLst>
            </p:cNvPr>
            <p:cNvSpPr/>
            <p:nvPr/>
          </p:nvSpPr>
          <p:spPr>
            <a:xfrm rot="4135560">
              <a:off x="6102451" y="642006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2" name="Oval 1571">
              <a:extLst>
                <a:ext uri="{FF2B5EF4-FFF2-40B4-BE49-F238E27FC236}">
                  <a16:creationId xmlns:a16="http://schemas.microsoft.com/office/drawing/2014/main" id="{EEB21CB6-3DF5-844B-8EE7-2FA586432013}"/>
                </a:ext>
              </a:extLst>
            </p:cNvPr>
            <p:cNvSpPr/>
            <p:nvPr/>
          </p:nvSpPr>
          <p:spPr>
            <a:xfrm rot="4135560">
              <a:off x="6125687" y="639129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3" name="Oval 1572">
              <a:extLst>
                <a:ext uri="{FF2B5EF4-FFF2-40B4-BE49-F238E27FC236}">
                  <a16:creationId xmlns:a16="http://schemas.microsoft.com/office/drawing/2014/main" id="{E2FC1FD2-5DE8-6749-A034-B85E8E1B9952}"/>
                </a:ext>
              </a:extLst>
            </p:cNvPr>
            <p:cNvSpPr/>
            <p:nvPr/>
          </p:nvSpPr>
          <p:spPr>
            <a:xfrm rot="4135560">
              <a:off x="6145245" y="636521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4" name="Oval 1573">
              <a:extLst>
                <a:ext uri="{FF2B5EF4-FFF2-40B4-BE49-F238E27FC236}">
                  <a16:creationId xmlns:a16="http://schemas.microsoft.com/office/drawing/2014/main" id="{381594DA-470A-6448-B1C1-70705A1D6BE5}"/>
                </a:ext>
              </a:extLst>
            </p:cNvPr>
            <p:cNvSpPr/>
            <p:nvPr/>
          </p:nvSpPr>
          <p:spPr>
            <a:xfrm rot="4135560">
              <a:off x="6081590" y="648131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5" name="Oval 1574">
              <a:extLst>
                <a:ext uri="{FF2B5EF4-FFF2-40B4-BE49-F238E27FC236}">
                  <a16:creationId xmlns:a16="http://schemas.microsoft.com/office/drawing/2014/main" id="{2ADCC454-7F78-084F-9312-C03F9F2612B8}"/>
                </a:ext>
              </a:extLst>
            </p:cNvPr>
            <p:cNvSpPr/>
            <p:nvPr/>
          </p:nvSpPr>
          <p:spPr>
            <a:xfrm rot="4135560">
              <a:off x="6099733" y="646257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6" name="Oval 1575">
              <a:extLst>
                <a:ext uri="{FF2B5EF4-FFF2-40B4-BE49-F238E27FC236}">
                  <a16:creationId xmlns:a16="http://schemas.microsoft.com/office/drawing/2014/main" id="{88FF1913-EFCC-154D-8705-15B71A3DBDA1}"/>
                </a:ext>
              </a:extLst>
            </p:cNvPr>
            <p:cNvSpPr/>
            <p:nvPr/>
          </p:nvSpPr>
          <p:spPr>
            <a:xfrm rot="4135560">
              <a:off x="6117908" y="64382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7" name="Oval 1576">
              <a:extLst>
                <a:ext uri="{FF2B5EF4-FFF2-40B4-BE49-F238E27FC236}">
                  <a16:creationId xmlns:a16="http://schemas.microsoft.com/office/drawing/2014/main" id="{A5873146-EB80-2743-9AC8-9EAF7E52A3F5}"/>
                </a:ext>
              </a:extLst>
            </p:cNvPr>
            <p:cNvSpPr/>
            <p:nvPr/>
          </p:nvSpPr>
          <p:spPr>
            <a:xfrm rot="4135560">
              <a:off x="6142527" y="640772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8" name="Oval 1577">
              <a:extLst>
                <a:ext uri="{FF2B5EF4-FFF2-40B4-BE49-F238E27FC236}">
                  <a16:creationId xmlns:a16="http://schemas.microsoft.com/office/drawing/2014/main" id="{7225E4F0-24A3-BE44-B59D-92D96B443119}"/>
                </a:ext>
              </a:extLst>
            </p:cNvPr>
            <p:cNvSpPr/>
            <p:nvPr/>
          </p:nvSpPr>
          <p:spPr>
            <a:xfrm rot="4135560">
              <a:off x="6165324" y="637577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9" name="Oval 1578">
              <a:extLst>
                <a:ext uri="{FF2B5EF4-FFF2-40B4-BE49-F238E27FC236}">
                  <a16:creationId xmlns:a16="http://schemas.microsoft.com/office/drawing/2014/main" id="{4D376C52-E5B8-774B-A61F-7AF0E1417E3A}"/>
                </a:ext>
              </a:extLst>
            </p:cNvPr>
            <p:cNvSpPr/>
            <p:nvPr/>
          </p:nvSpPr>
          <p:spPr>
            <a:xfrm rot="18535560">
              <a:off x="6094097" y="650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0" name="Oval 1579">
              <a:extLst>
                <a:ext uri="{FF2B5EF4-FFF2-40B4-BE49-F238E27FC236}">
                  <a16:creationId xmlns:a16="http://schemas.microsoft.com/office/drawing/2014/main" id="{D90131D5-D00D-FD41-ADF7-8ACF3A4F3284}"/>
                </a:ext>
              </a:extLst>
            </p:cNvPr>
            <p:cNvSpPr/>
            <p:nvPr/>
          </p:nvSpPr>
          <p:spPr>
            <a:xfrm rot="18535560">
              <a:off x="6117333" y="64756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1" name="Oval 1580">
              <a:extLst>
                <a:ext uri="{FF2B5EF4-FFF2-40B4-BE49-F238E27FC236}">
                  <a16:creationId xmlns:a16="http://schemas.microsoft.com/office/drawing/2014/main" id="{9547F475-5F9F-D042-A826-17EC58CDDC89}"/>
                </a:ext>
              </a:extLst>
            </p:cNvPr>
            <p:cNvSpPr/>
            <p:nvPr/>
          </p:nvSpPr>
          <p:spPr>
            <a:xfrm rot="18535560">
              <a:off x="6135037" y="64536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2" name="Oval 1581">
              <a:extLst>
                <a:ext uri="{FF2B5EF4-FFF2-40B4-BE49-F238E27FC236}">
                  <a16:creationId xmlns:a16="http://schemas.microsoft.com/office/drawing/2014/main" id="{44CF8F92-DD00-2B40-830D-8A08AB30D827}"/>
                </a:ext>
              </a:extLst>
            </p:cNvPr>
            <p:cNvSpPr/>
            <p:nvPr/>
          </p:nvSpPr>
          <p:spPr>
            <a:xfrm rot="18535560">
              <a:off x="6158273" y="642492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3" name="Oval 1582">
              <a:extLst>
                <a:ext uri="{FF2B5EF4-FFF2-40B4-BE49-F238E27FC236}">
                  <a16:creationId xmlns:a16="http://schemas.microsoft.com/office/drawing/2014/main" id="{C1B514C8-C5C9-3347-9A4E-580D17229A98}"/>
                </a:ext>
              </a:extLst>
            </p:cNvPr>
            <p:cNvSpPr/>
            <p:nvPr/>
          </p:nvSpPr>
          <p:spPr>
            <a:xfrm rot="18535560">
              <a:off x="6177831" y="63988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4" name="Oval 1583">
              <a:extLst>
                <a:ext uri="{FF2B5EF4-FFF2-40B4-BE49-F238E27FC236}">
                  <a16:creationId xmlns:a16="http://schemas.microsoft.com/office/drawing/2014/main" id="{2040B897-1571-AD43-B089-E3877F44FD21}"/>
                </a:ext>
              </a:extLst>
            </p:cNvPr>
            <p:cNvSpPr/>
            <p:nvPr/>
          </p:nvSpPr>
          <p:spPr>
            <a:xfrm rot="18535560">
              <a:off x="6114176" y="65149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5" name="Oval 1584">
              <a:extLst>
                <a:ext uri="{FF2B5EF4-FFF2-40B4-BE49-F238E27FC236}">
                  <a16:creationId xmlns:a16="http://schemas.microsoft.com/office/drawing/2014/main" id="{AEAAEF62-0828-EF4C-8635-1EAB4FA78B75}"/>
                </a:ext>
              </a:extLst>
            </p:cNvPr>
            <p:cNvSpPr/>
            <p:nvPr/>
          </p:nvSpPr>
          <p:spPr>
            <a:xfrm rot="18535560">
              <a:off x="6132319" y="649620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6" name="Oval 1585">
              <a:extLst>
                <a:ext uri="{FF2B5EF4-FFF2-40B4-BE49-F238E27FC236}">
                  <a16:creationId xmlns:a16="http://schemas.microsoft.com/office/drawing/2014/main" id="{08038217-8099-CF4F-91A7-9142067A9120}"/>
                </a:ext>
              </a:extLst>
            </p:cNvPr>
            <p:cNvSpPr/>
            <p:nvPr/>
          </p:nvSpPr>
          <p:spPr>
            <a:xfrm rot="18535560">
              <a:off x="6150494" y="647183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7" name="Oval 1586">
              <a:extLst>
                <a:ext uri="{FF2B5EF4-FFF2-40B4-BE49-F238E27FC236}">
                  <a16:creationId xmlns:a16="http://schemas.microsoft.com/office/drawing/2014/main" id="{A7A3BBE5-AECF-5449-9732-D5521CFA9F36}"/>
                </a:ext>
              </a:extLst>
            </p:cNvPr>
            <p:cNvSpPr/>
            <p:nvPr/>
          </p:nvSpPr>
          <p:spPr>
            <a:xfrm rot="18535560">
              <a:off x="6175113" y="644135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8" name="Oval 1587">
              <a:extLst>
                <a:ext uri="{FF2B5EF4-FFF2-40B4-BE49-F238E27FC236}">
                  <a16:creationId xmlns:a16="http://schemas.microsoft.com/office/drawing/2014/main" id="{AC7924FE-06E4-DB46-9FCA-E421CB08065C}"/>
                </a:ext>
              </a:extLst>
            </p:cNvPr>
            <p:cNvSpPr/>
            <p:nvPr/>
          </p:nvSpPr>
          <p:spPr>
            <a:xfrm rot="18535560">
              <a:off x="6197911" y="640939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9" name="Oval 1588">
              <a:extLst>
                <a:ext uri="{FF2B5EF4-FFF2-40B4-BE49-F238E27FC236}">
                  <a16:creationId xmlns:a16="http://schemas.microsoft.com/office/drawing/2014/main" id="{39135965-59A9-B241-9A82-A9C6CE9D4916}"/>
                </a:ext>
              </a:extLst>
            </p:cNvPr>
            <p:cNvSpPr/>
            <p:nvPr/>
          </p:nvSpPr>
          <p:spPr>
            <a:xfrm rot="18535560">
              <a:off x="6140586" y="65232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0" name="Oval 1589">
              <a:extLst>
                <a:ext uri="{FF2B5EF4-FFF2-40B4-BE49-F238E27FC236}">
                  <a16:creationId xmlns:a16="http://schemas.microsoft.com/office/drawing/2014/main" id="{058EFF12-D462-5E4B-956F-69E4A7622062}"/>
                </a:ext>
              </a:extLst>
            </p:cNvPr>
            <p:cNvSpPr/>
            <p:nvPr/>
          </p:nvSpPr>
          <p:spPr>
            <a:xfrm rot="18535560">
              <a:off x="6163823" y="64944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1" name="Oval 1590">
              <a:extLst>
                <a:ext uri="{FF2B5EF4-FFF2-40B4-BE49-F238E27FC236}">
                  <a16:creationId xmlns:a16="http://schemas.microsoft.com/office/drawing/2014/main" id="{46944846-BE39-6748-8981-216B1F5F8ED7}"/>
                </a:ext>
              </a:extLst>
            </p:cNvPr>
            <p:cNvSpPr/>
            <p:nvPr/>
          </p:nvSpPr>
          <p:spPr>
            <a:xfrm rot="18535560">
              <a:off x="6181526" y="64725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2" name="Oval 1591">
              <a:extLst>
                <a:ext uri="{FF2B5EF4-FFF2-40B4-BE49-F238E27FC236}">
                  <a16:creationId xmlns:a16="http://schemas.microsoft.com/office/drawing/2014/main" id="{0F4742EA-9703-0840-BAD3-95ACBA23A56A}"/>
                </a:ext>
              </a:extLst>
            </p:cNvPr>
            <p:cNvSpPr/>
            <p:nvPr/>
          </p:nvSpPr>
          <p:spPr>
            <a:xfrm rot="18535560">
              <a:off x="6204762" y="64437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3" name="Oval 1592">
              <a:extLst>
                <a:ext uri="{FF2B5EF4-FFF2-40B4-BE49-F238E27FC236}">
                  <a16:creationId xmlns:a16="http://schemas.microsoft.com/office/drawing/2014/main" id="{8EBDE94E-ADF7-A74E-8929-295E78790652}"/>
                </a:ext>
              </a:extLst>
            </p:cNvPr>
            <p:cNvSpPr/>
            <p:nvPr/>
          </p:nvSpPr>
          <p:spPr>
            <a:xfrm rot="18535560">
              <a:off x="6224321" y="64177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4" name="Oval 1593">
              <a:extLst>
                <a:ext uri="{FF2B5EF4-FFF2-40B4-BE49-F238E27FC236}">
                  <a16:creationId xmlns:a16="http://schemas.microsoft.com/office/drawing/2014/main" id="{2C51C1EB-A928-614F-B0AC-ED05DC0F0814}"/>
                </a:ext>
              </a:extLst>
            </p:cNvPr>
            <p:cNvSpPr/>
            <p:nvPr/>
          </p:nvSpPr>
          <p:spPr>
            <a:xfrm rot="18535560">
              <a:off x="6160665" y="65338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5" name="Oval 1594">
              <a:extLst>
                <a:ext uri="{FF2B5EF4-FFF2-40B4-BE49-F238E27FC236}">
                  <a16:creationId xmlns:a16="http://schemas.microsoft.com/office/drawing/2014/main" id="{F760249C-3FE2-7F42-9465-147D7E4AAE1A}"/>
                </a:ext>
              </a:extLst>
            </p:cNvPr>
            <p:cNvSpPr/>
            <p:nvPr/>
          </p:nvSpPr>
          <p:spPr>
            <a:xfrm rot="18535560">
              <a:off x="6178809" y="651507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6" name="Oval 1595">
              <a:extLst>
                <a:ext uri="{FF2B5EF4-FFF2-40B4-BE49-F238E27FC236}">
                  <a16:creationId xmlns:a16="http://schemas.microsoft.com/office/drawing/2014/main" id="{96B664FA-B55A-E242-851C-1191D365DB43}"/>
                </a:ext>
              </a:extLst>
            </p:cNvPr>
            <p:cNvSpPr/>
            <p:nvPr/>
          </p:nvSpPr>
          <p:spPr>
            <a:xfrm rot="18535560">
              <a:off x="6196983" y="64907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7" name="Oval 1596">
              <a:extLst>
                <a:ext uri="{FF2B5EF4-FFF2-40B4-BE49-F238E27FC236}">
                  <a16:creationId xmlns:a16="http://schemas.microsoft.com/office/drawing/2014/main" id="{4B5DCC91-3338-3E4D-BE46-6A202C435815}"/>
                </a:ext>
              </a:extLst>
            </p:cNvPr>
            <p:cNvSpPr/>
            <p:nvPr/>
          </p:nvSpPr>
          <p:spPr>
            <a:xfrm rot="18535560">
              <a:off x="6221603" y="646022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8" name="Oval 1597">
              <a:extLst>
                <a:ext uri="{FF2B5EF4-FFF2-40B4-BE49-F238E27FC236}">
                  <a16:creationId xmlns:a16="http://schemas.microsoft.com/office/drawing/2014/main" id="{B7245083-2A67-8446-9F96-409B64BF69C2}"/>
                </a:ext>
              </a:extLst>
            </p:cNvPr>
            <p:cNvSpPr/>
            <p:nvPr/>
          </p:nvSpPr>
          <p:spPr>
            <a:xfrm rot="18535560">
              <a:off x="6244400" y="64282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9" name="Oval 1598">
              <a:extLst>
                <a:ext uri="{FF2B5EF4-FFF2-40B4-BE49-F238E27FC236}">
                  <a16:creationId xmlns:a16="http://schemas.microsoft.com/office/drawing/2014/main" id="{474BB9C4-95B3-294C-BBC3-7F4B36C6352A}"/>
                </a:ext>
              </a:extLst>
            </p:cNvPr>
            <p:cNvSpPr/>
            <p:nvPr/>
          </p:nvSpPr>
          <p:spPr>
            <a:xfrm rot="4135560">
              <a:off x="6181014" y="65483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0" name="Oval 1599">
              <a:extLst>
                <a:ext uri="{FF2B5EF4-FFF2-40B4-BE49-F238E27FC236}">
                  <a16:creationId xmlns:a16="http://schemas.microsoft.com/office/drawing/2014/main" id="{35804243-B785-BA47-BA73-E39490A0A770}"/>
                </a:ext>
              </a:extLst>
            </p:cNvPr>
            <p:cNvSpPr/>
            <p:nvPr/>
          </p:nvSpPr>
          <p:spPr>
            <a:xfrm rot="4135560">
              <a:off x="6204250" y="651958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1" name="Oval 1600">
              <a:extLst>
                <a:ext uri="{FF2B5EF4-FFF2-40B4-BE49-F238E27FC236}">
                  <a16:creationId xmlns:a16="http://schemas.microsoft.com/office/drawing/2014/main" id="{6BA51A0B-3B2F-844F-B940-C3E6E7A2C463}"/>
                </a:ext>
              </a:extLst>
            </p:cNvPr>
            <p:cNvSpPr/>
            <p:nvPr/>
          </p:nvSpPr>
          <p:spPr>
            <a:xfrm rot="4135560">
              <a:off x="6221953" y="649766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2" name="Oval 1601">
              <a:extLst>
                <a:ext uri="{FF2B5EF4-FFF2-40B4-BE49-F238E27FC236}">
                  <a16:creationId xmlns:a16="http://schemas.microsoft.com/office/drawing/2014/main" id="{A286F79C-102A-314F-B1CF-66BA73D953A0}"/>
                </a:ext>
              </a:extLst>
            </p:cNvPr>
            <p:cNvSpPr/>
            <p:nvPr/>
          </p:nvSpPr>
          <p:spPr>
            <a:xfrm rot="4135560">
              <a:off x="6245189" y="646889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3" name="Oval 1602">
              <a:extLst>
                <a:ext uri="{FF2B5EF4-FFF2-40B4-BE49-F238E27FC236}">
                  <a16:creationId xmlns:a16="http://schemas.microsoft.com/office/drawing/2014/main" id="{B320A3FE-FA7A-3F4E-A692-3F0B1E952022}"/>
                </a:ext>
              </a:extLst>
            </p:cNvPr>
            <p:cNvSpPr/>
            <p:nvPr/>
          </p:nvSpPr>
          <p:spPr>
            <a:xfrm rot="4135560">
              <a:off x="6264748" y="64428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4" name="Oval 1603">
              <a:extLst>
                <a:ext uri="{FF2B5EF4-FFF2-40B4-BE49-F238E27FC236}">
                  <a16:creationId xmlns:a16="http://schemas.microsoft.com/office/drawing/2014/main" id="{C34ED4C5-0A9A-9348-95C0-5A339BE6CD45}"/>
                </a:ext>
              </a:extLst>
            </p:cNvPr>
            <p:cNvSpPr/>
            <p:nvPr/>
          </p:nvSpPr>
          <p:spPr>
            <a:xfrm rot="4135560">
              <a:off x="6201093" y="65589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5" name="Oval 1604">
              <a:extLst>
                <a:ext uri="{FF2B5EF4-FFF2-40B4-BE49-F238E27FC236}">
                  <a16:creationId xmlns:a16="http://schemas.microsoft.com/office/drawing/2014/main" id="{F12C29B6-874D-F145-BECA-6E9A3391EA9F}"/>
                </a:ext>
              </a:extLst>
            </p:cNvPr>
            <p:cNvSpPr/>
            <p:nvPr/>
          </p:nvSpPr>
          <p:spPr>
            <a:xfrm rot="4135560">
              <a:off x="6219236" y="654017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6" name="Oval 1605">
              <a:extLst>
                <a:ext uri="{FF2B5EF4-FFF2-40B4-BE49-F238E27FC236}">
                  <a16:creationId xmlns:a16="http://schemas.microsoft.com/office/drawing/2014/main" id="{6A35626E-5A41-6542-88A3-EA80AF110091}"/>
                </a:ext>
              </a:extLst>
            </p:cNvPr>
            <p:cNvSpPr/>
            <p:nvPr/>
          </p:nvSpPr>
          <p:spPr>
            <a:xfrm rot="4135560">
              <a:off x="6237411" y="651580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7" name="Oval 1606">
              <a:extLst>
                <a:ext uri="{FF2B5EF4-FFF2-40B4-BE49-F238E27FC236}">
                  <a16:creationId xmlns:a16="http://schemas.microsoft.com/office/drawing/2014/main" id="{957B64D2-1835-1A49-A2F1-1D5A3519128B}"/>
                </a:ext>
              </a:extLst>
            </p:cNvPr>
            <p:cNvSpPr/>
            <p:nvPr/>
          </p:nvSpPr>
          <p:spPr>
            <a:xfrm rot="4135560">
              <a:off x="6262030" y="648532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8" name="Oval 1607">
              <a:extLst>
                <a:ext uri="{FF2B5EF4-FFF2-40B4-BE49-F238E27FC236}">
                  <a16:creationId xmlns:a16="http://schemas.microsoft.com/office/drawing/2014/main" id="{A412A1C1-0B53-1F4E-B656-8C96D8C385C2}"/>
                </a:ext>
              </a:extLst>
            </p:cNvPr>
            <p:cNvSpPr/>
            <p:nvPr/>
          </p:nvSpPr>
          <p:spPr>
            <a:xfrm rot="4135560">
              <a:off x="6284827" y="645336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9" name="Oval 1608">
              <a:extLst>
                <a:ext uri="{FF2B5EF4-FFF2-40B4-BE49-F238E27FC236}">
                  <a16:creationId xmlns:a16="http://schemas.microsoft.com/office/drawing/2014/main" id="{F00C648C-89AB-8441-BCE2-F226DD6CDA16}"/>
                </a:ext>
              </a:extLst>
            </p:cNvPr>
            <p:cNvSpPr/>
            <p:nvPr/>
          </p:nvSpPr>
          <p:spPr>
            <a:xfrm rot="18535560">
              <a:off x="6207334" y="657853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0" name="Oval 1609">
              <a:extLst>
                <a:ext uri="{FF2B5EF4-FFF2-40B4-BE49-F238E27FC236}">
                  <a16:creationId xmlns:a16="http://schemas.microsoft.com/office/drawing/2014/main" id="{129511D6-EBB5-AE41-91CC-A0C57677F2C3}"/>
                </a:ext>
              </a:extLst>
            </p:cNvPr>
            <p:cNvSpPr/>
            <p:nvPr/>
          </p:nvSpPr>
          <p:spPr>
            <a:xfrm rot="18535560">
              <a:off x="6230570" y="65497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1" name="Oval 1610">
              <a:extLst>
                <a:ext uri="{FF2B5EF4-FFF2-40B4-BE49-F238E27FC236}">
                  <a16:creationId xmlns:a16="http://schemas.microsoft.com/office/drawing/2014/main" id="{7BF55C71-F203-0F43-BFFD-40676D1F408B}"/>
                </a:ext>
              </a:extLst>
            </p:cNvPr>
            <p:cNvSpPr/>
            <p:nvPr/>
          </p:nvSpPr>
          <p:spPr>
            <a:xfrm rot="18535560">
              <a:off x="6248274" y="65278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2" name="Oval 1611">
              <a:extLst>
                <a:ext uri="{FF2B5EF4-FFF2-40B4-BE49-F238E27FC236}">
                  <a16:creationId xmlns:a16="http://schemas.microsoft.com/office/drawing/2014/main" id="{14F2BCF7-972E-6545-AC15-02EE5B240818}"/>
                </a:ext>
              </a:extLst>
            </p:cNvPr>
            <p:cNvSpPr/>
            <p:nvPr/>
          </p:nvSpPr>
          <p:spPr>
            <a:xfrm rot="18535560">
              <a:off x="6271510" y="64990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3" name="Oval 1612">
              <a:extLst>
                <a:ext uri="{FF2B5EF4-FFF2-40B4-BE49-F238E27FC236}">
                  <a16:creationId xmlns:a16="http://schemas.microsoft.com/office/drawing/2014/main" id="{BD8B51B3-C5ED-F443-AF42-F4FEB33E034E}"/>
                </a:ext>
              </a:extLst>
            </p:cNvPr>
            <p:cNvSpPr/>
            <p:nvPr/>
          </p:nvSpPr>
          <p:spPr>
            <a:xfrm rot="18535560">
              <a:off x="6291069" y="64729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4" name="Oval 1613">
              <a:extLst>
                <a:ext uri="{FF2B5EF4-FFF2-40B4-BE49-F238E27FC236}">
                  <a16:creationId xmlns:a16="http://schemas.microsoft.com/office/drawing/2014/main" id="{55B53443-6201-8D47-816E-EF426B1DB40D}"/>
                </a:ext>
              </a:extLst>
            </p:cNvPr>
            <p:cNvSpPr/>
            <p:nvPr/>
          </p:nvSpPr>
          <p:spPr>
            <a:xfrm rot="18535560">
              <a:off x="6227413" y="65890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5" name="Oval 1614">
              <a:extLst>
                <a:ext uri="{FF2B5EF4-FFF2-40B4-BE49-F238E27FC236}">
                  <a16:creationId xmlns:a16="http://schemas.microsoft.com/office/drawing/2014/main" id="{A40C8A80-ACBA-7746-9DF0-67A01F8C1614}"/>
                </a:ext>
              </a:extLst>
            </p:cNvPr>
            <p:cNvSpPr/>
            <p:nvPr/>
          </p:nvSpPr>
          <p:spPr>
            <a:xfrm rot="18535560">
              <a:off x="6245557" y="65703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6" name="Oval 1615">
              <a:extLst>
                <a:ext uri="{FF2B5EF4-FFF2-40B4-BE49-F238E27FC236}">
                  <a16:creationId xmlns:a16="http://schemas.microsoft.com/office/drawing/2014/main" id="{5098B2B1-249D-DF45-9C2A-6992878CF74B}"/>
                </a:ext>
              </a:extLst>
            </p:cNvPr>
            <p:cNvSpPr/>
            <p:nvPr/>
          </p:nvSpPr>
          <p:spPr>
            <a:xfrm rot="18535560">
              <a:off x="6263731" y="654599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7" name="Oval 1616">
              <a:extLst>
                <a:ext uri="{FF2B5EF4-FFF2-40B4-BE49-F238E27FC236}">
                  <a16:creationId xmlns:a16="http://schemas.microsoft.com/office/drawing/2014/main" id="{900846AE-C65E-2048-B032-A8A8ECCF8F35}"/>
                </a:ext>
              </a:extLst>
            </p:cNvPr>
            <p:cNvSpPr/>
            <p:nvPr/>
          </p:nvSpPr>
          <p:spPr>
            <a:xfrm rot="18535560">
              <a:off x="6288350" y="65155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8" name="Oval 1617">
              <a:extLst>
                <a:ext uri="{FF2B5EF4-FFF2-40B4-BE49-F238E27FC236}">
                  <a16:creationId xmlns:a16="http://schemas.microsoft.com/office/drawing/2014/main" id="{EFF1B539-6582-8A46-AEB1-A06C2EC29CB6}"/>
                </a:ext>
              </a:extLst>
            </p:cNvPr>
            <p:cNvSpPr/>
            <p:nvPr/>
          </p:nvSpPr>
          <p:spPr>
            <a:xfrm rot="18535560">
              <a:off x="6311148" y="648355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9" name="Oval 1618">
              <a:extLst>
                <a:ext uri="{FF2B5EF4-FFF2-40B4-BE49-F238E27FC236}">
                  <a16:creationId xmlns:a16="http://schemas.microsoft.com/office/drawing/2014/main" id="{B855589F-5464-B449-A3B9-7ACBB91D4429}"/>
                </a:ext>
              </a:extLst>
            </p:cNvPr>
            <p:cNvSpPr/>
            <p:nvPr/>
          </p:nvSpPr>
          <p:spPr>
            <a:xfrm rot="18535560">
              <a:off x="6253824" y="65974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0" name="Oval 1619">
              <a:extLst>
                <a:ext uri="{FF2B5EF4-FFF2-40B4-BE49-F238E27FC236}">
                  <a16:creationId xmlns:a16="http://schemas.microsoft.com/office/drawing/2014/main" id="{20319A10-41A4-CB47-8DC1-067803147B04}"/>
                </a:ext>
              </a:extLst>
            </p:cNvPr>
            <p:cNvSpPr/>
            <p:nvPr/>
          </p:nvSpPr>
          <p:spPr>
            <a:xfrm rot="18535560">
              <a:off x="6277060" y="656863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1" name="Oval 1620">
              <a:extLst>
                <a:ext uri="{FF2B5EF4-FFF2-40B4-BE49-F238E27FC236}">
                  <a16:creationId xmlns:a16="http://schemas.microsoft.com/office/drawing/2014/main" id="{FAE91E9A-7E8F-C64B-9E01-9484400EE623}"/>
                </a:ext>
              </a:extLst>
            </p:cNvPr>
            <p:cNvSpPr/>
            <p:nvPr/>
          </p:nvSpPr>
          <p:spPr>
            <a:xfrm rot="18535560">
              <a:off x="6294763" y="654671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2" name="Oval 1621">
              <a:extLst>
                <a:ext uri="{FF2B5EF4-FFF2-40B4-BE49-F238E27FC236}">
                  <a16:creationId xmlns:a16="http://schemas.microsoft.com/office/drawing/2014/main" id="{ECF2C751-7ED0-714F-9F19-DC39EFBBFDBD}"/>
                </a:ext>
              </a:extLst>
            </p:cNvPr>
            <p:cNvSpPr/>
            <p:nvPr/>
          </p:nvSpPr>
          <p:spPr>
            <a:xfrm rot="18535560">
              <a:off x="6317999" y="65179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3" name="Oval 1622">
              <a:extLst>
                <a:ext uri="{FF2B5EF4-FFF2-40B4-BE49-F238E27FC236}">
                  <a16:creationId xmlns:a16="http://schemas.microsoft.com/office/drawing/2014/main" id="{33D73A9E-3691-864B-9919-40337DC07101}"/>
                </a:ext>
              </a:extLst>
            </p:cNvPr>
            <p:cNvSpPr/>
            <p:nvPr/>
          </p:nvSpPr>
          <p:spPr>
            <a:xfrm rot="18535560">
              <a:off x="6337558" y="6491866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4" name="Oval 1623">
              <a:extLst>
                <a:ext uri="{FF2B5EF4-FFF2-40B4-BE49-F238E27FC236}">
                  <a16:creationId xmlns:a16="http://schemas.microsoft.com/office/drawing/2014/main" id="{1BBE10C4-26F1-9947-BE6B-BF699BCA5B28}"/>
                </a:ext>
              </a:extLst>
            </p:cNvPr>
            <p:cNvSpPr/>
            <p:nvPr/>
          </p:nvSpPr>
          <p:spPr>
            <a:xfrm rot="18535560">
              <a:off x="6273902" y="660796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5" name="Oval 1624">
              <a:extLst>
                <a:ext uri="{FF2B5EF4-FFF2-40B4-BE49-F238E27FC236}">
                  <a16:creationId xmlns:a16="http://schemas.microsoft.com/office/drawing/2014/main" id="{291D2BF8-E274-0947-825B-3BE319E69139}"/>
                </a:ext>
              </a:extLst>
            </p:cNvPr>
            <p:cNvSpPr/>
            <p:nvPr/>
          </p:nvSpPr>
          <p:spPr>
            <a:xfrm rot="18535560">
              <a:off x="6292046" y="658923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6" name="Oval 1625">
              <a:extLst>
                <a:ext uri="{FF2B5EF4-FFF2-40B4-BE49-F238E27FC236}">
                  <a16:creationId xmlns:a16="http://schemas.microsoft.com/office/drawing/2014/main" id="{8C30465C-39FE-0241-9889-50921DA35F34}"/>
                </a:ext>
              </a:extLst>
            </p:cNvPr>
            <p:cNvSpPr/>
            <p:nvPr/>
          </p:nvSpPr>
          <p:spPr>
            <a:xfrm rot="18535560">
              <a:off x="6310221" y="65648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7" name="Oval 1626">
              <a:extLst>
                <a:ext uri="{FF2B5EF4-FFF2-40B4-BE49-F238E27FC236}">
                  <a16:creationId xmlns:a16="http://schemas.microsoft.com/office/drawing/2014/main" id="{DD257BC0-D053-EF40-AAD7-409D3318E168}"/>
                </a:ext>
              </a:extLst>
            </p:cNvPr>
            <p:cNvSpPr/>
            <p:nvPr/>
          </p:nvSpPr>
          <p:spPr>
            <a:xfrm rot="18535560">
              <a:off x="6334840" y="653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8" name="Oval 1627">
              <a:extLst>
                <a:ext uri="{FF2B5EF4-FFF2-40B4-BE49-F238E27FC236}">
                  <a16:creationId xmlns:a16="http://schemas.microsoft.com/office/drawing/2014/main" id="{962859E0-77C4-CE44-8466-FCC09FDE17A0}"/>
                </a:ext>
              </a:extLst>
            </p:cNvPr>
            <p:cNvSpPr/>
            <p:nvPr/>
          </p:nvSpPr>
          <p:spPr>
            <a:xfrm rot="18535560">
              <a:off x="6357637" y="6502425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9" name="Oval 1628">
              <a:extLst>
                <a:ext uri="{FF2B5EF4-FFF2-40B4-BE49-F238E27FC236}">
                  <a16:creationId xmlns:a16="http://schemas.microsoft.com/office/drawing/2014/main" id="{77FDC753-D4BE-284D-8B66-144A409F2542}"/>
                </a:ext>
              </a:extLst>
            </p:cNvPr>
            <p:cNvSpPr/>
            <p:nvPr/>
          </p:nvSpPr>
          <p:spPr>
            <a:xfrm rot="4135560">
              <a:off x="6294251" y="662250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0" name="Oval 1629">
              <a:extLst>
                <a:ext uri="{FF2B5EF4-FFF2-40B4-BE49-F238E27FC236}">
                  <a16:creationId xmlns:a16="http://schemas.microsoft.com/office/drawing/2014/main" id="{FAFAA8A2-BA11-8445-97F0-92145257F74C}"/>
                </a:ext>
              </a:extLst>
            </p:cNvPr>
            <p:cNvSpPr/>
            <p:nvPr/>
          </p:nvSpPr>
          <p:spPr>
            <a:xfrm rot="4135560">
              <a:off x="6317487" y="659373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1" name="Oval 1630">
              <a:extLst>
                <a:ext uri="{FF2B5EF4-FFF2-40B4-BE49-F238E27FC236}">
                  <a16:creationId xmlns:a16="http://schemas.microsoft.com/office/drawing/2014/main" id="{DC55A280-1CE8-4F41-B8A3-5157834EFCB2}"/>
                </a:ext>
              </a:extLst>
            </p:cNvPr>
            <p:cNvSpPr/>
            <p:nvPr/>
          </p:nvSpPr>
          <p:spPr>
            <a:xfrm rot="4135560">
              <a:off x="6335190" y="657181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2" name="Oval 1631">
              <a:extLst>
                <a:ext uri="{FF2B5EF4-FFF2-40B4-BE49-F238E27FC236}">
                  <a16:creationId xmlns:a16="http://schemas.microsoft.com/office/drawing/2014/main" id="{4F371CB6-742C-4B44-ABE0-1067F14778D0}"/>
                </a:ext>
              </a:extLst>
            </p:cNvPr>
            <p:cNvSpPr/>
            <p:nvPr/>
          </p:nvSpPr>
          <p:spPr>
            <a:xfrm rot="4135560">
              <a:off x="6314330" y="663306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3" name="Oval 1632">
              <a:extLst>
                <a:ext uri="{FF2B5EF4-FFF2-40B4-BE49-F238E27FC236}">
                  <a16:creationId xmlns:a16="http://schemas.microsoft.com/office/drawing/2014/main" id="{BA411617-7C6E-0C44-AF55-B5933322A5EF}"/>
                </a:ext>
              </a:extLst>
            </p:cNvPr>
            <p:cNvSpPr/>
            <p:nvPr/>
          </p:nvSpPr>
          <p:spPr>
            <a:xfrm rot="4135560">
              <a:off x="6332473" y="661433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4" name="Oval 1633">
              <a:extLst>
                <a:ext uri="{FF2B5EF4-FFF2-40B4-BE49-F238E27FC236}">
                  <a16:creationId xmlns:a16="http://schemas.microsoft.com/office/drawing/2014/main" id="{021ED827-E57E-3D4E-9597-C9175C68991E}"/>
                </a:ext>
              </a:extLst>
            </p:cNvPr>
            <p:cNvSpPr/>
            <p:nvPr/>
          </p:nvSpPr>
          <p:spPr>
            <a:xfrm rot="4135560">
              <a:off x="6350648" y="658996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5" name="Oval 1634">
              <a:extLst>
                <a:ext uri="{FF2B5EF4-FFF2-40B4-BE49-F238E27FC236}">
                  <a16:creationId xmlns:a16="http://schemas.microsoft.com/office/drawing/2014/main" id="{30E4442F-7529-CF4E-81A0-A73EA06EA934}"/>
                </a:ext>
              </a:extLst>
            </p:cNvPr>
            <p:cNvSpPr/>
            <p:nvPr/>
          </p:nvSpPr>
          <p:spPr>
            <a:xfrm rot="11852637">
              <a:off x="6333490" y="664684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6" name="Oval 1635">
              <a:extLst>
                <a:ext uri="{FF2B5EF4-FFF2-40B4-BE49-F238E27FC236}">
                  <a16:creationId xmlns:a16="http://schemas.microsoft.com/office/drawing/2014/main" id="{FB1C92D7-3294-C34B-A150-16D64F106667}"/>
                </a:ext>
              </a:extLst>
            </p:cNvPr>
            <p:cNvSpPr/>
            <p:nvPr/>
          </p:nvSpPr>
          <p:spPr>
            <a:xfrm rot="11852637">
              <a:off x="6356726" y="661807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7" name="Oval 1636">
              <a:extLst>
                <a:ext uri="{FF2B5EF4-FFF2-40B4-BE49-F238E27FC236}">
                  <a16:creationId xmlns:a16="http://schemas.microsoft.com/office/drawing/2014/main" id="{B4C5CA7E-A481-B64D-B012-8D0CA9C42523}"/>
                </a:ext>
              </a:extLst>
            </p:cNvPr>
            <p:cNvSpPr/>
            <p:nvPr/>
          </p:nvSpPr>
          <p:spPr>
            <a:xfrm rot="11852637">
              <a:off x="6374430" y="65961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8" name="Oval 1637">
              <a:extLst>
                <a:ext uri="{FF2B5EF4-FFF2-40B4-BE49-F238E27FC236}">
                  <a16:creationId xmlns:a16="http://schemas.microsoft.com/office/drawing/2014/main" id="{D392D18A-C850-FC47-AF04-819B3FAC1F0C}"/>
                </a:ext>
              </a:extLst>
            </p:cNvPr>
            <p:cNvSpPr/>
            <p:nvPr/>
          </p:nvSpPr>
          <p:spPr>
            <a:xfrm rot="11852637">
              <a:off x="6353569" y="665739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9" name="Oval 1638">
              <a:extLst>
                <a:ext uri="{FF2B5EF4-FFF2-40B4-BE49-F238E27FC236}">
                  <a16:creationId xmlns:a16="http://schemas.microsoft.com/office/drawing/2014/main" id="{E1F4FB98-324F-334C-907C-19D85D54F8E3}"/>
                </a:ext>
              </a:extLst>
            </p:cNvPr>
            <p:cNvSpPr/>
            <p:nvPr/>
          </p:nvSpPr>
          <p:spPr>
            <a:xfrm rot="11852637">
              <a:off x="6371713" y="6638662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0" name="Oval 1639">
              <a:extLst>
                <a:ext uri="{FF2B5EF4-FFF2-40B4-BE49-F238E27FC236}">
                  <a16:creationId xmlns:a16="http://schemas.microsoft.com/office/drawing/2014/main" id="{09A6BD68-C995-D843-8566-22C52314F9D3}"/>
                </a:ext>
              </a:extLst>
            </p:cNvPr>
            <p:cNvSpPr/>
            <p:nvPr/>
          </p:nvSpPr>
          <p:spPr>
            <a:xfrm rot="11852637">
              <a:off x="6389887" y="6614295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1" name="Oval 1640">
              <a:extLst>
                <a:ext uri="{FF2B5EF4-FFF2-40B4-BE49-F238E27FC236}">
                  <a16:creationId xmlns:a16="http://schemas.microsoft.com/office/drawing/2014/main" id="{B0856BF5-B4B9-D14E-BD0B-C4FE3EE48307}"/>
                </a:ext>
              </a:extLst>
            </p:cNvPr>
            <p:cNvSpPr/>
            <p:nvPr/>
          </p:nvSpPr>
          <p:spPr>
            <a:xfrm rot="11852637">
              <a:off x="6379980" y="666571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2" name="Oval 1641">
              <a:extLst>
                <a:ext uri="{FF2B5EF4-FFF2-40B4-BE49-F238E27FC236}">
                  <a16:creationId xmlns:a16="http://schemas.microsoft.com/office/drawing/2014/main" id="{65063F49-5EFC-1844-9A06-F9446B782768}"/>
                </a:ext>
              </a:extLst>
            </p:cNvPr>
            <p:cNvSpPr/>
            <p:nvPr/>
          </p:nvSpPr>
          <p:spPr>
            <a:xfrm rot="11852637">
              <a:off x="6403216" y="663694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3" name="Oval 1642">
              <a:extLst>
                <a:ext uri="{FF2B5EF4-FFF2-40B4-BE49-F238E27FC236}">
                  <a16:creationId xmlns:a16="http://schemas.microsoft.com/office/drawing/2014/main" id="{FC7342AF-8C1D-014F-BA8D-4AE98DCF02E3}"/>
                </a:ext>
              </a:extLst>
            </p:cNvPr>
            <p:cNvSpPr/>
            <p:nvPr/>
          </p:nvSpPr>
          <p:spPr>
            <a:xfrm rot="11852637">
              <a:off x="6400059" y="667626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4" name="Oval 1643">
              <a:extLst>
                <a:ext uri="{FF2B5EF4-FFF2-40B4-BE49-F238E27FC236}">
                  <a16:creationId xmlns:a16="http://schemas.microsoft.com/office/drawing/2014/main" id="{AE8842F2-D7B7-F844-B57D-8960FE963946}"/>
                </a:ext>
              </a:extLst>
            </p:cNvPr>
            <p:cNvSpPr/>
            <p:nvPr/>
          </p:nvSpPr>
          <p:spPr>
            <a:xfrm rot="11852637">
              <a:off x="6418202" y="665753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5" name="Freeform 1644">
              <a:extLst>
                <a:ext uri="{FF2B5EF4-FFF2-40B4-BE49-F238E27FC236}">
                  <a16:creationId xmlns:a16="http://schemas.microsoft.com/office/drawing/2014/main" id="{4DEEBDC7-EC5E-8E49-A3AB-E8CDE9F27D9B}"/>
                </a:ext>
              </a:extLst>
            </p:cNvPr>
            <p:cNvSpPr/>
            <p:nvPr/>
          </p:nvSpPr>
          <p:spPr>
            <a:xfrm rot="18535560">
              <a:off x="6045401" y="6304373"/>
              <a:ext cx="235075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Freeform 1645">
              <a:extLst>
                <a:ext uri="{FF2B5EF4-FFF2-40B4-BE49-F238E27FC236}">
                  <a16:creationId xmlns:a16="http://schemas.microsoft.com/office/drawing/2014/main" id="{4B3C04B9-C0F7-F94A-9BAA-791952A6B642}"/>
                </a:ext>
              </a:extLst>
            </p:cNvPr>
            <p:cNvSpPr/>
            <p:nvPr/>
          </p:nvSpPr>
          <p:spPr>
            <a:xfrm rot="18535560" flipH="1">
              <a:off x="6160015" y="6157256"/>
              <a:ext cx="227078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47" name="Group 1646">
            <a:extLst>
              <a:ext uri="{FF2B5EF4-FFF2-40B4-BE49-F238E27FC236}">
                <a16:creationId xmlns:a16="http://schemas.microsoft.com/office/drawing/2014/main" id="{A7BECC41-E910-424C-B101-4A09A5C155C1}"/>
              </a:ext>
            </a:extLst>
          </p:cNvPr>
          <p:cNvGrpSpPr/>
          <p:nvPr/>
        </p:nvGrpSpPr>
        <p:grpSpPr>
          <a:xfrm rot="1478697">
            <a:off x="7652263" y="4019638"/>
            <a:ext cx="686823" cy="439136"/>
            <a:chOff x="5871652" y="6279397"/>
            <a:chExt cx="686823" cy="439136"/>
          </a:xfrm>
        </p:grpSpPr>
        <p:sp>
          <p:nvSpPr>
            <p:cNvPr id="1648" name="Freeform 1647">
              <a:extLst>
                <a:ext uri="{FF2B5EF4-FFF2-40B4-BE49-F238E27FC236}">
                  <a16:creationId xmlns:a16="http://schemas.microsoft.com/office/drawing/2014/main" id="{38E0215A-6DF6-5B4D-A256-719342AEE178}"/>
                </a:ext>
              </a:extLst>
            </p:cNvPr>
            <p:cNvSpPr/>
            <p:nvPr/>
          </p:nvSpPr>
          <p:spPr>
            <a:xfrm rot="17421667">
              <a:off x="5962111" y="6248061"/>
              <a:ext cx="147799" cy="230790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6FA03B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9" name="Freeform 1648">
              <a:extLst>
                <a:ext uri="{FF2B5EF4-FFF2-40B4-BE49-F238E27FC236}">
                  <a16:creationId xmlns:a16="http://schemas.microsoft.com/office/drawing/2014/main" id="{C67C0169-F27E-5F4F-BADF-E4E1CF0EF942}"/>
                </a:ext>
              </a:extLst>
            </p:cNvPr>
            <p:cNvSpPr/>
            <p:nvPr/>
          </p:nvSpPr>
          <p:spPr>
            <a:xfrm rot="18535560" flipH="1">
              <a:off x="6065278" y="6197211"/>
              <a:ext cx="146579" cy="338361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0" name="Freeform 1649">
              <a:extLst>
                <a:ext uri="{FF2B5EF4-FFF2-40B4-BE49-F238E27FC236}">
                  <a16:creationId xmlns:a16="http://schemas.microsoft.com/office/drawing/2014/main" id="{424A7AEA-6D4E-7743-A5F6-84805FD5A0E6}"/>
                </a:ext>
              </a:extLst>
            </p:cNvPr>
            <p:cNvSpPr/>
            <p:nvPr/>
          </p:nvSpPr>
          <p:spPr>
            <a:xfrm rot="18535560">
              <a:off x="5968342" y="6315152"/>
              <a:ext cx="147799" cy="341179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1" name="Rectangle 1650">
              <a:extLst>
                <a:ext uri="{FF2B5EF4-FFF2-40B4-BE49-F238E27FC236}">
                  <a16:creationId xmlns:a16="http://schemas.microsoft.com/office/drawing/2014/main" id="{82E0DA09-A3BD-954F-B1D2-DB47F5F0A9C5}"/>
                </a:ext>
              </a:extLst>
            </p:cNvPr>
            <p:cNvSpPr/>
            <p:nvPr/>
          </p:nvSpPr>
          <p:spPr>
            <a:xfrm rot="18535560">
              <a:off x="6119618" y="6244121"/>
              <a:ext cx="142391" cy="504896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1652" name="Oval 1651">
              <a:extLst>
                <a:ext uri="{FF2B5EF4-FFF2-40B4-BE49-F238E27FC236}">
                  <a16:creationId xmlns:a16="http://schemas.microsoft.com/office/drawing/2014/main" id="{55A0ACB0-D739-8141-8FB8-92CEBCAFDBFB}"/>
                </a:ext>
              </a:extLst>
            </p:cNvPr>
            <p:cNvSpPr/>
            <p:nvPr/>
          </p:nvSpPr>
          <p:spPr>
            <a:xfrm rot="18535560">
              <a:off x="5929443" y="6341203"/>
              <a:ext cx="32213" cy="24486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3" name="Oval 1652">
              <a:extLst>
                <a:ext uri="{FF2B5EF4-FFF2-40B4-BE49-F238E27FC236}">
                  <a16:creationId xmlns:a16="http://schemas.microsoft.com/office/drawing/2014/main" id="{ECE5DDD0-1409-3549-851E-359734D19900}"/>
                </a:ext>
              </a:extLst>
            </p:cNvPr>
            <p:cNvSpPr/>
            <p:nvPr/>
          </p:nvSpPr>
          <p:spPr>
            <a:xfrm rot="18535560">
              <a:off x="5936891" y="636058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4" name="Oval 1653">
              <a:extLst>
                <a:ext uri="{FF2B5EF4-FFF2-40B4-BE49-F238E27FC236}">
                  <a16:creationId xmlns:a16="http://schemas.microsoft.com/office/drawing/2014/main" id="{2ACBAC53-053E-8546-B555-07C2A5326022}"/>
                </a:ext>
              </a:extLst>
            </p:cNvPr>
            <p:cNvSpPr/>
            <p:nvPr/>
          </p:nvSpPr>
          <p:spPr>
            <a:xfrm rot="18535560">
              <a:off x="5954255" y="633452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5" name="Oval 1654">
              <a:extLst>
                <a:ext uri="{FF2B5EF4-FFF2-40B4-BE49-F238E27FC236}">
                  <a16:creationId xmlns:a16="http://schemas.microsoft.com/office/drawing/2014/main" id="{35EE4CE3-F545-5F47-A6C2-5C04C65B7830}"/>
                </a:ext>
              </a:extLst>
            </p:cNvPr>
            <p:cNvSpPr/>
            <p:nvPr/>
          </p:nvSpPr>
          <p:spPr>
            <a:xfrm rot="18535560">
              <a:off x="5971959" y="631260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6" name="Oval 1655">
              <a:extLst>
                <a:ext uri="{FF2B5EF4-FFF2-40B4-BE49-F238E27FC236}">
                  <a16:creationId xmlns:a16="http://schemas.microsoft.com/office/drawing/2014/main" id="{59700720-2FF7-3540-BE75-05887B42ADF4}"/>
                </a:ext>
              </a:extLst>
            </p:cNvPr>
            <p:cNvSpPr/>
            <p:nvPr/>
          </p:nvSpPr>
          <p:spPr>
            <a:xfrm rot="18535560">
              <a:off x="5995195" y="628383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7" name="Oval 1656">
              <a:extLst>
                <a:ext uri="{FF2B5EF4-FFF2-40B4-BE49-F238E27FC236}">
                  <a16:creationId xmlns:a16="http://schemas.microsoft.com/office/drawing/2014/main" id="{E3700FD7-4831-E349-9BC7-D4A42A6A1903}"/>
                </a:ext>
              </a:extLst>
            </p:cNvPr>
            <p:cNvSpPr/>
            <p:nvPr/>
          </p:nvSpPr>
          <p:spPr>
            <a:xfrm rot="18535560">
              <a:off x="5952745" y="6313963"/>
              <a:ext cx="31259" cy="23761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8" name="Oval 1657">
              <a:extLst>
                <a:ext uri="{FF2B5EF4-FFF2-40B4-BE49-F238E27FC236}">
                  <a16:creationId xmlns:a16="http://schemas.microsoft.com/office/drawing/2014/main" id="{51D96AAA-28B4-1F4D-A020-FBCBC3C659EB}"/>
                </a:ext>
              </a:extLst>
            </p:cNvPr>
            <p:cNvSpPr/>
            <p:nvPr/>
          </p:nvSpPr>
          <p:spPr>
            <a:xfrm rot="18535560">
              <a:off x="5975491" y="6287033"/>
              <a:ext cx="32958" cy="22209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9" name="Oval 1658">
              <a:extLst>
                <a:ext uri="{FF2B5EF4-FFF2-40B4-BE49-F238E27FC236}">
                  <a16:creationId xmlns:a16="http://schemas.microsoft.com/office/drawing/2014/main" id="{62CF3918-D5D2-1747-A14C-AF1C61F621B5}"/>
                </a:ext>
              </a:extLst>
            </p:cNvPr>
            <p:cNvSpPr/>
            <p:nvPr/>
          </p:nvSpPr>
          <p:spPr>
            <a:xfrm rot="18535560">
              <a:off x="5938537" y="6393133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0" name="Oval 1659">
              <a:extLst>
                <a:ext uri="{FF2B5EF4-FFF2-40B4-BE49-F238E27FC236}">
                  <a16:creationId xmlns:a16="http://schemas.microsoft.com/office/drawing/2014/main" id="{95FC7A52-4D59-BD4B-BFBA-ED13AAE54E56}"/>
                </a:ext>
              </a:extLst>
            </p:cNvPr>
            <p:cNvSpPr/>
            <p:nvPr/>
          </p:nvSpPr>
          <p:spPr>
            <a:xfrm rot="18535560">
              <a:off x="5961773" y="63643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1" name="Oval 1660">
              <a:extLst>
                <a:ext uri="{FF2B5EF4-FFF2-40B4-BE49-F238E27FC236}">
                  <a16:creationId xmlns:a16="http://schemas.microsoft.com/office/drawing/2014/main" id="{43A323C7-86D4-9740-9314-D76547B298B1}"/>
                </a:ext>
              </a:extLst>
            </p:cNvPr>
            <p:cNvSpPr/>
            <p:nvPr/>
          </p:nvSpPr>
          <p:spPr>
            <a:xfrm rot="18535560">
              <a:off x="5979476" y="634244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2" name="Oval 1661">
              <a:extLst>
                <a:ext uri="{FF2B5EF4-FFF2-40B4-BE49-F238E27FC236}">
                  <a16:creationId xmlns:a16="http://schemas.microsoft.com/office/drawing/2014/main" id="{ED3CB0DA-4F07-A244-832D-8DAFD3E4FF6B}"/>
                </a:ext>
              </a:extLst>
            </p:cNvPr>
            <p:cNvSpPr/>
            <p:nvPr/>
          </p:nvSpPr>
          <p:spPr>
            <a:xfrm rot="18535560">
              <a:off x="6002713" y="631367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3" name="Oval 1662">
              <a:extLst>
                <a:ext uri="{FF2B5EF4-FFF2-40B4-BE49-F238E27FC236}">
                  <a16:creationId xmlns:a16="http://schemas.microsoft.com/office/drawing/2014/main" id="{EE1A8090-19BA-3048-9753-6DA4C3B5E02A}"/>
                </a:ext>
              </a:extLst>
            </p:cNvPr>
            <p:cNvSpPr/>
            <p:nvPr/>
          </p:nvSpPr>
          <p:spPr>
            <a:xfrm rot="18535560">
              <a:off x="6022271" y="628759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4" name="Oval 1663">
              <a:extLst>
                <a:ext uri="{FF2B5EF4-FFF2-40B4-BE49-F238E27FC236}">
                  <a16:creationId xmlns:a16="http://schemas.microsoft.com/office/drawing/2014/main" id="{92698AAA-491A-7445-AFAA-9D3C0F126B00}"/>
                </a:ext>
              </a:extLst>
            </p:cNvPr>
            <p:cNvSpPr/>
            <p:nvPr/>
          </p:nvSpPr>
          <p:spPr>
            <a:xfrm rot="18535560">
              <a:off x="5958616" y="6403691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5" name="Oval 1664">
              <a:extLst>
                <a:ext uri="{FF2B5EF4-FFF2-40B4-BE49-F238E27FC236}">
                  <a16:creationId xmlns:a16="http://schemas.microsoft.com/office/drawing/2014/main" id="{A9FEE2B7-6BD8-5B40-9061-D0B286ECB203}"/>
                </a:ext>
              </a:extLst>
            </p:cNvPr>
            <p:cNvSpPr/>
            <p:nvPr/>
          </p:nvSpPr>
          <p:spPr>
            <a:xfrm rot="18535560">
              <a:off x="5976759" y="63849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6" name="Oval 1665">
              <a:extLst>
                <a:ext uri="{FF2B5EF4-FFF2-40B4-BE49-F238E27FC236}">
                  <a16:creationId xmlns:a16="http://schemas.microsoft.com/office/drawing/2014/main" id="{2670CF65-2C39-8D41-BCEA-25C0F459BC64}"/>
                </a:ext>
              </a:extLst>
            </p:cNvPr>
            <p:cNvSpPr/>
            <p:nvPr/>
          </p:nvSpPr>
          <p:spPr>
            <a:xfrm rot="18535560">
              <a:off x="5994934" y="636058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7" name="Oval 1666">
              <a:extLst>
                <a:ext uri="{FF2B5EF4-FFF2-40B4-BE49-F238E27FC236}">
                  <a16:creationId xmlns:a16="http://schemas.microsoft.com/office/drawing/2014/main" id="{C66DA40F-A4D8-F840-A6F8-D18FD187D373}"/>
                </a:ext>
              </a:extLst>
            </p:cNvPr>
            <p:cNvSpPr/>
            <p:nvPr/>
          </p:nvSpPr>
          <p:spPr>
            <a:xfrm rot="18535560">
              <a:off x="6019553" y="63301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8" name="Oval 1667">
              <a:extLst>
                <a:ext uri="{FF2B5EF4-FFF2-40B4-BE49-F238E27FC236}">
                  <a16:creationId xmlns:a16="http://schemas.microsoft.com/office/drawing/2014/main" id="{B5267930-CBE5-6042-9B0F-F1B31C16DFFB}"/>
                </a:ext>
              </a:extLst>
            </p:cNvPr>
            <p:cNvSpPr/>
            <p:nvPr/>
          </p:nvSpPr>
          <p:spPr>
            <a:xfrm rot="18535560">
              <a:off x="6042350" y="62981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9" name="Oval 1668">
              <a:extLst>
                <a:ext uri="{FF2B5EF4-FFF2-40B4-BE49-F238E27FC236}">
                  <a16:creationId xmlns:a16="http://schemas.microsoft.com/office/drawing/2014/main" id="{54A16109-021F-2E43-8B9B-73947A331799}"/>
                </a:ext>
              </a:extLst>
            </p:cNvPr>
            <p:cNvSpPr/>
            <p:nvPr/>
          </p:nvSpPr>
          <p:spPr>
            <a:xfrm rot="18535560">
              <a:off x="5974595" y="6426784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70" name="Oval 1669">
              <a:extLst>
                <a:ext uri="{FF2B5EF4-FFF2-40B4-BE49-F238E27FC236}">
                  <a16:creationId xmlns:a16="http://schemas.microsoft.com/office/drawing/2014/main" id="{9CF4B031-145A-4D40-A944-19B3508CC843}"/>
                </a:ext>
              </a:extLst>
            </p:cNvPr>
            <p:cNvSpPr/>
            <p:nvPr/>
          </p:nvSpPr>
          <p:spPr>
            <a:xfrm rot="18535560">
              <a:off x="5997831" y="639801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71" name="Oval 1670">
              <a:extLst>
                <a:ext uri="{FF2B5EF4-FFF2-40B4-BE49-F238E27FC236}">
                  <a16:creationId xmlns:a16="http://schemas.microsoft.com/office/drawing/2014/main" id="{F6FF0B55-6054-AE4E-853D-C4EE18FA8D03}"/>
                </a:ext>
              </a:extLst>
            </p:cNvPr>
            <p:cNvSpPr/>
            <p:nvPr/>
          </p:nvSpPr>
          <p:spPr>
            <a:xfrm rot="18535560">
              <a:off x="6015534" y="63760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72" name="Oval 1671">
              <a:extLst>
                <a:ext uri="{FF2B5EF4-FFF2-40B4-BE49-F238E27FC236}">
                  <a16:creationId xmlns:a16="http://schemas.microsoft.com/office/drawing/2014/main" id="{8AECB440-A458-FE44-99C4-91A5420067CD}"/>
                </a:ext>
              </a:extLst>
            </p:cNvPr>
            <p:cNvSpPr/>
            <p:nvPr/>
          </p:nvSpPr>
          <p:spPr>
            <a:xfrm rot="18535560">
              <a:off x="6038770" y="634732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73" name="Oval 1672">
              <a:extLst>
                <a:ext uri="{FF2B5EF4-FFF2-40B4-BE49-F238E27FC236}">
                  <a16:creationId xmlns:a16="http://schemas.microsoft.com/office/drawing/2014/main" id="{503E7B84-67D7-D34E-9433-594460ABF8B0}"/>
                </a:ext>
              </a:extLst>
            </p:cNvPr>
            <p:cNvSpPr/>
            <p:nvPr/>
          </p:nvSpPr>
          <p:spPr>
            <a:xfrm rot="18535560">
              <a:off x="6058329" y="632124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74" name="Oval 1673">
              <a:extLst>
                <a:ext uri="{FF2B5EF4-FFF2-40B4-BE49-F238E27FC236}">
                  <a16:creationId xmlns:a16="http://schemas.microsoft.com/office/drawing/2014/main" id="{4EB9C85F-2956-224C-AEFA-FEE6B2DF3125}"/>
                </a:ext>
              </a:extLst>
            </p:cNvPr>
            <p:cNvSpPr/>
            <p:nvPr/>
          </p:nvSpPr>
          <p:spPr>
            <a:xfrm rot="18535560">
              <a:off x="5994673" y="6437342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75" name="Oval 1674">
              <a:extLst>
                <a:ext uri="{FF2B5EF4-FFF2-40B4-BE49-F238E27FC236}">
                  <a16:creationId xmlns:a16="http://schemas.microsoft.com/office/drawing/2014/main" id="{0605C74A-2F58-3C48-8764-46E26F1E9C33}"/>
                </a:ext>
              </a:extLst>
            </p:cNvPr>
            <p:cNvSpPr/>
            <p:nvPr/>
          </p:nvSpPr>
          <p:spPr>
            <a:xfrm rot="18535560">
              <a:off x="6012817" y="64186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76" name="Oval 1675">
              <a:extLst>
                <a:ext uri="{FF2B5EF4-FFF2-40B4-BE49-F238E27FC236}">
                  <a16:creationId xmlns:a16="http://schemas.microsoft.com/office/drawing/2014/main" id="{F47E38BA-999C-BE40-A3EB-FA6863E048D9}"/>
                </a:ext>
              </a:extLst>
            </p:cNvPr>
            <p:cNvSpPr/>
            <p:nvPr/>
          </p:nvSpPr>
          <p:spPr>
            <a:xfrm rot="18535560">
              <a:off x="6030991" y="63942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77" name="Oval 1676">
              <a:extLst>
                <a:ext uri="{FF2B5EF4-FFF2-40B4-BE49-F238E27FC236}">
                  <a16:creationId xmlns:a16="http://schemas.microsoft.com/office/drawing/2014/main" id="{CAEB6FB2-B367-7342-BACD-413CBCF041F4}"/>
                </a:ext>
              </a:extLst>
            </p:cNvPr>
            <p:cNvSpPr/>
            <p:nvPr/>
          </p:nvSpPr>
          <p:spPr>
            <a:xfrm rot="18535560">
              <a:off x="6055611" y="63637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78" name="Oval 1677">
              <a:extLst>
                <a:ext uri="{FF2B5EF4-FFF2-40B4-BE49-F238E27FC236}">
                  <a16:creationId xmlns:a16="http://schemas.microsoft.com/office/drawing/2014/main" id="{5860FDE9-00D5-6A43-9741-5C69E3144E24}"/>
                </a:ext>
              </a:extLst>
            </p:cNvPr>
            <p:cNvSpPr/>
            <p:nvPr/>
          </p:nvSpPr>
          <p:spPr>
            <a:xfrm rot="18535560">
              <a:off x="6078408" y="633180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79" name="Oval 1678">
              <a:extLst>
                <a:ext uri="{FF2B5EF4-FFF2-40B4-BE49-F238E27FC236}">
                  <a16:creationId xmlns:a16="http://schemas.microsoft.com/office/drawing/2014/main" id="{D0C3C96F-CAEA-5C47-87E7-8823484A939C}"/>
                </a:ext>
              </a:extLst>
            </p:cNvPr>
            <p:cNvSpPr/>
            <p:nvPr/>
          </p:nvSpPr>
          <p:spPr>
            <a:xfrm rot="18535560">
              <a:off x="6021084" y="644565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80" name="Oval 1679">
              <a:extLst>
                <a:ext uri="{FF2B5EF4-FFF2-40B4-BE49-F238E27FC236}">
                  <a16:creationId xmlns:a16="http://schemas.microsoft.com/office/drawing/2014/main" id="{2CB4C9A0-8D36-C54D-9FE3-F7F3220ADFCA}"/>
                </a:ext>
              </a:extLst>
            </p:cNvPr>
            <p:cNvSpPr/>
            <p:nvPr/>
          </p:nvSpPr>
          <p:spPr>
            <a:xfrm rot="18535560">
              <a:off x="6044320" y="641688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81" name="Oval 1680">
              <a:extLst>
                <a:ext uri="{FF2B5EF4-FFF2-40B4-BE49-F238E27FC236}">
                  <a16:creationId xmlns:a16="http://schemas.microsoft.com/office/drawing/2014/main" id="{AAEDE967-D816-CF47-B877-B6665DC2E747}"/>
                </a:ext>
              </a:extLst>
            </p:cNvPr>
            <p:cNvSpPr/>
            <p:nvPr/>
          </p:nvSpPr>
          <p:spPr>
            <a:xfrm rot="18535560">
              <a:off x="6062024" y="639496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82" name="Oval 1681">
              <a:extLst>
                <a:ext uri="{FF2B5EF4-FFF2-40B4-BE49-F238E27FC236}">
                  <a16:creationId xmlns:a16="http://schemas.microsoft.com/office/drawing/2014/main" id="{16F6BDC3-4246-D34B-924C-B80740FA6EA6}"/>
                </a:ext>
              </a:extLst>
            </p:cNvPr>
            <p:cNvSpPr/>
            <p:nvPr/>
          </p:nvSpPr>
          <p:spPr>
            <a:xfrm rot="18535560">
              <a:off x="6085260" y="63661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83" name="Oval 1682">
              <a:extLst>
                <a:ext uri="{FF2B5EF4-FFF2-40B4-BE49-F238E27FC236}">
                  <a16:creationId xmlns:a16="http://schemas.microsoft.com/office/drawing/2014/main" id="{0606C84B-B699-1544-9ADC-153BE0300D59}"/>
                </a:ext>
              </a:extLst>
            </p:cNvPr>
            <p:cNvSpPr/>
            <p:nvPr/>
          </p:nvSpPr>
          <p:spPr>
            <a:xfrm rot="18535560">
              <a:off x="6104818" y="63401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84" name="Oval 1683">
              <a:extLst>
                <a:ext uri="{FF2B5EF4-FFF2-40B4-BE49-F238E27FC236}">
                  <a16:creationId xmlns:a16="http://schemas.microsoft.com/office/drawing/2014/main" id="{29FD7FCB-DC87-184E-9E22-A25FC38CEE08}"/>
                </a:ext>
              </a:extLst>
            </p:cNvPr>
            <p:cNvSpPr/>
            <p:nvPr/>
          </p:nvSpPr>
          <p:spPr>
            <a:xfrm rot="18535560">
              <a:off x="6041163" y="64562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85" name="Oval 1684">
              <a:extLst>
                <a:ext uri="{FF2B5EF4-FFF2-40B4-BE49-F238E27FC236}">
                  <a16:creationId xmlns:a16="http://schemas.microsoft.com/office/drawing/2014/main" id="{FA633038-4A9C-2646-BBB3-47A74D55850C}"/>
                </a:ext>
              </a:extLst>
            </p:cNvPr>
            <p:cNvSpPr/>
            <p:nvPr/>
          </p:nvSpPr>
          <p:spPr>
            <a:xfrm rot="18535560">
              <a:off x="6059306" y="64374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86" name="Oval 1685">
              <a:extLst>
                <a:ext uri="{FF2B5EF4-FFF2-40B4-BE49-F238E27FC236}">
                  <a16:creationId xmlns:a16="http://schemas.microsoft.com/office/drawing/2014/main" id="{01BFD474-0501-AB46-8FFC-03FC41035FF3}"/>
                </a:ext>
              </a:extLst>
            </p:cNvPr>
            <p:cNvSpPr/>
            <p:nvPr/>
          </p:nvSpPr>
          <p:spPr>
            <a:xfrm rot="18535560">
              <a:off x="6077481" y="64131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87" name="Oval 1686">
              <a:extLst>
                <a:ext uri="{FF2B5EF4-FFF2-40B4-BE49-F238E27FC236}">
                  <a16:creationId xmlns:a16="http://schemas.microsoft.com/office/drawing/2014/main" id="{12894FD4-2B39-674F-9457-1251A7027F7E}"/>
                </a:ext>
              </a:extLst>
            </p:cNvPr>
            <p:cNvSpPr/>
            <p:nvPr/>
          </p:nvSpPr>
          <p:spPr>
            <a:xfrm rot="18535560">
              <a:off x="6102100" y="638262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88" name="Oval 1687">
              <a:extLst>
                <a:ext uri="{FF2B5EF4-FFF2-40B4-BE49-F238E27FC236}">
                  <a16:creationId xmlns:a16="http://schemas.microsoft.com/office/drawing/2014/main" id="{AC95532C-E8E6-EA43-BBDB-B48D01D2F2AF}"/>
                </a:ext>
              </a:extLst>
            </p:cNvPr>
            <p:cNvSpPr/>
            <p:nvPr/>
          </p:nvSpPr>
          <p:spPr>
            <a:xfrm rot="18535560">
              <a:off x="6124897" y="635067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89" name="Oval 1688">
              <a:extLst>
                <a:ext uri="{FF2B5EF4-FFF2-40B4-BE49-F238E27FC236}">
                  <a16:creationId xmlns:a16="http://schemas.microsoft.com/office/drawing/2014/main" id="{341865F0-47C6-244E-82CF-9EE39E6A2FE7}"/>
                </a:ext>
              </a:extLst>
            </p:cNvPr>
            <p:cNvSpPr/>
            <p:nvPr/>
          </p:nvSpPr>
          <p:spPr>
            <a:xfrm rot="4135560">
              <a:off x="6061511" y="6470754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0" name="Oval 1689">
              <a:extLst>
                <a:ext uri="{FF2B5EF4-FFF2-40B4-BE49-F238E27FC236}">
                  <a16:creationId xmlns:a16="http://schemas.microsoft.com/office/drawing/2014/main" id="{2D8FED32-FB5E-0B46-A352-A2E6CD947E28}"/>
                </a:ext>
              </a:extLst>
            </p:cNvPr>
            <p:cNvSpPr/>
            <p:nvPr/>
          </p:nvSpPr>
          <p:spPr>
            <a:xfrm rot="4135560">
              <a:off x="6084747" y="644198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1" name="Oval 1690">
              <a:extLst>
                <a:ext uri="{FF2B5EF4-FFF2-40B4-BE49-F238E27FC236}">
                  <a16:creationId xmlns:a16="http://schemas.microsoft.com/office/drawing/2014/main" id="{8F615D16-E37C-CB45-B041-CF4C1F739095}"/>
                </a:ext>
              </a:extLst>
            </p:cNvPr>
            <p:cNvSpPr/>
            <p:nvPr/>
          </p:nvSpPr>
          <p:spPr>
            <a:xfrm rot="4135560">
              <a:off x="6102451" y="642006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2" name="Oval 1691">
              <a:extLst>
                <a:ext uri="{FF2B5EF4-FFF2-40B4-BE49-F238E27FC236}">
                  <a16:creationId xmlns:a16="http://schemas.microsoft.com/office/drawing/2014/main" id="{03E31F6A-754B-0543-A4AD-F308F79F6095}"/>
                </a:ext>
              </a:extLst>
            </p:cNvPr>
            <p:cNvSpPr/>
            <p:nvPr/>
          </p:nvSpPr>
          <p:spPr>
            <a:xfrm rot="4135560">
              <a:off x="6125687" y="639129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3" name="Oval 1692">
              <a:extLst>
                <a:ext uri="{FF2B5EF4-FFF2-40B4-BE49-F238E27FC236}">
                  <a16:creationId xmlns:a16="http://schemas.microsoft.com/office/drawing/2014/main" id="{B2C9224E-A1E4-2148-95B7-9DD8018A507E}"/>
                </a:ext>
              </a:extLst>
            </p:cNvPr>
            <p:cNvSpPr/>
            <p:nvPr/>
          </p:nvSpPr>
          <p:spPr>
            <a:xfrm rot="4135560">
              <a:off x="6145245" y="636521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4" name="Oval 1693">
              <a:extLst>
                <a:ext uri="{FF2B5EF4-FFF2-40B4-BE49-F238E27FC236}">
                  <a16:creationId xmlns:a16="http://schemas.microsoft.com/office/drawing/2014/main" id="{13DBCD3D-F7F9-9A41-B6F7-C3BBF07DD4EE}"/>
                </a:ext>
              </a:extLst>
            </p:cNvPr>
            <p:cNvSpPr/>
            <p:nvPr/>
          </p:nvSpPr>
          <p:spPr>
            <a:xfrm rot="4135560">
              <a:off x="6081590" y="648131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5" name="Oval 1694">
              <a:extLst>
                <a:ext uri="{FF2B5EF4-FFF2-40B4-BE49-F238E27FC236}">
                  <a16:creationId xmlns:a16="http://schemas.microsoft.com/office/drawing/2014/main" id="{51DF33C5-0948-4944-B455-EA8A1B40869F}"/>
                </a:ext>
              </a:extLst>
            </p:cNvPr>
            <p:cNvSpPr/>
            <p:nvPr/>
          </p:nvSpPr>
          <p:spPr>
            <a:xfrm rot="4135560">
              <a:off x="6099733" y="646257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6" name="Oval 1695">
              <a:extLst>
                <a:ext uri="{FF2B5EF4-FFF2-40B4-BE49-F238E27FC236}">
                  <a16:creationId xmlns:a16="http://schemas.microsoft.com/office/drawing/2014/main" id="{F98BACCC-271B-8A46-8FB8-3406D08CAB85}"/>
                </a:ext>
              </a:extLst>
            </p:cNvPr>
            <p:cNvSpPr/>
            <p:nvPr/>
          </p:nvSpPr>
          <p:spPr>
            <a:xfrm rot="4135560">
              <a:off x="6117908" y="64382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7" name="Oval 1696">
              <a:extLst>
                <a:ext uri="{FF2B5EF4-FFF2-40B4-BE49-F238E27FC236}">
                  <a16:creationId xmlns:a16="http://schemas.microsoft.com/office/drawing/2014/main" id="{91F3B874-9636-DB40-9352-752C832CACF2}"/>
                </a:ext>
              </a:extLst>
            </p:cNvPr>
            <p:cNvSpPr/>
            <p:nvPr/>
          </p:nvSpPr>
          <p:spPr>
            <a:xfrm rot="4135560">
              <a:off x="6142527" y="640772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8" name="Oval 1697">
              <a:extLst>
                <a:ext uri="{FF2B5EF4-FFF2-40B4-BE49-F238E27FC236}">
                  <a16:creationId xmlns:a16="http://schemas.microsoft.com/office/drawing/2014/main" id="{CE8AA8E3-589A-3F47-9F88-A5E6AC332ABE}"/>
                </a:ext>
              </a:extLst>
            </p:cNvPr>
            <p:cNvSpPr/>
            <p:nvPr/>
          </p:nvSpPr>
          <p:spPr>
            <a:xfrm rot="4135560">
              <a:off x="6165324" y="637577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9" name="Oval 1698">
              <a:extLst>
                <a:ext uri="{FF2B5EF4-FFF2-40B4-BE49-F238E27FC236}">
                  <a16:creationId xmlns:a16="http://schemas.microsoft.com/office/drawing/2014/main" id="{D9691C56-4BE4-DB47-A01D-716C43A7D726}"/>
                </a:ext>
              </a:extLst>
            </p:cNvPr>
            <p:cNvSpPr/>
            <p:nvPr/>
          </p:nvSpPr>
          <p:spPr>
            <a:xfrm rot="18535560">
              <a:off x="6094097" y="650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0" name="Oval 1699">
              <a:extLst>
                <a:ext uri="{FF2B5EF4-FFF2-40B4-BE49-F238E27FC236}">
                  <a16:creationId xmlns:a16="http://schemas.microsoft.com/office/drawing/2014/main" id="{C463FA53-1684-6F45-A6C2-E19DA6BAE308}"/>
                </a:ext>
              </a:extLst>
            </p:cNvPr>
            <p:cNvSpPr/>
            <p:nvPr/>
          </p:nvSpPr>
          <p:spPr>
            <a:xfrm rot="18535560">
              <a:off x="6117333" y="64756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1" name="Oval 1700">
              <a:extLst>
                <a:ext uri="{FF2B5EF4-FFF2-40B4-BE49-F238E27FC236}">
                  <a16:creationId xmlns:a16="http://schemas.microsoft.com/office/drawing/2014/main" id="{E88E6258-6C92-E748-9A6E-87E9A0E79CE8}"/>
                </a:ext>
              </a:extLst>
            </p:cNvPr>
            <p:cNvSpPr/>
            <p:nvPr/>
          </p:nvSpPr>
          <p:spPr>
            <a:xfrm rot="18535560">
              <a:off x="6135037" y="64536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2" name="Oval 1701">
              <a:extLst>
                <a:ext uri="{FF2B5EF4-FFF2-40B4-BE49-F238E27FC236}">
                  <a16:creationId xmlns:a16="http://schemas.microsoft.com/office/drawing/2014/main" id="{53BBECFC-D873-9F45-A564-AA50A582C51D}"/>
                </a:ext>
              </a:extLst>
            </p:cNvPr>
            <p:cNvSpPr/>
            <p:nvPr/>
          </p:nvSpPr>
          <p:spPr>
            <a:xfrm rot="18535560">
              <a:off x="6158273" y="642492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3" name="Oval 1702">
              <a:extLst>
                <a:ext uri="{FF2B5EF4-FFF2-40B4-BE49-F238E27FC236}">
                  <a16:creationId xmlns:a16="http://schemas.microsoft.com/office/drawing/2014/main" id="{BB01C203-6F0B-094A-97F8-4B8DA8153E2B}"/>
                </a:ext>
              </a:extLst>
            </p:cNvPr>
            <p:cNvSpPr/>
            <p:nvPr/>
          </p:nvSpPr>
          <p:spPr>
            <a:xfrm rot="18535560">
              <a:off x="6177831" y="63988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4" name="Oval 1703">
              <a:extLst>
                <a:ext uri="{FF2B5EF4-FFF2-40B4-BE49-F238E27FC236}">
                  <a16:creationId xmlns:a16="http://schemas.microsoft.com/office/drawing/2014/main" id="{FBFE788C-5C55-DA4F-8998-EF8AC659C285}"/>
                </a:ext>
              </a:extLst>
            </p:cNvPr>
            <p:cNvSpPr/>
            <p:nvPr/>
          </p:nvSpPr>
          <p:spPr>
            <a:xfrm rot="18535560">
              <a:off x="6114176" y="65149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5" name="Oval 1704">
              <a:extLst>
                <a:ext uri="{FF2B5EF4-FFF2-40B4-BE49-F238E27FC236}">
                  <a16:creationId xmlns:a16="http://schemas.microsoft.com/office/drawing/2014/main" id="{35ABE4E3-55EA-0B4E-83E9-5DB0F01DFE15}"/>
                </a:ext>
              </a:extLst>
            </p:cNvPr>
            <p:cNvSpPr/>
            <p:nvPr/>
          </p:nvSpPr>
          <p:spPr>
            <a:xfrm rot="18535560">
              <a:off x="6132319" y="649620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6" name="Oval 1705">
              <a:extLst>
                <a:ext uri="{FF2B5EF4-FFF2-40B4-BE49-F238E27FC236}">
                  <a16:creationId xmlns:a16="http://schemas.microsoft.com/office/drawing/2014/main" id="{E4B982BD-F978-3041-AB19-9D4BB461938E}"/>
                </a:ext>
              </a:extLst>
            </p:cNvPr>
            <p:cNvSpPr/>
            <p:nvPr/>
          </p:nvSpPr>
          <p:spPr>
            <a:xfrm rot="18535560">
              <a:off x="6150494" y="647183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7" name="Oval 1706">
              <a:extLst>
                <a:ext uri="{FF2B5EF4-FFF2-40B4-BE49-F238E27FC236}">
                  <a16:creationId xmlns:a16="http://schemas.microsoft.com/office/drawing/2014/main" id="{5C2EBFAA-5E47-D045-97A0-5A3184A1B10C}"/>
                </a:ext>
              </a:extLst>
            </p:cNvPr>
            <p:cNvSpPr/>
            <p:nvPr/>
          </p:nvSpPr>
          <p:spPr>
            <a:xfrm rot="18535560">
              <a:off x="6175113" y="644135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8" name="Oval 1707">
              <a:extLst>
                <a:ext uri="{FF2B5EF4-FFF2-40B4-BE49-F238E27FC236}">
                  <a16:creationId xmlns:a16="http://schemas.microsoft.com/office/drawing/2014/main" id="{386244B3-6E64-8849-967B-4E5988F5E39C}"/>
                </a:ext>
              </a:extLst>
            </p:cNvPr>
            <p:cNvSpPr/>
            <p:nvPr/>
          </p:nvSpPr>
          <p:spPr>
            <a:xfrm rot="18535560">
              <a:off x="6197911" y="640939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9" name="Oval 1708">
              <a:extLst>
                <a:ext uri="{FF2B5EF4-FFF2-40B4-BE49-F238E27FC236}">
                  <a16:creationId xmlns:a16="http://schemas.microsoft.com/office/drawing/2014/main" id="{4DFE81BC-6713-A140-8F24-4A00000AC612}"/>
                </a:ext>
              </a:extLst>
            </p:cNvPr>
            <p:cNvSpPr/>
            <p:nvPr/>
          </p:nvSpPr>
          <p:spPr>
            <a:xfrm rot="18535560">
              <a:off x="6140586" y="65232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0" name="Oval 1709">
              <a:extLst>
                <a:ext uri="{FF2B5EF4-FFF2-40B4-BE49-F238E27FC236}">
                  <a16:creationId xmlns:a16="http://schemas.microsoft.com/office/drawing/2014/main" id="{89C54962-39BE-EF45-A24E-A238C2C8C799}"/>
                </a:ext>
              </a:extLst>
            </p:cNvPr>
            <p:cNvSpPr/>
            <p:nvPr/>
          </p:nvSpPr>
          <p:spPr>
            <a:xfrm rot="18535560">
              <a:off x="6163823" y="64944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1" name="Oval 1710">
              <a:extLst>
                <a:ext uri="{FF2B5EF4-FFF2-40B4-BE49-F238E27FC236}">
                  <a16:creationId xmlns:a16="http://schemas.microsoft.com/office/drawing/2014/main" id="{8E2376AC-4006-5447-857D-F2BDE7BA9483}"/>
                </a:ext>
              </a:extLst>
            </p:cNvPr>
            <p:cNvSpPr/>
            <p:nvPr/>
          </p:nvSpPr>
          <p:spPr>
            <a:xfrm rot="18535560">
              <a:off x="6181526" y="64725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2" name="Oval 1711">
              <a:extLst>
                <a:ext uri="{FF2B5EF4-FFF2-40B4-BE49-F238E27FC236}">
                  <a16:creationId xmlns:a16="http://schemas.microsoft.com/office/drawing/2014/main" id="{5BAC9050-DFE0-B748-B801-0D5A28DCD302}"/>
                </a:ext>
              </a:extLst>
            </p:cNvPr>
            <p:cNvSpPr/>
            <p:nvPr/>
          </p:nvSpPr>
          <p:spPr>
            <a:xfrm rot="18535560">
              <a:off x="6204762" y="64437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3" name="Oval 1712">
              <a:extLst>
                <a:ext uri="{FF2B5EF4-FFF2-40B4-BE49-F238E27FC236}">
                  <a16:creationId xmlns:a16="http://schemas.microsoft.com/office/drawing/2014/main" id="{3D7255CB-36B6-954F-9554-BE5E1E948F72}"/>
                </a:ext>
              </a:extLst>
            </p:cNvPr>
            <p:cNvSpPr/>
            <p:nvPr/>
          </p:nvSpPr>
          <p:spPr>
            <a:xfrm rot="18535560">
              <a:off x="6224321" y="64177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4" name="Oval 1713">
              <a:extLst>
                <a:ext uri="{FF2B5EF4-FFF2-40B4-BE49-F238E27FC236}">
                  <a16:creationId xmlns:a16="http://schemas.microsoft.com/office/drawing/2014/main" id="{863E3E38-AD50-3C4A-8617-C4BBB80986E2}"/>
                </a:ext>
              </a:extLst>
            </p:cNvPr>
            <p:cNvSpPr/>
            <p:nvPr/>
          </p:nvSpPr>
          <p:spPr>
            <a:xfrm rot="18535560">
              <a:off x="6160665" y="65338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5" name="Oval 1714">
              <a:extLst>
                <a:ext uri="{FF2B5EF4-FFF2-40B4-BE49-F238E27FC236}">
                  <a16:creationId xmlns:a16="http://schemas.microsoft.com/office/drawing/2014/main" id="{1369C7E7-CFD4-F74D-94BA-7C0F28EEAF99}"/>
                </a:ext>
              </a:extLst>
            </p:cNvPr>
            <p:cNvSpPr/>
            <p:nvPr/>
          </p:nvSpPr>
          <p:spPr>
            <a:xfrm rot="18535560">
              <a:off x="6178809" y="651507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6" name="Oval 1715">
              <a:extLst>
                <a:ext uri="{FF2B5EF4-FFF2-40B4-BE49-F238E27FC236}">
                  <a16:creationId xmlns:a16="http://schemas.microsoft.com/office/drawing/2014/main" id="{1415B853-6B26-6C41-A003-61A5AB50528B}"/>
                </a:ext>
              </a:extLst>
            </p:cNvPr>
            <p:cNvSpPr/>
            <p:nvPr/>
          </p:nvSpPr>
          <p:spPr>
            <a:xfrm rot="18535560">
              <a:off x="6196983" y="64907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7" name="Oval 1716">
              <a:extLst>
                <a:ext uri="{FF2B5EF4-FFF2-40B4-BE49-F238E27FC236}">
                  <a16:creationId xmlns:a16="http://schemas.microsoft.com/office/drawing/2014/main" id="{A12BFE1C-5E36-F444-B301-89B602509E25}"/>
                </a:ext>
              </a:extLst>
            </p:cNvPr>
            <p:cNvSpPr/>
            <p:nvPr/>
          </p:nvSpPr>
          <p:spPr>
            <a:xfrm rot="18535560">
              <a:off x="6221603" y="646022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8" name="Oval 1717">
              <a:extLst>
                <a:ext uri="{FF2B5EF4-FFF2-40B4-BE49-F238E27FC236}">
                  <a16:creationId xmlns:a16="http://schemas.microsoft.com/office/drawing/2014/main" id="{22E9EE17-50E9-9543-9503-4DBA94565E0C}"/>
                </a:ext>
              </a:extLst>
            </p:cNvPr>
            <p:cNvSpPr/>
            <p:nvPr/>
          </p:nvSpPr>
          <p:spPr>
            <a:xfrm rot="18535560">
              <a:off x="6244400" y="64282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9" name="Oval 1718">
              <a:extLst>
                <a:ext uri="{FF2B5EF4-FFF2-40B4-BE49-F238E27FC236}">
                  <a16:creationId xmlns:a16="http://schemas.microsoft.com/office/drawing/2014/main" id="{4AF8AD06-D992-9B40-91B3-41869625CCDB}"/>
                </a:ext>
              </a:extLst>
            </p:cNvPr>
            <p:cNvSpPr/>
            <p:nvPr/>
          </p:nvSpPr>
          <p:spPr>
            <a:xfrm rot="4135560">
              <a:off x="6181014" y="65483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0" name="Oval 1719">
              <a:extLst>
                <a:ext uri="{FF2B5EF4-FFF2-40B4-BE49-F238E27FC236}">
                  <a16:creationId xmlns:a16="http://schemas.microsoft.com/office/drawing/2014/main" id="{07E0F07B-6823-5B40-82D7-5E784870CAE4}"/>
                </a:ext>
              </a:extLst>
            </p:cNvPr>
            <p:cNvSpPr/>
            <p:nvPr/>
          </p:nvSpPr>
          <p:spPr>
            <a:xfrm rot="4135560">
              <a:off x="6204250" y="651958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1" name="Oval 1720">
              <a:extLst>
                <a:ext uri="{FF2B5EF4-FFF2-40B4-BE49-F238E27FC236}">
                  <a16:creationId xmlns:a16="http://schemas.microsoft.com/office/drawing/2014/main" id="{DE745F3A-1013-0E44-BF7F-D390FB0EF450}"/>
                </a:ext>
              </a:extLst>
            </p:cNvPr>
            <p:cNvSpPr/>
            <p:nvPr/>
          </p:nvSpPr>
          <p:spPr>
            <a:xfrm rot="4135560">
              <a:off x="6221953" y="649766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2" name="Oval 1721">
              <a:extLst>
                <a:ext uri="{FF2B5EF4-FFF2-40B4-BE49-F238E27FC236}">
                  <a16:creationId xmlns:a16="http://schemas.microsoft.com/office/drawing/2014/main" id="{0E686A17-7A03-7041-8884-1D39FF955967}"/>
                </a:ext>
              </a:extLst>
            </p:cNvPr>
            <p:cNvSpPr/>
            <p:nvPr/>
          </p:nvSpPr>
          <p:spPr>
            <a:xfrm rot="4135560">
              <a:off x="6245189" y="646889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3" name="Oval 1722">
              <a:extLst>
                <a:ext uri="{FF2B5EF4-FFF2-40B4-BE49-F238E27FC236}">
                  <a16:creationId xmlns:a16="http://schemas.microsoft.com/office/drawing/2014/main" id="{E49F5DD3-A735-374F-83A3-C8BAE90E984A}"/>
                </a:ext>
              </a:extLst>
            </p:cNvPr>
            <p:cNvSpPr/>
            <p:nvPr/>
          </p:nvSpPr>
          <p:spPr>
            <a:xfrm rot="4135560">
              <a:off x="6264748" y="64428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4" name="Oval 1723">
              <a:extLst>
                <a:ext uri="{FF2B5EF4-FFF2-40B4-BE49-F238E27FC236}">
                  <a16:creationId xmlns:a16="http://schemas.microsoft.com/office/drawing/2014/main" id="{FF44FD9A-CD1F-8144-8D3C-2BA424DC056B}"/>
                </a:ext>
              </a:extLst>
            </p:cNvPr>
            <p:cNvSpPr/>
            <p:nvPr/>
          </p:nvSpPr>
          <p:spPr>
            <a:xfrm rot="4135560">
              <a:off x="6201093" y="65589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5" name="Oval 1724">
              <a:extLst>
                <a:ext uri="{FF2B5EF4-FFF2-40B4-BE49-F238E27FC236}">
                  <a16:creationId xmlns:a16="http://schemas.microsoft.com/office/drawing/2014/main" id="{819F16D9-E5F0-B048-A325-95DB5BB16A59}"/>
                </a:ext>
              </a:extLst>
            </p:cNvPr>
            <p:cNvSpPr/>
            <p:nvPr/>
          </p:nvSpPr>
          <p:spPr>
            <a:xfrm rot="4135560">
              <a:off x="6219236" y="654017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6" name="Oval 1725">
              <a:extLst>
                <a:ext uri="{FF2B5EF4-FFF2-40B4-BE49-F238E27FC236}">
                  <a16:creationId xmlns:a16="http://schemas.microsoft.com/office/drawing/2014/main" id="{4FD6E08B-AAC4-A444-85E3-F9902238AE6C}"/>
                </a:ext>
              </a:extLst>
            </p:cNvPr>
            <p:cNvSpPr/>
            <p:nvPr/>
          </p:nvSpPr>
          <p:spPr>
            <a:xfrm rot="4135560">
              <a:off x="6237411" y="651580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7" name="Oval 1726">
              <a:extLst>
                <a:ext uri="{FF2B5EF4-FFF2-40B4-BE49-F238E27FC236}">
                  <a16:creationId xmlns:a16="http://schemas.microsoft.com/office/drawing/2014/main" id="{F5D062F3-66C7-504C-A6D3-096B51CD8E17}"/>
                </a:ext>
              </a:extLst>
            </p:cNvPr>
            <p:cNvSpPr/>
            <p:nvPr/>
          </p:nvSpPr>
          <p:spPr>
            <a:xfrm rot="4135560">
              <a:off x="6262030" y="648532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8" name="Oval 1727">
              <a:extLst>
                <a:ext uri="{FF2B5EF4-FFF2-40B4-BE49-F238E27FC236}">
                  <a16:creationId xmlns:a16="http://schemas.microsoft.com/office/drawing/2014/main" id="{3F989A82-A65D-CF46-8CE8-7DC4B64673E6}"/>
                </a:ext>
              </a:extLst>
            </p:cNvPr>
            <p:cNvSpPr/>
            <p:nvPr/>
          </p:nvSpPr>
          <p:spPr>
            <a:xfrm rot="4135560">
              <a:off x="6284827" y="645336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9" name="Oval 1728">
              <a:extLst>
                <a:ext uri="{FF2B5EF4-FFF2-40B4-BE49-F238E27FC236}">
                  <a16:creationId xmlns:a16="http://schemas.microsoft.com/office/drawing/2014/main" id="{435E1A80-5960-B546-986D-FA9269A9C75D}"/>
                </a:ext>
              </a:extLst>
            </p:cNvPr>
            <p:cNvSpPr/>
            <p:nvPr/>
          </p:nvSpPr>
          <p:spPr>
            <a:xfrm rot="18535560">
              <a:off x="6207334" y="657853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0" name="Oval 1729">
              <a:extLst>
                <a:ext uri="{FF2B5EF4-FFF2-40B4-BE49-F238E27FC236}">
                  <a16:creationId xmlns:a16="http://schemas.microsoft.com/office/drawing/2014/main" id="{2DF97258-077B-7143-BAE7-3A8CFB8D25E6}"/>
                </a:ext>
              </a:extLst>
            </p:cNvPr>
            <p:cNvSpPr/>
            <p:nvPr/>
          </p:nvSpPr>
          <p:spPr>
            <a:xfrm rot="18535560">
              <a:off x="6230570" y="65497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1" name="Oval 1730">
              <a:extLst>
                <a:ext uri="{FF2B5EF4-FFF2-40B4-BE49-F238E27FC236}">
                  <a16:creationId xmlns:a16="http://schemas.microsoft.com/office/drawing/2014/main" id="{E142D1B1-523B-064B-BDA7-FA55B29C18C7}"/>
                </a:ext>
              </a:extLst>
            </p:cNvPr>
            <p:cNvSpPr/>
            <p:nvPr/>
          </p:nvSpPr>
          <p:spPr>
            <a:xfrm rot="18535560">
              <a:off x="6248274" y="65278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2" name="Oval 1731">
              <a:extLst>
                <a:ext uri="{FF2B5EF4-FFF2-40B4-BE49-F238E27FC236}">
                  <a16:creationId xmlns:a16="http://schemas.microsoft.com/office/drawing/2014/main" id="{90A53C4D-EF7D-634A-9C47-888BDDE33693}"/>
                </a:ext>
              </a:extLst>
            </p:cNvPr>
            <p:cNvSpPr/>
            <p:nvPr/>
          </p:nvSpPr>
          <p:spPr>
            <a:xfrm rot="18535560">
              <a:off x="6271510" y="64990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3" name="Oval 1732">
              <a:extLst>
                <a:ext uri="{FF2B5EF4-FFF2-40B4-BE49-F238E27FC236}">
                  <a16:creationId xmlns:a16="http://schemas.microsoft.com/office/drawing/2014/main" id="{ACB4B41A-3681-9C42-8DC3-98970E3DED57}"/>
                </a:ext>
              </a:extLst>
            </p:cNvPr>
            <p:cNvSpPr/>
            <p:nvPr/>
          </p:nvSpPr>
          <p:spPr>
            <a:xfrm rot="18535560">
              <a:off x="6291069" y="64729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4" name="Oval 1733">
              <a:extLst>
                <a:ext uri="{FF2B5EF4-FFF2-40B4-BE49-F238E27FC236}">
                  <a16:creationId xmlns:a16="http://schemas.microsoft.com/office/drawing/2014/main" id="{33BA3303-1826-EB41-810E-6C83F9A2C1B1}"/>
                </a:ext>
              </a:extLst>
            </p:cNvPr>
            <p:cNvSpPr/>
            <p:nvPr/>
          </p:nvSpPr>
          <p:spPr>
            <a:xfrm rot="18535560">
              <a:off x="6227413" y="65890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5" name="Oval 1734">
              <a:extLst>
                <a:ext uri="{FF2B5EF4-FFF2-40B4-BE49-F238E27FC236}">
                  <a16:creationId xmlns:a16="http://schemas.microsoft.com/office/drawing/2014/main" id="{94454079-F152-5B43-ACA9-A55330FCA7E9}"/>
                </a:ext>
              </a:extLst>
            </p:cNvPr>
            <p:cNvSpPr/>
            <p:nvPr/>
          </p:nvSpPr>
          <p:spPr>
            <a:xfrm rot="18535560">
              <a:off x="6245557" y="65703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6" name="Oval 1735">
              <a:extLst>
                <a:ext uri="{FF2B5EF4-FFF2-40B4-BE49-F238E27FC236}">
                  <a16:creationId xmlns:a16="http://schemas.microsoft.com/office/drawing/2014/main" id="{67499F58-CF83-6846-9FFB-FE0793266455}"/>
                </a:ext>
              </a:extLst>
            </p:cNvPr>
            <p:cNvSpPr/>
            <p:nvPr/>
          </p:nvSpPr>
          <p:spPr>
            <a:xfrm rot="18535560">
              <a:off x="6263731" y="654599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7" name="Oval 1736">
              <a:extLst>
                <a:ext uri="{FF2B5EF4-FFF2-40B4-BE49-F238E27FC236}">
                  <a16:creationId xmlns:a16="http://schemas.microsoft.com/office/drawing/2014/main" id="{2ECBBDAB-22AF-4545-9F83-36BA8E1173C1}"/>
                </a:ext>
              </a:extLst>
            </p:cNvPr>
            <p:cNvSpPr/>
            <p:nvPr/>
          </p:nvSpPr>
          <p:spPr>
            <a:xfrm rot="18535560">
              <a:off x="6288350" y="65155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8" name="Oval 1737">
              <a:extLst>
                <a:ext uri="{FF2B5EF4-FFF2-40B4-BE49-F238E27FC236}">
                  <a16:creationId xmlns:a16="http://schemas.microsoft.com/office/drawing/2014/main" id="{216FD51B-D0E7-1E49-83AD-964EE519FEAD}"/>
                </a:ext>
              </a:extLst>
            </p:cNvPr>
            <p:cNvSpPr/>
            <p:nvPr/>
          </p:nvSpPr>
          <p:spPr>
            <a:xfrm rot="18535560">
              <a:off x="6311148" y="648355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9" name="Oval 1738">
              <a:extLst>
                <a:ext uri="{FF2B5EF4-FFF2-40B4-BE49-F238E27FC236}">
                  <a16:creationId xmlns:a16="http://schemas.microsoft.com/office/drawing/2014/main" id="{2849636B-CD44-2A46-A44C-045AF33B8877}"/>
                </a:ext>
              </a:extLst>
            </p:cNvPr>
            <p:cNvSpPr/>
            <p:nvPr/>
          </p:nvSpPr>
          <p:spPr>
            <a:xfrm rot="18535560">
              <a:off x="6253824" y="65974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0" name="Oval 1739">
              <a:extLst>
                <a:ext uri="{FF2B5EF4-FFF2-40B4-BE49-F238E27FC236}">
                  <a16:creationId xmlns:a16="http://schemas.microsoft.com/office/drawing/2014/main" id="{EBF95614-1228-5B43-A06C-407C1B9BF0B5}"/>
                </a:ext>
              </a:extLst>
            </p:cNvPr>
            <p:cNvSpPr/>
            <p:nvPr/>
          </p:nvSpPr>
          <p:spPr>
            <a:xfrm rot="18535560">
              <a:off x="6277060" y="656863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1" name="Oval 1740">
              <a:extLst>
                <a:ext uri="{FF2B5EF4-FFF2-40B4-BE49-F238E27FC236}">
                  <a16:creationId xmlns:a16="http://schemas.microsoft.com/office/drawing/2014/main" id="{8679ACCF-E38E-FC4F-A924-7D3CACBFE9F5}"/>
                </a:ext>
              </a:extLst>
            </p:cNvPr>
            <p:cNvSpPr/>
            <p:nvPr/>
          </p:nvSpPr>
          <p:spPr>
            <a:xfrm rot="18535560">
              <a:off x="6294763" y="654671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2" name="Oval 1741">
              <a:extLst>
                <a:ext uri="{FF2B5EF4-FFF2-40B4-BE49-F238E27FC236}">
                  <a16:creationId xmlns:a16="http://schemas.microsoft.com/office/drawing/2014/main" id="{833683A4-38F8-EC4A-9ED0-9221F38F28CB}"/>
                </a:ext>
              </a:extLst>
            </p:cNvPr>
            <p:cNvSpPr/>
            <p:nvPr/>
          </p:nvSpPr>
          <p:spPr>
            <a:xfrm rot="18535560">
              <a:off x="6317999" y="65179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3" name="Oval 1742">
              <a:extLst>
                <a:ext uri="{FF2B5EF4-FFF2-40B4-BE49-F238E27FC236}">
                  <a16:creationId xmlns:a16="http://schemas.microsoft.com/office/drawing/2014/main" id="{51B45B38-B1A3-6644-87CF-87294BAFD33B}"/>
                </a:ext>
              </a:extLst>
            </p:cNvPr>
            <p:cNvSpPr/>
            <p:nvPr/>
          </p:nvSpPr>
          <p:spPr>
            <a:xfrm rot="18535560">
              <a:off x="6337558" y="6491866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4" name="Oval 1743">
              <a:extLst>
                <a:ext uri="{FF2B5EF4-FFF2-40B4-BE49-F238E27FC236}">
                  <a16:creationId xmlns:a16="http://schemas.microsoft.com/office/drawing/2014/main" id="{38B47E11-E6C8-1040-8709-A9BF57C4DFE7}"/>
                </a:ext>
              </a:extLst>
            </p:cNvPr>
            <p:cNvSpPr/>
            <p:nvPr/>
          </p:nvSpPr>
          <p:spPr>
            <a:xfrm rot="18535560">
              <a:off x="6273902" y="660796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5" name="Oval 1744">
              <a:extLst>
                <a:ext uri="{FF2B5EF4-FFF2-40B4-BE49-F238E27FC236}">
                  <a16:creationId xmlns:a16="http://schemas.microsoft.com/office/drawing/2014/main" id="{E30B0946-1347-C441-A360-07252DC5FC35}"/>
                </a:ext>
              </a:extLst>
            </p:cNvPr>
            <p:cNvSpPr/>
            <p:nvPr/>
          </p:nvSpPr>
          <p:spPr>
            <a:xfrm rot="18535560">
              <a:off x="6292046" y="658923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6" name="Oval 1745">
              <a:extLst>
                <a:ext uri="{FF2B5EF4-FFF2-40B4-BE49-F238E27FC236}">
                  <a16:creationId xmlns:a16="http://schemas.microsoft.com/office/drawing/2014/main" id="{05AF46AC-1EA7-8E47-85BA-1CE8A0026A69}"/>
                </a:ext>
              </a:extLst>
            </p:cNvPr>
            <p:cNvSpPr/>
            <p:nvPr/>
          </p:nvSpPr>
          <p:spPr>
            <a:xfrm rot="18535560">
              <a:off x="6310221" y="65648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7" name="Oval 1746">
              <a:extLst>
                <a:ext uri="{FF2B5EF4-FFF2-40B4-BE49-F238E27FC236}">
                  <a16:creationId xmlns:a16="http://schemas.microsoft.com/office/drawing/2014/main" id="{FDA5EEDB-016D-A440-A0C9-FDDDC05E18F7}"/>
                </a:ext>
              </a:extLst>
            </p:cNvPr>
            <p:cNvSpPr/>
            <p:nvPr/>
          </p:nvSpPr>
          <p:spPr>
            <a:xfrm rot="18535560">
              <a:off x="6334840" y="653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8" name="Oval 1747">
              <a:extLst>
                <a:ext uri="{FF2B5EF4-FFF2-40B4-BE49-F238E27FC236}">
                  <a16:creationId xmlns:a16="http://schemas.microsoft.com/office/drawing/2014/main" id="{E04EE41B-8909-284A-8A37-4FA4D53B7F0E}"/>
                </a:ext>
              </a:extLst>
            </p:cNvPr>
            <p:cNvSpPr/>
            <p:nvPr/>
          </p:nvSpPr>
          <p:spPr>
            <a:xfrm rot="18535560">
              <a:off x="6357637" y="6502425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9" name="Oval 1748">
              <a:extLst>
                <a:ext uri="{FF2B5EF4-FFF2-40B4-BE49-F238E27FC236}">
                  <a16:creationId xmlns:a16="http://schemas.microsoft.com/office/drawing/2014/main" id="{46CAA4D0-0BBD-1A45-BE63-2505C3A371C7}"/>
                </a:ext>
              </a:extLst>
            </p:cNvPr>
            <p:cNvSpPr/>
            <p:nvPr/>
          </p:nvSpPr>
          <p:spPr>
            <a:xfrm rot="4135560">
              <a:off x="6294251" y="662250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0" name="Oval 1749">
              <a:extLst>
                <a:ext uri="{FF2B5EF4-FFF2-40B4-BE49-F238E27FC236}">
                  <a16:creationId xmlns:a16="http://schemas.microsoft.com/office/drawing/2014/main" id="{29C2D1C4-BE01-2647-BF49-F54448A950C2}"/>
                </a:ext>
              </a:extLst>
            </p:cNvPr>
            <p:cNvSpPr/>
            <p:nvPr/>
          </p:nvSpPr>
          <p:spPr>
            <a:xfrm rot="4135560">
              <a:off x="6317487" y="659373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1" name="Oval 1750">
              <a:extLst>
                <a:ext uri="{FF2B5EF4-FFF2-40B4-BE49-F238E27FC236}">
                  <a16:creationId xmlns:a16="http://schemas.microsoft.com/office/drawing/2014/main" id="{16CA9439-6DD6-9B46-A19D-C14C049EC326}"/>
                </a:ext>
              </a:extLst>
            </p:cNvPr>
            <p:cNvSpPr/>
            <p:nvPr/>
          </p:nvSpPr>
          <p:spPr>
            <a:xfrm rot="4135560">
              <a:off x="6335190" y="657181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2" name="Oval 1751">
              <a:extLst>
                <a:ext uri="{FF2B5EF4-FFF2-40B4-BE49-F238E27FC236}">
                  <a16:creationId xmlns:a16="http://schemas.microsoft.com/office/drawing/2014/main" id="{62E408D5-0BD6-4844-89D9-3234835578FE}"/>
                </a:ext>
              </a:extLst>
            </p:cNvPr>
            <p:cNvSpPr/>
            <p:nvPr/>
          </p:nvSpPr>
          <p:spPr>
            <a:xfrm rot="4135560">
              <a:off x="6314330" y="663306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3" name="Oval 1752">
              <a:extLst>
                <a:ext uri="{FF2B5EF4-FFF2-40B4-BE49-F238E27FC236}">
                  <a16:creationId xmlns:a16="http://schemas.microsoft.com/office/drawing/2014/main" id="{F0555864-65A7-BE46-A423-857F1BD94016}"/>
                </a:ext>
              </a:extLst>
            </p:cNvPr>
            <p:cNvSpPr/>
            <p:nvPr/>
          </p:nvSpPr>
          <p:spPr>
            <a:xfrm rot="4135560">
              <a:off x="6332473" y="661433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4" name="Oval 1753">
              <a:extLst>
                <a:ext uri="{FF2B5EF4-FFF2-40B4-BE49-F238E27FC236}">
                  <a16:creationId xmlns:a16="http://schemas.microsoft.com/office/drawing/2014/main" id="{0DE8C0B2-D71A-CE44-8B0A-BF5CE83C45C5}"/>
                </a:ext>
              </a:extLst>
            </p:cNvPr>
            <p:cNvSpPr/>
            <p:nvPr/>
          </p:nvSpPr>
          <p:spPr>
            <a:xfrm rot="4135560">
              <a:off x="6350648" y="658996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5" name="Oval 1754">
              <a:extLst>
                <a:ext uri="{FF2B5EF4-FFF2-40B4-BE49-F238E27FC236}">
                  <a16:creationId xmlns:a16="http://schemas.microsoft.com/office/drawing/2014/main" id="{AF4B5849-1B3A-7B47-90E9-FE698A960554}"/>
                </a:ext>
              </a:extLst>
            </p:cNvPr>
            <p:cNvSpPr/>
            <p:nvPr/>
          </p:nvSpPr>
          <p:spPr>
            <a:xfrm rot="11852637">
              <a:off x="6333490" y="664684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6" name="Oval 1755">
              <a:extLst>
                <a:ext uri="{FF2B5EF4-FFF2-40B4-BE49-F238E27FC236}">
                  <a16:creationId xmlns:a16="http://schemas.microsoft.com/office/drawing/2014/main" id="{CA9C52C5-CE89-3841-99A3-6A0E19F92792}"/>
                </a:ext>
              </a:extLst>
            </p:cNvPr>
            <p:cNvSpPr/>
            <p:nvPr/>
          </p:nvSpPr>
          <p:spPr>
            <a:xfrm rot="11852637">
              <a:off x="6356726" y="661807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7" name="Oval 1756">
              <a:extLst>
                <a:ext uri="{FF2B5EF4-FFF2-40B4-BE49-F238E27FC236}">
                  <a16:creationId xmlns:a16="http://schemas.microsoft.com/office/drawing/2014/main" id="{865AB9B8-7536-3349-9E71-3FFE86E83A02}"/>
                </a:ext>
              </a:extLst>
            </p:cNvPr>
            <p:cNvSpPr/>
            <p:nvPr/>
          </p:nvSpPr>
          <p:spPr>
            <a:xfrm rot="11852637">
              <a:off x="6374430" y="65961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8" name="Oval 1757">
              <a:extLst>
                <a:ext uri="{FF2B5EF4-FFF2-40B4-BE49-F238E27FC236}">
                  <a16:creationId xmlns:a16="http://schemas.microsoft.com/office/drawing/2014/main" id="{F036D933-4928-F141-B051-D69186F85C57}"/>
                </a:ext>
              </a:extLst>
            </p:cNvPr>
            <p:cNvSpPr/>
            <p:nvPr/>
          </p:nvSpPr>
          <p:spPr>
            <a:xfrm rot="11852637">
              <a:off x="6353569" y="665739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9" name="Oval 1758">
              <a:extLst>
                <a:ext uri="{FF2B5EF4-FFF2-40B4-BE49-F238E27FC236}">
                  <a16:creationId xmlns:a16="http://schemas.microsoft.com/office/drawing/2014/main" id="{9C87518C-5E73-8D46-8EF9-5272561160C4}"/>
                </a:ext>
              </a:extLst>
            </p:cNvPr>
            <p:cNvSpPr/>
            <p:nvPr/>
          </p:nvSpPr>
          <p:spPr>
            <a:xfrm rot="11852637">
              <a:off x="6371713" y="6638662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0" name="Oval 1759">
              <a:extLst>
                <a:ext uri="{FF2B5EF4-FFF2-40B4-BE49-F238E27FC236}">
                  <a16:creationId xmlns:a16="http://schemas.microsoft.com/office/drawing/2014/main" id="{056C3636-F424-6D4F-8112-4910263F4A2E}"/>
                </a:ext>
              </a:extLst>
            </p:cNvPr>
            <p:cNvSpPr/>
            <p:nvPr/>
          </p:nvSpPr>
          <p:spPr>
            <a:xfrm rot="11852637">
              <a:off x="6389887" y="6614295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1" name="Oval 1760">
              <a:extLst>
                <a:ext uri="{FF2B5EF4-FFF2-40B4-BE49-F238E27FC236}">
                  <a16:creationId xmlns:a16="http://schemas.microsoft.com/office/drawing/2014/main" id="{B3611ADC-7677-7543-9FC2-9202A1F721C8}"/>
                </a:ext>
              </a:extLst>
            </p:cNvPr>
            <p:cNvSpPr/>
            <p:nvPr/>
          </p:nvSpPr>
          <p:spPr>
            <a:xfrm rot="11852637">
              <a:off x="6379980" y="666571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2" name="Oval 1761">
              <a:extLst>
                <a:ext uri="{FF2B5EF4-FFF2-40B4-BE49-F238E27FC236}">
                  <a16:creationId xmlns:a16="http://schemas.microsoft.com/office/drawing/2014/main" id="{AD517976-EDE9-8C44-ADB4-853CDF4D6655}"/>
                </a:ext>
              </a:extLst>
            </p:cNvPr>
            <p:cNvSpPr/>
            <p:nvPr/>
          </p:nvSpPr>
          <p:spPr>
            <a:xfrm rot="11852637">
              <a:off x="6403216" y="663694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3" name="Oval 1762">
              <a:extLst>
                <a:ext uri="{FF2B5EF4-FFF2-40B4-BE49-F238E27FC236}">
                  <a16:creationId xmlns:a16="http://schemas.microsoft.com/office/drawing/2014/main" id="{2BBA3D8D-9E5E-A547-8F91-59E73A0D3681}"/>
                </a:ext>
              </a:extLst>
            </p:cNvPr>
            <p:cNvSpPr/>
            <p:nvPr/>
          </p:nvSpPr>
          <p:spPr>
            <a:xfrm rot="11852637">
              <a:off x="6400059" y="667626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4" name="Oval 1763">
              <a:extLst>
                <a:ext uri="{FF2B5EF4-FFF2-40B4-BE49-F238E27FC236}">
                  <a16:creationId xmlns:a16="http://schemas.microsoft.com/office/drawing/2014/main" id="{CD8EF22D-91EB-C94F-A913-0CFA9755B6C1}"/>
                </a:ext>
              </a:extLst>
            </p:cNvPr>
            <p:cNvSpPr/>
            <p:nvPr/>
          </p:nvSpPr>
          <p:spPr>
            <a:xfrm rot="11852637">
              <a:off x="6418202" y="665753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5" name="Freeform 1764">
              <a:extLst>
                <a:ext uri="{FF2B5EF4-FFF2-40B4-BE49-F238E27FC236}">
                  <a16:creationId xmlns:a16="http://schemas.microsoft.com/office/drawing/2014/main" id="{E3CAC998-19B2-7B43-8B4A-1FB87F21AB0D}"/>
                </a:ext>
              </a:extLst>
            </p:cNvPr>
            <p:cNvSpPr/>
            <p:nvPr/>
          </p:nvSpPr>
          <p:spPr>
            <a:xfrm rot="18535560">
              <a:off x="6045401" y="6304373"/>
              <a:ext cx="235075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Freeform 1765">
              <a:extLst>
                <a:ext uri="{FF2B5EF4-FFF2-40B4-BE49-F238E27FC236}">
                  <a16:creationId xmlns:a16="http://schemas.microsoft.com/office/drawing/2014/main" id="{7185C6A8-7D4A-5144-B143-CA3AF5467846}"/>
                </a:ext>
              </a:extLst>
            </p:cNvPr>
            <p:cNvSpPr/>
            <p:nvPr/>
          </p:nvSpPr>
          <p:spPr>
            <a:xfrm rot="18535560" flipH="1">
              <a:off x="6160015" y="6157256"/>
              <a:ext cx="227078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61047297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897303" y="236494"/>
            <a:ext cx="7310014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Prognostic Phenology: Defined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68986" y="991581"/>
            <a:ext cx="8845410" cy="1668021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indent="-283464">
              <a:lnSpc>
                <a:spcPts val="3080"/>
              </a:lnSpc>
              <a:buClr>
                <a:srgbClr val="A01300"/>
              </a:buClr>
              <a:buFont typeface="Wingdings" charset="2"/>
              <a:buChar char="Ø"/>
            </a:pPr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Defined stages </a:t>
            </a:r>
          </a:p>
          <a:p>
            <a:pPr>
              <a:lnSpc>
                <a:spcPts val="3080"/>
              </a:lnSpc>
              <a:buClr>
                <a:srgbClr val="A01300"/>
              </a:buClr>
            </a:pPr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      - Growing Degree Days (GDD) or Days After Planting Date (DAPD) </a:t>
            </a:r>
          </a:p>
          <a:p>
            <a:pPr indent="-283464">
              <a:lnSpc>
                <a:spcPts val="3080"/>
              </a:lnSpc>
              <a:buClr>
                <a:srgbClr val="A01300"/>
              </a:buClr>
              <a:buFont typeface="Wingdings" charset="2"/>
              <a:buChar char="Ø"/>
            </a:pPr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Originally developed by </a:t>
            </a:r>
            <a:r>
              <a:rPr lang="en-US" sz="2400" dirty="0" err="1">
                <a:solidFill>
                  <a:srgbClr val="4B3118"/>
                </a:solidFill>
                <a:latin typeface="Helvetica"/>
                <a:cs typeface="Helvetica"/>
              </a:rPr>
              <a:t>Lokupitiya</a:t>
            </a:r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 et al. (2009)</a:t>
            </a:r>
          </a:p>
          <a:p>
            <a:pPr indent="-283464">
              <a:lnSpc>
                <a:spcPts val="3080"/>
              </a:lnSpc>
              <a:buClr>
                <a:srgbClr val="A01300"/>
              </a:buClr>
              <a:buFont typeface="Wingdings" charset="2"/>
              <a:buChar char="Ø"/>
            </a:pPr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Phenology stage determines: allocation, </a:t>
            </a:r>
            <a:r>
              <a:rPr lang="en-US" sz="2400" i="1" dirty="0" err="1">
                <a:solidFill>
                  <a:srgbClr val="4B3118"/>
                </a:solidFill>
                <a:latin typeface="Helvetica"/>
                <a:cs typeface="Helvetica"/>
              </a:rPr>
              <a:t>V</a:t>
            </a:r>
            <a:r>
              <a:rPr lang="en-US" sz="2400" i="1" baseline="-25000" dirty="0" err="1">
                <a:solidFill>
                  <a:srgbClr val="4B3118"/>
                </a:solidFill>
                <a:latin typeface="Helvetica"/>
                <a:cs typeface="Helvetica"/>
              </a:rPr>
              <a:t>Max</a:t>
            </a:r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, litterfall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68986" y="2830482"/>
            <a:ext cx="8845411" cy="3884012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  <a:buClr>
                <a:srgbClr val="A01300"/>
              </a:buClr>
            </a:pPr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Seasonal Progression</a:t>
            </a:r>
          </a:p>
          <a:p>
            <a:pPr marL="285750" indent="-285750">
              <a:lnSpc>
                <a:spcPct val="150000"/>
              </a:lnSpc>
              <a:buClr>
                <a:srgbClr val="A01300"/>
              </a:buClr>
              <a:buFont typeface="Wingdings" charset="2"/>
              <a:buChar char="Ø"/>
            </a:pPr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Initial growth from seed</a:t>
            </a:r>
          </a:p>
          <a:p>
            <a:pPr marL="285750" indent="-285750">
              <a:lnSpc>
                <a:spcPct val="150000"/>
              </a:lnSpc>
              <a:buClr>
                <a:srgbClr val="A01300"/>
              </a:buClr>
              <a:buFont typeface="Wingdings" charset="2"/>
              <a:buChar char="Ø"/>
            </a:pPr>
            <a:endParaRPr lang="en-US" sz="2400" dirty="0">
              <a:solidFill>
                <a:srgbClr val="4B3118"/>
              </a:solidFill>
              <a:latin typeface="Helvetica"/>
              <a:cs typeface="Helvetica"/>
            </a:endParaRPr>
          </a:p>
          <a:p>
            <a:pPr marL="285750" indent="-285750">
              <a:lnSpc>
                <a:spcPct val="150000"/>
              </a:lnSpc>
              <a:buClr>
                <a:srgbClr val="A01300"/>
              </a:buClr>
              <a:buFont typeface="Wingdings" charset="2"/>
              <a:buChar char="Ø"/>
            </a:pPr>
            <a:endParaRPr lang="en-US" sz="2400" dirty="0">
              <a:solidFill>
                <a:srgbClr val="4B3118"/>
              </a:solidFill>
              <a:latin typeface="Helvetica"/>
              <a:cs typeface="Helvetica"/>
            </a:endParaRPr>
          </a:p>
          <a:p>
            <a:pPr marL="285750" indent="-285750">
              <a:lnSpc>
                <a:spcPts val="3080"/>
              </a:lnSpc>
              <a:buClr>
                <a:srgbClr val="A01300"/>
              </a:buClr>
              <a:buFont typeface="Wingdings" charset="2"/>
              <a:buChar char="Ø"/>
            </a:pPr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For growth cycle progression, specific stages are based on defined thresholds (</a:t>
            </a:r>
            <a:r>
              <a:rPr lang="en-US" sz="2400" i="1" dirty="0" err="1">
                <a:solidFill>
                  <a:srgbClr val="4B3118"/>
                </a:solidFill>
                <a:latin typeface="Helvetica"/>
                <a:cs typeface="Helvetica"/>
              </a:rPr>
              <a:t>PF</a:t>
            </a:r>
            <a:r>
              <a:rPr lang="en-US" sz="2400" i="1" baseline="-25000" dirty="0" err="1">
                <a:solidFill>
                  <a:srgbClr val="4B3118"/>
                </a:solidFill>
                <a:latin typeface="Helvetica"/>
                <a:cs typeface="Helvetica"/>
              </a:rPr>
              <a:t>Thresh</a:t>
            </a:r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)</a:t>
            </a:r>
          </a:p>
          <a:p>
            <a:pPr marL="285750" indent="-285750">
              <a:lnSpc>
                <a:spcPts val="3080"/>
              </a:lnSpc>
              <a:buClr>
                <a:srgbClr val="A01300"/>
              </a:buClr>
              <a:buFont typeface="Wingdings" charset="2"/>
              <a:buChar char="Ø"/>
            </a:pPr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At growing season end, crops are harvested and all live biomass is removed (</a:t>
            </a:r>
            <a:r>
              <a:rPr lang="en-US" sz="2400" i="1" dirty="0" err="1">
                <a:solidFill>
                  <a:srgbClr val="4B3118"/>
                </a:solidFill>
                <a:latin typeface="Helvetica"/>
                <a:cs typeface="Helvetica"/>
              </a:rPr>
              <a:t>Loss</a:t>
            </a:r>
            <a:r>
              <a:rPr lang="en-US" sz="2400" i="1" baseline="-25000" dirty="0" err="1">
                <a:solidFill>
                  <a:srgbClr val="4B3118"/>
                </a:solidFill>
                <a:latin typeface="Helvetica"/>
                <a:cs typeface="Helvetica"/>
              </a:rPr>
              <a:t>Hrv,lp</a:t>
            </a:r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37429B1E-4037-9A4A-B63D-58BC72748E1E}"/>
                  </a:ext>
                </a:extLst>
              </p:cNvPr>
              <p:cNvSpPr/>
              <p:nvPr/>
            </p:nvSpPr>
            <p:spPr>
              <a:xfrm>
                <a:off x="521490" y="4129076"/>
                <a:ext cx="3986219" cy="39190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𝐺𝑎𝑖𝑛</m:t>
                          </m:r>
                        </m:e>
                        <m:sub>
                          <m:r>
                            <a:rPr lang="en-US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𝑆𝑒𝑒𝑑</m:t>
                          </m:r>
                          <m:r>
                            <a:rPr lang="en-US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𝑙𝑝</m:t>
                          </m:r>
                        </m:sub>
                      </m:sSub>
                      <m:r>
                        <a:rPr lang="en-US" i="1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𝑆𝑒𝑒𝑑</m:t>
                          </m:r>
                        </m:e>
                        <m:sub>
                          <m:r>
                            <a:rPr lang="en-US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𝑅</m:t>
                          </m:r>
                        </m:sub>
                      </m:sSub>
                      <m:r>
                        <a:rPr lang="en-US" i="1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</m:t>
                      </m:r>
                      <m:sSub>
                        <m:sSubPr>
                          <m:ctrlPr>
                            <a:rPr lang="en-US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𝐴𝑙𝑙𝑜𝑐𝑃</m:t>
                          </m:r>
                        </m:e>
                        <m:sub>
                          <m:r>
                            <a:rPr lang="en-US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𝑙𝑝</m:t>
                          </m:r>
                          <m:r>
                            <a:rPr lang="en-US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𝑖𝑠𝑡𝑎𝑔𝑒</m:t>
                          </m:r>
                          <m:r>
                            <a:rPr lang="en-US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=1</m:t>
                          </m:r>
                        </m:sub>
                      </m:sSub>
                    </m:oMath>
                  </m:oMathPara>
                </a14:m>
                <a:endParaRPr lang="en-US" dirty="0">
                  <a:solidFill>
                    <a:srgbClr val="4B3118"/>
                  </a:solidFill>
                  <a:ea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37429B1E-4037-9A4A-B63D-58BC72748E1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1490" y="4129076"/>
                <a:ext cx="3986219" cy="391902"/>
              </a:xfrm>
              <a:prstGeom prst="rect">
                <a:avLst/>
              </a:prstGeom>
              <a:blipFill>
                <a:blip r:embed="rId2"/>
                <a:stretch>
                  <a:fillRect b="-625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B5DA098-98F9-7F4C-A676-913C0C4E183A}"/>
                  </a:ext>
                </a:extLst>
              </p:cNvPr>
              <p:cNvSpPr txBox="1"/>
              <p:nvPr/>
            </p:nvSpPr>
            <p:spPr>
              <a:xfrm>
                <a:off x="520000" y="4520978"/>
                <a:ext cx="319202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𝑆𝑒𝑒𝑑</m:t>
                          </m:r>
                        </m:e>
                        <m:sub>
                          <m:r>
                            <a:rPr lang="en-US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𝑃𝑜𝑜𝑙</m:t>
                          </m:r>
                        </m:sub>
                      </m:sSub>
                      <m:r>
                        <a:rPr lang="en-US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𝑆𝑒𝑒𝑑</m:t>
                          </m:r>
                        </m:e>
                        <m:sub>
                          <m:r>
                            <a:rPr lang="en-US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𝑃𝑜𝑜𝑙</m:t>
                          </m:r>
                        </m:sub>
                      </m:sSub>
                      <m:r>
                        <a:rPr lang="en-US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𝑆𝑒𝑒𝑑</m:t>
                          </m:r>
                        </m:e>
                        <m:sub>
                          <m:r>
                            <a:rPr lang="en-US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𝑅</m:t>
                          </m:r>
                        </m:sub>
                      </m:sSub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B5DA098-98F9-7F4C-A676-913C0C4E18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0000" y="4520978"/>
                <a:ext cx="3192028" cy="36933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TextBox 5">
            <a:extLst>
              <a:ext uri="{FF2B5EF4-FFF2-40B4-BE49-F238E27FC236}">
                <a16:creationId xmlns:a16="http://schemas.microsoft.com/office/drawing/2014/main" id="{D74C21D3-A644-FB43-8095-9C6BD10077BD}"/>
              </a:ext>
            </a:extLst>
          </p:cNvPr>
          <p:cNvSpPr txBox="1"/>
          <p:nvPr/>
        </p:nvSpPr>
        <p:spPr>
          <a:xfrm>
            <a:off x="4721294" y="3992721"/>
            <a:ext cx="405051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 err="1">
                <a:solidFill>
                  <a:srgbClr val="4B3118"/>
                </a:solidFill>
              </a:rPr>
              <a:t>Gain</a:t>
            </a:r>
            <a:r>
              <a:rPr lang="en-US" sz="1400" baseline="-25000" dirty="0" err="1">
                <a:solidFill>
                  <a:srgbClr val="4B3118"/>
                </a:solidFill>
              </a:rPr>
              <a:t>Seed,lp</a:t>
            </a:r>
            <a:r>
              <a:rPr lang="en-US" sz="1400" dirty="0">
                <a:solidFill>
                  <a:srgbClr val="4B3118"/>
                </a:solidFill>
              </a:rPr>
              <a:t> = carbon gained in live pool (</a:t>
            </a:r>
            <a:r>
              <a:rPr lang="en-US" sz="1400" i="1" dirty="0" err="1">
                <a:solidFill>
                  <a:srgbClr val="4B3118"/>
                </a:solidFill>
              </a:rPr>
              <a:t>lp</a:t>
            </a:r>
            <a:r>
              <a:rPr lang="en-US" sz="1400" i="1" dirty="0">
                <a:solidFill>
                  <a:srgbClr val="4B3118"/>
                </a:solidFill>
              </a:rPr>
              <a:t>)</a:t>
            </a:r>
            <a:r>
              <a:rPr lang="en-US" sz="1400" dirty="0">
                <a:solidFill>
                  <a:srgbClr val="4B3118"/>
                </a:solidFill>
              </a:rPr>
              <a:t> from seed</a:t>
            </a:r>
          </a:p>
          <a:p>
            <a:r>
              <a:rPr lang="en-US" sz="1400" i="1" dirty="0" err="1">
                <a:solidFill>
                  <a:srgbClr val="4B3118"/>
                </a:solidFill>
              </a:rPr>
              <a:t>Seed</a:t>
            </a:r>
            <a:r>
              <a:rPr lang="en-US" sz="1400" i="1" baseline="-25000" dirty="0" err="1">
                <a:solidFill>
                  <a:srgbClr val="4B3118"/>
                </a:solidFill>
              </a:rPr>
              <a:t>R</a:t>
            </a:r>
            <a:r>
              <a:rPr lang="en-US" sz="1400" dirty="0">
                <a:solidFill>
                  <a:srgbClr val="4B3118"/>
                </a:solidFill>
              </a:rPr>
              <a:t> and </a:t>
            </a:r>
            <a:r>
              <a:rPr lang="en-US" sz="1400" i="1" dirty="0" err="1">
                <a:solidFill>
                  <a:srgbClr val="4B3118"/>
                </a:solidFill>
              </a:rPr>
              <a:t>AllocP</a:t>
            </a:r>
            <a:r>
              <a:rPr lang="en-US" sz="1400" dirty="0">
                <a:solidFill>
                  <a:srgbClr val="4B3118"/>
                </a:solidFill>
              </a:rPr>
              <a:t> = parameters</a:t>
            </a:r>
          </a:p>
          <a:p>
            <a:r>
              <a:rPr lang="en-US" sz="1400" i="1" dirty="0" err="1">
                <a:solidFill>
                  <a:srgbClr val="4B3118"/>
                </a:solidFill>
              </a:rPr>
              <a:t>Seed</a:t>
            </a:r>
            <a:r>
              <a:rPr lang="en-US" sz="1400" i="1" baseline="-25000" dirty="0" err="1">
                <a:solidFill>
                  <a:srgbClr val="4B3118"/>
                </a:solidFill>
              </a:rPr>
              <a:t>Pool</a:t>
            </a:r>
            <a:r>
              <a:rPr lang="en-US" sz="1400" dirty="0">
                <a:solidFill>
                  <a:srgbClr val="4B3118"/>
                </a:solidFill>
              </a:rPr>
              <a:t> = amount of carbon in seed, </a:t>
            </a:r>
          </a:p>
          <a:p>
            <a:r>
              <a:rPr lang="en-US" sz="1400" dirty="0">
                <a:solidFill>
                  <a:srgbClr val="4B3118"/>
                </a:solidFill>
              </a:rPr>
              <a:t>   -- depleted as it is transferred to start growth</a:t>
            </a:r>
          </a:p>
        </p:txBody>
      </p:sp>
    </p:spTree>
    <p:extLst>
      <p:ext uri="{BB962C8B-B14F-4D97-AF65-F5344CB8AC3E}">
        <p14:creationId xmlns:p14="http://schemas.microsoft.com/office/powerpoint/2010/main" val="238100982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245069" y="221853"/>
            <a:ext cx="8675773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Defined Phenology: Growing Season Start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98403" y="2809569"/>
            <a:ext cx="8675773" cy="1956561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>
              <a:lnSpc>
                <a:spcPts val="3680"/>
              </a:lnSpc>
              <a:buClr>
                <a:srgbClr val="A01300"/>
              </a:buClr>
            </a:pPr>
            <a:r>
              <a:rPr lang="en-US" sz="2400" u="sng" dirty="0">
                <a:solidFill>
                  <a:srgbClr val="9E160D"/>
                </a:solidFill>
                <a:latin typeface="Helvetica"/>
                <a:cs typeface="Helvetica"/>
              </a:rPr>
              <a:t>Precipitation Window</a:t>
            </a:r>
          </a:p>
          <a:p>
            <a:pPr marL="285750" indent="-285750" algn="ctr">
              <a:lnSpc>
                <a:spcPts val="3680"/>
              </a:lnSpc>
              <a:buClr>
                <a:srgbClr val="A01300"/>
              </a:buClr>
              <a:buFontTx/>
              <a:buChar char="-"/>
            </a:pPr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Use climatological day of year of maximum precipitation</a:t>
            </a:r>
          </a:p>
          <a:p>
            <a:pPr marL="285750" indent="-285750" algn="ctr">
              <a:lnSpc>
                <a:spcPts val="3680"/>
              </a:lnSpc>
              <a:buClr>
                <a:srgbClr val="A01300"/>
              </a:buClr>
              <a:buFontTx/>
              <a:buChar char="-"/>
            </a:pPr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Create planting window surrounding maximum day of year</a:t>
            </a:r>
          </a:p>
          <a:p>
            <a:pPr marL="285750" indent="-285750" algn="ctr">
              <a:lnSpc>
                <a:spcPts val="3680"/>
              </a:lnSpc>
              <a:buClr>
                <a:srgbClr val="A01300"/>
              </a:buClr>
              <a:buFontTx/>
              <a:buChar char="-"/>
            </a:pPr>
            <a:r>
              <a:rPr lang="en-US" sz="2400" dirty="0" err="1">
                <a:solidFill>
                  <a:srgbClr val="4B3118"/>
                </a:solidFill>
                <a:latin typeface="Helvetica"/>
                <a:cs typeface="Helvetica"/>
              </a:rPr>
              <a:t>Flag</a:t>
            </a:r>
            <a:r>
              <a:rPr lang="en-US" sz="2400" baseline="-25000" dirty="0" err="1">
                <a:solidFill>
                  <a:srgbClr val="4B3118"/>
                </a:solidFill>
                <a:latin typeface="Helvetica"/>
                <a:cs typeface="Helvetica"/>
              </a:rPr>
              <a:t>Pr</a:t>
            </a:r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 is set to true for days in the window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E483413-8936-5643-B68E-C46E8A3DFE87}"/>
              </a:ext>
            </a:extLst>
          </p:cNvPr>
          <p:cNvSpPr txBox="1"/>
          <p:nvPr/>
        </p:nvSpPr>
        <p:spPr>
          <a:xfrm>
            <a:off x="1283449" y="1383985"/>
            <a:ext cx="6705683" cy="830997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2400" dirty="0">
                <a:solidFill>
                  <a:srgbClr val="654321"/>
                </a:solidFill>
                <a:latin typeface="Helvetica"/>
                <a:cs typeface="Helvetica"/>
              </a:rPr>
              <a:t>SiB4 uses two flags to reset seasonal variables:</a:t>
            </a:r>
          </a:p>
          <a:p>
            <a:pPr algn="ctr"/>
            <a:r>
              <a:rPr lang="en-US" sz="2400" i="1" dirty="0" err="1">
                <a:solidFill>
                  <a:srgbClr val="654321"/>
                </a:solidFill>
                <a:latin typeface="Helvetica"/>
                <a:cs typeface="Helvetica"/>
              </a:rPr>
              <a:t>Flag</a:t>
            </a:r>
            <a:r>
              <a:rPr lang="en-US" sz="2400" i="1" baseline="-25000" dirty="0" err="1">
                <a:solidFill>
                  <a:srgbClr val="654321"/>
                </a:solidFill>
                <a:latin typeface="Helvetica"/>
                <a:cs typeface="Helvetica"/>
              </a:rPr>
              <a:t>GSS</a:t>
            </a:r>
            <a:r>
              <a:rPr lang="en-US" sz="2400" i="1" baseline="-25000" dirty="0">
                <a:solidFill>
                  <a:srgbClr val="654321"/>
                </a:solidFill>
                <a:latin typeface="Helvetica"/>
                <a:cs typeface="Helvetica"/>
              </a:rPr>
              <a:t> </a:t>
            </a:r>
            <a:r>
              <a:rPr lang="en-US" sz="2400" i="1" dirty="0">
                <a:solidFill>
                  <a:srgbClr val="654321"/>
                </a:solidFill>
                <a:latin typeface="Helvetica"/>
                <a:cs typeface="Helvetica"/>
              </a:rPr>
              <a:t>and </a:t>
            </a:r>
            <a:r>
              <a:rPr lang="en-US" sz="2400" i="1" dirty="0" err="1">
                <a:solidFill>
                  <a:srgbClr val="654321"/>
                </a:solidFill>
                <a:latin typeface="Helvetica"/>
                <a:cs typeface="Helvetica"/>
              </a:rPr>
              <a:t>Flag</a:t>
            </a:r>
            <a:r>
              <a:rPr lang="en-US" sz="2400" i="1" baseline="-25000" dirty="0" err="1">
                <a:solidFill>
                  <a:srgbClr val="654321"/>
                </a:solidFill>
                <a:latin typeface="Helvetica"/>
                <a:cs typeface="Helvetica"/>
              </a:rPr>
              <a:t>Pr</a:t>
            </a:r>
            <a:endParaRPr lang="en-US" sz="2400" i="1" baseline="-25000" dirty="0">
              <a:solidFill>
                <a:srgbClr val="654321"/>
              </a:solidFill>
              <a:latin typeface="Helvetica"/>
              <a:cs typeface="Helvetica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C17FE91-877D-7E4A-A2E5-627110DDA7E5}"/>
              </a:ext>
            </a:extLst>
          </p:cNvPr>
          <p:cNvSpPr txBox="1"/>
          <p:nvPr/>
        </p:nvSpPr>
        <p:spPr>
          <a:xfrm>
            <a:off x="1933465" y="5474015"/>
            <a:ext cx="5405647" cy="461665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2400" i="1" dirty="0" err="1">
                <a:solidFill>
                  <a:srgbClr val="654321"/>
                </a:solidFill>
              </a:rPr>
              <a:t>Flag</a:t>
            </a:r>
            <a:r>
              <a:rPr lang="en-US" sz="2400" i="1" baseline="-25000" dirty="0" err="1">
                <a:solidFill>
                  <a:srgbClr val="654321"/>
                </a:solidFill>
              </a:rPr>
              <a:t>GSS</a:t>
            </a:r>
            <a:r>
              <a:rPr lang="en-US" sz="2400" i="1" baseline="-25000" dirty="0">
                <a:solidFill>
                  <a:srgbClr val="654321"/>
                </a:solidFill>
              </a:rPr>
              <a:t> </a:t>
            </a:r>
            <a:r>
              <a:rPr lang="en-US" sz="2400" dirty="0">
                <a:solidFill>
                  <a:srgbClr val="654321"/>
                </a:solidFill>
              </a:rPr>
              <a:t>and </a:t>
            </a:r>
            <a:r>
              <a:rPr lang="en-US" sz="2400" i="1" dirty="0" err="1">
                <a:solidFill>
                  <a:srgbClr val="654321"/>
                </a:solidFill>
              </a:rPr>
              <a:t>Flag</a:t>
            </a:r>
            <a:r>
              <a:rPr lang="en-US" sz="2400" i="1" baseline="-25000" dirty="0" err="1">
                <a:solidFill>
                  <a:srgbClr val="654321"/>
                </a:solidFill>
              </a:rPr>
              <a:t>Pr</a:t>
            </a:r>
            <a:r>
              <a:rPr lang="en-US" sz="2400" dirty="0">
                <a:solidFill>
                  <a:srgbClr val="654321"/>
                </a:solidFill>
              </a:rPr>
              <a:t> </a:t>
            </a:r>
            <a:r>
              <a:rPr lang="en-US" sz="2400" dirty="0">
                <a:solidFill>
                  <a:srgbClr val="A01300"/>
                </a:solidFill>
                <a:latin typeface="Wingdings"/>
                <a:ea typeface="Wingdings"/>
                <a:cs typeface="Wingdings"/>
                <a:sym typeface="Wingdings"/>
              </a:rPr>
              <a:t></a:t>
            </a:r>
            <a:r>
              <a:rPr lang="en-US" sz="2400" dirty="0">
                <a:solidFill>
                  <a:srgbClr val="A01300"/>
                </a:solidFill>
                <a:latin typeface="Helvetica"/>
                <a:ea typeface="Wingdings"/>
                <a:cs typeface="Helvetica"/>
                <a:sym typeface="Wingdings"/>
              </a:rPr>
              <a:t> </a:t>
            </a:r>
            <a:r>
              <a:rPr lang="en-US" sz="2400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Set Planting Date</a:t>
            </a:r>
            <a:endParaRPr lang="en-US" sz="2400" dirty="0">
              <a:solidFill>
                <a:srgbClr val="654321"/>
              </a:solidFill>
              <a:latin typeface="Helvetica"/>
              <a:cs typeface="Helvetica"/>
            </a:endParaRPr>
          </a:p>
        </p:txBody>
      </p:sp>
    </p:spTree>
    <p:extLst>
      <p:ext uri="{BB962C8B-B14F-4D97-AF65-F5344CB8AC3E}">
        <p14:creationId xmlns:p14="http://schemas.microsoft.com/office/powerpoint/2010/main" val="116629601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808D31FA-2BF4-0744-8F1F-6E07E0B8C8F0}"/>
              </a:ext>
            </a:extLst>
          </p:cNvPr>
          <p:cNvGrpSpPr/>
          <p:nvPr/>
        </p:nvGrpSpPr>
        <p:grpSpPr>
          <a:xfrm>
            <a:off x="2216336" y="289820"/>
            <a:ext cx="5596696" cy="6360282"/>
            <a:chOff x="1606734" y="289820"/>
            <a:chExt cx="5596696" cy="63602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19D00E02-72EF-2F4D-A0CB-34DFA11F27BD}"/>
                </a:ext>
              </a:extLst>
            </p:cNvPr>
            <p:cNvCxnSpPr>
              <a:cxnSpLocks/>
            </p:cNvCxnSpPr>
            <p:nvPr/>
          </p:nvCxnSpPr>
          <p:spPr>
            <a:xfrm>
              <a:off x="1606734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8D89B04B-28B9-6040-BB9F-792BF509F24E}"/>
                </a:ext>
              </a:extLst>
            </p:cNvPr>
            <p:cNvSpPr>
              <a:spLocks/>
            </p:cNvSpPr>
            <p:nvPr/>
          </p:nvSpPr>
          <p:spPr>
            <a:xfrm>
              <a:off x="1779019" y="5419472"/>
              <a:ext cx="5102083" cy="1230630"/>
            </a:xfrm>
            <a:custGeom>
              <a:avLst/>
              <a:gdLst>
                <a:gd name="connsiteX0" fmla="*/ 1573619 w 3622158"/>
                <a:gd name="connsiteY0" fmla="*/ 0 h 1509823"/>
                <a:gd name="connsiteX1" fmla="*/ 1453116 w 3622158"/>
                <a:gd name="connsiteY1" fmla="*/ 262270 h 1509823"/>
                <a:gd name="connsiteX2" fmla="*/ 1020726 w 3622158"/>
                <a:gd name="connsiteY2" fmla="*/ 311888 h 1509823"/>
                <a:gd name="connsiteX3" fmla="*/ 595423 w 3622158"/>
                <a:gd name="connsiteY3" fmla="*/ 248093 h 1509823"/>
                <a:gd name="connsiteX4" fmla="*/ 326065 w 3622158"/>
                <a:gd name="connsiteY4" fmla="*/ 120502 h 1509823"/>
                <a:gd name="connsiteX5" fmla="*/ 567070 w 3622158"/>
                <a:gd name="connsiteY5" fmla="*/ 297711 h 1509823"/>
                <a:gd name="connsiteX6" fmla="*/ 233916 w 3622158"/>
                <a:gd name="connsiteY6" fmla="*/ 432391 h 1509823"/>
                <a:gd name="connsiteX7" fmla="*/ 609600 w 3622158"/>
                <a:gd name="connsiteY7" fmla="*/ 340242 h 1509823"/>
                <a:gd name="connsiteX8" fmla="*/ 1020726 w 3622158"/>
                <a:gd name="connsiteY8" fmla="*/ 354418 h 1509823"/>
                <a:gd name="connsiteX9" fmla="*/ 786809 w 3622158"/>
                <a:gd name="connsiteY9" fmla="*/ 531628 h 1509823"/>
                <a:gd name="connsiteX10" fmla="*/ 1070344 w 3622158"/>
                <a:gd name="connsiteY10" fmla="*/ 382772 h 1509823"/>
                <a:gd name="connsiteX11" fmla="*/ 1502735 w 3622158"/>
                <a:gd name="connsiteY11" fmla="*/ 318977 h 1509823"/>
                <a:gd name="connsiteX12" fmla="*/ 1672856 w 3622158"/>
                <a:gd name="connsiteY12" fmla="*/ 14177 h 1509823"/>
                <a:gd name="connsiteX13" fmla="*/ 1616149 w 3622158"/>
                <a:gd name="connsiteY13" fmla="*/ 453656 h 1509823"/>
                <a:gd name="connsiteX14" fmla="*/ 1254642 w 3622158"/>
                <a:gd name="connsiteY14" fmla="*/ 708837 h 1509823"/>
                <a:gd name="connsiteX15" fmla="*/ 829340 w 3622158"/>
                <a:gd name="connsiteY15" fmla="*/ 808074 h 1509823"/>
                <a:gd name="connsiteX16" fmla="*/ 496186 w 3622158"/>
                <a:gd name="connsiteY16" fmla="*/ 659218 h 1509823"/>
                <a:gd name="connsiteX17" fmla="*/ 800986 w 3622158"/>
                <a:gd name="connsiteY17" fmla="*/ 871870 h 1509823"/>
                <a:gd name="connsiteX18" fmla="*/ 446568 w 3622158"/>
                <a:gd name="connsiteY18" fmla="*/ 907311 h 1509823"/>
                <a:gd name="connsiteX19" fmla="*/ 836428 w 3622158"/>
                <a:gd name="connsiteY19" fmla="*/ 935665 h 1509823"/>
                <a:gd name="connsiteX20" fmla="*/ 1119963 w 3622158"/>
                <a:gd name="connsiteY20" fmla="*/ 864781 h 1509823"/>
                <a:gd name="connsiteX21" fmla="*/ 730102 w 3622158"/>
                <a:gd name="connsiteY21" fmla="*/ 1148316 h 1509823"/>
                <a:gd name="connsiteX22" fmla="*/ 375684 w 3622158"/>
                <a:gd name="connsiteY22" fmla="*/ 1233377 h 1509823"/>
                <a:gd name="connsiteX23" fmla="*/ 106326 w 3622158"/>
                <a:gd name="connsiteY23" fmla="*/ 1020725 h 1509823"/>
                <a:gd name="connsiteX24" fmla="*/ 382772 w 3622158"/>
                <a:gd name="connsiteY24" fmla="*/ 1297172 h 1509823"/>
                <a:gd name="connsiteX25" fmla="*/ 0 w 3622158"/>
                <a:gd name="connsiteY25" fmla="*/ 1268818 h 1509823"/>
                <a:gd name="connsiteX26" fmla="*/ 389861 w 3622158"/>
                <a:gd name="connsiteY26" fmla="*/ 1353879 h 1509823"/>
                <a:gd name="connsiteX27" fmla="*/ 7088 w 3622158"/>
                <a:gd name="connsiteY27" fmla="*/ 1474381 h 1509823"/>
                <a:gd name="connsiteX28" fmla="*/ 418214 w 3622158"/>
                <a:gd name="connsiteY28" fmla="*/ 1396409 h 1509823"/>
                <a:gd name="connsiteX29" fmla="*/ 779721 w 3622158"/>
                <a:gd name="connsiteY29" fmla="*/ 1261730 h 1509823"/>
                <a:gd name="connsiteX30" fmla="*/ 1020726 w 3622158"/>
                <a:gd name="connsiteY30" fmla="*/ 1041991 h 1509823"/>
                <a:gd name="connsiteX31" fmla="*/ 964019 w 3622158"/>
                <a:gd name="connsiteY31" fmla="*/ 1431851 h 1509823"/>
                <a:gd name="connsiteX32" fmla="*/ 1077433 w 3622158"/>
                <a:gd name="connsiteY32" fmla="*/ 1034902 h 1509823"/>
                <a:gd name="connsiteX33" fmla="*/ 1297172 w 3622158"/>
                <a:gd name="connsiteY33" fmla="*/ 779721 h 1509823"/>
                <a:gd name="connsiteX34" fmla="*/ 1630326 w 3622158"/>
                <a:gd name="connsiteY34" fmla="*/ 545804 h 1509823"/>
                <a:gd name="connsiteX35" fmla="*/ 1566530 w 3622158"/>
                <a:gd name="connsiteY35" fmla="*/ 914400 h 1509823"/>
                <a:gd name="connsiteX36" fmla="*/ 1389321 w 3622158"/>
                <a:gd name="connsiteY36" fmla="*/ 1119963 h 1509823"/>
                <a:gd name="connsiteX37" fmla="*/ 1609061 w 3622158"/>
                <a:gd name="connsiteY37" fmla="*/ 949842 h 1509823"/>
                <a:gd name="connsiteX38" fmla="*/ 1538177 w 3622158"/>
                <a:gd name="connsiteY38" fmla="*/ 1304260 h 1509823"/>
                <a:gd name="connsiteX39" fmla="*/ 1304261 w 3622158"/>
                <a:gd name="connsiteY39" fmla="*/ 1375144 h 1509823"/>
                <a:gd name="connsiteX40" fmla="*/ 1552354 w 3622158"/>
                <a:gd name="connsiteY40" fmla="*/ 1346791 h 1509823"/>
                <a:gd name="connsiteX41" fmla="*/ 1545265 w 3622158"/>
                <a:gd name="connsiteY41" fmla="*/ 1509823 h 1509823"/>
                <a:gd name="connsiteX42" fmla="*/ 1601972 w 3622158"/>
                <a:gd name="connsiteY42" fmla="*/ 1339702 h 1509823"/>
                <a:gd name="connsiteX43" fmla="*/ 1772093 w 3622158"/>
                <a:gd name="connsiteY43" fmla="*/ 1453116 h 1509823"/>
                <a:gd name="connsiteX44" fmla="*/ 1601972 w 3622158"/>
                <a:gd name="connsiteY44" fmla="*/ 1282995 h 1509823"/>
                <a:gd name="connsiteX45" fmla="*/ 1679944 w 3622158"/>
                <a:gd name="connsiteY45" fmla="*/ 935665 h 1509823"/>
                <a:gd name="connsiteX46" fmla="*/ 1793358 w 3622158"/>
                <a:gd name="connsiteY46" fmla="*/ 1190846 h 1509823"/>
                <a:gd name="connsiteX47" fmla="*/ 1701209 w 3622158"/>
                <a:gd name="connsiteY47" fmla="*/ 850604 h 1509823"/>
                <a:gd name="connsiteX48" fmla="*/ 1757916 w 3622158"/>
                <a:gd name="connsiteY48" fmla="*/ 538716 h 1509823"/>
                <a:gd name="connsiteX49" fmla="*/ 2083982 w 3622158"/>
                <a:gd name="connsiteY49" fmla="*/ 1006549 h 1509823"/>
                <a:gd name="connsiteX50" fmla="*/ 2587256 w 3622158"/>
                <a:gd name="connsiteY50" fmla="*/ 1375144 h 1509823"/>
                <a:gd name="connsiteX51" fmla="*/ 2948763 w 3622158"/>
                <a:gd name="connsiteY51" fmla="*/ 1332614 h 1509823"/>
                <a:gd name="connsiteX52" fmla="*/ 2601433 w 3622158"/>
                <a:gd name="connsiteY52" fmla="*/ 1325525 h 1509823"/>
                <a:gd name="connsiteX53" fmla="*/ 2948763 w 3622158"/>
                <a:gd name="connsiteY53" fmla="*/ 1261730 h 1509823"/>
                <a:gd name="connsiteX54" fmla="*/ 2580168 w 3622158"/>
                <a:gd name="connsiteY54" fmla="*/ 1240465 h 1509823"/>
                <a:gd name="connsiteX55" fmla="*/ 2190307 w 3622158"/>
                <a:gd name="connsiteY55" fmla="*/ 921488 h 1509823"/>
                <a:gd name="connsiteX56" fmla="*/ 1835888 w 3622158"/>
                <a:gd name="connsiteY56" fmla="*/ 496186 h 1509823"/>
                <a:gd name="connsiteX57" fmla="*/ 2558902 w 3622158"/>
                <a:gd name="connsiteY57" fmla="*/ 914400 h 1509823"/>
                <a:gd name="connsiteX58" fmla="*/ 3274828 w 3622158"/>
                <a:gd name="connsiteY58" fmla="*/ 1027814 h 1509823"/>
                <a:gd name="connsiteX59" fmla="*/ 3622158 w 3622158"/>
                <a:gd name="connsiteY59" fmla="*/ 1261730 h 1509823"/>
                <a:gd name="connsiteX60" fmla="*/ 3310270 w 3622158"/>
                <a:gd name="connsiteY60" fmla="*/ 999460 h 1509823"/>
                <a:gd name="connsiteX61" fmla="*/ 3586716 w 3622158"/>
                <a:gd name="connsiteY61" fmla="*/ 893135 h 1509823"/>
                <a:gd name="connsiteX62" fmla="*/ 3246475 w 3622158"/>
                <a:gd name="connsiteY62" fmla="*/ 942753 h 1509823"/>
                <a:gd name="connsiteX63" fmla="*/ 2544726 w 3622158"/>
                <a:gd name="connsiteY63" fmla="*/ 829339 h 1509823"/>
                <a:gd name="connsiteX64" fmla="*/ 1842977 w 3622158"/>
                <a:gd name="connsiteY64" fmla="*/ 404037 h 1509823"/>
                <a:gd name="connsiteX65" fmla="*/ 1963479 w 3622158"/>
                <a:gd name="connsiteY65" fmla="*/ 198474 h 1509823"/>
                <a:gd name="connsiteX66" fmla="*/ 2587256 w 3622158"/>
                <a:gd name="connsiteY66" fmla="*/ 425302 h 1509823"/>
                <a:gd name="connsiteX67" fmla="*/ 3196856 w 3622158"/>
                <a:gd name="connsiteY67" fmla="*/ 446567 h 1509823"/>
                <a:gd name="connsiteX68" fmla="*/ 3579628 w 3622158"/>
                <a:gd name="connsiteY68" fmla="*/ 595423 h 1509823"/>
                <a:gd name="connsiteX69" fmla="*/ 3225209 w 3622158"/>
                <a:gd name="connsiteY69" fmla="*/ 432391 h 1509823"/>
                <a:gd name="connsiteX70" fmla="*/ 3600893 w 3622158"/>
                <a:gd name="connsiteY70" fmla="*/ 489097 h 1509823"/>
                <a:gd name="connsiteX71" fmla="*/ 3189768 w 3622158"/>
                <a:gd name="connsiteY71" fmla="*/ 368595 h 1509823"/>
                <a:gd name="connsiteX72" fmla="*/ 2580168 w 3622158"/>
                <a:gd name="connsiteY72" fmla="*/ 340242 h 1509823"/>
                <a:gd name="connsiteX73" fmla="*/ 1977656 w 3622158"/>
                <a:gd name="connsiteY73" fmla="*/ 63795 h 1509823"/>
                <a:gd name="connsiteX74" fmla="*/ 2013098 w 3622158"/>
                <a:gd name="connsiteY74" fmla="*/ 0 h 1509823"/>
                <a:gd name="connsiteX75" fmla="*/ 2013098 w 3622158"/>
                <a:gd name="connsiteY75" fmla="*/ 0 h 1509823"/>
                <a:gd name="connsiteX76" fmla="*/ 1573619 w 3622158"/>
                <a:gd name="connsiteY76" fmla="*/ 0 h 1509823"/>
                <a:gd name="connsiteX0" fmla="*/ 1573619 w 3622158"/>
                <a:gd name="connsiteY0" fmla="*/ 0 h 1573618"/>
                <a:gd name="connsiteX1" fmla="*/ 1453116 w 3622158"/>
                <a:gd name="connsiteY1" fmla="*/ 262270 h 1573618"/>
                <a:gd name="connsiteX2" fmla="*/ 1020726 w 3622158"/>
                <a:gd name="connsiteY2" fmla="*/ 311888 h 1573618"/>
                <a:gd name="connsiteX3" fmla="*/ 595423 w 3622158"/>
                <a:gd name="connsiteY3" fmla="*/ 248093 h 1573618"/>
                <a:gd name="connsiteX4" fmla="*/ 326065 w 3622158"/>
                <a:gd name="connsiteY4" fmla="*/ 120502 h 1573618"/>
                <a:gd name="connsiteX5" fmla="*/ 567070 w 3622158"/>
                <a:gd name="connsiteY5" fmla="*/ 297711 h 1573618"/>
                <a:gd name="connsiteX6" fmla="*/ 233916 w 3622158"/>
                <a:gd name="connsiteY6" fmla="*/ 432391 h 1573618"/>
                <a:gd name="connsiteX7" fmla="*/ 609600 w 3622158"/>
                <a:gd name="connsiteY7" fmla="*/ 340242 h 1573618"/>
                <a:gd name="connsiteX8" fmla="*/ 1020726 w 3622158"/>
                <a:gd name="connsiteY8" fmla="*/ 354418 h 1573618"/>
                <a:gd name="connsiteX9" fmla="*/ 786809 w 3622158"/>
                <a:gd name="connsiteY9" fmla="*/ 531628 h 1573618"/>
                <a:gd name="connsiteX10" fmla="*/ 1070344 w 3622158"/>
                <a:gd name="connsiteY10" fmla="*/ 382772 h 1573618"/>
                <a:gd name="connsiteX11" fmla="*/ 1502735 w 3622158"/>
                <a:gd name="connsiteY11" fmla="*/ 318977 h 1573618"/>
                <a:gd name="connsiteX12" fmla="*/ 1672856 w 3622158"/>
                <a:gd name="connsiteY12" fmla="*/ 14177 h 1573618"/>
                <a:gd name="connsiteX13" fmla="*/ 1616149 w 3622158"/>
                <a:gd name="connsiteY13" fmla="*/ 453656 h 1573618"/>
                <a:gd name="connsiteX14" fmla="*/ 1254642 w 3622158"/>
                <a:gd name="connsiteY14" fmla="*/ 708837 h 1573618"/>
                <a:gd name="connsiteX15" fmla="*/ 829340 w 3622158"/>
                <a:gd name="connsiteY15" fmla="*/ 808074 h 1573618"/>
                <a:gd name="connsiteX16" fmla="*/ 496186 w 3622158"/>
                <a:gd name="connsiteY16" fmla="*/ 659218 h 1573618"/>
                <a:gd name="connsiteX17" fmla="*/ 800986 w 3622158"/>
                <a:gd name="connsiteY17" fmla="*/ 871870 h 1573618"/>
                <a:gd name="connsiteX18" fmla="*/ 446568 w 3622158"/>
                <a:gd name="connsiteY18" fmla="*/ 907311 h 1573618"/>
                <a:gd name="connsiteX19" fmla="*/ 836428 w 3622158"/>
                <a:gd name="connsiteY19" fmla="*/ 935665 h 1573618"/>
                <a:gd name="connsiteX20" fmla="*/ 1119963 w 3622158"/>
                <a:gd name="connsiteY20" fmla="*/ 864781 h 1573618"/>
                <a:gd name="connsiteX21" fmla="*/ 730102 w 3622158"/>
                <a:gd name="connsiteY21" fmla="*/ 1148316 h 1573618"/>
                <a:gd name="connsiteX22" fmla="*/ 375684 w 3622158"/>
                <a:gd name="connsiteY22" fmla="*/ 1233377 h 1573618"/>
                <a:gd name="connsiteX23" fmla="*/ 106326 w 3622158"/>
                <a:gd name="connsiteY23" fmla="*/ 1020725 h 1573618"/>
                <a:gd name="connsiteX24" fmla="*/ 382772 w 3622158"/>
                <a:gd name="connsiteY24" fmla="*/ 1297172 h 1573618"/>
                <a:gd name="connsiteX25" fmla="*/ 0 w 3622158"/>
                <a:gd name="connsiteY25" fmla="*/ 1268818 h 1573618"/>
                <a:gd name="connsiteX26" fmla="*/ 389861 w 3622158"/>
                <a:gd name="connsiteY26" fmla="*/ 1353879 h 1573618"/>
                <a:gd name="connsiteX27" fmla="*/ 70883 w 3622158"/>
                <a:gd name="connsiteY27" fmla="*/ 1573618 h 1573618"/>
                <a:gd name="connsiteX28" fmla="*/ 418214 w 3622158"/>
                <a:gd name="connsiteY28" fmla="*/ 1396409 h 1573618"/>
                <a:gd name="connsiteX29" fmla="*/ 779721 w 3622158"/>
                <a:gd name="connsiteY29" fmla="*/ 1261730 h 1573618"/>
                <a:gd name="connsiteX30" fmla="*/ 1020726 w 3622158"/>
                <a:gd name="connsiteY30" fmla="*/ 1041991 h 1573618"/>
                <a:gd name="connsiteX31" fmla="*/ 964019 w 3622158"/>
                <a:gd name="connsiteY31" fmla="*/ 1431851 h 1573618"/>
                <a:gd name="connsiteX32" fmla="*/ 1077433 w 3622158"/>
                <a:gd name="connsiteY32" fmla="*/ 1034902 h 1573618"/>
                <a:gd name="connsiteX33" fmla="*/ 1297172 w 3622158"/>
                <a:gd name="connsiteY33" fmla="*/ 779721 h 1573618"/>
                <a:gd name="connsiteX34" fmla="*/ 1630326 w 3622158"/>
                <a:gd name="connsiteY34" fmla="*/ 545804 h 1573618"/>
                <a:gd name="connsiteX35" fmla="*/ 1566530 w 3622158"/>
                <a:gd name="connsiteY35" fmla="*/ 914400 h 1573618"/>
                <a:gd name="connsiteX36" fmla="*/ 1389321 w 3622158"/>
                <a:gd name="connsiteY36" fmla="*/ 1119963 h 1573618"/>
                <a:gd name="connsiteX37" fmla="*/ 1609061 w 3622158"/>
                <a:gd name="connsiteY37" fmla="*/ 949842 h 1573618"/>
                <a:gd name="connsiteX38" fmla="*/ 1538177 w 3622158"/>
                <a:gd name="connsiteY38" fmla="*/ 1304260 h 1573618"/>
                <a:gd name="connsiteX39" fmla="*/ 1304261 w 3622158"/>
                <a:gd name="connsiteY39" fmla="*/ 1375144 h 1573618"/>
                <a:gd name="connsiteX40" fmla="*/ 1552354 w 3622158"/>
                <a:gd name="connsiteY40" fmla="*/ 1346791 h 1573618"/>
                <a:gd name="connsiteX41" fmla="*/ 1545265 w 3622158"/>
                <a:gd name="connsiteY41" fmla="*/ 1509823 h 1573618"/>
                <a:gd name="connsiteX42" fmla="*/ 1601972 w 3622158"/>
                <a:gd name="connsiteY42" fmla="*/ 1339702 h 1573618"/>
                <a:gd name="connsiteX43" fmla="*/ 1772093 w 3622158"/>
                <a:gd name="connsiteY43" fmla="*/ 1453116 h 1573618"/>
                <a:gd name="connsiteX44" fmla="*/ 1601972 w 3622158"/>
                <a:gd name="connsiteY44" fmla="*/ 1282995 h 1573618"/>
                <a:gd name="connsiteX45" fmla="*/ 1679944 w 3622158"/>
                <a:gd name="connsiteY45" fmla="*/ 935665 h 1573618"/>
                <a:gd name="connsiteX46" fmla="*/ 1793358 w 3622158"/>
                <a:gd name="connsiteY46" fmla="*/ 1190846 h 1573618"/>
                <a:gd name="connsiteX47" fmla="*/ 1701209 w 3622158"/>
                <a:gd name="connsiteY47" fmla="*/ 850604 h 1573618"/>
                <a:gd name="connsiteX48" fmla="*/ 1757916 w 3622158"/>
                <a:gd name="connsiteY48" fmla="*/ 538716 h 1573618"/>
                <a:gd name="connsiteX49" fmla="*/ 2083982 w 3622158"/>
                <a:gd name="connsiteY49" fmla="*/ 1006549 h 1573618"/>
                <a:gd name="connsiteX50" fmla="*/ 2587256 w 3622158"/>
                <a:gd name="connsiteY50" fmla="*/ 1375144 h 1573618"/>
                <a:gd name="connsiteX51" fmla="*/ 2948763 w 3622158"/>
                <a:gd name="connsiteY51" fmla="*/ 1332614 h 1573618"/>
                <a:gd name="connsiteX52" fmla="*/ 2601433 w 3622158"/>
                <a:gd name="connsiteY52" fmla="*/ 1325525 h 1573618"/>
                <a:gd name="connsiteX53" fmla="*/ 2948763 w 3622158"/>
                <a:gd name="connsiteY53" fmla="*/ 1261730 h 1573618"/>
                <a:gd name="connsiteX54" fmla="*/ 2580168 w 3622158"/>
                <a:gd name="connsiteY54" fmla="*/ 1240465 h 1573618"/>
                <a:gd name="connsiteX55" fmla="*/ 2190307 w 3622158"/>
                <a:gd name="connsiteY55" fmla="*/ 921488 h 1573618"/>
                <a:gd name="connsiteX56" fmla="*/ 1835888 w 3622158"/>
                <a:gd name="connsiteY56" fmla="*/ 496186 h 1573618"/>
                <a:gd name="connsiteX57" fmla="*/ 2558902 w 3622158"/>
                <a:gd name="connsiteY57" fmla="*/ 914400 h 1573618"/>
                <a:gd name="connsiteX58" fmla="*/ 3274828 w 3622158"/>
                <a:gd name="connsiteY58" fmla="*/ 1027814 h 1573618"/>
                <a:gd name="connsiteX59" fmla="*/ 3622158 w 3622158"/>
                <a:gd name="connsiteY59" fmla="*/ 1261730 h 1573618"/>
                <a:gd name="connsiteX60" fmla="*/ 3310270 w 3622158"/>
                <a:gd name="connsiteY60" fmla="*/ 999460 h 1573618"/>
                <a:gd name="connsiteX61" fmla="*/ 3586716 w 3622158"/>
                <a:gd name="connsiteY61" fmla="*/ 893135 h 1573618"/>
                <a:gd name="connsiteX62" fmla="*/ 3246475 w 3622158"/>
                <a:gd name="connsiteY62" fmla="*/ 942753 h 1573618"/>
                <a:gd name="connsiteX63" fmla="*/ 2544726 w 3622158"/>
                <a:gd name="connsiteY63" fmla="*/ 829339 h 1573618"/>
                <a:gd name="connsiteX64" fmla="*/ 1842977 w 3622158"/>
                <a:gd name="connsiteY64" fmla="*/ 404037 h 1573618"/>
                <a:gd name="connsiteX65" fmla="*/ 1963479 w 3622158"/>
                <a:gd name="connsiteY65" fmla="*/ 198474 h 1573618"/>
                <a:gd name="connsiteX66" fmla="*/ 2587256 w 3622158"/>
                <a:gd name="connsiteY66" fmla="*/ 425302 h 1573618"/>
                <a:gd name="connsiteX67" fmla="*/ 3196856 w 3622158"/>
                <a:gd name="connsiteY67" fmla="*/ 446567 h 1573618"/>
                <a:gd name="connsiteX68" fmla="*/ 3579628 w 3622158"/>
                <a:gd name="connsiteY68" fmla="*/ 595423 h 1573618"/>
                <a:gd name="connsiteX69" fmla="*/ 3225209 w 3622158"/>
                <a:gd name="connsiteY69" fmla="*/ 432391 h 1573618"/>
                <a:gd name="connsiteX70" fmla="*/ 3600893 w 3622158"/>
                <a:gd name="connsiteY70" fmla="*/ 489097 h 1573618"/>
                <a:gd name="connsiteX71" fmla="*/ 3189768 w 3622158"/>
                <a:gd name="connsiteY71" fmla="*/ 368595 h 1573618"/>
                <a:gd name="connsiteX72" fmla="*/ 2580168 w 3622158"/>
                <a:gd name="connsiteY72" fmla="*/ 340242 h 1573618"/>
                <a:gd name="connsiteX73" fmla="*/ 1977656 w 3622158"/>
                <a:gd name="connsiteY73" fmla="*/ 63795 h 1573618"/>
                <a:gd name="connsiteX74" fmla="*/ 2013098 w 3622158"/>
                <a:gd name="connsiteY74" fmla="*/ 0 h 1573618"/>
                <a:gd name="connsiteX75" fmla="*/ 2013098 w 3622158"/>
                <a:gd name="connsiteY75" fmla="*/ 0 h 1573618"/>
                <a:gd name="connsiteX76" fmla="*/ 1573619 w 3622158"/>
                <a:gd name="connsiteY76" fmla="*/ 0 h 1573618"/>
                <a:gd name="connsiteX0" fmla="*/ 1552354 w 3600893"/>
                <a:gd name="connsiteY0" fmla="*/ 0 h 1573618"/>
                <a:gd name="connsiteX1" fmla="*/ 1431851 w 3600893"/>
                <a:gd name="connsiteY1" fmla="*/ 262270 h 1573618"/>
                <a:gd name="connsiteX2" fmla="*/ 999461 w 3600893"/>
                <a:gd name="connsiteY2" fmla="*/ 311888 h 1573618"/>
                <a:gd name="connsiteX3" fmla="*/ 574158 w 3600893"/>
                <a:gd name="connsiteY3" fmla="*/ 248093 h 1573618"/>
                <a:gd name="connsiteX4" fmla="*/ 304800 w 3600893"/>
                <a:gd name="connsiteY4" fmla="*/ 120502 h 1573618"/>
                <a:gd name="connsiteX5" fmla="*/ 545805 w 3600893"/>
                <a:gd name="connsiteY5" fmla="*/ 297711 h 1573618"/>
                <a:gd name="connsiteX6" fmla="*/ 212651 w 3600893"/>
                <a:gd name="connsiteY6" fmla="*/ 432391 h 1573618"/>
                <a:gd name="connsiteX7" fmla="*/ 588335 w 3600893"/>
                <a:gd name="connsiteY7" fmla="*/ 340242 h 1573618"/>
                <a:gd name="connsiteX8" fmla="*/ 999461 w 3600893"/>
                <a:gd name="connsiteY8" fmla="*/ 354418 h 1573618"/>
                <a:gd name="connsiteX9" fmla="*/ 765544 w 3600893"/>
                <a:gd name="connsiteY9" fmla="*/ 531628 h 1573618"/>
                <a:gd name="connsiteX10" fmla="*/ 1049079 w 3600893"/>
                <a:gd name="connsiteY10" fmla="*/ 382772 h 1573618"/>
                <a:gd name="connsiteX11" fmla="*/ 1481470 w 3600893"/>
                <a:gd name="connsiteY11" fmla="*/ 318977 h 1573618"/>
                <a:gd name="connsiteX12" fmla="*/ 1651591 w 3600893"/>
                <a:gd name="connsiteY12" fmla="*/ 14177 h 1573618"/>
                <a:gd name="connsiteX13" fmla="*/ 1594884 w 3600893"/>
                <a:gd name="connsiteY13" fmla="*/ 453656 h 1573618"/>
                <a:gd name="connsiteX14" fmla="*/ 1233377 w 3600893"/>
                <a:gd name="connsiteY14" fmla="*/ 708837 h 1573618"/>
                <a:gd name="connsiteX15" fmla="*/ 808075 w 3600893"/>
                <a:gd name="connsiteY15" fmla="*/ 808074 h 1573618"/>
                <a:gd name="connsiteX16" fmla="*/ 474921 w 3600893"/>
                <a:gd name="connsiteY16" fmla="*/ 659218 h 1573618"/>
                <a:gd name="connsiteX17" fmla="*/ 779721 w 3600893"/>
                <a:gd name="connsiteY17" fmla="*/ 871870 h 1573618"/>
                <a:gd name="connsiteX18" fmla="*/ 425303 w 3600893"/>
                <a:gd name="connsiteY18" fmla="*/ 907311 h 1573618"/>
                <a:gd name="connsiteX19" fmla="*/ 815163 w 3600893"/>
                <a:gd name="connsiteY19" fmla="*/ 935665 h 1573618"/>
                <a:gd name="connsiteX20" fmla="*/ 1098698 w 3600893"/>
                <a:gd name="connsiteY20" fmla="*/ 864781 h 1573618"/>
                <a:gd name="connsiteX21" fmla="*/ 708837 w 3600893"/>
                <a:gd name="connsiteY21" fmla="*/ 1148316 h 1573618"/>
                <a:gd name="connsiteX22" fmla="*/ 354419 w 3600893"/>
                <a:gd name="connsiteY22" fmla="*/ 1233377 h 1573618"/>
                <a:gd name="connsiteX23" fmla="*/ 85061 w 3600893"/>
                <a:gd name="connsiteY23" fmla="*/ 1020725 h 1573618"/>
                <a:gd name="connsiteX24" fmla="*/ 361507 w 3600893"/>
                <a:gd name="connsiteY24" fmla="*/ 1297172 h 1573618"/>
                <a:gd name="connsiteX25" fmla="*/ 0 w 3600893"/>
                <a:gd name="connsiteY25" fmla="*/ 1438939 h 1573618"/>
                <a:gd name="connsiteX26" fmla="*/ 368596 w 3600893"/>
                <a:gd name="connsiteY26" fmla="*/ 1353879 h 1573618"/>
                <a:gd name="connsiteX27" fmla="*/ 49618 w 3600893"/>
                <a:gd name="connsiteY27" fmla="*/ 1573618 h 1573618"/>
                <a:gd name="connsiteX28" fmla="*/ 396949 w 3600893"/>
                <a:gd name="connsiteY28" fmla="*/ 1396409 h 1573618"/>
                <a:gd name="connsiteX29" fmla="*/ 758456 w 3600893"/>
                <a:gd name="connsiteY29" fmla="*/ 1261730 h 1573618"/>
                <a:gd name="connsiteX30" fmla="*/ 999461 w 3600893"/>
                <a:gd name="connsiteY30" fmla="*/ 1041991 h 1573618"/>
                <a:gd name="connsiteX31" fmla="*/ 942754 w 3600893"/>
                <a:gd name="connsiteY31" fmla="*/ 1431851 h 1573618"/>
                <a:gd name="connsiteX32" fmla="*/ 1056168 w 3600893"/>
                <a:gd name="connsiteY32" fmla="*/ 1034902 h 1573618"/>
                <a:gd name="connsiteX33" fmla="*/ 1275907 w 3600893"/>
                <a:gd name="connsiteY33" fmla="*/ 779721 h 1573618"/>
                <a:gd name="connsiteX34" fmla="*/ 1609061 w 3600893"/>
                <a:gd name="connsiteY34" fmla="*/ 545804 h 1573618"/>
                <a:gd name="connsiteX35" fmla="*/ 1545265 w 3600893"/>
                <a:gd name="connsiteY35" fmla="*/ 914400 h 1573618"/>
                <a:gd name="connsiteX36" fmla="*/ 1368056 w 3600893"/>
                <a:gd name="connsiteY36" fmla="*/ 1119963 h 1573618"/>
                <a:gd name="connsiteX37" fmla="*/ 1587796 w 3600893"/>
                <a:gd name="connsiteY37" fmla="*/ 949842 h 1573618"/>
                <a:gd name="connsiteX38" fmla="*/ 1516912 w 3600893"/>
                <a:gd name="connsiteY38" fmla="*/ 1304260 h 1573618"/>
                <a:gd name="connsiteX39" fmla="*/ 1282996 w 3600893"/>
                <a:gd name="connsiteY39" fmla="*/ 1375144 h 1573618"/>
                <a:gd name="connsiteX40" fmla="*/ 1531089 w 3600893"/>
                <a:gd name="connsiteY40" fmla="*/ 1346791 h 1573618"/>
                <a:gd name="connsiteX41" fmla="*/ 1524000 w 3600893"/>
                <a:gd name="connsiteY41" fmla="*/ 1509823 h 1573618"/>
                <a:gd name="connsiteX42" fmla="*/ 1580707 w 3600893"/>
                <a:gd name="connsiteY42" fmla="*/ 1339702 h 1573618"/>
                <a:gd name="connsiteX43" fmla="*/ 1750828 w 3600893"/>
                <a:gd name="connsiteY43" fmla="*/ 1453116 h 1573618"/>
                <a:gd name="connsiteX44" fmla="*/ 1580707 w 3600893"/>
                <a:gd name="connsiteY44" fmla="*/ 1282995 h 1573618"/>
                <a:gd name="connsiteX45" fmla="*/ 1658679 w 3600893"/>
                <a:gd name="connsiteY45" fmla="*/ 935665 h 1573618"/>
                <a:gd name="connsiteX46" fmla="*/ 1772093 w 3600893"/>
                <a:gd name="connsiteY46" fmla="*/ 1190846 h 1573618"/>
                <a:gd name="connsiteX47" fmla="*/ 1679944 w 3600893"/>
                <a:gd name="connsiteY47" fmla="*/ 850604 h 1573618"/>
                <a:gd name="connsiteX48" fmla="*/ 1736651 w 3600893"/>
                <a:gd name="connsiteY48" fmla="*/ 538716 h 1573618"/>
                <a:gd name="connsiteX49" fmla="*/ 2062717 w 3600893"/>
                <a:gd name="connsiteY49" fmla="*/ 1006549 h 1573618"/>
                <a:gd name="connsiteX50" fmla="*/ 2565991 w 3600893"/>
                <a:gd name="connsiteY50" fmla="*/ 1375144 h 1573618"/>
                <a:gd name="connsiteX51" fmla="*/ 2927498 w 3600893"/>
                <a:gd name="connsiteY51" fmla="*/ 1332614 h 1573618"/>
                <a:gd name="connsiteX52" fmla="*/ 2580168 w 3600893"/>
                <a:gd name="connsiteY52" fmla="*/ 1325525 h 1573618"/>
                <a:gd name="connsiteX53" fmla="*/ 2927498 w 3600893"/>
                <a:gd name="connsiteY53" fmla="*/ 1261730 h 1573618"/>
                <a:gd name="connsiteX54" fmla="*/ 2558903 w 3600893"/>
                <a:gd name="connsiteY54" fmla="*/ 1240465 h 1573618"/>
                <a:gd name="connsiteX55" fmla="*/ 2169042 w 3600893"/>
                <a:gd name="connsiteY55" fmla="*/ 921488 h 1573618"/>
                <a:gd name="connsiteX56" fmla="*/ 1814623 w 3600893"/>
                <a:gd name="connsiteY56" fmla="*/ 496186 h 1573618"/>
                <a:gd name="connsiteX57" fmla="*/ 2537637 w 3600893"/>
                <a:gd name="connsiteY57" fmla="*/ 914400 h 1573618"/>
                <a:gd name="connsiteX58" fmla="*/ 3253563 w 3600893"/>
                <a:gd name="connsiteY58" fmla="*/ 1027814 h 1573618"/>
                <a:gd name="connsiteX59" fmla="*/ 3600893 w 3600893"/>
                <a:gd name="connsiteY59" fmla="*/ 1261730 h 1573618"/>
                <a:gd name="connsiteX60" fmla="*/ 3289005 w 3600893"/>
                <a:gd name="connsiteY60" fmla="*/ 999460 h 1573618"/>
                <a:gd name="connsiteX61" fmla="*/ 3565451 w 3600893"/>
                <a:gd name="connsiteY61" fmla="*/ 893135 h 1573618"/>
                <a:gd name="connsiteX62" fmla="*/ 3225210 w 3600893"/>
                <a:gd name="connsiteY62" fmla="*/ 942753 h 1573618"/>
                <a:gd name="connsiteX63" fmla="*/ 2523461 w 3600893"/>
                <a:gd name="connsiteY63" fmla="*/ 829339 h 1573618"/>
                <a:gd name="connsiteX64" fmla="*/ 1821712 w 3600893"/>
                <a:gd name="connsiteY64" fmla="*/ 404037 h 1573618"/>
                <a:gd name="connsiteX65" fmla="*/ 1942214 w 3600893"/>
                <a:gd name="connsiteY65" fmla="*/ 198474 h 1573618"/>
                <a:gd name="connsiteX66" fmla="*/ 2565991 w 3600893"/>
                <a:gd name="connsiteY66" fmla="*/ 425302 h 1573618"/>
                <a:gd name="connsiteX67" fmla="*/ 3175591 w 3600893"/>
                <a:gd name="connsiteY67" fmla="*/ 446567 h 1573618"/>
                <a:gd name="connsiteX68" fmla="*/ 3558363 w 3600893"/>
                <a:gd name="connsiteY68" fmla="*/ 595423 h 1573618"/>
                <a:gd name="connsiteX69" fmla="*/ 3203944 w 3600893"/>
                <a:gd name="connsiteY69" fmla="*/ 432391 h 1573618"/>
                <a:gd name="connsiteX70" fmla="*/ 3579628 w 3600893"/>
                <a:gd name="connsiteY70" fmla="*/ 489097 h 1573618"/>
                <a:gd name="connsiteX71" fmla="*/ 3168503 w 3600893"/>
                <a:gd name="connsiteY71" fmla="*/ 368595 h 1573618"/>
                <a:gd name="connsiteX72" fmla="*/ 2558903 w 3600893"/>
                <a:gd name="connsiteY72" fmla="*/ 340242 h 1573618"/>
                <a:gd name="connsiteX73" fmla="*/ 1956391 w 3600893"/>
                <a:gd name="connsiteY73" fmla="*/ 63795 h 1573618"/>
                <a:gd name="connsiteX74" fmla="*/ 1991833 w 3600893"/>
                <a:gd name="connsiteY74" fmla="*/ 0 h 1573618"/>
                <a:gd name="connsiteX75" fmla="*/ 1991833 w 3600893"/>
                <a:gd name="connsiteY75" fmla="*/ 0 h 1573618"/>
                <a:gd name="connsiteX76" fmla="*/ 1552354 w 3600893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715925 w 3607981"/>
                <a:gd name="connsiteY21" fmla="*/ 1148316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06232 w 3607981"/>
                <a:gd name="connsiteY51" fmla="*/ 1502735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73656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73656 w 3607981"/>
                <a:gd name="connsiteY76" fmla="*/ 0 h 157361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6130 w 3607981"/>
                <a:gd name="connsiteY55" fmla="*/ 927838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1922 w 3607981"/>
                <a:gd name="connsiteY25" fmla="*/ 1403960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94660 w 3607981"/>
                <a:gd name="connsiteY29" fmla="*/ 1296433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0092 w 3607981"/>
                <a:gd name="connsiteY71" fmla="*/ 395609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90368 w 3607981"/>
                <a:gd name="connsiteY69" fmla="*/ 428409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95300 w 3607981"/>
                <a:gd name="connsiteY51" fmla="*/ 1426547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63479 w 3607981"/>
                <a:gd name="connsiteY73" fmla="*/ 6379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73172 w 3607981"/>
                <a:gd name="connsiteY73" fmla="*/ 15103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53622 w 3607981"/>
                <a:gd name="connsiteY73" fmla="*/ 19303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28416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134833 w 3607981"/>
                <a:gd name="connsiteY73" fmla="*/ 215181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202686 w 3607981"/>
                <a:gd name="connsiteY73" fmla="*/ 173176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41295 w 3607981"/>
                <a:gd name="connsiteY66" fmla="*/ 292727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48905 w 3607981"/>
                <a:gd name="connsiteY73" fmla="*/ 344425 h 1516791"/>
                <a:gd name="connsiteX74" fmla="*/ 2565991 w 3607981"/>
                <a:gd name="connsiteY74" fmla="*/ 340242 h 1516791"/>
                <a:gd name="connsiteX75" fmla="*/ 2202686 w 3607981"/>
                <a:gd name="connsiteY75" fmla="*/ 173176 h 1516791"/>
                <a:gd name="connsiteX76" fmla="*/ 1834234 w 3607981"/>
                <a:gd name="connsiteY76" fmla="*/ 128416 h 1516791"/>
                <a:gd name="connsiteX77" fmla="*/ 1998921 w 3607981"/>
                <a:gd name="connsiteY77" fmla="*/ 0 h 1516791"/>
                <a:gd name="connsiteX78" fmla="*/ 1573656 w 3607981"/>
                <a:gd name="connsiteY78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84447 w 3607981"/>
                <a:gd name="connsiteY73" fmla="*/ 341193 h 1516791"/>
                <a:gd name="connsiteX74" fmla="*/ 2848905 w 3607981"/>
                <a:gd name="connsiteY74" fmla="*/ 344425 h 1516791"/>
                <a:gd name="connsiteX75" fmla="*/ 2565991 w 3607981"/>
                <a:gd name="connsiteY75" fmla="*/ 340242 h 1516791"/>
                <a:gd name="connsiteX76" fmla="*/ 2202686 w 3607981"/>
                <a:gd name="connsiteY76" fmla="*/ 173176 h 1516791"/>
                <a:gd name="connsiteX77" fmla="*/ 1834234 w 3607981"/>
                <a:gd name="connsiteY77" fmla="*/ 128416 h 1516791"/>
                <a:gd name="connsiteX78" fmla="*/ 1998921 w 3607981"/>
                <a:gd name="connsiteY78" fmla="*/ 0 h 1516791"/>
                <a:gd name="connsiteX79" fmla="*/ 1573656 w 3607981"/>
                <a:gd name="connsiteY79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884447 w 3607981"/>
                <a:gd name="connsiteY74" fmla="*/ 34119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961994 w 3607981"/>
                <a:gd name="connsiteY74" fmla="*/ 19256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78376 w 3607981"/>
                <a:gd name="connsiteY69" fmla="*/ 514646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54712 w 3607981"/>
                <a:gd name="connsiteY67" fmla="*/ 373504 h 1516791"/>
                <a:gd name="connsiteX68" fmla="*/ 2573079 w 3607981"/>
                <a:gd name="connsiteY68" fmla="*/ 425302 h 1516791"/>
                <a:gd name="connsiteX69" fmla="*/ 3117436 w 3607981"/>
                <a:gd name="connsiteY69" fmla="*/ 431708 h 1516791"/>
                <a:gd name="connsiteX70" fmla="*/ 3578376 w 3607981"/>
                <a:gd name="connsiteY70" fmla="*/ 514646 h 1516791"/>
                <a:gd name="connsiteX71" fmla="*/ 3180035 w 3607981"/>
                <a:gd name="connsiteY71" fmla="*/ 401394 h 1516791"/>
                <a:gd name="connsiteX72" fmla="*/ 3580254 w 3607981"/>
                <a:gd name="connsiteY72" fmla="*/ 279076 h 1516791"/>
                <a:gd name="connsiteX73" fmla="*/ 3165258 w 3607981"/>
                <a:gd name="connsiteY73" fmla="*/ 358263 h 1516791"/>
                <a:gd name="connsiteX74" fmla="*/ 2949069 w 3607981"/>
                <a:gd name="connsiteY74" fmla="*/ 357349 h 1516791"/>
                <a:gd name="connsiteX75" fmla="*/ 3000767 w 3607981"/>
                <a:gd name="connsiteY75" fmla="*/ 186101 h 1516791"/>
                <a:gd name="connsiteX76" fmla="*/ 2900603 w 3607981"/>
                <a:gd name="connsiteY76" fmla="*/ 357350 h 1516791"/>
                <a:gd name="connsiteX77" fmla="*/ 2565991 w 3607981"/>
                <a:gd name="connsiteY77" fmla="*/ 340242 h 1516791"/>
                <a:gd name="connsiteX78" fmla="*/ 2202686 w 3607981"/>
                <a:gd name="connsiteY78" fmla="*/ 173176 h 1516791"/>
                <a:gd name="connsiteX79" fmla="*/ 1834234 w 3607981"/>
                <a:gd name="connsiteY79" fmla="*/ 128416 h 1516791"/>
                <a:gd name="connsiteX80" fmla="*/ 1998921 w 3607981"/>
                <a:gd name="connsiteY80" fmla="*/ 0 h 1516791"/>
                <a:gd name="connsiteX81" fmla="*/ 1573656 w 3607981"/>
                <a:gd name="connsiteY81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15938 w 3607981"/>
                <a:gd name="connsiteY67" fmla="*/ 363811 h 1516791"/>
                <a:gd name="connsiteX68" fmla="*/ 2454712 w 3607981"/>
                <a:gd name="connsiteY68" fmla="*/ 373504 h 1516791"/>
                <a:gd name="connsiteX69" fmla="*/ 2573079 w 3607981"/>
                <a:gd name="connsiteY69" fmla="*/ 425302 h 1516791"/>
                <a:gd name="connsiteX70" fmla="*/ 3117436 w 3607981"/>
                <a:gd name="connsiteY70" fmla="*/ 431708 h 1516791"/>
                <a:gd name="connsiteX71" fmla="*/ 3578376 w 3607981"/>
                <a:gd name="connsiteY71" fmla="*/ 514646 h 1516791"/>
                <a:gd name="connsiteX72" fmla="*/ 3180035 w 3607981"/>
                <a:gd name="connsiteY72" fmla="*/ 401394 h 1516791"/>
                <a:gd name="connsiteX73" fmla="*/ 3580254 w 3607981"/>
                <a:gd name="connsiteY73" fmla="*/ 279076 h 1516791"/>
                <a:gd name="connsiteX74" fmla="*/ 3165258 w 3607981"/>
                <a:gd name="connsiteY74" fmla="*/ 358263 h 1516791"/>
                <a:gd name="connsiteX75" fmla="*/ 2949069 w 3607981"/>
                <a:gd name="connsiteY75" fmla="*/ 357349 h 1516791"/>
                <a:gd name="connsiteX76" fmla="*/ 3000767 w 3607981"/>
                <a:gd name="connsiteY76" fmla="*/ 186101 h 1516791"/>
                <a:gd name="connsiteX77" fmla="*/ 2900603 w 3607981"/>
                <a:gd name="connsiteY77" fmla="*/ 357350 h 1516791"/>
                <a:gd name="connsiteX78" fmla="*/ 2565991 w 3607981"/>
                <a:gd name="connsiteY78" fmla="*/ 340242 h 1516791"/>
                <a:gd name="connsiteX79" fmla="*/ 2202686 w 3607981"/>
                <a:gd name="connsiteY79" fmla="*/ 173176 h 1516791"/>
                <a:gd name="connsiteX80" fmla="*/ 1834234 w 3607981"/>
                <a:gd name="connsiteY80" fmla="*/ 128416 h 1516791"/>
                <a:gd name="connsiteX81" fmla="*/ 1998921 w 3607981"/>
                <a:gd name="connsiteY81" fmla="*/ 0 h 1516791"/>
                <a:gd name="connsiteX82" fmla="*/ 1573656 w 3607981"/>
                <a:gd name="connsiteY82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15938 w 3607981"/>
                <a:gd name="connsiteY68" fmla="*/ 36381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25631 w 3607981"/>
                <a:gd name="connsiteY67" fmla="*/ 367042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906306 w 3607981"/>
                <a:gd name="connsiteY65" fmla="*/ 185690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17176 w 3607981"/>
                <a:gd name="connsiteY65" fmla="*/ 169185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72624 w 3607981"/>
                <a:gd name="connsiteY64" fmla="*/ 434517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27330 w 3607981"/>
                <a:gd name="connsiteY13" fmla="*/ 25277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03255 w 3607981"/>
                <a:gd name="connsiteY13" fmla="*/ 279184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6761 w 3607981"/>
                <a:gd name="connsiteY67" fmla="*/ 26267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43169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0062 w 3607981"/>
                <a:gd name="connsiteY83" fmla="*/ 19443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0159 w 3607981"/>
                <a:gd name="connsiteY67" fmla="*/ 232968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76180 w 3607981"/>
                <a:gd name="connsiteY83" fmla="*/ 16472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80493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2825 w 3607981"/>
                <a:gd name="connsiteY18" fmla="*/ 767646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61903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40337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29916 w 3607981"/>
                <a:gd name="connsiteY29" fmla="*/ 1357590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60535 w 3580254"/>
                <a:gd name="connsiteY60" fmla="*/ 1227225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5504 w 3580254"/>
                <a:gd name="connsiteY12" fmla="*/ 93552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14229 w 3580254"/>
                <a:gd name="connsiteY12" fmla="*/ 12212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01529 w 3580254"/>
                <a:gd name="connsiteY12" fmla="*/ 1030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37461 w 3580254"/>
                <a:gd name="connsiteY66" fmla="*/ 199475 h 1516791"/>
                <a:gd name="connsiteX67" fmla="*/ 2199455 w 3580254"/>
                <a:gd name="connsiteY67" fmla="*/ 241029 h 1516791"/>
                <a:gd name="connsiteX68" fmla="*/ 2409476 w 3580254"/>
                <a:gd name="connsiteY68" fmla="*/ 363811 h 1516791"/>
                <a:gd name="connsiteX69" fmla="*/ 2470867 w 3580254"/>
                <a:gd name="connsiteY69" fmla="*/ 570601 h 1516791"/>
                <a:gd name="connsiteX70" fmla="*/ 2454712 w 3580254"/>
                <a:gd name="connsiteY70" fmla="*/ 373504 h 1516791"/>
                <a:gd name="connsiteX71" fmla="*/ 2573079 w 3580254"/>
                <a:gd name="connsiteY71" fmla="*/ 425302 h 1516791"/>
                <a:gd name="connsiteX72" fmla="*/ 3117436 w 3580254"/>
                <a:gd name="connsiteY72" fmla="*/ 431708 h 1516791"/>
                <a:gd name="connsiteX73" fmla="*/ 3578376 w 3580254"/>
                <a:gd name="connsiteY73" fmla="*/ 514646 h 1516791"/>
                <a:gd name="connsiteX74" fmla="*/ 3180035 w 3580254"/>
                <a:gd name="connsiteY74" fmla="*/ 401394 h 1516791"/>
                <a:gd name="connsiteX75" fmla="*/ 3580254 w 3580254"/>
                <a:gd name="connsiteY75" fmla="*/ 279076 h 1516791"/>
                <a:gd name="connsiteX76" fmla="*/ 3165258 w 3580254"/>
                <a:gd name="connsiteY76" fmla="*/ 358263 h 1516791"/>
                <a:gd name="connsiteX77" fmla="*/ 2949069 w 3580254"/>
                <a:gd name="connsiteY77" fmla="*/ 357349 h 1516791"/>
                <a:gd name="connsiteX78" fmla="*/ 3000767 w 3580254"/>
                <a:gd name="connsiteY78" fmla="*/ 186101 h 1516791"/>
                <a:gd name="connsiteX79" fmla="*/ 2900603 w 3580254"/>
                <a:gd name="connsiteY79" fmla="*/ 357350 h 1516791"/>
                <a:gd name="connsiteX80" fmla="*/ 2565991 w 3580254"/>
                <a:gd name="connsiteY80" fmla="*/ 340242 h 1516791"/>
                <a:gd name="connsiteX81" fmla="*/ 2202686 w 3580254"/>
                <a:gd name="connsiteY81" fmla="*/ 173176 h 1516791"/>
                <a:gd name="connsiteX82" fmla="*/ 1958927 w 3580254"/>
                <a:gd name="connsiteY82" fmla="*/ 143160 h 1516791"/>
                <a:gd name="connsiteX83" fmla="*/ 1998921 w 3580254"/>
                <a:gd name="connsiteY83" fmla="*/ 0 h 1516791"/>
                <a:gd name="connsiteX84" fmla="*/ 1573656 w 3580254"/>
                <a:gd name="connsiteY84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17007 w 3580254"/>
                <a:gd name="connsiteY15" fmla="*/ 709918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36359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32624 w 3580254"/>
                <a:gd name="connsiteY17" fmla="*/ 766071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44946 w 3580254"/>
                <a:gd name="connsiteY82" fmla="*/ 0 h 1516791"/>
                <a:gd name="connsiteX83" fmla="*/ 1573656 w 3580254"/>
                <a:gd name="connsiteY83" fmla="*/ 0 h 1516791"/>
                <a:gd name="connsiteX0" fmla="*/ 1646681 w 3580254"/>
                <a:gd name="connsiteY0" fmla="*/ 0 h 1519966"/>
                <a:gd name="connsiteX1" fmla="*/ 1438939 w 3580254"/>
                <a:gd name="connsiteY1" fmla="*/ 26544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854152 w 3580254"/>
                <a:gd name="connsiteY81" fmla="*/ 193960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33527 w 3580254"/>
                <a:gd name="connsiteY81" fmla="*/ 1717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72081 w 3580254"/>
                <a:gd name="connsiteY0" fmla="*/ 130175 h 1516791"/>
                <a:gd name="connsiteX1" fmla="*/ 1680239 w 3580254"/>
                <a:gd name="connsiteY1" fmla="*/ 19242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545708 w 3580254"/>
                <a:gd name="connsiteY11" fmla="*/ 290402 h 1516791"/>
                <a:gd name="connsiteX12" fmla="*/ 1601529 w 3580254"/>
                <a:gd name="connsiteY12" fmla="*/ 2713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33527 w 3580254"/>
                <a:gd name="connsiteY81" fmla="*/ 168560 h 1516791"/>
                <a:gd name="connsiteX82" fmla="*/ 1944946 w 3580254"/>
                <a:gd name="connsiteY82" fmla="*/ 0 h 1516791"/>
                <a:gd name="connsiteX83" fmla="*/ 1672081 w 3580254"/>
                <a:gd name="connsiteY83" fmla="*/ 130175 h 1516791"/>
                <a:gd name="connsiteX0" fmla="*/ 1672081 w 3580254"/>
                <a:gd name="connsiteY0" fmla="*/ 69850 h 1456466"/>
                <a:gd name="connsiteX1" fmla="*/ 1680239 w 3580254"/>
                <a:gd name="connsiteY1" fmla="*/ 132095 h 1456466"/>
                <a:gd name="connsiteX2" fmla="*/ 1015176 w 3580254"/>
                <a:gd name="connsiteY2" fmla="*/ 247250 h 1456466"/>
                <a:gd name="connsiteX3" fmla="*/ 581246 w 3580254"/>
                <a:gd name="connsiteY3" fmla="*/ 187768 h 1456466"/>
                <a:gd name="connsiteX4" fmla="*/ 311888 w 3580254"/>
                <a:gd name="connsiteY4" fmla="*/ 60177 h 1456466"/>
                <a:gd name="connsiteX5" fmla="*/ 552893 w 3580254"/>
                <a:gd name="connsiteY5" fmla="*/ 224446 h 1456466"/>
                <a:gd name="connsiteX6" fmla="*/ 232679 w 3580254"/>
                <a:gd name="connsiteY6" fmla="*/ 333247 h 1456466"/>
                <a:gd name="connsiteX7" fmla="*/ 573857 w 3580254"/>
                <a:gd name="connsiteY7" fmla="*/ 275604 h 1456466"/>
                <a:gd name="connsiteX8" fmla="*/ 1006549 w 3580254"/>
                <a:gd name="connsiteY8" fmla="*/ 294093 h 1456466"/>
                <a:gd name="connsiteX9" fmla="*/ 772632 w 3580254"/>
                <a:gd name="connsiteY9" fmla="*/ 471303 h 1456466"/>
                <a:gd name="connsiteX10" fmla="*/ 1064794 w 3580254"/>
                <a:gd name="connsiteY10" fmla="*/ 300881 h 1456466"/>
                <a:gd name="connsiteX11" fmla="*/ 1545708 w 3580254"/>
                <a:gd name="connsiteY11" fmla="*/ 230077 h 1456466"/>
                <a:gd name="connsiteX12" fmla="*/ 1601529 w 3580254"/>
                <a:gd name="connsiteY12" fmla="*/ 211027 h 1456466"/>
                <a:gd name="connsiteX13" fmla="*/ 1601972 w 3580254"/>
                <a:gd name="connsiteY13" fmla="*/ 393331 h 1456466"/>
                <a:gd name="connsiteX14" fmla="*/ 1152641 w 3580254"/>
                <a:gd name="connsiteY14" fmla="*/ 731170 h 1456466"/>
                <a:gd name="connsiteX15" fmla="*/ 789578 w 3580254"/>
                <a:gd name="connsiteY15" fmla="*/ 678622 h 1456466"/>
                <a:gd name="connsiteX16" fmla="*/ 378687 w 3580254"/>
                <a:gd name="connsiteY16" fmla="*/ 552398 h 1456466"/>
                <a:gd name="connsiteX17" fmla="*/ 718110 w 3580254"/>
                <a:gd name="connsiteY17" fmla="*/ 710584 h 1456466"/>
                <a:gd name="connsiteX18" fmla="*/ 339353 w 3580254"/>
                <a:gd name="connsiteY18" fmla="*/ 747977 h 1456466"/>
                <a:gd name="connsiteX19" fmla="*/ 787891 w 3580254"/>
                <a:gd name="connsiteY19" fmla="*/ 753863 h 1456466"/>
                <a:gd name="connsiteX20" fmla="*/ 1105786 w 3580254"/>
                <a:gd name="connsiteY20" fmla="*/ 804456 h 1456466"/>
                <a:gd name="connsiteX21" fmla="*/ 709678 w 3580254"/>
                <a:gd name="connsiteY21" fmla="*/ 1052310 h 1456466"/>
                <a:gd name="connsiteX22" fmla="*/ 480327 w 3580254"/>
                <a:gd name="connsiteY22" fmla="*/ 1121391 h 1456466"/>
                <a:gd name="connsiteX23" fmla="*/ 0 w 3580254"/>
                <a:gd name="connsiteY23" fmla="*/ 1194316 h 1456466"/>
                <a:gd name="connsiteX24" fmla="*/ 485758 w 3580254"/>
                <a:gd name="connsiteY24" fmla="*/ 1163620 h 1456466"/>
                <a:gd name="connsiteX25" fmla="*/ 1922 w 3580254"/>
                <a:gd name="connsiteY25" fmla="*/ 1337285 h 1456466"/>
                <a:gd name="connsiteX26" fmla="*/ 494553 w 3580254"/>
                <a:gd name="connsiteY26" fmla="*/ 1205682 h 1456466"/>
                <a:gd name="connsiteX27" fmla="*/ 41207 w 3580254"/>
                <a:gd name="connsiteY27" fmla="*/ 1456466 h 1456466"/>
                <a:gd name="connsiteX28" fmla="*/ 429916 w 3580254"/>
                <a:gd name="connsiteY28" fmla="*/ 1297265 h 1456466"/>
                <a:gd name="connsiteX29" fmla="*/ 632667 w 3580254"/>
                <a:gd name="connsiteY29" fmla="*/ 1161649 h 1456466"/>
                <a:gd name="connsiteX30" fmla="*/ 1006549 w 3580254"/>
                <a:gd name="connsiteY30" fmla="*/ 981666 h 1456466"/>
                <a:gd name="connsiteX31" fmla="*/ 949842 w 3580254"/>
                <a:gd name="connsiteY31" fmla="*/ 1371526 h 1456466"/>
                <a:gd name="connsiteX32" fmla="*/ 1063256 w 3580254"/>
                <a:gd name="connsiteY32" fmla="*/ 974577 h 1456466"/>
                <a:gd name="connsiteX33" fmla="*/ 1282995 w 3580254"/>
                <a:gd name="connsiteY33" fmla="*/ 719396 h 1456466"/>
                <a:gd name="connsiteX34" fmla="*/ 1616149 w 3580254"/>
                <a:gd name="connsiteY34" fmla="*/ 485479 h 1456466"/>
                <a:gd name="connsiteX35" fmla="*/ 1552353 w 3580254"/>
                <a:gd name="connsiteY35" fmla="*/ 854075 h 1456466"/>
                <a:gd name="connsiteX36" fmla="*/ 1375144 w 3580254"/>
                <a:gd name="connsiteY36" fmla="*/ 1059638 h 1456466"/>
                <a:gd name="connsiteX37" fmla="*/ 1594884 w 3580254"/>
                <a:gd name="connsiteY37" fmla="*/ 889517 h 1456466"/>
                <a:gd name="connsiteX38" fmla="*/ 1524000 w 3580254"/>
                <a:gd name="connsiteY38" fmla="*/ 1243935 h 1456466"/>
                <a:gd name="connsiteX39" fmla="*/ 1290084 w 3580254"/>
                <a:gd name="connsiteY39" fmla="*/ 1314819 h 1456466"/>
                <a:gd name="connsiteX40" fmla="*/ 1538177 w 3580254"/>
                <a:gd name="connsiteY40" fmla="*/ 1286466 h 1456466"/>
                <a:gd name="connsiteX41" fmla="*/ 1531088 w 3580254"/>
                <a:gd name="connsiteY41" fmla="*/ 1449498 h 1456466"/>
                <a:gd name="connsiteX42" fmla="*/ 1587795 w 3580254"/>
                <a:gd name="connsiteY42" fmla="*/ 1279377 h 1456466"/>
                <a:gd name="connsiteX43" fmla="*/ 1757916 w 3580254"/>
                <a:gd name="connsiteY43" fmla="*/ 1392791 h 1456466"/>
                <a:gd name="connsiteX44" fmla="*/ 1587795 w 3580254"/>
                <a:gd name="connsiteY44" fmla="*/ 1222670 h 1456466"/>
                <a:gd name="connsiteX45" fmla="*/ 1665767 w 3580254"/>
                <a:gd name="connsiteY45" fmla="*/ 875340 h 1456466"/>
                <a:gd name="connsiteX46" fmla="*/ 1779181 w 3580254"/>
                <a:gd name="connsiteY46" fmla="*/ 1130521 h 1456466"/>
                <a:gd name="connsiteX47" fmla="*/ 1687032 w 3580254"/>
                <a:gd name="connsiteY47" fmla="*/ 790279 h 1456466"/>
                <a:gd name="connsiteX48" fmla="*/ 1743739 w 3580254"/>
                <a:gd name="connsiteY48" fmla="*/ 478391 h 1456466"/>
                <a:gd name="connsiteX49" fmla="*/ 2121466 w 3580254"/>
                <a:gd name="connsiteY49" fmla="*/ 977220 h 1456466"/>
                <a:gd name="connsiteX50" fmla="*/ 2474924 w 3580254"/>
                <a:gd name="connsiteY50" fmla="*/ 1262436 h 1456466"/>
                <a:gd name="connsiteX51" fmla="*/ 2895300 w 3580254"/>
                <a:gd name="connsiteY51" fmla="*/ 1359872 h 1456466"/>
                <a:gd name="connsiteX52" fmla="*/ 2489100 w 3580254"/>
                <a:gd name="connsiteY52" fmla="*/ 1208373 h 1456466"/>
                <a:gd name="connsiteX53" fmla="*/ 2906233 w 3580254"/>
                <a:gd name="connsiteY53" fmla="*/ 1215582 h 1456466"/>
                <a:gd name="connsiteX54" fmla="*/ 2447171 w 3580254"/>
                <a:gd name="connsiteY54" fmla="*/ 1159476 h 1456466"/>
                <a:gd name="connsiteX55" fmla="*/ 2170964 w 3580254"/>
                <a:gd name="connsiteY55" fmla="*/ 933489 h 1456466"/>
                <a:gd name="connsiteX56" fmla="*/ 1821711 w 3580254"/>
                <a:gd name="connsiteY56" fmla="*/ 435861 h 1456466"/>
                <a:gd name="connsiteX57" fmla="*/ 2544725 w 3580254"/>
                <a:gd name="connsiteY57" fmla="*/ 854075 h 1456466"/>
                <a:gd name="connsiteX58" fmla="*/ 3260651 w 3580254"/>
                <a:gd name="connsiteY58" fmla="*/ 967489 h 1456466"/>
                <a:gd name="connsiteX59" fmla="*/ 3543282 w 3580254"/>
                <a:gd name="connsiteY59" fmla="*/ 1123768 h 1456466"/>
                <a:gd name="connsiteX60" fmla="*/ 3296093 w 3580254"/>
                <a:gd name="connsiteY60" fmla="*/ 939135 h 1456466"/>
                <a:gd name="connsiteX61" fmla="*/ 3572539 w 3580254"/>
                <a:gd name="connsiteY61" fmla="*/ 832810 h 1456466"/>
                <a:gd name="connsiteX62" fmla="*/ 3232298 w 3580254"/>
                <a:gd name="connsiteY62" fmla="*/ 882428 h 1456466"/>
                <a:gd name="connsiteX63" fmla="*/ 2530549 w 3580254"/>
                <a:gd name="connsiteY63" fmla="*/ 769014 h 1456466"/>
                <a:gd name="connsiteX64" fmla="*/ 1828174 w 3580254"/>
                <a:gd name="connsiteY64" fmla="*/ 355142 h 1456466"/>
                <a:gd name="connsiteX65" fmla="*/ 1937461 w 3580254"/>
                <a:gd name="connsiteY65" fmla="*/ 139150 h 1456466"/>
                <a:gd name="connsiteX66" fmla="*/ 2199455 w 3580254"/>
                <a:gd name="connsiteY66" fmla="*/ 180704 h 1456466"/>
                <a:gd name="connsiteX67" fmla="*/ 2409476 w 3580254"/>
                <a:gd name="connsiteY67" fmla="*/ 303486 h 1456466"/>
                <a:gd name="connsiteX68" fmla="*/ 2470867 w 3580254"/>
                <a:gd name="connsiteY68" fmla="*/ 510276 h 1456466"/>
                <a:gd name="connsiteX69" fmla="*/ 2454712 w 3580254"/>
                <a:gd name="connsiteY69" fmla="*/ 313179 h 1456466"/>
                <a:gd name="connsiteX70" fmla="*/ 2573079 w 3580254"/>
                <a:gd name="connsiteY70" fmla="*/ 364977 h 1456466"/>
                <a:gd name="connsiteX71" fmla="*/ 3117436 w 3580254"/>
                <a:gd name="connsiteY71" fmla="*/ 371383 h 1456466"/>
                <a:gd name="connsiteX72" fmla="*/ 3578376 w 3580254"/>
                <a:gd name="connsiteY72" fmla="*/ 454321 h 1456466"/>
                <a:gd name="connsiteX73" fmla="*/ 3180035 w 3580254"/>
                <a:gd name="connsiteY73" fmla="*/ 341069 h 1456466"/>
                <a:gd name="connsiteX74" fmla="*/ 3580254 w 3580254"/>
                <a:gd name="connsiteY74" fmla="*/ 218751 h 1456466"/>
                <a:gd name="connsiteX75" fmla="*/ 3165258 w 3580254"/>
                <a:gd name="connsiteY75" fmla="*/ 297938 h 1456466"/>
                <a:gd name="connsiteX76" fmla="*/ 2949069 w 3580254"/>
                <a:gd name="connsiteY76" fmla="*/ 297024 h 1456466"/>
                <a:gd name="connsiteX77" fmla="*/ 3000767 w 3580254"/>
                <a:gd name="connsiteY77" fmla="*/ 125776 h 1456466"/>
                <a:gd name="connsiteX78" fmla="*/ 2900603 w 3580254"/>
                <a:gd name="connsiteY78" fmla="*/ 297025 h 1456466"/>
                <a:gd name="connsiteX79" fmla="*/ 2565991 w 3580254"/>
                <a:gd name="connsiteY79" fmla="*/ 279917 h 1456466"/>
                <a:gd name="connsiteX80" fmla="*/ 2202686 w 3580254"/>
                <a:gd name="connsiteY80" fmla="*/ 112851 h 1456466"/>
                <a:gd name="connsiteX81" fmla="*/ 1933527 w 3580254"/>
                <a:gd name="connsiteY81" fmla="*/ 108235 h 1456466"/>
                <a:gd name="connsiteX82" fmla="*/ 1998921 w 3580254"/>
                <a:gd name="connsiteY82" fmla="*/ 0 h 1456466"/>
                <a:gd name="connsiteX83" fmla="*/ 1672081 w 3580254"/>
                <a:gd name="connsiteY83" fmla="*/ 69850 h 1456466"/>
                <a:gd name="connsiteX0" fmla="*/ 1672081 w 3580254"/>
                <a:gd name="connsiteY0" fmla="*/ 9673 h 1396289"/>
                <a:gd name="connsiteX1" fmla="*/ 1680239 w 3580254"/>
                <a:gd name="connsiteY1" fmla="*/ 71918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72081 w 3580254"/>
                <a:gd name="connsiteY0" fmla="*/ 9673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29439 w 3580254"/>
                <a:gd name="connsiteY1" fmla="*/ 8779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381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118769 w 3580254"/>
                <a:gd name="connsiteY10" fmla="*/ 2280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573857 w 3580254"/>
                <a:gd name="connsiteY7" fmla="*/ 205754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599056 w 3580254"/>
                <a:gd name="connsiteY0" fmla="*/ 635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599056 w 3580254"/>
                <a:gd name="connsiteY83" fmla="*/ 63500 h 1386616"/>
                <a:gd name="connsiteX0" fmla="*/ 1649856 w 3580254"/>
                <a:gd name="connsiteY0" fmla="*/ 127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49856 w 3580254"/>
                <a:gd name="connsiteY83" fmla="*/ 12700 h 1386616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16149 w 3580254"/>
                <a:gd name="connsiteY34" fmla="*/ 41245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85999 w 3580254"/>
                <a:gd name="connsiteY34" fmla="*/ 39975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86410 w 3580254"/>
                <a:gd name="connsiteY65" fmla="*/ 165652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74725 w 3580254"/>
                <a:gd name="connsiteY64" fmla="*/ 30206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06008 w 3580254"/>
                <a:gd name="connsiteY11" fmla="*/ 15387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51062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31713 w 3580254"/>
                <a:gd name="connsiteY64" fmla="*/ 127734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81936 w 3580254"/>
                <a:gd name="connsiteY64" fmla="*/ 3647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72446 w 3580254"/>
                <a:gd name="connsiteY65" fmla="*/ 123500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66949 w 3580254"/>
                <a:gd name="connsiteY33" fmla="*/ 380704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0866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70208 w 3580254"/>
                <a:gd name="connsiteY79" fmla="*/ 120200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883486 w 3580254"/>
                <a:gd name="connsiteY46" fmla="*/ 9806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73961 w 3580254"/>
                <a:gd name="connsiteY47" fmla="*/ 96796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20011 w 3580254"/>
                <a:gd name="connsiteY46" fmla="*/ 1012417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73986 w 3580254"/>
                <a:gd name="connsiteY47" fmla="*/ 100289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102561 w 3580254"/>
                <a:gd name="connsiteY47" fmla="*/ 106321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064931 w 3580254"/>
                <a:gd name="connsiteY45" fmla="*/ 1228946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3580254" h="1383441">
                  <a:moveTo>
                    <a:pt x="1649856" y="9525"/>
                  </a:moveTo>
                  <a:cubicBezTo>
                    <a:pt x="1650459" y="34507"/>
                    <a:pt x="1644652" y="33069"/>
                    <a:pt x="1645255" y="58051"/>
                  </a:cubicBezTo>
                  <a:lnTo>
                    <a:pt x="1015176" y="174225"/>
                  </a:lnTo>
                  <a:lnTo>
                    <a:pt x="581246" y="114743"/>
                  </a:lnTo>
                  <a:lnTo>
                    <a:pt x="226163" y="72877"/>
                  </a:lnTo>
                  <a:lnTo>
                    <a:pt x="565593" y="157771"/>
                  </a:lnTo>
                  <a:lnTo>
                    <a:pt x="232679" y="260222"/>
                  </a:lnTo>
                  <a:lnTo>
                    <a:pt x="624657" y="186704"/>
                  </a:lnTo>
                  <a:lnTo>
                    <a:pt x="1006549" y="221068"/>
                  </a:lnTo>
                  <a:lnTo>
                    <a:pt x="772632" y="398278"/>
                  </a:lnTo>
                  <a:lnTo>
                    <a:pt x="1118769" y="215156"/>
                  </a:lnTo>
                  <a:lnTo>
                    <a:pt x="1386958" y="147527"/>
                  </a:lnTo>
                  <a:lnTo>
                    <a:pt x="1651579" y="93852"/>
                  </a:lnTo>
                  <a:cubicBezTo>
                    <a:pt x="1612526" y="178955"/>
                    <a:pt x="1296308" y="572854"/>
                    <a:pt x="1152641" y="658145"/>
                  </a:cubicBezTo>
                  <a:lnTo>
                    <a:pt x="789578" y="605597"/>
                  </a:lnTo>
                  <a:lnTo>
                    <a:pt x="378687" y="479373"/>
                  </a:lnTo>
                  <a:lnTo>
                    <a:pt x="718110" y="637559"/>
                  </a:lnTo>
                  <a:lnTo>
                    <a:pt x="339353" y="674952"/>
                  </a:lnTo>
                  <a:lnTo>
                    <a:pt x="787891" y="680838"/>
                  </a:lnTo>
                  <a:lnTo>
                    <a:pt x="1129062" y="714805"/>
                  </a:lnTo>
                  <a:lnTo>
                    <a:pt x="709678" y="979285"/>
                  </a:lnTo>
                  <a:lnTo>
                    <a:pt x="480327" y="1048366"/>
                  </a:lnTo>
                  <a:lnTo>
                    <a:pt x="0" y="1121291"/>
                  </a:lnTo>
                  <a:lnTo>
                    <a:pt x="485758" y="1090595"/>
                  </a:lnTo>
                  <a:lnTo>
                    <a:pt x="1922" y="1264260"/>
                  </a:lnTo>
                  <a:lnTo>
                    <a:pt x="494553" y="1132657"/>
                  </a:lnTo>
                  <a:lnTo>
                    <a:pt x="41207" y="1383441"/>
                  </a:lnTo>
                  <a:lnTo>
                    <a:pt x="429916" y="1224240"/>
                  </a:lnTo>
                  <a:lnTo>
                    <a:pt x="632667" y="1088624"/>
                  </a:lnTo>
                  <a:lnTo>
                    <a:pt x="976623" y="875390"/>
                  </a:lnTo>
                  <a:lnTo>
                    <a:pt x="949842" y="1298501"/>
                  </a:lnTo>
                  <a:lnTo>
                    <a:pt x="1030006" y="871627"/>
                  </a:lnTo>
                  <a:lnTo>
                    <a:pt x="1282995" y="646371"/>
                  </a:lnTo>
                  <a:lnTo>
                    <a:pt x="1654009" y="290127"/>
                  </a:lnTo>
                  <a:lnTo>
                    <a:pt x="1619028" y="708025"/>
                  </a:lnTo>
                  <a:lnTo>
                    <a:pt x="1375144" y="986613"/>
                  </a:lnTo>
                  <a:lnTo>
                    <a:pt x="1620284" y="768867"/>
                  </a:lnTo>
                  <a:lnTo>
                    <a:pt x="1539875" y="1107410"/>
                  </a:lnTo>
                  <a:lnTo>
                    <a:pt x="1290084" y="1241794"/>
                  </a:lnTo>
                  <a:lnTo>
                    <a:pt x="1538177" y="1153116"/>
                  </a:lnTo>
                  <a:lnTo>
                    <a:pt x="1531088" y="1376473"/>
                  </a:lnTo>
                  <a:lnTo>
                    <a:pt x="1571920" y="1155552"/>
                  </a:lnTo>
                  <a:cubicBezTo>
                    <a:pt x="1628627" y="1193357"/>
                    <a:pt x="1756858" y="1328159"/>
                    <a:pt x="1757916" y="1319766"/>
                  </a:cubicBezTo>
                  <a:cubicBezTo>
                    <a:pt x="1758974" y="1311373"/>
                    <a:pt x="1638152" y="1176719"/>
                    <a:pt x="1578270" y="1105195"/>
                  </a:cubicBezTo>
                  <a:lnTo>
                    <a:pt x="1653067" y="764215"/>
                  </a:lnTo>
                  <a:lnTo>
                    <a:pt x="2064931" y="1228946"/>
                  </a:lnTo>
                  <a:lnTo>
                    <a:pt x="1908886" y="1002892"/>
                  </a:lnTo>
                  <a:lnTo>
                    <a:pt x="2061286" y="1021942"/>
                  </a:lnTo>
                  <a:lnTo>
                    <a:pt x="1873961" y="967967"/>
                  </a:lnTo>
                  <a:lnTo>
                    <a:pt x="1687032" y="717254"/>
                  </a:lnTo>
                  <a:lnTo>
                    <a:pt x="1735352" y="307540"/>
                  </a:lnTo>
                  <a:lnTo>
                    <a:pt x="2121466" y="904195"/>
                  </a:lnTo>
                  <a:lnTo>
                    <a:pt x="2474924" y="1189411"/>
                  </a:lnTo>
                  <a:lnTo>
                    <a:pt x="2895300" y="1286847"/>
                  </a:lnTo>
                  <a:lnTo>
                    <a:pt x="2489100" y="1135348"/>
                  </a:lnTo>
                  <a:lnTo>
                    <a:pt x="2906233" y="1142557"/>
                  </a:lnTo>
                  <a:lnTo>
                    <a:pt x="2447171" y="1086451"/>
                  </a:lnTo>
                  <a:lnTo>
                    <a:pt x="2170964" y="860464"/>
                  </a:lnTo>
                  <a:lnTo>
                    <a:pt x="1826025" y="280885"/>
                  </a:lnTo>
                  <a:lnTo>
                    <a:pt x="2544725" y="781050"/>
                  </a:lnTo>
                  <a:lnTo>
                    <a:pt x="3260651" y="894464"/>
                  </a:lnTo>
                  <a:lnTo>
                    <a:pt x="3543282" y="1050743"/>
                  </a:lnTo>
                  <a:lnTo>
                    <a:pt x="3282792" y="869435"/>
                  </a:lnTo>
                  <a:lnTo>
                    <a:pt x="3572539" y="759785"/>
                  </a:lnTo>
                  <a:lnTo>
                    <a:pt x="3252248" y="836004"/>
                  </a:lnTo>
                  <a:lnTo>
                    <a:pt x="2558138" y="721602"/>
                  </a:lnTo>
                  <a:cubicBezTo>
                    <a:pt x="2278033" y="546087"/>
                    <a:pt x="2373272" y="599470"/>
                    <a:pt x="2063322" y="300498"/>
                  </a:cubicBezTo>
                  <a:cubicBezTo>
                    <a:pt x="1949784" y="25078"/>
                    <a:pt x="1990330" y="153260"/>
                    <a:pt x="1995737" y="129155"/>
                  </a:cubicBezTo>
                  <a:lnTo>
                    <a:pt x="2250375" y="165071"/>
                  </a:lnTo>
                  <a:lnTo>
                    <a:pt x="2400662" y="209658"/>
                  </a:lnTo>
                  <a:lnTo>
                    <a:pt x="2470867" y="437251"/>
                  </a:lnTo>
                  <a:lnTo>
                    <a:pt x="2454712" y="240154"/>
                  </a:lnTo>
                  <a:lnTo>
                    <a:pt x="2595473" y="269559"/>
                  </a:lnTo>
                  <a:lnTo>
                    <a:pt x="3117436" y="298358"/>
                  </a:lnTo>
                  <a:lnTo>
                    <a:pt x="3578376" y="381296"/>
                  </a:lnTo>
                  <a:lnTo>
                    <a:pt x="3180035" y="268044"/>
                  </a:lnTo>
                  <a:lnTo>
                    <a:pt x="3580254" y="145726"/>
                  </a:lnTo>
                  <a:lnTo>
                    <a:pt x="3165258" y="224913"/>
                  </a:lnTo>
                  <a:lnTo>
                    <a:pt x="2949069" y="223999"/>
                  </a:lnTo>
                  <a:lnTo>
                    <a:pt x="3070617" y="68626"/>
                  </a:lnTo>
                  <a:lnTo>
                    <a:pt x="2900603" y="224000"/>
                  </a:lnTo>
                  <a:lnTo>
                    <a:pt x="2562461" y="192770"/>
                  </a:lnTo>
                  <a:lnTo>
                    <a:pt x="2280799" y="106078"/>
                  </a:lnTo>
                  <a:lnTo>
                    <a:pt x="1968452" y="66960"/>
                  </a:lnTo>
                  <a:cubicBezTo>
                    <a:pt x="1969083" y="45698"/>
                    <a:pt x="1953840" y="21262"/>
                    <a:pt x="1954471" y="0"/>
                  </a:cubicBezTo>
                  <a:lnTo>
                    <a:pt x="1649856" y="9525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" name="Triangle 6">
              <a:extLst>
                <a:ext uri="{FF2B5EF4-FFF2-40B4-BE49-F238E27FC236}">
                  <a16:creationId xmlns:a16="http://schemas.microsoft.com/office/drawing/2014/main" id="{9F165D59-F60C-AD4F-A7F7-53B4038B0129}"/>
                </a:ext>
              </a:extLst>
            </p:cNvPr>
            <p:cNvSpPr/>
            <p:nvPr/>
          </p:nvSpPr>
          <p:spPr>
            <a:xfrm>
              <a:off x="2300341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" name="Triangle 263">
              <a:extLst>
                <a:ext uri="{FF2B5EF4-FFF2-40B4-BE49-F238E27FC236}">
                  <a16:creationId xmlns:a16="http://schemas.microsoft.com/office/drawing/2014/main" id="{800ACAE4-EC0E-D840-8E7B-7716B24F6A08}"/>
                </a:ext>
              </a:extLst>
            </p:cNvPr>
            <p:cNvSpPr/>
            <p:nvPr/>
          </p:nvSpPr>
          <p:spPr>
            <a:xfrm>
              <a:off x="2534549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" name="Triangle 264">
              <a:extLst>
                <a:ext uri="{FF2B5EF4-FFF2-40B4-BE49-F238E27FC236}">
                  <a16:creationId xmlns:a16="http://schemas.microsoft.com/office/drawing/2014/main" id="{EB2FB997-22E4-8048-AE39-6FFB53CDD447}"/>
                </a:ext>
              </a:extLst>
            </p:cNvPr>
            <p:cNvSpPr/>
            <p:nvPr/>
          </p:nvSpPr>
          <p:spPr>
            <a:xfrm>
              <a:off x="2737088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" name="Triangle 264">
              <a:extLst>
                <a:ext uri="{FF2B5EF4-FFF2-40B4-BE49-F238E27FC236}">
                  <a16:creationId xmlns:a16="http://schemas.microsoft.com/office/drawing/2014/main" id="{D65CE060-CC6D-FA49-B310-2D8C293C59EF}"/>
                </a:ext>
              </a:extLst>
            </p:cNvPr>
            <p:cNvSpPr/>
            <p:nvPr/>
          </p:nvSpPr>
          <p:spPr>
            <a:xfrm>
              <a:off x="2921755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" name="Triangle 10">
              <a:extLst>
                <a:ext uri="{FF2B5EF4-FFF2-40B4-BE49-F238E27FC236}">
                  <a16:creationId xmlns:a16="http://schemas.microsoft.com/office/drawing/2014/main" id="{5E2EC6C6-8CA4-FB47-9ED9-0A3A6111B69C}"/>
                </a:ext>
              </a:extLst>
            </p:cNvPr>
            <p:cNvSpPr/>
            <p:nvPr/>
          </p:nvSpPr>
          <p:spPr>
            <a:xfrm>
              <a:off x="2751864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2" name="Triangle 263">
              <a:extLst>
                <a:ext uri="{FF2B5EF4-FFF2-40B4-BE49-F238E27FC236}">
                  <a16:creationId xmlns:a16="http://schemas.microsoft.com/office/drawing/2014/main" id="{25DC52FB-1A08-104B-8F02-D1CFD37D6208}"/>
                </a:ext>
              </a:extLst>
            </p:cNvPr>
            <p:cNvSpPr/>
            <p:nvPr/>
          </p:nvSpPr>
          <p:spPr>
            <a:xfrm>
              <a:off x="2968155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3" name="Triangle 264">
              <a:extLst>
                <a:ext uri="{FF2B5EF4-FFF2-40B4-BE49-F238E27FC236}">
                  <a16:creationId xmlns:a16="http://schemas.microsoft.com/office/drawing/2014/main" id="{3DD5BE3F-37A4-9D40-893E-49168C5A43D0}"/>
                </a:ext>
              </a:extLst>
            </p:cNvPr>
            <p:cNvSpPr/>
            <p:nvPr/>
          </p:nvSpPr>
          <p:spPr>
            <a:xfrm>
              <a:off x="3158031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C3B8244F-E4F7-764F-8970-08F685AAACD5}"/>
                </a:ext>
              </a:extLst>
            </p:cNvPr>
            <p:cNvSpPr/>
            <p:nvPr/>
          </p:nvSpPr>
          <p:spPr>
            <a:xfrm>
              <a:off x="4130695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" name="Triangle 264">
              <a:extLst>
                <a:ext uri="{FF2B5EF4-FFF2-40B4-BE49-F238E27FC236}">
                  <a16:creationId xmlns:a16="http://schemas.microsoft.com/office/drawing/2014/main" id="{41B1FBC4-7423-6C4B-A822-BCB23175BA08}"/>
                </a:ext>
              </a:extLst>
            </p:cNvPr>
            <p:cNvSpPr/>
            <p:nvPr/>
          </p:nvSpPr>
          <p:spPr>
            <a:xfrm>
              <a:off x="3200228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" name="Triangle 264">
              <a:extLst>
                <a:ext uri="{FF2B5EF4-FFF2-40B4-BE49-F238E27FC236}">
                  <a16:creationId xmlns:a16="http://schemas.microsoft.com/office/drawing/2014/main" id="{E89B96F6-580D-454E-B5D2-D7845F904CED}"/>
                </a:ext>
              </a:extLst>
            </p:cNvPr>
            <p:cNvSpPr/>
            <p:nvPr/>
          </p:nvSpPr>
          <p:spPr>
            <a:xfrm>
              <a:off x="3549059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" name="Triangle 264">
              <a:extLst>
                <a:ext uri="{FF2B5EF4-FFF2-40B4-BE49-F238E27FC236}">
                  <a16:creationId xmlns:a16="http://schemas.microsoft.com/office/drawing/2014/main" id="{61F41E89-008A-B74F-857E-424EB07FBFA8}"/>
                </a:ext>
              </a:extLst>
            </p:cNvPr>
            <p:cNvSpPr/>
            <p:nvPr/>
          </p:nvSpPr>
          <p:spPr>
            <a:xfrm>
              <a:off x="3344674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5645AACD-D007-B349-836B-DA519F2396F7}"/>
                </a:ext>
              </a:extLst>
            </p:cNvPr>
            <p:cNvSpPr/>
            <p:nvPr/>
          </p:nvSpPr>
          <p:spPr>
            <a:xfrm rot="10800000">
              <a:off x="4149487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78A56153-991E-1647-A977-F3E32BC0AA14}"/>
                </a:ext>
              </a:extLst>
            </p:cNvPr>
            <p:cNvGrpSpPr/>
            <p:nvPr/>
          </p:nvGrpSpPr>
          <p:grpSpPr>
            <a:xfrm rot="20275914">
              <a:off x="4415395" y="2993878"/>
              <a:ext cx="319926" cy="404542"/>
              <a:chOff x="3510479" y="1211170"/>
              <a:chExt cx="2079479" cy="2629470"/>
            </a:xfrm>
          </p:grpSpPr>
          <p:sp>
            <p:nvSpPr>
              <p:cNvPr id="82" name="Oval 1">
                <a:extLst>
                  <a:ext uri="{FF2B5EF4-FFF2-40B4-BE49-F238E27FC236}">
                    <a16:creationId xmlns:a16="http://schemas.microsoft.com/office/drawing/2014/main" id="{80194227-E6D5-134C-8979-EFBB43AB6960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" name="Teardrop 82">
                <a:extLst>
                  <a:ext uri="{FF2B5EF4-FFF2-40B4-BE49-F238E27FC236}">
                    <a16:creationId xmlns:a16="http://schemas.microsoft.com/office/drawing/2014/main" id="{DCB69560-D4F4-5B40-8DE6-E86BE13C86C0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" name="Teardrop 83">
                <a:extLst>
                  <a:ext uri="{FF2B5EF4-FFF2-40B4-BE49-F238E27FC236}">
                    <a16:creationId xmlns:a16="http://schemas.microsoft.com/office/drawing/2014/main" id="{3EF4B949-DDC8-7645-B4A0-5A8FAA4A7392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" name="Teardrop 84">
                <a:extLst>
                  <a:ext uri="{FF2B5EF4-FFF2-40B4-BE49-F238E27FC236}">
                    <a16:creationId xmlns:a16="http://schemas.microsoft.com/office/drawing/2014/main" id="{0B330868-0E8F-D947-9F83-21E61C3597F3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" name="Teardrop 85">
                <a:extLst>
                  <a:ext uri="{FF2B5EF4-FFF2-40B4-BE49-F238E27FC236}">
                    <a16:creationId xmlns:a16="http://schemas.microsoft.com/office/drawing/2014/main" id="{80D306A9-CB51-7848-B21D-1B12AAE45116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" name="Teardrop 86">
                <a:extLst>
                  <a:ext uri="{FF2B5EF4-FFF2-40B4-BE49-F238E27FC236}">
                    <a16:creationId xmlns:a16="http://schemas.microsoft.com/office/drawing/2014/main" id="{287624A0-51D0-FB4D-A74F-44E13F051347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" name="Teardrop 87">
                <a:extLst>
                  <a:ext uri="{FF2B5EF4-FFF2-40B4-BE49-F238E27FC236}">
                    <a16:creationId xmlns:a16="http://schemas.microsoft.com/office/drawing/2014/main" id="{1704299B-E23F-6A47-947F-C64ED540BF89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" name="Teardrop 88">
                <a:extLst>
                  <a:ext uri="{FF2B5EF4-FFF2-40B4-BE49-F238E27FC236}">
                    <a16:creationId xmlns:a16="http://schemas.microsoft.com/office/drawing/2014/main" id="{5946D287-FFFE-9648-A0A0-5F9D70144788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" name="Teardrop 89">
                <a:extLst>
                  <a:ext uri="{FF2B5EF4-FFF2-40B4-BE49-F238E27FC236}">
                    <a16:creationId xmlns:a16="http://schemas.microsoft.com/office/drawing/2014/main" id="{3B778631-1690-AB4C-95BD-D7BD84FDC633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" name="Teardrop 90">
                <a:extLst>
                  <a:ext uri="{FF2B5EF4-FFF2-40B4-BE49-F238E27FC236}">
                    <a16:creationId xmlns:a16="http://schemas.microsoft.com/office/drawing/2014/main" id="{D3446C06-5B27-F144-B208-184625BD9435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" name="Teardrop 91">
                <a:extLst>
                  <a:ext uri="{FF2B5EF4-FFF2-40B4-BE49-F238E27FC236}">
                    <a16:creationId xmlns:a16="http://schemas.microsoft.com/office/drawing/2014/main" id="{D476C647-4896-C64B-A2DC-6D18DCB0D91C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" name="Teardrop 92">
                <a:extLst>
                  <a:ext uri="{FF2B5EF4-FFF2-40B4-BE49-F238E27FC236}">
                    <a16:creationId xmlns:a16="http://schemas.microsoft.com/office/drawing/2014/main" id="{A5E6552F-1B95-4140-A7EF-5BE26D39D426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" name="Teardrop 93">
                <a:extLst>
                  <a:ext uri="{FF2B5EF4-FFF2-40B4-BE49-F238E27FC236}">
                    <a16:creationId xmlns:a16="http://schemas.microsoft.com/office/drawing/2014/main" id="{8D056044-F610-6E4C-A03E-A9B708BE551C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" name="Teardrop 94">
                <a:extLst>
                  <a:ext uri="{FF2B5EF4-FFF2-40B4-BE49-F238E27FC236}">
                    <a16:creationId xmlns:a16="http://schemas.microsoft.com/office/drawing/2014/main" id="{BDA12CDA-232B-5944-801F-977058D6ED2D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" name="Teardrop 95">
                <a:extLst>
                  <a:ext uri="{FF2B5EF4-FFF2-40B4-BE49-F238E27FC236}">
                    <a16:creationId xmlns:a16="http://schemas.microsoft.com/office/drawing/2014/main" id="{E3BCC062-1E78-4A42-9630-0C18F16ABCAB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" name="Teardrop 96">
                <a:extLst>
                  <a:ext uri="{FF2B5EF4-FFF2-40B4-BE49-F238E27FC236}">
                    <a16:creationId xmlns:a16="http://schemas.microsoft.com/office/drawing/2014/main" id="{D0CBC170-99FA-8F40-97EF-C649B46AE04D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" name="Teardrop 97">
                <a:extLst>
                  <a:ext uri="{FF2B5EF4-FFF2-40B4-BE49-F238E27FC236}">
                    <a16:creationId xmlns:a16="http://schemas.microsoft.com/office/drawing/2014/main" id="{A71E35C0-A271-3A49-8ECA-54DAD4BB0B25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" name="Teardrop 98">
                <a:extLst>
                  <a:ext uri="{FF2B5EF4-FFF2-40B4-BE49-F238E27FC236}">
                    <a16:creationId xmlns:a16="http://schemas.microsoft.com/office/drawing/2014/main" id="{7C488537-17BA-834C-8DA7-B11A86824854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" name="Teardrop 99">
                <a:extLst>
                  <a:ext uri="{FF2B5EF4-FFF2-40B4-BE49-F238E27FC236}">
                    <a16:creationId xmlns:a16="http://schemas.microsoft.com/office/drawing/2014/main" id="{4FD6530A-59D6-1743-A112-73FB32990982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" name="Teardrop 100">
                <a:extLst>
                  <a:ext uri="{FF2B5EF4-FFF2-40B4-BE49-F238E27FC236}">
                    <a16:creationId xmlns:a16="http://schemas.microsoft.com/office/drawing/2014/main" id="{711EA2A7-6481-5B40-A91D-459C2EA02941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" name="Teardrop 101">
                <a:extLst>
                  <a:ext uri="{FF2B5EF4-FFF2-40B4-BE49-F238E27FC236}">
                    <a16:creationId xmlns:a16="http://schemas.microsoft.com/office/drawing/2014/main" id="{DA55CD6C-EF67-5F46-8EB1-7C8D16E50CB3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" name="Teardrop 102">
                <a:extLst>
                  <a:ext uri="{FF2B5EF4-FFF2-40B4-BE49-F238E27FC236}">
                    <a16:creationId xmlns:a16="http://schemas.microsoft.com/office/drawing/2014/main" id="{8057C1F5-A7B3-E940-9890-624DF56CABA4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" name="Teardrop 103">
                <a:extLst>
                  <a:ext uri="{FF2B5EF4-FFF2-40B4-BE49-F238E27FC236}">
                    <a16:creationId xmlns:a16="http://schemas.microsoft.com/office/drawing/2014/main" id="{A324BEA1-A918-FE42-A7B4-166C141AA415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" name="Teardrop 104">
                <a:extLst>
                  <a:ext uri="{FF2B5EF4-FFF2-40B4-BE49-F238E27FC236}">
                    <a16:creationId xmlns:a16="http://schemas.microsoft.com/office/drawing/2014/main" id="{51B44E6F-D757-AD4C-874A-F41A2AAC3C8B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" name="Teardrop 105">
                <a:extLst>
                  <a:ext uri="{FF2B5EF4-FFF2-40B4-BE49-F238E27FC236}">
                    <a16:creationId xmlns:a16="http://schemas.microsoft.com/office/drawing/2014/main" id="{A0FFB0B8-E0AB-6A4E-90EA-61F15CC94F83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" name="Teardrop 106">
                <a:extLst>
                  <a:ext uri="{FF2B5EF4-FFF2-40B4-BE49-F238E27FC236}">
                    <a16:creationId xmlns:a16="http://schemas.microsoft.com/office/drawing/2014/main" id="{C04236C5-43A6-5242-BE15-BA3D2E983636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" name="Teardrop 107">
                <a:extLst>
                  <a:ext uri="{FF2B5EF4-FFF2-40B4-BE49-F238E27FC236}">
                    <a16:creationId xmlns:a16="http://schemas.microsoft.com/office/drawing/2014/main" id="{BF6AE717-0DB5-434A-BCAC-A18211689E80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" name="Teardrop 108">
                <a:extLst>
                  <a:ext uri="{FF2B5EF4-FFF2-40B4-BE49-F238E27FC236}">
                    <a16:creationId xmlns:a16="http://schemas.microsoft.com/office/drawing/2014/main" id="{1EDF7819-F2C8-0046-8A4D-9B71D4A3B1C6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0" name="Teardrop 109">
                <a:extLst>
                  <a:ext uri="{FF2B5EF4-FFF2-40B4-BE49-F238E27FC236}">
                    <a16:creationId xmlns:a16="http://schemas.microsoft.com/office/drawing/2014/main" id="{785E9DCE-1D5E-2E4A-B4C5-AE9210B953A3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1" name="Teardrop 110">
                <a:extLst>
                  <a:ext uri="{FF2B5EF4-FFF2-40B4-BE49-F238E27FC236}">
                    <a16:creationId xmlns:a16="http://schemas.microsoft.com/office/drawing/2014/main" id="{3FA77FFB-2704-0C46-A799-29325554218B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4D50AC69-CA0A-CF4C-912B-A940E5A2C5A8}"/>
                </a:ext>
              </a:extLst>
            </p:cNvPr>
            <p:cNvGrpSpPr/>
            <p:nvPr/>
          </p:nvGrpSpPr>
          <p:grpSpPr>
            <a:xfrm rot="20726076">
              <a:off x="4445230" y="1854502"/>
              <a:ext cx="319926" cy="404542"/>
              <a:chOff x="3510479" y="1211170"/>
              <a:chExt cx="2079479" cy="2629470"/>
            </a:xfrm>
          </p:grpSpPr>
          <p:sp>
            <p:nvSpPr>
              <p:cNvPr id="52" name="Oval 1">
                <a:extLst>
                  <a:ext uri="{FF2B5EF4-FFF2-40B4-BE49-F238E27FC236}">
                    <a16:creationId xmlns:a16="http://schemas.microsoft.com/office/drawing/2014/main" id="{15418FA9-93C6-5746-9497-0ED9802B385B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" name="Teardrop 52">
                <a:extLst>
                  <a:ext uri="{FF2B5EF4-FFF2-40B4-BE49-F238E27FC236}">
                    <a16:creationId xmlns:a16="http://schemas.microsoft.com/office/drawing/2014/main" id="{5E231893-704E-8142-BCD3-6D04F0458057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" name="Teardrop 53">
                <a:extLst>
                  <a:ext uri="{FF2B5EF4-FFF2-40B4-BE49-F238E27FC236}">
                    <a16:creationId xmlns:a16="http://schemas.microsoft.com/office/drawing/2014/main" id="{C86D386D-08A4-E647-9B55-1D906F38CA31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" name="Teardrop 54">
                <a:extLst>
                  <a:ext uri="{FF2B5EF4-FFF2-40B4-BE49-F238E27FC236}">
                    <a16:creationId xmlns:a16="http://schemas.microsoft.com/office/drawing/2014/main" id="{AC602FDE-B632-9846-96E4-5FAE3FE18C8A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" name="Teardrop 55">
                <a:extLst>
                  <a:ext uri="{FF2B5EF4-FFF2-40B4-BE49-F238E27FC236}">
                    <a16:creationId xmlns:a16="http://schemas.microsoft.com/office/drawing/2014/main" id="{86F5DE61-E242-E642-BD73-9C0975329BA7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" name="Teardrop 56">
                <a:extLst>
                  <a:ext uri="{FF2B5EF4-FFF2-40B4-BE49-F238E27FC236}">
                    <a16:creationId xmlns:a16="http://schemas.microsoft.com/office/drawing/2014/main" id="{028A1C01-8C4B-1745-8DB5-58D2F8416E86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" name="Teardrop 57">
                <a:extLst>
                  <a:ext uri="{FF2B5EF4-FFF2-40B4-BE49-F238E27FC236}">
                    <a16:creationId xmlns:a16="http://schemas.microsoft.com/office/drawing/2014/main" id="{0B01DD7B-E7D0-1F45-AC84-D4EF593CBA61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" name="Teardrop 58">
                <a:extLst>
                  <a:ext uri="{FF2B5EF4-FFF2-40B4-BE49-F238E27FC236}">
                    <a16:creationId xmlns:a16="http://schemas.microsoft.com/office/drawing/2014/main" id="{DD18E4B5-9D9D-B949-8368-76844523A579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Teardrop 59">
                <a:extLst>
                  <a:ext uri="{FF2B5EF4-FFF2-40B4-BE49-F238E27FC236}">
                    <a16:creationId xmlns:a16="http://schemas.microsoft.com/office/drawing/2014/main" id="{24F10747-5A3B-044A-85C6-0C58EAEB7549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" name="Teardrop 60">
                <a:extLst>
                  <a:ext uri="{FF2B5EF4-FFF2-40B4-BE49-F238E27FC236}">
                    <a16:creationId xmlns:a16="http://schemas.microsoft.com/office/drawing/2014/main" id="{86E49DAD-8856-B942-B87F-63666E421A98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" name="Teardrop 61">
                <a:extLst>
                  <a:ext uri="{FF2B5EF4-FFF2-40B4-BE49-F238E27FC236}">
                    <a16:creationId xmlns:a16="http://schemas.microsoft.com/office/drawing/2014/main" id="{8BBBDEB0-1269-1E42-AC54-BC1C3F2B696E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" name="Teardrop 62">
                <a:extLst>
                  <a:ext uri="{FF2B5EF4-FFF2-40B4-BE49-F238E27FC236}">
                    <a16:creationId xmlns:a16="http://schemas.microsoft.com/office/drawing/2014/main" id="{3792497F-A872-354B-B317-E93F0B20FB25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" name="Teardrop 63">
                <a:extLst>
                  <a:ext uri="{FF2B5EF4-FFF2-40B4-BE49-F238E27FC236}">
                    <a16:creationId xmlns:a16="http://schemas.microsoft.com/office/drawing/2014/main" id="{A4DFDC6C-AA03-E14A-B132-04934F7D613A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" name="Teardrop 64">
                <a:extLst>
                  <a:ext uri="{FF2B5EF4-FFF2-40B4-BE49-F238E27FC236}">
                    <a16:creationId xmlns:a16="http://schemas.microsoft.com/office/drawing/2014/main" id="{A841B341-0DB0-F240-ABF3-C961A398E74C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" name="Teardrop 65">
                <a:extLst>
                  <a:ext uri="{FF2B5EF4-FFF2-40B4-BE49-F238E27FC236}">
                    <a16:creationId xmlns:a16="http://schemas.microsoft.com/office/drawing/2014/main" id="{40FD514E-A434-1247-9457-29302E78E352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" name="Teardrop 66">
                <a:extLst>
                  <a:ext uri="{FF2B5EF4-FFF2-40B4-BE49-F238E27FC236}">
                    <a16:creationId xmlns:a16="http://schemas.microsoft.com/office/drawing/2014/main" id="{25846547-DD15-2F49-B00B-F9091B47B2C0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" name="Teardrop 67">
                <a:extLst>
                  <a:ext uri="{FF2B5EF4-FFF2-40B4-BE49-F238E27FC236}">
                    <a16:creationId xmlns:a16="http://schemas.microsoft.com/office/drawing/2014/main" id="{4099ED2D-F1C3-514B-9EFD-3D26CD08D036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" name="Teardrop 68">
                <a:extLst>
                  <a:ext uri="{FF2B5EF4-FFF2-40B4-BE49-F238E27FC236}">
                    <a16:creationId xmlns:a16="http://schemas.microsoft.com/office/drawing/2014/main" id="{DC6B4489-DCDC-1144-A822-7B433C155180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" name="Teardrop 69">
                <a:extLst>
                  <a:ext uri="{FF2B5EF4-FFF2-40B4-BE49-F238E27FC236}">
                    <a16:creationId xmlns:a16="http://schemas.microsoft.com/office/drawing/2014/main" id="{0C1BC96B-8157-5E47-8814-F873240DFF0B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" name="Teardrop 70">
                <a:extLst>
                  <a:ext uri="{FF2B5EF4-FFF2-40B4-BE49-F238E27FC236}">
                    <a16:creationId xmlns:a16="http://schemas.microsoft.com/office/drawing/2014/main" id="{99DC8097-9CAE-3841-A9AC-4848273CAFB2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" name="Teardrop 71">
                <a:extLst>
                  <a:ext uri="{FF2B5EF4-FFF2-40B4-BE49-F238E27FC236}">
                    <a16:creationId xmlns:a16="http://schemas.microsoft.com/office/drawing/2014/main" id="{5461BBAC-763F-4746-B2B2-71C9135BBAA6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" name="Teardrop 72">
                <a:extLst>
                  <a:ext uri="{FF2B5EF4-FFF2-40B4-BE49-F238E27FC236}">
                    <a16:creationId xmlns:a16="http://schemas.microsoft.com/office/drawing/2014/main" id="{840C22CF-B8A3-664C-9D0A-61AC931E8816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" name="Teardrop 73">
                <a:extLst>
                  <a:ext uri="{FF2B5EF4-FFF2-40B4-BE49-F238E27FC236}">
                    <a16:creationId xmlns:a16="http://schemas.microsoft.com/office/drawing/2014/main" id="{154BB761-09C2-C14A-8310-466F042C626C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" name="Teardrop 74">
                <a:extLst>
                  <a:ext uri="{FF2B5EF4-FFF2-40B4-BE49-F238E27FC236}">
                    <a16:creationId xmlns:a16="http://schemas.microsoft.com/office/drawing/2014/main" id="{43367ABB-7171-B94E-8679-46CB630BACEF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" name="Teardrop 75">
                <a:extLst>
                  <a:ext uri="{FF2B5EF4-FFF2-40B4-BE49-F238E27FC236}">
                    <a16:creationId xmlns:a16="http://schemas.microsoft.com/office/drawing/2014/main" id="{186E4B1A-5097-8A4B-9246-C11713AE5AFD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" name="Teardrop 76">
                <a:extLst>
                  <a:ext uri="{FF2B5EF4-FFF2-40B4-BE49-F238E27FC236}">
                    <a16:creationId xmlns:a16="http://schemas.microsoft.com/office/drawing/2014/main" id="{7BDB37BD-DED9-534E-9523-BFE17A4A0E43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" name="Teardrop 77">
                <a:extLst>
                  <a:ext uri="{FF2B5EF4-FFF2-40B4-BE49-F238E27FC236}">
                    <a16:creationId xmlns:a16="http://schemas.microsoft.com/office/drawing/2014/main" id="{D993F304-9B64-5448-9ECC-0EA7D4024619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" name="Teardrop 78">
                <a:extLst>
                  <a:ext uri="{FF2B5EF4-FFF2-40B4-BE49-F238E27FC236}">
                    <a16:creationId xmlns:a16="http://schemas.microsoft.com/office/drawing/2014/main" id="{BEDBAE29-B8C0-7244-909B-B09517B0A941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" name="Teardrop 79">
                <a:extLst>
                  <a:ext uri="{FF2B5EF4-FFF2-40B4-BE49-F238E27FC236}">
                    <a16:creationId xmlns:a16="http://schemas.microsoft.com/office/drawing/2014/main" id="{24E50231-C985-D941-A00F-C3662F09F72A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" name="Teardrop 80">
                <a:extLst>
                  <a:ext uri="{FF2B5EF4-FFF2-40B4-BE49-F238E27FC236}">
                    <a16:creationId xmlns:a16="http://schemas.microsoft.com/office/drawing/2014/main" id="{044170E0-4AB6-FA48-9C90-2524FD2CE139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D108053C-DE0D-6E43-A4E1-6EDCBDD4CBD3}"/>
                </a:ext>
              </a:extLst>
            </p:cNvPr>
            <p:cNvGrpSpPr/>
            <p:nvPr/>
          </p:nvGrpSpPr>
          <p:grpSpPr>
            <a:xfrm rot="21065350">
              <a:off x="3727049" y="2277700"/>
              <a:ext cx="319926" cy="404542"/>
              <a:chOff x="3510479" y="1211170"/>
              <a:chExt cx="2079479" cy="2629470"/>
            </a:xfrm>
          </p:grpSpPr>
          <p:sp>
            <p:nvSpPr>
              <p:cNvPr id="22" name="Oval 1">
                <a:extLst>
                  <a:ext uri="{FF2B5EF4-FFF2-40B4-BE49-F238E27FC236}">
                    <a16:creationId xmlns:a16="http://schemas.microsoft.com/office/drawing/2014/main" id="{28679FEE-62C0-284B-934F-898CF6D4F968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" name="Teardrop 22">
                <a:extLst>
                  <a:ext uri="{FF2B5EF4-FFF2-40B4-BE49-F238E27FC236}">
                    <a16:creationId xmlns:a16="http://schemas.microsoft.com/office/drawing/2014/main" id="{7208B165-5D9D-FE47-B547-AB735DA5B54A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" name="Teardrop 23">
                <a:extLst>
                  <a:ext uri="{FF2B5EF4-FFF2-40B4-BE49-F238E27FC236}">
                    <a16:creationId xmlns:a16="http://schemas.microsoft.com/office/drawing/2014/main" id="{D0A14B60-E784-3840-9184-D244A0C60EE0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" name="Teardrop 24">
                <a:extLst>
                  <a:ext uri="{FF2B5EF4-FFF2-40B4-BE49-F238E27FC236}">
                    <a16:creationId xmlns:a16="http://schemas.microsoft.com/office/drawing/2014/main" id="{79C3D0FC-AFD6-2E4E-87CA-C743A6B9CB71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" name="Teardrop 25">
                <a:extLst>
                  <a:ext uri="{FF2B5EF4-FFF2-40B4-BE49-F238E27FC236}">
                    <a16:creationId xmlns:a16="http://schemas.microsoft.com/office/drawing/2014/main" id="{4DE802A6-C8AF-D544-8C3E-6D252ACE8627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" name="Teardrop 26">
                <a:extLst>
                  <a:ext uri="{FF2B5EF4-FFF2-40B4-BE49-F238E27FC236}">
                    <a16:creationId xmlns:a16="http://schemas.microsoft.com/office/drawing/2014/main" id="{63ABAE68-59F2-D440-8569-8569492E9992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" name="Teardrop 27">
                <a:extLst>
                  <a:ext uri="{FF2B5EF4-FFF2-40B4-BE49-F238E27FC236}">
                    <a16:creationId xmlns:a16="http://schemas.microsoft.com/office/drawing/2014/main" id="{65ADE54B-6395-3C48-BC88-8FC8098AD1B1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" name="Teardrop 28">
                <a:extLst>
                  <a:ext uri="{FF2B5EF4-FFF2-40B4-BE49-F238E27FC236}">
                    <a16:creationId xmlns:a16="http://schemas.microsoft.com/office/drawing/2014/main" id="{8B177B56-500C-C645-A8F3-5F5F26DF33F5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" name="Teardrop 29">
                <a:extLst>
                  <a:ext uri="{FF2B5EF4-FFF2-40B4-BE49-F238E27FC236}">
                    <a16:creationId xmlns:a16="http://schemas.microsoft.com/office/drawing/2014/main" id="{30235C66-8A8C-CE46-B615-6364A1E8379F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" name="Teardrop 30">
                <a:extLst>
                  <a:ext uri="{FF2B5EF4-FFF2-40B4-BE49-F238E27FC236}">
                    <a16:creationId xmlns:a16="http://schemas.microsoft.com/office/drawing/2014/main" id="{8C7E80B0-266D-C244-9688-CEA39DEEFB31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" name="Teardrop 31">
                <a:extLst>
                  <a:ext uri="{FF2B5EF4-FFF2-40B4-BE49-F238E27FC236}">
                    <a16:creationId xmlns:a16="http://schemas.microsoft.com/office/drawing/2014/main" id="{24C8B99E-D2BB-674F-A8BD-8731AEC26FF0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" name="Teardrop 32">
                <a:extLst>
                  <a:ext uri="{FF2B5EF4-FFF2-40B4-BE49-F238E27FC236}">
                    <a16:creationId xmlns:a16="http://schemas.microsoft.com/office/drawing/2014/main" id="{8537133B-4C7E-6840-8BE3-AAB713A2EA0B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" name="Teardrop 33">
                <a:extLst>
                  <a:ext uri="{FF2B5EF4-FFF2-40B4-BE49-F238E27FC236}">
                    <a16:creationId xmlns:a16="http://schemas.microsoft.com/office/drawing/2014/main" id="{6C8BF9F0-88CB-6D4E-B74C-91BB96AB08F8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" name="Teardrop 34">
                <a:extLst>
                  <a:ext uri="{FF2B5EF4-FFF2-40B4-BE49-F238E27FC236}">
                    <a16:creationId xmlns:a16="http://schemas.microsoft.com/office/drawing/2014/main" id="{C55DE5A5-95D4-CB4A-8468-97089FA4FCD1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" name="Teardrop 35">
                <a:extLst>
                  <a:ext uri="{FF2B5EF4-FFF2-40B4-BE49-F238E27FC236}">
                    <a16:creationId xmlns:a16="http://schemas.microsoft.com/office/drawing/2014/main" id="{870791B5-DAA2-A941-B67B-019530E7DD7A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" name="Teardrop 36">
                <a:extLst>
                  <a:ext uri="{FF2B5EF4-FFF2-40B4-BE49-F238E27FC236}">
                    <a16:creationId xmlns:a16="http://schemas.microsoft.com/office/drawing/2014/main" id="{6F635878-40BF-7849-9D61-283114415890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" name="Teardrop 37">
                <a:extLst>
                  <a:ext uri="{FF2B5EF4-FFF2-40B4-BE49-F238E27FC236}">
                    <a16:creationId xmlns:a16="http://schemas.microsoft.com/office/drawing/2014/main" id="{10EDF132-5B8D-8841-8D7C-90032E520CD3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" name="Teardrop 38">
                <a:extLst>
                  <a:ext uri="{FF2B5EF4-FFF2-40B4-BE49-F238E27FC236}">
                    <a16:creationId xmlns:a16="http://schemas.microsoft.com/office/drawing/2014/main" id="{645145DD-A26B-0448-9E06-EFF1FC7C8E3D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" name="Teardrop 39">
                <a:extLst>
                  <a:ext uri="{FF2B5EF4-FFF2-40B4-BE49-F238E27FC236}">
                    <a16:creationId xmlns:a16="http://schemas.microsoft.com/office/drawing/2014/main" id="{9E188D3D-E810-A64C-9E3B-8643B38D892D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" name="Teardrop 40">
                <a:extLst>
                  <a:ext uri="{FF2B5EF4-FFF2-40B4-BE49-F238E27FC236}">
                    <a16:creationId xmlns:a16="http://schemas.microsoft.com/office/drawing/2014/main" id="{0D31B2F2-ADB5-434A-AC6B-8A17A78C57F2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" name="Teardrop 41">
                <a:extLst>
                  <a:ext uri="{FF2B5EF4-FFF2-40B4-BE49-F238E27FC236}">
                    <a16:creationId xmlns:a16="http://schemas.microsoft.com/office/drawing/2014/main" id="{9E7D8EB4-3F61-3F4F-843E-FCEDF408E382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" name="Teardrop 42">
                <a:extLst>
                  <a:ext uri="{FF2B5EF4-FFF2-40B4-BE49-F238E27FC236}">
                    <a16:creationId xmlns:a16="http://schemas.microsoft.com/office/drawing/2014/main" id="{F990D40E-10EC-A84A-818F-BD9D76CBF897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" name="Teardrop 43">
                <a:extLst>
                  <a:ext uri="{FF2B5EF4-FFF2-40B4-BE49-F238E27FC236}">
                    <a16:creationId xmlns:a16="http://schemas.microsoft.com/office/drawing/2014/main" id="{18A8BFE2-EFA3-254F-B2FF-7FDE7965433E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" name="Teardrop 44">
                <a:extLst>
                  <a:ext uri="{FF2B5EF4-FFF2-40B4-BE49-F238E27FC236}">
                    <a16:creationId xmlns:a16="http://schemas.microsoft.com/office/drawing/2014/main" id="{16934C00-919D-AF47-9A21-901FCABD766B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" name="Teardrop 45">
                <a:extLst>
                  <a:ext uri="{FF2B5EF4-FFF2-40B4-BE49-F238E27FC236}">
                    <a16:creationId xmlns:a16="http://schemas.microsoft.com/office/drawing/2014/main" id="{469818EA-3C70-5240-A378-5BBA880FC1C0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" name="Teardrop 46">
                <a:extLst>
                  <a:ext uri="{FF2B5EF4-FFF2-40B4-BE49-F238E27FC236}">
                    <a16:creationId xmlns:a16="http://schemas.microsoft.com/office/drawing/2014/main" id="{D9624ACF-2901-5147-AD35-A6FAD298FE0B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" name="Teardrop 47">
                <a:extLst>
                  <a:ext uri="{FF2B5EF4-FFF2-40B4-BE49-F238E27FC236}">
                    <a16:creationId xmlns:a16="http://schemas.microsoft.com/office/drawing/2014/main" id="{3526E455-4FEE-7C46-8CFB-B640F92269E7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" name="Teardrop 48">
                <a:extLst>
                  <a:ext uri="{FF2B5EF4-FFF2-40B4-BE49-F238E27FC236}">
                    <a16:creationId xmlns:a16="http://schemas.microsoft.com/office/drawing/2014/main" id="{398E04B0-4DEC-5C4C-BBC0-206FCE070ACC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" name="Teardrop 49">
                <a:extLst>
                  <a:ext uri="{FF2B5EF4-FFF2-40B4-BE49-F238E27FC236}">
                    <a16:creationId xmlns:a16="http://schemas.microsoft.com/office/drawing/2014/main" id="{82B49C2B-1864-8E4A-9B48-61886B24FA6D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" name="Teardrop 50">
                <a:extLst>
                  <a:ext uri="{FF2B5EF4-FFF2-40B4-BE49-F238E27FC236}">
                    <a16:creationId xmlns:a16="http://schemas.microsoft.com/office/drawing/2014/main" id="{2F57F52C-F449-554E-886F-7001C244A408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113" name="TextBox 112">
            <a:extLst>
              <a:ext uri="{FF2B5EF4-FFF2-40B4-BE49-F238E27FC236}">
                <a16:creationId xmlns:a16="http://schemas.microsoft.com/office/drawing/2014/main" id="{36043BAD-138A-B242-A061-66666D24EFFB}"/>
              </a:ext>
            </a:extLst>
          </p:cNvPr>
          <p:cNvSpPr txBox="1"/>
          <p:nvPr/>
        </p:nvSpPr>
        <p:spPr>
          <a:xfrm>
            <a:off x="7020331" y="6337516"/>
            <a:ext cx="684803" cy="338554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1600" b="1" dirty="0">
                <a:solidFill>
                  <a:srgbClr val="000000"/>
                </a:solidFill>
                <a:latin typeface="Helvetica"/>
                <a:cs typeface="Helvetica"/>
              </a:rPr>
              <a:t>Daily</a:t>
            </a:r>
          </a:p>
        </p:txBody>
      </p:sp>
      <p:sp>
        <p:nvSpPr>
          <p:cNvPr id="120" name="Right Arrow 119">
            <a:extLst>
              <a:ext uri="{FF2B5EF4-FFF2-40B4-BE49-F238E27FC236}">
                <a16:creationId xmlns:a16="http://schemas.microsoft.com/office/drawing/2014/main" id="{EE0BFEF2-6903-5D4F-A6BA-B377F68D1246}"/>
              </a:ext>
            </a:extLst>
          </p:cNvPr>
          <p:cNvSpPr/>
          <p:nvPr/>
        </p:nvSpPr>
        <p:spPr>
          <a:xfrm rot="5400000">
            <a:off x="7438580" y="3832307"/>
            <a:ext cx="690245" cy="531244"/>
          </a:xfrm>
          <a:prstGeom prst="rightArrow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EEE5726F-D62B-CE48-95DA-BCD69F7EA043}"/>
              </a:ext>
            </a:extLst>
          </p:cNvPr>
          <p:cNvSpPr txBox="1"/>
          <p:nvPr/>
        </p:nvSpPr>
        <p:spPr>
          <a:xfrm>
            <a:off x="5816870" y="5100375"/>
            <a:ext cx="3250296" cy="369332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b="1" dirty="0">
                <a:latin typeface="Helvetica"/>
                <a:cs typeface="Helvetica"/>
              </a:rPr>
              <a:t>Determine Phenology Stage</a:t>
            </a:r>
          </a:p>
        </p:txBody>
      </p:sp>
      <p:sp>
        <p:nvSpPr>
          <p:cNvPr id="122" name="Right Arrow 121">
            <a:extLst>
              <a:ext uri="{FF2B5EF4-FFF2-40B4-BE49-F238E27FC236}">
                <a16:creationId xmlns:a16="http://schemas.microsoft.com/office/drawing/2014/main" id="{952396CD-4DAC-D745-AF52-A03525E3A545}"/>
              </a:ext>
            </a:extLst>
          </p:cNvPr>
          <p:cNvSpPr/>
          <p:nvPr/>
        </p:nvSpPr>
        <p:spPr>
          <a:xfrm rot="9940147">
            <a:off x="5643812" y="5872300"/>
            <a:ext cx="690245" cy="531244"/>
          </a:xfrm>
          <a:prstGeom prst="rightArrow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3" name="Right Arrow 122">
            <a:extLst>
              <a:ext uri="{FF2B5EF4-FFF2-40B4-BE49-F238E27FC236}">
                <a16:creationId xmlns:a16="http://schemas.microsoft.com/office/drawing/2014/main" id="{88B59EEF-C33D-994E-A5ED-5BA74EBB7151}"/>
              </a:ext>
            </a:extLst>
          </p:cNvPr>
          <p:cNvSpPr/>
          <p:nvPr/>
        </p:nvSpPr>
        <p:spPr>
          <a:xfrm rot="12564649">
            <a:off x="2368936" y="5898545"/>
            <a:ext cx="690245" cy="531244"/>
          </a:xfrm>
          <a:prstGeom prst="rightArrow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5" name="Right Arrow 124">
            <a:extLst>
              <a:ext uri="{FF2B5EF4-FFF2-40B4-BE49-F238E27FC236}">
                <a16:creationId xmlns:a16="http://schemas.microsoft.com/office/drawing/2014/main" id="{6F7D4352-E868-ED45-BC86-312844B2168F}"/>
              </a:ext>
            </a:extLst>
          </p:cNvPr>
          <p:cNvSpPr/>
          <p:nvPr/>
        </p:nvSpPr>
        <p:spPr>
          <a:xfrm rot="19165908">
            <a:off x="2009688" y="2054539"/>
            <a:ext cx="690245" cy="531244"/>
          </a:xfrm>
          <a:prstGeom prst="rightArrow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D31B1FB1-43FC-3847-98B6-A75558FB19E0}"/>
              </a:ext>
            </a:extLst>
          </p:cNvPr>
          <p:cNvSpPr txBox="1"/>
          <p:nvPr/>
        </p:nvSpPr>
        <p:spPr>
          <a:xfrm>
            <a:off x="3346690" y="1512682"/>
            <a:ext cx="5688601" cy="1938992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 defTabSz="914400"/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Prognostic Phenology </a:t>
            </a:r>
            <a:r>
              <a:rPr lang="en-US" sz="2400" dirty="0">
                <a:solidFill>
                  <a:srgbClr val="9E160D"/>
                </a:solidFill>
                <a:latin typeface="Helvetica"/>
                <a:cs typeface="Helvetica"/>
              </a:rPr>
              <a:t>Integrates </a:t>
            </a:r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Ecosystem Processes</a:t>
            </a:r>
          </a:p>
          <a:p>
            <a:pPr marL="342900" indent="-342900" algn="ctr" defTabSz="914400">
              <a:buClr>
                <a:srgbClr val="9E160D"/>
              </a:buClr>
              <a:buFont typeface="Wingdings" pitchFamily="2" charset="2"/>
              <a:buChar char="Ø"/>
            </a:pPr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Carbon Pools</a:t>
            </a:r>
          </a:p>
          <a:p>
            <a:pPr marL="342900" indent="-342900" algn="ctr" defTabSz="914400">
              <a:buClr>
                <a:srgbClr val="9E160D"/>
              </a:buClr>
              <a:buFont typeface="Wingdings" pitchFamily="2" charset="2"/>
              <a:buChar char="Ø"/>
            </a:pPr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Land-Atmosphere Fluxes</a:t>
            </a:r>
          </a:p>
          <a:p>
            <a:pPr marL="342900" indent="-342900" algn="ctr" defTabSz="914400">
              <a:buClr>
                <a:srgbClr val="9E160D"/>
              </a:buClr>
              <a:buFont typeface="Wingdings" pitchFamily="2" charset="2"/>
              <a:buChar char="Ø"/>
            </a:pPr>
            <a:r>
              <a:rPr lang="en-US" sz="2400" dirty="0">
                <a:solidFill>
                  <a:srgbClr val="4B3118"/>
                </a:solidFill>
                <a:latin typeface="Helvetica"/>
                <a:cs typeface="Helvetica"/>
              </a:rPr>
              <a:t>Biosphere-Atmosphere Exchanges</a:t>
            </a:r>
          </a:p>
        </p:txBody>
      </p: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36C2B9E4-9CDB-B642-A02A-DC249CAC0977}"/>
              </a:ext>
            </a:extLst>
          </p:cNvPr>
          <p:cNvGrpSpPr/>
          <p:nvPr/>
        </p:nvGrpSpPr>
        <p:grpSpPr>
          <a:xfrm rot="-180000">
            <a:off x="-35934" y="-29074"/>
            <a:ext cx="2728913" cy="1762102"/>
            <a:chOff x="-66158" y="-26695"/>
            <a:chExt cx="2728913" cy="1762102"/>
          </a:xfrm>
        </p:grpSpPr>
        <p:pic>
          <p:nvPicPr>
            <p:cNvPr id="128" name="Picture 127">
              <a:extLst>
                <a:ext uri="{FF2B5EF4-FFF2-40B4-BE49-F238E27FC236}">
                  <a16:creationId xmlns:a16="http://schemas.microsoft.com/office/drawing/2014/main" id="{A5222EC6-B513-584D-BAAA-A72A01D3C3C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129" name="Picture 128">
              <a:extLst>
                <a:ext uri="{FF2B5EF4-FFF2-40B4-BE49-F238E27FC236}">
                  <a16:creationId xmlns:a16="http://schemas.microsoft.com/office/drawing/2014/main" id="{C9A44F2A-CB59-5342-A53A-2E5B60C5147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122174" y="-26695"/>
              <a:ext cx="2540581" cy="1413104"/>
            </a:xfrm>
            <a:prstGeom prst="rect">
              <a:avLst/>
            </a:prstGeom>
          </p:spPr>
        </p:pic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DF760236-6116-DB4E-87C7-35326636EA2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51831" y="165870"/>
              <a:ext cx="993606" cy="1020488"/>
              <a:chOff x="1393880" y="1143248"/>
              <a:chExt cx="1298448" cy="1298448"/>
            </a:xfrm>
            <a:solidFill>
              <a:srgbClr val="FFF400"/>
            </a:solidFill>
          </p:grpSpPr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E7D2FB2B-A1EC-E645-9689-257A863056DD}"/>
                  </a:ext>
                </a:extLst>
              </p:cNvPr>
              <p:cNvSpPr/>
              <p:nvPr/>
            </p:nvSpPr>
            <p:spPr>
              <a:xfrm>
                <a:off x="1620283" y="1370783"/>
                <a:ext cx="845643" cy="845643"/>
              </a:xfrm>
              <a:prstGeom prst="ellipse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33" name="Group 132">
                <a:extLst>
                  <a:ext uri="{FF2B5EF4-FFF2-40B4-BE49-F238E27FC236}">
                    <a16:creationId xmlns:a16="http://schemas.microsoft.com/office/drawing/2014/main" id="{B4120958-4022-C04D-ABC2-59B467D020C1}"/>
                  </a:ext>
                </a:extLst>
              </p:cNvPr>
              <p:cNvGrpSpPr/>
              <p:nvPr/>
            </p:nvGrpSpPr>
            <p:grpSpPr>
              <a:xfrm>
                <a:off x="1394682" y="1284460"/>
                <a:ext cx="1296846" cy="1034301"/>
                <a:chOff x="1394682" y="1284460"/>
                <a:chExt cx="1296846" cy="1034301"/>
              </a:xfrm>
              <a:grpFill/>
            </p:grpSpPr>
            <p:sp>
              <p:nvSpPr>
                <p:cNvPr id="143" name="Rectangle 142">
                  <a:extLst>
                    <a:ext uri="{FF2B5EF4-FFF2-40B4-BE49-F238E27FC236}">
                      <a16:creationId xmlns:a16="http://schemas.microsoft.com/office/drawing/2014/main" id="{46CEB7EF-61F0-0B48-B19B-2C93B967B775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4" name="Rectangle 143">
                  <a:extLst>
                    <a:ext uri="{FF2B5EF4-FFF2-40B4-BE49-F238E27FC236}">
                      <a16:creationId xmlns:a16="http://schemas.microsoft.com/office/drawing/2014/main" id="{036F120C-D7E5-AB45-960C-70B3FA5928BB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34" name="Group 133">
                <a:extLst>
                  <a:ext uri="{FF2B5EF4-FFF2-40B4-BE49-F238E27FC236}">
                    <a16:creationId xmlns:a16="http://schemas.microsoft.com/office/drawing/2014/main" id="{FA9BE744-3B65-414A-8FD3-689DF065B001}"/>
                  </a:ext>
                </a:extLst>
              </p:cNvPr>
              <p:cNvGrpSpPr/>
              <p:nvPr/>
            </p:nvGrpSpPr>
            <p:grpSpPr>
              <a:xfrm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141" name="Rectangle 140">
                  <a:extLst>
                    <a:ext uri="{FF2B5EF4-FFF2-40B4-BE49-F238E27FC236}">
                      <a16:creationId xmlns:a16="http://schemas.microsoft.com/office/drawing/2014/main" id="{EDA724BD-1682-4C40-9FBD-10F60BD49CF7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2" name="Rectangle 141">
                  <a:extLst>
                    <a:ext uri="{FF2B5EF4-FFF2-40B4-BE49-F238E27FC236}">
                      <a16:creationId xmlns:a16="http://schemas.microsoft.com/office/drawing/2014/main" id="{DEE1F54A-2DE5-5E48-935E-72CFE03EC436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35" name="Group 134">
                <a:extLst>
                  <a:ext uri="{FF2B5EF4-FFF2-40B4-BE49-F238E27FC236}">
                    <a16:creationId xmlns:a16="http://schemas.microsoft.com/office/drawing/2014/main" id="{4AD26A55-199A-F643-BFFF-24F68F313E20}"/>
                  </a:ext>
                </a:extLst>
              </p:cNvPr>
              <p:cNvGrpSpPr/>
              <p:nvPr/>
            </p:nvGrpSpPr>
            <p:grpSpPr>
              <a:xfrm rot="18926824"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139" name="Rectangle 138">
                  <a:extLst>
                    <a:ext uri="{FF2B5EF4-FFF2-40B4-BE49-F238E27FC236}">
                      <a16:creationId xmlns:a16="http://schemas.microsoft.com/office/drawing/2014/main" id="{45FB924A-9774-3241-8EA0-3DC9F51A86E7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0" name="Rectangle 139">
                  <a:extLst>
                    <a:ext uri="{FF2B5EF4-FFF2-40B4-BE49-F238E27FC236}">
                      <a16:creationId xmlns:a16="http://schemas.microsoft.com/office/drawing/2014/main" id="{240A6962-C71D-6244-BCBE-CB037DB91058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36" name="Group 135">
                <a:extLst>
                  <a:ext uri="{FF2B5EF4-FFF2-40B4-BE49-F238E27FC236}">
                    <a16:creationId xmlns:a16="http://schemas.microsoft.com/office/drawing/2014/main" id="{CC14B133-945B-E144-936D-8A8A3FE869DD}"/>
                  </a:ext>
                </a:extLst>
              </p:cNvPr>
              <p:cNvGrpSpPr/>
              <p:nvPr/>
            </p:nvGrpSpPr>
            <p:grpSpPr>
              <a:xfrm rot="2728193" flipH="1">
                <a:off x="1393881" y="1275836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137" name="Rectangle 136">
                  <a:extLst>
                    <a:ext uri="{FF2B5EF4-FFF2-40B4-BE49-F238E27FC236}">
                      <a16:creationId xmlns:a16="http://schemas.microsoft.com/office/drawing/2014/main" id="{92A2755F-5B57-8E48-A497-A47D0B56A325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8" name="Rectangle 137">
                  <a:extLst>
                    <a:ext uri="{FF2B5EF4-FFF2-40B4-BE49-F238E27FC236}">
                      <a16:creationId xmlns:a16="http://schemas.microsoft.com/office/drawing/2014/main" id="{213FB5F5-E679-CC48-BE57-3CF258139515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pic>
          <p:nvPicPr>
            <p:cNvPr id="131" name="Picture 130">
              <a:extLst>
                <a:ext uri="{FF2B5EF4-FFF2-40B4-BE49-F238E27FC236}">
                  <a16:creationId xmlns:a16="http://schemas.microsoft.com/office/drawing/2014/main" id="{066C1EC9-4BDB-BA44-94B7-D8BE871F541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sp>
        <p:nvSpPr>
          <p:cNvPr id="145" name="Teardrop 144">
            <a:extLst>
              <a:ext uri="{FF2B5EF4-FFF2-40B4-BE49-F238E27FC236}">
                <a16:creationId xmlns:a16="http://schemas.microsoft.com/office/drawing/2014/main" id="{022994CC-C7E1-E843-8814-D07BDB326878}"/>
              </a:ext>
            </a:extLst>
          </p:cNvPr>
          <p:cNvSpPr/>
          <p:nvPr/>
        </p:nvSpPr>
        <p:spPr>
          <a:xfrm rot="20933280">
            <a:off x="227578" y="1790432"/>
            <a:ext cx="164016" cy="130791"/>
          </a:xfrm>
          <a:prstGeom prst="teardrop">
            <a:avLst>
              <a:gd name="adj" fmla="val 164000"/>
            </a:avLst>
          </a:prstGeom>
          <a:gradFill>
            <a:gsLst>
              <a:gs pos="35000">
                <a:srgbClr val="C8D3E6"/>
              </a:gs>
              <a:gs pos="14000">
                <a:schemeClr val="accent1">
                  <a:lumMod val="5000"/>
                  <a:lumOff val="95000"/>
                </a:schemeClr>
              </a:gs>
              <a:gs pos="63000">
                <a:srgbClr val="8B9EC1"/>
              </a:gs>
            </a:gsLst>
            <a:lin ang="5400000" scaled="0"/>
          </a:gra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6" name="Teardrop 145">
            <a:extLst>
              <a:ext uri="{FF2B5EF4-FFF2-40B4-BE49-F238E27FC236}">
                <a16:creationId xmlns:a16="http://schemas.microsoft.com/office/drawing/2014/main" id="{C8C85CA3-1383-EE47-B801-059E9A76C197}"/>
              </a:ext>
            </a:extLst>
          </p:cNvPr>
          <p:cNvSpPr/>
          <p:nvPr/>
        </p:nvSpPr>
        <p:spPr>
          <a:xfrm rot="20933280">
            <a:off x="244131" y="2078159"/>
            <a:ext cx="317500" cy="317500"/>
          </a:xfrm>
          <a:prstGeom prst="teardrop">
            <a:avLst>
              <a:gd name="adj" fmla="val 164000"/>
            </a:avLst>
          </a:prstGeom>
          <a:gradFill>
            <a:gsLst>
              <a:gs pos="35000">
                <a:srgbClr val="C8D3E6"/>
              </a:gs>
              <a:gs pos="14000">
                <a:schemeClr val="accent1">
                  <a:lumMod val="5000"/>
                  <a:lumOff val="95000"/>
                </a:schemeClr>
              </a:gs>
              <a:gs pos="63000">
                <a:srgbClr val="8B9EC1"/>
              </a:gs>
            </a:gsLst>
            <a:lin ang="5400000" scaled="0"/>
          </a:gra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7" name="Teardrop 146">
            <a:extLst>
              <a:ext uri="{FF2B5EF4-FFF2-40B4-BE49-F238E27FC236}">
                <a16:creationId xmlns:a16="http://schemas.microsoft.com/office/drawing/2014/main" id="{5E85CDDB-6818-AF49-832A-A54F737F6148}"/>
              </a:ext>
            </a:extLst>
          </p:cNvPr>
          <p:cNvSpPr/>
          <p:nvPr/>
        </p:nvSpPr>
        <p:spPr>
          <a:xfrm rot="20933280">
            <a:off x="832220" y="2080677"/>
            <a:ext cx="164016" cy="130791"/>
          </a:xfrm>
          <a:prstGeom prst="teardrop">
            <a:avLst>
              <a:gd name="adj" fmla="val 164000"/>
            </a:avLst>
          </a:prstGeom>
          <a:gradFill>
            <a:gsLst>
              <a:gs pos="35000">
                <a:srgbClr val="C8D3E6"/>
              </a:gs>
              <a:gs pos="14000">
                <a:schemeClr val="accent1">
                  <a:lumMod val="5000"/>
                  <a:lumOff val="95000"/>
                </a:schemeClr>
              </a:gs>
              <a:gs pos="63000">
                <a:srgbClr val="8B9EC1"/>
              </a:gs>
            </a:gsLst>
            <a:lin ang="5400000" scaled="0"/>
          </a:gra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8" name="Teardrop 147">
            <a:extLst>
              <a:ext uri="{FF2B5EF4-FFF2-40B4-BE49-F238E27FC236}">
                <a16:creationId xmlns:a16="http://schemas.microsoft.com/office/drawing/2014/main" id="{C27513D2-7839-7C47-85A9-18EAD69AD305}"/>
              </a:ext>
            </a:extLst>
          </p:cNvPr>
          <p:cNvSpPr/>
          <p:nvPr/>
        </p:nvSpPr>
        <p:spPr>
          <a:xfrm rot="20933280">
            <a:off x="1551994" y="1798437"/>
            <a:ext cx="164016" cy="130791"/>
          </a:xfrm>
          <a:prstGeom prst="teardrop">
            <a:avLst>
              <a:gd name="adj" fmla="val 164000"/>
            </a:avLst>
          </a:prstGeom>
          <a:gradFill>
            <a:gsLst>
              <a:gs pos="35000">
                <a:srgbClr val="C8D3E6"/>
              </a:gs>
              <a:gs pos="14000">
                <a:schemeClr val="accent1">
                  <a:lumMod val="5000"/>
                  <a:lumOff val="95000"/>
                </a:schemeClr>
              </a:gs>
              <a:gs pos="63000">
                <a:srgbClr val="8B9EC1"/>
              </a:gs>
            </a:gsLst>
            <a:lin ang="5400000" scaled="0"/>
          </a:gra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160C1258-384B-9242-A2A5-FFA57032BF3E}"/>
              </a:ext>
            </a:extLst>
          </p:cNvPr>
          <p:cNvSpPr txBox="1"/>
          <p:nvPr/>
        </p:nvSpPr>
        <p:spPr>
          <a:xfrm>
            <a:off x="3370992" y="5957547"/>
            <a:ext cx="2013038" cy="830997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/>
                <a:cs typeface="Helvetica"/>
              </a:rPr>
              <a:t>Update LAI, FPAR, </a:t>
            </a:r>
          </a:p>
          <a:p>
            <a:pPr algn="ctr"/>
            <a:r>
              <a:rPr lang="en-US" sz="1600" b="1" dirty="0">
                <a:latin typeface="Helvetica"/>
                <a:cs typeface="Helvetica"/>
              </a:rPr>
              <a:t>and vegetation properties</a:t>
            </a:r>
            <a:endParaRPr lang="en-US" sz="1600" dirty="0">
              <a:latin typeface="Helvetica"/>
              <a:cs typeface="Helvetica"/>
            </a:endParaRP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6E468DDC-D17E-084C-B032-51EB4BB21830}"/>
              </a:ext>
            </a:extLst>
          </p:cNvPr>
          <p:cNvSpPr txBox="1"/>
          <p:nvPr/>
        </p:nvSpPr>
        <p:spPr>
          <a:xfrm>
            <a:off x="6281307" y="5539130"/>
            <a:ext cx="2779399" cy="338554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1600" b="1" dirty="0">
                <a:latin typeface="Helvetica"/>
                <a:cs typeface="Helvetica"/>
              </a:rPr>
              <a:t>Disturbance: </a:t>
            </a:r>
            <a:r>
              <a:rPr lang="en-US" sz="1600" dirty="0">
                <a:latin typeface="Helvetica"/>
                <a:cs typeface="Helvetica"/>
              </a:rPr>
              <a:t>Crop Harvest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0E132A26-83CE-5843-A4DE-3E1CBB7F36D7}"/>
              </a:ext>
            </a:extLst>
          </p:cNvPr>
          <p:cNvSpPr txBox="1"/>
          <p:nvPr/>
        </p:nvSpPr>
        <p:spPr>
          <a:xfrm>
            <a:off x="140765" y="4790009"/>
            <a:ext cx="2986474" cy="861774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b="1" dirty="0">
                <a:latin typeface="Helvetica"/>
                <a:cs typeface="Helvetica"/>
              </a:rPr>
              <a:t>Carbon Assimilation</a:t>
            </a:r>
          </a:p>
          <a:p>
            <a:pPr algn="ctr"/>
            <a:r>
              <a:rPr lang="en-US" sz="1600" dirty="0">
                <a:latin typeface="Helvetica"/>
                <a:cs typeface="Helvetica"/>
              </a:rPr>
              <a:t> - Photosynthesis uses V</a:t>
            </a:r>
            <a:r>
              <a:rPr lang="en-US" sz="1600" baseline="-25000" dirty="0">
                <a:latin typeface="Helvetica"/>
                <a:cs typeface="Helvetica"/>
              </a:rPr>
              <a:t>max</a:t>
            </a:r>
            <a:r>
              <a:rPr lang="en-US" sz="1600" dirty="0">
                <a:latin typeface="Helvetica"/>
                <a:cs typeface="Helvetica"/>
              </a:rPr>
              <a:t> based on phenology stage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1736B813-ADB1-1841-93EC-F0A4E4B23CC6}"/>
              </a:ext>
            </a:extLst>
          </p:cNvPr>
          <p:cNvSpPr txBox="1"/>
          <p:nvPr/>
        </p:nvSpPr>
        <p:spPr>
          <a:xfrm>
            <a:off x="265072" y="3805309"/>
            <a:ext cx="2737860" cy="830997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/>
                <a:cs typeface="Helvetica"/>
              </a:rPr>
              <a:t>Allocate Carbon</a:t>
            </a:r>
          </a:p>
          <a:p>
            <a:pPr algn="ctr"/>
            <a:r>
              <a:rPr lang="en-US" sz="1600" dirty="0">
                <a:latin typeface="Helvetica"/>
                <a:cs typeface="Helvetica"/>
              </a:rPr>
              <a:t>- Live pool carbon allocation based on phenology stage</a:t>
            </a: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35E7F1DE-BCB9-E94F-A992-404BDBC5028E}"/>
              </a:ext>
            </a:extLst>
          </p:cNvPr>
          <p:cNvSpPr txBox="1"/>
          <p:nvPr/>
        </p:nvSpPr>
        <p:spPr>
          <a:xfrm>
            <a:off x="6290698" y="4706514"/>
            <a:ext cx="2776468" cy="338554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/>
                <a:cs typeface="Helvetica"/>
              </a:rPr>
              <a:t>Set Growing Season Flags</a:t>
            </a:r>
            <a:endParaRPr lang="en-US" sz="1600" dirty="0">
              <a:latin typeface="Helvetica"/>
              <a:cs typeface="Helvetica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D6612CDC-859B-0747-8B04-E8DB648DC224}"/>
              </a:ext>
            </a:extLst>
          </p:cNvPr>
          <p:cNvSpPr txBox="1"/>
          <p:nvPr/>
        </p:nvSpPr>
        <p:spPr>
          <a:xfrm>
            <a:off x="3485389" y="5499114"/>
            <a:ext cx="1671578" cy="369332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b="1" dirty="0">
                <a:latin typeface="Helvetica"/>
                <a:cs typeface="Helvetica"/>
              </a:rPr>
              <a:t>Update Pools</a:t>
            </a: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07407CE7-F407-934E-8275-97B526965F9A}"/>
              </a:ext>
            </a:extLst>
          </p:cNvPr>
          <p:cNvSpPr txBox="1"/>
          <p:nvPr/>
        </p:nvSpPr>
        <p:spPr>
          <a:xfrm>
            <a:off x="2977181" y="130154"/>
            <a:ext cx="5688601" cy="954107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Prognostic Phenology </a:t>
            </a:r>
            <a:r>
              <a:rPr lang="en-US" sz="2800" b="1" dirty="0">
                <a:solidFill>
                  <a:srgbClr val="9E160D"/>
                </a:solidFill>
                <a:latin typeface="Helvetica"/>
                <a:cs typeface="Helvetica"/>
                <a:sym typeface="Wingdings" pitchFamily="2" charset="2"/>
              </a:rPr>
              <a:t></a:t>
            </a:r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  <a:sym typeface="Wingdings" pitchFamily="2" charset="2"/>
              </a:rPr>
              <a:t>                       </a:t>
            </a:r>
          </a:p>
          <a:p>
            <a:pPr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  <a:sym typeface="Wingdings" pitchFamily="2" charset="2"/>
              </a:rPr>
              <a:t>                      </a:t>
            </a:r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SiB4 Carbon Cycle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72E53211-15B8-DA4E-A066-5CC4F30C2385}"/>
              </a:ext>
            </a:extLst>
          </p:cNvPr>
          <p:cNvSpPr txBox="1"/>
          <p:nvPr/>
        </p:nvSpPr>
        <p:spPr>
          <a:xfrm>
            <a:off x="822013" y="2789832"/>
            <a:ext cx="1954930" cy="861774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b="1" dirty="0">
                <a:latin typeface="Helvetica"/>
                <a:cs typeface="Helvetica"/>
              </a:rPr>
              <a:t>Carbon Transfer </a:t>
            </a:r>
          </a:p>
          <a:p>
            <a:pPr algn="ctr"/>
            <a:r>
              <a:rPr lang="en-US" sz="1600" dirty="0">
                <a:latin typeface="Helvetica"/>
                <a:cs typeface="Helvetica"/>
              </a:rPr>
              <a:t>- Litterfall based on phenology stage</a:t>
            </a:r>
          </a:p>
        </p:txBody>
      </p:sp>
    </p:spTree>
    <p:extLst>
      <p:ext uri="{BB962C8B-B14F-4D97-AF65-F5344CB8AC3E}">
        <p14:creationId xmlns:p14="http://schemas.microsoft.com/office/powerpoint/2010/main" val="164964646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808D31FA-2BF4-0744-8F1F-6E07E0B8C8F0}"/>
              </a:ext>
            </a:extLst>
          </p:cNvPr>
          <p:cNvGrpSpPr/>
          <p:nvPr/>
        </p:nvGrpSpPr>
        <p:grpSpPr>
          <a:xfrm>
            <a:off x="2216336" y="289820"/>
            <a:ext cx="5596696" cy="6360282"/>
            <a:chOff x="1606734" y="289820"/>
            <a:chExt cx="5596696" cy="63602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19D00E02-72EF-2F4D-A0CB-34DFA11F27BD}"/>
                </a:ext>
              </a:extLst>
            </p:cNvPr>
            <p:cNvCxnSpPr>
              <a:cxnSpLocks/>
            </p:cNvCxnSpPr>
            <p:nvPr/>
          </p:nvCxnSpPr>
          <p:spPr>
            <a:xfrm>
              <a:off x="1606734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8D89B04B-28B9-6040-BB9F-792BF509F24E}"/>
                </a:ext>
              </a:extLst>
            </p:cNvPr>
            <p:cNvSpPr>
              <a:spLocks/>
            </p:cNvSpPr>
            <p:nvPr/>
          </p:nvSpPr>
          <p:spPr>
            <a:xfrm>
              <a:off x="1779019" y="5419472"/>
              <a:ext cx="5102083" cy="1230630"/>
            </a:xfrm>
            <a:custGeom>
              <a:avLst/>
              <a:gdLst>
                <a:gd name="connsiteX0" fmla="*/ 1573619 w 3622158"/>
                <a:gd name="connsiteY0" fmla="*/ 0 h 1509823"/>
                <a:gd name="connsiteX1" fmla="*/ 1453116 w 3622158"/>
                <a:gd name="connsiteY1" fmla="*/ 262270 h 1509823"/>
                <a:gd name="connsiteX2" fmla="*/ 1020726 w 3622158"/>
                <a:gd name="connsiteY2" fmla="*/ 311888 h 1509823"/>
                <a:gd name="connsiteX3" fmla="*/ 595423 w 3622158"/>
                <a:gd name="connsiteY3" fmla="*/ 248093 h 1509823"/>
                <a:gd name="connsiteX4" fmla="*/ 326065 w 3622158"/>
                <a:gd name="connsiteY4" fmla="*/ 120502 h 1509823"/>
                <a:gd name="connsiteX5" fmla="*/ 567070 w 3622158"/>
                <a:gd name="connsiteY5" fmla="*/ 297711 h 1509823"/>
                <a:gd name="connsiteX6" fmla="*/ 233916 w 3622158"/>
                <a:gd name="connsiteY6" fmla="*/ 432391 h 1509823"/>
                <a:gd name="connsiteX7" fmla="*/ 609600 w 3622158"/>
                <a:gd name="connsiteY7" fmla="*/ 340242 h 1509823"/>
                <a:gd name="connsiteX8" fmla="*/ 1020726 w 3622158"/>
                <a:gd name="connsiteY8" fmla="*/ 354418 h 1509823"/>
                <a:gd name="connsiteX9" fmla="*/ 786809 w 3622158"/>
                <a:gd name="connsiteY9" fmla="*/ 531628 h 1509823"/>
                <a:gd name="connsiteX10" fmla="*/ 1070344 w 3622158"/>
                <a:gd name="connsiteY10" fmla="*/ 382772 h 1509823"/>
                <a:gd name="connsiteX11" fmla="*/ 1502735 w 3622158"/>
                <a:gd name="connsiteY11" fmla="*/ 318977 h 1509823"/>
                <a:gd name="connsiteX12" fmla="*/ 1672856 w 3622158"/>
                <a:gd name="connsiteY12" fmla="*/ 14177 h 1509823"/>
                <a:gd name="connsiteX13" fmla="*/ 1616149 w 3622158"/>
                <a:gd name="connsiteY13" fmla="*/ 453656 h 1509823"/>
                <a:gd name="connsiteX14" fmla="*/ 1254642 w 3622158"/>
                <a:gd name="connsiteY14" fmla="*/ 708837 h 1509823"/>
                <a:gd name="connsiteX15" fmla="*/ 829340 w 3622158"/>
                <a:gd name="connsiteY15" fmla="*/ 808074 h 1509823"/>
                <a:gd name="connsiteX16" fmla="*/ 496186 w 3622158"/>
                <a:gd name="connsiteY16" fmla="*/ 659218 h 1509823"/>
                <a:gd name="connsiteX17" fmla="*/ 800986 w 3622158"/>
                <a:gd name="connsiteY17" fmla="*/ 871870 h 1509823"/>
                <a:gd name="connsiteX18" fmla="*/ 446568 w 3622158"/>
                <a:gd name="connsiteY18" fmla="*/ 907311 h 1509823"/>
                <a:gd name="connsiteX19" fmla="*/ 836428 w 3622158"/>
                <a:gd name="connsiteY19" fmla="*/ 935665 h 1509823"/>
                <a:gd name="connsiteX20" fmla="*/ 1119963 w 3622158"/>
                <a:gd name="connsiteY20" fmla="*/ 864781 h 1509823"/>
                <a:gd name="connsiteX21" fmla="*/ 730102 w 3622158"/>
                <a:gd name="connsiteY21" fmla="*/ 1148316 h 1509823"/>
                <a:gd name="connsiteX22" fmla="*/ 375684 w 3622158"/>
                <a:gd name="connsiteY22" fmla="*/ 1233377 h 1509823"/>
                <a:gd name="connsiteX23" fmla="*/ 106326 w 3622158"/>
                <a:gd name="connsiteY23" fmla="*/ 1020725 h 1509823"/>
                <a:gd name="connsiteX24" fmla="*/ 382772 w 3622158"/>
                <a:gd name="connsiteY24" fmla="*/ 1297172 h 1509823"/>
                <a:gd name="connsiteX25" fmla="*/ 0 w 3622158"/>
                <a:gd name="connsiteY25" fmla="*/ 1268818 h 1509823"/>
                <a:gd name="connsiteX26" fmla="*/ 389861 w 3622158"/>
                <a:gd name="connsiteY26" fmla="*/ 1353879 h 1509823"/>
                <a:gd name="connsiteX27" fmla="*/ 7088 w 3622158"/>
                <a:gd name="connsiteY27" fmla="*/ 1474381 h 1509823"/>
                <a:gd name="connsiteX28" fmla="*/ 418214 w 3622158"/>
                <a:gd name="connsiteY28" fmla="*/ 1396409 h 1509823"/>
                <a:gd name="connsiteX29" fmla="*/ 779721 w 3622158"/>
                <a:gd name="connsiteY29" fmla="*/ 1261730 h 1509823"/>
                <a:gd name="connsiteX30" fmla="*/ 1020726 w 3622158"/>
                <a:gd name="connsiteY30" fmla="*/ 1041991 h 1509823"/>
                <a:gd name="connsiteX31" fmla="*/ 964019 w 3622158"/>
                <a:gd name="connsiteY31" fmla="*/ 1431851 h 1509823"/>
                <a:gd name="connsiteX32" fmla="*/ 1077433 w 3622158"/>
                <a:gd name="connsiteY32" fmla="*/ 1034902 h 1509823"/>
                <a:gd name="connsiteX33" fmla="*/ 1297172 w 3622158"/>
                <a:gd name="connsiteY33" fmla="*/ 779721 h 1509823"/>
                <a:gd name="connsiteX34" fmla="*/ 1630326 w 3622158"/>
                <a:gd name="connsiteY34" fmla="*/ 545804 h 1509823"/>
                <a:gd name="connsiteX35" fmla="*/ 1566530 w 3622158"/>
                <a:gd name="connsiteY35" fmla="*/ 914400 h 1509823"/>
                <a:gd name="connsiteX36" fmla="*/ 1389321 w 3622158"/>
                <a:gd name="connsiteY36" fmla="*/ 1119963 h 1509823"/>
                <a:gd name="connsiteX37" fmla="*/ 1609061 w 3622158"/>
                <a:gd name="connsiteY37" fmla="*/ 949842 h 1509823"/>
                <a:gd name="connsiteX38" fmla="*/ 1538177 w 3622158"/>
                <a:gd name="connsiteY38" fmla="*/ 1304260 h 1509823"/>
                <a:gd name="connsiteX39" fmla="*/ 1304261 w 3622158"/>
                <a:gd name="connsiteY39" fmla="*/ 1375144 h 1509823"/>
                <a:gd name="connsiteX40" fmla="*/ 1552354 w 3622158"/>
                <a:gd name="connsiteY40" fmla="*/ 1346791 h 1509823"/>
                <a:gd name="connsiteX41" fmla="*/ 1545265 w 3622158"/>
                <a:gd name="connsiteY41" fmla="*/ 1509823 h 1509823"/>
                <a:gd name="connsiteX42" fmla="*/ 1601972 w 3622158"/>
                <a:gd name="connsiteY42" fmla="*/ 1339702 h 1509823"/>
                <a:gd name="connsiteX43" fmla="*/ 1772093 w 3622158"/>
                <a:gd name="connsiteY43" fmla="*/ 1453116 h 1509823"/>
                <a:gd name="connsiteX44" fmla="*/ 1601972 w 3622158"/>
                <a:gd name="connsiteY44" fmla="*/ 1282995 h 1509823"/>
                <a:gd name="connsiteX45" fmla="*/ 1679944 w 3622158"/>
                <a:gd name="connsiteY45" fmla="*/ 935665 h 1509823"/>
                <a:gd name="connsiteX46" fmla="*/ 1793358 w 3622158"/>
                <a:gd name="connsiteY46" fmla="*/ 1190846 h 1509823"/>
                <a:gd name="connsiteX47" fmla="*/ 1701209 w 3622158"/>
                <a:gd name="connsiteY47" fmla="*/ 850604 h 1509823"/>
                <a:gd name="connsiteX48" fmla="*/ 1757916 w 3622158"/>
                <a:gd name="connsiteY48" fmla="*/ 538716 h 1509823"/>
                <a:gd name="connsiteX49" fmla="*/ 2083982 w 3622158"/>
                <a:gd name="connsiteY49" fmla="*/ 1006549 h 1509823"/>
                <a:gd name="connsiteX50" fmla="*/ 2587256 w 3622158"/>
                <a:gd name="connsiteY50" fmla="*/ 1375144 h 1509823"/>
                <a:gd name="connsiteX51" fmla="*/ 2948763 w 3622158"/>
                <a:gd name="connsiteY51" fmla="*/ 1332614 h 1509823"/>
                <a:gd name="connsiteX52" fmla="*/ 2601433 w 3622158"/>
                <a:gd name="connsiteY52" fmla="*/ 1325525 h 1509823"/>
                <a:gd name="connsiteX53" fmla="*/ 2948763 w 3622158"/>
                <a:gd name="connsiteY53" fmla="*/ 1261730 h 1509823"/>
                <a:gd name="connsiteX54" fmla="*/ 2580168 w 3622158"/>
                <a:gd name="connsiteY54" fmla="*/ 1240465 h 1509823"/>
                <a:gd name="connsiteX55" fmla="*/ 2190307 w 3622158"/>
                <a:gd name="connsiteY55" fmla="*/ 921488 h 1509823"/>
                <a:gd name="connsiteX56" fmla="*/ 1835888 w 3622158"/>
                <a:gd name="connsiteY56" fmla="*/ 496186 h 1509823"/>
                <a:gd name="connsiteX57" fmla="*/ 2558902 w 3622158"/>
                <a:gd name="connsiteY57" fmla="*/ 914400 h 1509823"/>
                <a:gd name="connsiteX58" fmla="*/ 3274828 w 3622158"/>
                <a:gd name="connsiteY58" fmla="*/ 1027814 h 1509823"/>
                <a:gd name="connsiteX59" fmla="*/ 3622158 w 3622158"/>
                <a:gd name="connsiteY59" fmla="*/ 1261730 h 1509823"/>
                <a:gd name="connsiteX60" fmla="*/ 3310270 w 3622158"/>
                <a:gd name="connsiteY60" fmla="*/ 999460 h 1509823"/>
                <a:gd name="connsiteX61" fmla="*/ 3586716 w 3622158"/>
                <a:gd name="connsiteY61" fmla="*/ 893135 h 1509823"/>
                <a:gd name="connsiteX62" fmla="*/ 3246475 w 3622158"/>
                <a:gd name="connsiteY62" fmla="*/ 942753 h 1509823"/>
                <a:gd name="connsiteX63" fmla="*/ 2544726 w 3622158"/>
                <a:gd name="connsiteY63" fmla="*/ 829339 h 1509823"/>
                <a:gd name="connsiteX64" fmla="*/ 1842977 w 3622158"/>
                <a:gd name="connsiteY64" fmla="*/ 404037 h 1509823"/>
                <a:gd name="connsiteX65" fmla="*/ 1963479 w 3622158"/>
                <a:gd name="connsiteY65" fmla="*/ 198474 h 1509823"/>
                <a:gd name="connsiteX66" fmla="*/ 2587256 w 3622158"/>
                <a:gd name="connsiteY66" fmla="*/ 425302 h 1509823"/>
                <a:gd name="connsiteX67" fmla="*/ 3196856 w 3622158"/>
                <a:gd name="connsiteY67" fmla="*/ 446567 h 1509823"/>
                <a:gd name="connsiteX68" fmla="*/ 3579628 w 3622158"/>
                <a:gd name="connsiteY68" fmla="*/ 595423 h 1509823"/>
                <a:gd name="connsiteX69" fmla="*/ 3225209 w 3622158"/>
                <a:gd name="connsiteY69" fmla="*/ 432391 h 1509823"/>
                <a:gd name="connsiteX70" fmla="*/ 3600893 w 3622158"/>
                <a:gd name="connsiteY70" fmla="*/ 489097 h 1509823"/>
                <a:gd name="connsiteX71" fmla="*/ 3189768 w 3622158"/>
                <a:gd name="connsiteY71" fmla="*/ 368595 h 1509823"/>
                <a:gd name="connsiteX72" fmla="*/ 2580168 w 3622158"/>
                <a:gd name="connsiteY72" fmla="*/ 340242 h 1509823"/>
                <a:gd name="connsiteX73" fmla="*/ 1977656 w 3622158"/>
                <a:gd name="connsiteY73" fmla="*/ 63795 h 1509823"/>
                <a:gd name="connsiteX74" fmla="*/ 2013098 w 3622158"/>
                <a:gd name="connsiteY74" fmla="*/ 0 h 1509823"/>
                <a:gd name="connsiteX75" fmla="*/ 2013098 w 3622158"/>
                <a:gd name="connsiteY75" fmla="*/ 0 h 1509823"/>
                <a:gd name="connsiteX76" fmla="*/ 1573619 w 3622158"/>
                <a:gd name="connsiteY76" fmla="*/ 0 h 1509823"/>
                <a:gd name="connsiteX0" fmla="*/ 1573619 w 3622158"/>
                <a:gd name="connsiteY0" fmla="*/ 0 h 1573618"/>
                <a:gd name="connsiteX1" fmla="*/ 1453116 w 3622158"/>
                <a:gd name="connsiteY1" fmla="*/ 262270 h 1573618"/>
                <a:gd name="connsiteX2" fmla="*/ 1020726 w 3622158"/>
                <a:gd name="connsiteY2" fmla="*/ 311888 h 1573618"/>
                <a:gd name="connsiteX3" fmla="*/ 595423 w 3622158"/>
                <a:gd name="connsiteY3" fmla="*/ 248093 h 1573618"/>
                <a:gd name="connsiteX4" fmla="*/ 326065 w 3622158"/>
                <a:gd name="connsiteY4" fmla="*/ 120502 h 1573618"/>
                <a:gd name="connsiteX5" fmla="*/ 567070 w 3622158"/>
                <a:gd name="connsiteY5" fmla="*/ 297711 h 1573618"/>
                <a:gd name="connsiteX6" fmla="*/ 233916 w 3622158"/>
                <a:gd name="connsiteY6" fmla="*/ 432391 h 1573618"/>
                <a:gd name="connsiteX7" fmla="*/ 609600 w 3622158"/>
                <a:gd name="connsiteY7" fmla="*/ 340242 h 1573618"/>
                <a:gd name="connsiteX8" fmla="*/ 1020726 w 3622158"/>
                <a:gd name="connsiteY8" fmla="*/ 354418 h 1573618"/>
                <a:gd name="connsiteX9" fmla="*/ 786809 w 3622158"/>
                <a:gd name="connsiteY9" fmla="*/ 531628 h 1573618"/>
                <a:gd name="connsiteX10" fmla="*/ 1070344 w 3622158"/>
                <a:gd name="connsiteY10" fmla="*/ 382772 h 1573618"/>
                <a:gd name="connsiteX11" fmla="*/ 1502735 w 3622158"/>
                <a:gd name="connsiteY11" fmla="*/ 318977 h 1573618"/>
                <a:gd name="connsiteX12" fmla="*/ 1672856 w 3622158"/>
                <a:gd name="connsiteY12" fmla="*/ 14177 h 1573618"/>
                <a:gd name="connsiteX13" fmla="*/ 1616149 w 3622158"/>
                <a:gd name="connsiteY13" fmla="*/ 453656 h 1573618"/>
                <a:gd name="connsiteX14" fmla="*/ 1254642 w 3622158"/>
                <a:gd name="connsiteY14" fmla="*/ 708837 h 1573618"/>
                <a:gd name="connsiteX15" fmla="*/ 829340 w 3622158"/>
                <a:gd name="connsiteY15" fmla="*/ 808074 h 1573618"/>
                <a:gd name="connsiteX16" fmla="*/ 496186 w 3622158"/>
                <a:gd name="connsiteY16" fmla="*/ 659218 h 1573618"/>
                <a:gd name="connsiteX17" fmla="*/ 800986 w 3622158"/>
                <a:gd name="connsiteY17" fmla="*/ 871870 h 1573618"/>
                <a:gd name="connsiteX18" fmla="*/ 446568 w 3622158"/>
                <a:gd name="connsiteY18" fmla="*/ 907311 h 1573618"/>
                <a:gd name="connsiteX19" fmla="*/ 836428 w 3622158"/>
                <a:gd name="connsiteY19" fmla="*/ 935665 h 1573618"/>
                <a:gd name="connsiteX20" fmla="*/ 1119963 w 3622158"/>
                <a:gd name="connsiteY20" fmla="*/ 864781 h 1573618"/>
                <a:gd name="connsiteX21" fmla="*/ 730102 w 3622158"/>
                <a:gd name="connsiteY21" fmla="*/ 1148316 h 1573618"/>
                <a:gd name="connsiteX22" fmla="*/ 375684 w 3622158"/>
                <a:gd name="connsiteY22" fmla="*/ 1233377 h 1573618"/>
                <a:gd name="connsiteX23" fmla="*/ 106326 w 3622158"/>
                <a:gd name="connsiteY23" fmla="*/ 1020725 h 1573618"/>
                <a:gd name="connsiteX24" fmla="*/ 382772 w 3622158"/>
                <a:gd name="connsiteY24" fmla="*/ 1297172 h 1573618"/>
                <a:gd name="connsiteX25" fmla="*/ 0 w 3622158"/>
                <a:gd name="connsiteY25" fmla="*/ 1268818 h 1573618"/>
                <a:gd name="connsiteX26" fmla="*/ 389861 w 3622158"/>
                <a:gd name="connsiteY26" fmla="*/ 1353879 h 1573618"/>
                <a:gd name="connsiteX27" fmla="*/ 70883 w 3622158"/>
                <a:gd name="connsiteY27" fmla="*/ 1573618 h 1573618"/>
                <a:gd name="connsiteX28" fmla="*/ 418214 w 3622158"/>
                <a:gd name="connsiteY28" fmla="*/ 1396409 h 1573618"/>
                <a:gd name="connsiteX29" fmla="*/ 779721 w 3622158"/>
                <a:gd name="connsiteY29" fmla="*/ 1261730 h 1573618"/>
                <a:gd name="connsiteX30" fmla="*/ 1020726 w 3622158"/>
                <a:gd name="connsiteY30" fmla="*/ 1041991 h 1573618"/>
                <a:gd name="connsiteX31" fmla="*/ 964019 w 3622158"/>
                <a:gd name="connsiteY31" fmla="*/ 1431851 h 1573618"/>
                <a:gd name="connsiteX32" fmla="*/ 1077433 w 3622158"/>
                <a:gd name="connsiteY32" fmla="*/ 1034902 h 1573618"/>
                <a:gd name="connsiteX33" fmla="*/ 1297172 w 3622158"/>
                <a:gd name="connsiteY33" fmla="*/ 779721 h 1573618"/>
                <a:gd name="connsiteX34" fmla="*/ 1630326 w 3622158"/>
                <a:gd name="connsiteY34" fmla="*/ 545804 h 1573618"/>
                <a:gd name="connsiteX35" fmla="*/ 1566530 w 3622158"/>
                <a:gd name="connsiteY35" fmla="*/ 914400 h 1573618"/>
                <a:gd name="connsiteX36" fmla="*/ 1389321 w 3622158"/>
                <a:gd name="connsiteY36" fmla="*/ 1119963 h 1573618"/>
                <a:gd name="connsiteX37" fmla="*/ 1609061 w 3622158"/>
                <a:gd name="connsiteY37" fmla="*/ 949842 h 1573618"/>
                <a:gd name="connsiteX38" fmla="*/ 1538177 w 3622158"/>
                <a:gd name="connsiteY38" fmla="*/ 1304260 h 1573618"/>
                <a:gd name="connsiteX39" fmla="*/ 1304261 w 3622158"/>
                <a:gd name="connsiteY39" fmla="*/ 1375144 h 1573618"/>
                <a:gd name="connsiteX40" fmla="*/ 1552354 w 3622158"/>
                <a:gd name="connsiteY40" fmla="*/ 1346791 h 1573618"/>
                <a:gd name="connsiteX41" fmla="*/ 1545265 w 3622158"/>
                <a:gd name="connsiteY41" fmla="*/ 1509823 h 1573618"/>
                <a:gd name="connsiteX42" fmla="*/ 1601972 w 3622158"/>
                <a:gd name="connsiteY42" fmla="*/ 1339702 h 1573618"/>
                <a:gd name="connsiteX43" fmla="*/ 1772093 w 3622158"/>
                <a:gd name="connsiteY43" fmla="*/ 1453116 h 1573618"/>
                <a:gd name="connsiteX44" fmla="*/ 1601972 w 3622158"/>
                <a:gd name="connsiteY44" fmla="*/ 1282995 h 1573618"/>
                <a:gd name="connsiteX45" fmla="*/ 1679944 w 3622158"/>
                <a:gd name="connsiteY45" fmla="*/ 935665 h 1573618"/>
                <a:gd name="connsiteX46" fmla="*/ 1793358 w 3622158"/>
                <a:gd name="connsiteY46" fmla="*/ 1190846 h 1573618"/>
                <a:gd name="connsiteX47" fmla="*/ 1701209 w 3622158"/>
                <a:gd name="connsiteY47" fmla="*/ 850604 h 1573618"/>
                <a:gd name="connsiteX48" fmla="*/ 1757916 w 3622158"/>
                <a:gd name="connsiteY48" fmla="*/ 538716 h 1573618"/>
                <a:gd name="connsiteX49" fmla="*/ 2083982 w 3622158"/>
                <a:gd name="connsiteY49" fmla="*/ 1006549 h 1573618"/>
                <a:gd name="connsiteX50" fmla="*/ 2587256 w 3622158"/>
                <a:gd name="connsiteY50" fmla="*/ 1375144 h 1573618"/>
                <a:gd name="connsiteX51" fmla="*/ 2948763 w 3622158"/>
                <a:gd name="connsiteY51" fmla="*/ 1332614 h 1573618"/>
                <a:gd name="connsiteX52" fmla="*/ 2601433 w 3622158"/>
                <a:gd name="connsiteY52" fmla="*/ 1325525 h 1573618"/>
                <a:gd name="connsiteX53" fmla="*/ 2948763 w 3622158"/>
                <a:gd name="connsiteY53" fmla="*/ 1261730 h 1573618"/>
                <a:gd name="connsiteX54" fmla="*/ 2580168 w 3622158"/>
                <a:gd name="connsiteY54" fmla="*/ 1240465 h 1573618"/>
                <a:gd name="connsiteX55" fmla="*/ 2190307 w 3622158"/>
                <a:gd name="connsiteY55" fmla="*/ 921488 h 1573618"/>
                <a:gd name="connsiteX56" fmla="*/ 1835888 w 3622158"/>
                <a:gd name="connsiteY56" fmla="*/ 496186 h 1573618"/>
                <a:gd name="connsiteX57" fmla="*/ 2558902 w 3622158"/>
                <a:gd name="connsiteY57" fmla="*/ 914400 h 1573618"/>
                <a:gd name="connsiteX58" fmla="*/ 3274828 w 3622158"/>
                <a:gd name="connsiteY58" fmla="*/ 1027814 h 1573618"/>
                <a:gd name="connsiteX59" fmla="*/ 3622158 w 3622158"/>
                <a:gd name="connsiteY59" fmla="*/ 1261730 h 1573618"/>
                <a:gd name="connsiteX60" fmla="*/ 3310270 w 3622158"/>
                <a:gd name="connsiteY60" fmla="*/ 999460 h 1573618"/>
                <a:gd name="connsiteX61" fmla="*/ 3586716 w 3622158"/>
                <a:gd name="connsiteY61" fmla="*/ 893135 h 1573618"/>
                <a:gd name="connsiteX62" fmla="*/ 3246475 w 3622158"/>
                <a:gd name="connsiteY62" fmla="*/ 942753 h 1573618"/>
                <a:gd name="connsiteX63" fmla="*/ 2544726 w 3622158"/>
                <a:gd name="connsiteY63" fmla="*/ 829339 h 1573618"/>
                <a:gd name="connsiteX64" fmla="*/ 1842977 w 3622158"/>
                <a:gd name="connsiteY64" fmla="*/ 404037 h 1573618"/>
                <a:gd name="connsiteX65" fmla="*/ 1963479 w 3622158"/>
                <a:gd name="connsiteY65" fmla="*/ 198474 h 1573618"/>
                <a:gd name="connsiteX66" fmla="*/ 2587256 w 3622158"/>
                <a:gd name="connsiteY66" fmla="*/ 425302 h 1573618"/>
                <a:gd name="connsiteX67" fmla="*/ 3196856 w 3622158"/>
                <a:gd name="connsiteY67" fmla="*/ 446567 h 1573618"/>
                <a:gd name="connsiteX68" fmla="*/ 3579628 w 3622158"/>
                <a:gd name="connsiteY68" fmla="*/ 595423 h 1573618"/>
                <a:gd name="connsiteX69" fmla="*/ 3225209 w 3622158"/>
                <a:gd name="connsiteY69" fmla="*/ 432391 h 1573618"/>
                <a:gd name="connsiteX70" fmla="*/ 3600893 w 3622158"/>
                <a:gd name="connsiteY70" fmla="*/ 489097 h 1573618"/>
                <a:gd name="connsiteX71" fmla="*/ 3189768 w 3622158"/>
                <a:gd name="connsiteY71" fmla="*/ 368595 h 1573618"/>
                <a:gd name="connsiteX72" fmla="*/ 2580168 w 3622158"/>
                <a:gd name="connsiteY72" fmla="*/ 340242 h 1573618"/>
                <a:gd name="connsiteX73" fmla="*/ 1977656 w 3622158"/>
                <a:gd name="connsiteY73" fmla="*/ 63795 h 1573618"/>
                <a:gd name="connsiteX74" fmla="*/ 2013098 w 3622158"/>
                <a:gd name="connsiteY74" fmla="*/ 0 h 1573618"/>
                <a:gd name="connsiteX75" fmla="*/ 2013098 w 3622158"/>
                <a:gd name="connsiteY75" fmla="*/ 0 h 1573618"/>
                <a:gd name="connsiteX76" fmla="*/ 1573619 w 3622158"/>
                <a:gd name="connsiteY76" fmla="*/ 0 h 1573618"/>
                <a:gd name="connsiteX0" fmla="*/ 1552354 w 3600893"/>
                <a:gd name="connsiteY0" fmla="*/ 0 h 1573618"/>
                <a:gd name="connsiteX1" fmla="*/ 1431851 w 3600893"/>
                <a:gd name="connsiteY1" fmla="*/ 262270 h 1573618"/>
                <a:gd name="connsiteX2" fmla="*/ 999461 w 3600893"/>
                <a:gd name="connsiteY2" fmla="*/ 311888 h 1573618"/>
                <a:gd name="connsiteX3" fmla="*/ 574158 w 3600893"/>
                <a:gd name="connsiteY3" fmla="*/ 248093 h 1573618"/>
                <a:gd name="connsiteX4" fmla="*/ 304800 w 3600893"/>
                <a:gd name="connsiteY4" fmla="*/ 120502 h 1573618"/>
                <a:gd name="connsiteX5" fmla="*/ 545805 w 3600893"/>
                <a:gd name="connsiteY5" fmla="*/ 297711 h 1573618"/>
                <a:gd name="connsiteX6" fmla="*/ 212651 w 3600893"/>
                <a:gd name="connsiteY6" fmla="*/ 432391 h 1573618"/>
                <a:gd name="connsiteX7" fmla="*/ 588335 w 3600893"/>
                <a:gd name="connsiteY7" fmla="*/ 340242 h 1573618"/>
                <a:gd name="connsiteX8" fmla="*/ 999461 w 3600893"/>
                <a:gd name="connsiteY8" fmla="*/ 354418 h 1573618"/>
                <a:gd name="connsiteX9" fmla="*/ 765544 w 3600893"/>
                <a:gd name="connsiteY9" fmla="*/ 531628 h 1573618"/>
                <a:gd name="connsiteX10" fmla="*/ 1049079 w 3600893"/>
                <a:gd name="connsiteY10" fmla="*/ 382772 h 1573618"/>
                <a:gd name="connsiteX11" fmla="*/ 1481470 w 3600893"/>
                <a:gd name="connsiteY11" fmla="*/ 318977 h 1573618"/>
                <a:gd name="connsiteX12" fmla="*/ 1651591 w 3600893"/>
                <a:gd name="connsiteY12" fmla="*/ 14177 h 1573618"/>
                <a:gd name="connsiteX13" fmla="*/ 1594884 w 3600893"/>
                <a:gd name="connsiteY13" fmla="*/ 453656 h 1573618"/>
                <a:gd name="connsiteX14" fmla="*/ 1233377 w 3600893"/>
                <a:gd name="connsiteY14" fmla="*/ 708837 h 1573618"/>
                <a:gd name="connsiteX15" fmla="*/ 808075 w 3600893"/>
                <a:gd name="connsiteY15" fmla="*/ 808074 h 1573618"/>
                <a:gd name="connsiteX16" fmla="*/ 474921 w 3600893"/>
                <a:gd name="connsiteY16" fmla="*/ 659218 h 1573618"/>
                <a:gd name="connsiteX17" fmla="*/ 779721 w 3600893"/>
                <a:gd name="connsiteY17" fmla="*/ 871870 h 1573618"/>
                <a:gd name="connsiteX18" fmla="*/ 425303 w 3600893"/>
                <a:gd name="connsiteY18" fmla="*/ 907311 h 1573618"/>
                <a:gd name="connsiteX19" fmla="*/ 815163 w 3600893"/>
                <a:gd name="connsiteY19" fmla="*/ 935665 h 1573618"/>
                <a:gd name="connsiteX20" fmla="*/ 1098698 w 3600893"/>
                <a:gd name="connsiteY20" fmla="*/ 864781 h 1573618"/>
                <a:gd name="connsiteX21" fmla="*/ 708837 w 3600893"/>
                <a:gd name="connsiteY21" fmla="*/ 1148316 h 1573618"/>
                <a:gd name="connsiteX22" fmla="*/ 354419 w 3600893"/>
                <a:gd name="connsiteY22" fmla="*/ 1233377 h 1573618"/>
                <a:gd name="connsiteX23" fmla="*/ 85061 w 3600893"/>
                <a:gd name="connsiteY23" fmla="*/ 1020725 h 1573618"/>
                <a:gd name="connsiteX24" fmla="*/ 361507 w 3600893"/>
                <a:gd name="connsiteY24" fmla="*/ 1297172 h 1573618"/>
                <a:gd name="connsiteX25" fmla="*/ 0 w 3600893"/>
                <a:gd name="connsiteY25" fmla="*/ 1438939 h 1573618"/>
                <a:gd name="connsiteX26" fmla="*/ 368596 w 3600893"/>
                <a:gd name="connsiteY26" fmla="*/ 1353879 h 1573618"/>
                <a:gd name="connsiteX27" fmla="*/ 49618 w 3600893"/>
                <a:gd name="connsiteY27" fmla="*/ 1573618 h 1573618"/>
                <a:gd name="connsiteX28" fmla="*/ 396949 w 3600893"/>
                <a:gd name="connsiteY28" fmla="*/ 1396409 h 1573618"/>
                <a:gd name="connsiteX29" fmla="*/ 758456 w 3600893"/>
                <a:gd name="connsiteY29" fmla="*/ 1261730 h 1573618"/>
                <a:gd name="connsiteX30" fmla="*/ 999461 w 3600893"/>
                <a:gd name="connsiteY30" fmla="*/ 1041991 h 1573618"/>
                <a:gd name="connsiteX31" fmla="*/ 942754 w 3600893"/>
                <a:gd name="connsiteY31" fmla="*/ 1431851 h 1573618"/>
                <a:gd name="connsiteX32" fmla="*/ 1056168 w 3600893"/>
                <a:gd name="connsiteY32" fmla="*/ 1034902 h 1573618"/>
                <a:gd name="connsiteX33" fmla="*/ 1275907 w 3600893"/>
                <a:gd name="connsiteY33" fmla="*/ 779721 h 1573618"/>
                <a:gd name="connsiteX34" fmla="*/ 1609061 w 3600893"/>
                <a:gd name="connsiteY34" fmla="*/ 545804 h 1573618"/>
                <a:gd name="connsiteX35" fmla="*/ 1545265 w 3600893"/>
                <a:gd name="connsiteY35" fmla="*/ 914400 h 1573618"/>
                <a:gd name="connsiteX36" fmla="*/ 1368056 w 3600893"/>
                <a:gd name="connsiteY36" fmla="*/ 1119963 h 1573618"/>
                <a:gd name="connsiteX37" fmla="*/ 1587796 w 3600893"/>
                <a:gd name="connsiteY37" fmla="*/ 949842 h 1573618"/>
                <a:gd name="connsiteX38" fmla="*/ 1516912 w 3600893"/>
                <a:gd name="connsiteY38" fmla="*/ 1304260 h 1573618"/>
                <a:gd name="connsiteX39" fmla="*/ 1282996 w 3600893"/>
                <a:gd name="connsiteY39" fmla="*/ 1375144 h 1573618"/>
                <a:gd name="connsiteX40" fmla="*/ 1531089 w 3600893"/>
                <a:gd name="connsiteY40" fmla="*/ 1346791 h 1573618"/>
                <a:gd name="connsiteX41" fmla="*/ 1524000 w 3600893"/>
                <a:gd name="connsiteY41" fmla="*/ 1509823 h 1573618"/>
                <a:gd name="connsiteX42" fmla="*/ 1580707 w 3600893"/>
                <a:gd name="connsiteY42" fmla="*/ 1339702 h 1573618"/>
                <a:gd name="connsiteX43" fmla="*/ 1750828 w 3600893"/>
                <a:gd name="connsiteY43" fmla="*/ 1453116 h 1573618"/>
                <a:gd name="connsiteX44" fmla="*/ 1580707 w 3600893"/>
                <a:gd name="connsiteY44" fmla="*/ 1282995 h 1573618"/>
                <a:gd name="connsiteX45" fmla="*/ 1658679 w 3600893"/>
                <a:gd name="connsiteY45" fmla="*/ 935665 h 1573618"/>
                <a:gd name="connsiteX46" fmla="*/ 1772093 w 3600893"/>
                <a:gd name="connsiteY46" fmla="*/ 1190846 h 1573618"/>
                <a:gd name="connsiteX47" fmla="*/ 1679944 w 3600893"/>
                <a:gd name="connsiteY47" fmla="*/ 850604 h 1573618"/>
                <a:gd name="connsiteX48" fmla="*/ 1736651 w 3600893"/>
                <a:gd name="connsiteY48" fmla="*/ 538716 h 1573618"/>
                <a:gd name="connsiteX49" fmla="*/ 2062717 w 3600893"/>
                <a:gd name="connsiteY49" fmla="*/ 1006549 h 1573618"/>
                <a:gd name="connsiteX50" fmla="*/ 2565991 w 3600893"/>
                <a:gd name="connsiteY50" fmla="*/ 1375144 h 1573618"/>
                <a:gd name="connsiteX51" fmla="*/ 2927498 w 3600893"/>
                <a:gd name="connsiteY51" fmla="*/ 1332614 h 1573618"/>
                <a:gd name="connsiteX52" fmla="*/ 2580168 w 3600893"/>
                <a:gd name="connsiteY52" fmla="*/ 1325525 h 1573618"/>
                <a:gd name="connsiteX53" fmla="*/ 2927498 w 3600893"/>
                <a:gd name="connsiteY53" fmla="*/ 1261730 h 1573618"/>
                <a:gd name="connsiteX54" fmla="*/ 2558903 w 3600893"/>
                <a:gd name="connsiteY54" fmla="*/ 1240465 h 1573618"/>
                <a:gd name="connsiteX55" fmla="*/ 2169042 w 3600893"/>
                <a:gd name="connsiteY55" fmla="*/ 921488 h 1573618"/>
                <a:gd name="connsiteX56" fmla="*/ 1814623 w 3600893"/>
                <a:gd name="connsiteY56" fmla="*/ 496186 h 1573618"/>
                <a:gd name="connsiteX57" fmla="*/ 2537637 w 3600893"/>
                <a:gd name="connsiteY57" fmla="*/ 914400 h 1573618"/>
                <a:gd name="connsiteX58" fmla="*/ 3253563 w 3600893"/>
                <a:gd name="connsiteY58" fmla="*/ 1027814 h 1573618"/>
                <a:gd name="connsiteX59" fmla="*/ 3600893 w 3600893"/>
                <a:gd name="connsiteY59" fmla="*/ 1261730 h 1573618"/>
                <a:gd name="connsiteX60" fmla="*/ 3289005 w 3600893"/>
                <a:gd name="connsiteY60" fmla="*/ 999460 h 1573618"/>
                <a:gd name="connsiteX61" fmla="*/ 3565451 w 3600893"/>
                <a:gd name="connsiteY61" fmla="*/ 893135 h 1573618"/>
                <a:gd name="connsiteX62" fmla="*/ 3225210 w 3600893"/>
                <a:gd name="connsiteY62" fmla="*/ 942753 h 1573618"/>
                <a:gd name="connsiteX63" fmla="*/ 2523461 w 3600893"/>
                <a:gd name="connsiteY63" fmla="*/ 829339 h 1573618"/>
                <a:gd name="connsiteX64" fmla="*/ 1821712 w 3600893"/>
                <a:gd name="connsiteY64" fmla="*/ 404037 h 1573618"/>
                <a:gd name="connsiteX65" fmla="*/ 1942214 w 3600893"/>
                <a:gd name="connsiteY65" fmla="*/ 198474 h 1573618"/>
                <a:gd name="connsiteX66" fmla="*/ 2565991 w 3600893"/>
                <a:gd name="connsiteY66" fmla="*/ 425302 h 1573618"/>
                <a:gd name="connsiteX67" fmla="*/ 3175591 w 3600893"/>
                <a:gd name="connsiteY67" fmla="*/ 446567 h 1573618"/>
                <a:gd name="connsiteX68" fmla="*/ 3558363 w 3600893"/>
                <a:gd name="connsiteY68" fmla="*/ 595423 h 1573618"/>
                <a:gd name="connsiteX69" fmla="*/ 3203944 w 3600893"/>
                <a:gd name="connsiteY69" fmla="*/ 432391 h 1573618"/>
                <a:gd name="connsiteX70" fmla="*/ 3579628 w 3600893"/>
                <a:gd name="connsiteY70" fmla="*/ 489097 h 1573618"/>
                <a:gd name="connsiteX71" fmla="*/ 3168503 w 3600893"/>
                <a:gd name="connsiteY71" fmla="*/ 368595 h 1573618"/>
                <a:gd name="connsiteX72" fmla="*/ 2558903 w 3600893"/>
                <a:gd name="connsiteY72" fmla="*/ 340242 h 1573618"/>
                <a:gd name="connsiteX73" fmla="*/ 1956391 w 3600893"/>
                <a:gd name="connsiteY73" fmla="*/ 63795 h 1573618"/>
                <a:gd name="connsiteX74" fmla="*/ 1991833 w 3600893"/>
                <a:gd name="connsiteY74" fmla="*/ 0 h 1573618"/>
                <a:gd name="connsiteX75" fmla="*/ 1991833 w 3600893"/>
                <a:gd name="connsiteY75" fmla="*/ 0 h 1573618"/>
                <a:gd name="connsiteX76" fmla="*/ 1552354 w 3600893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715925 w 3607981"/>
                <a:gd name="connsiteY21" fmla="*/ 1148316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06232 w 3607981"/>
                <a:gd name="connsiteY51" fmla="*/ 1502735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73656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73656 w 3607981"/>
                <a:gd name="connsiteY76" fmla="*/ 0 h 157361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6130 w 3607981"/>
                <a:gd name="connsiteY55" fmla="*/ 927838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1922 w 3607981"/>
                <a:gd name="connsiteY25" fmla="*/ 1403960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94660 w 3607981"/>
                <a:gd name="connsiteY29" fmla="*/ 1296433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0092 w 3607981"/>
                <a:gd name="connsiteY71" fmla="*/ 395609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90368 w 3607981"/>
                <a:gd name="connsiteY69" fmla="*/ 428409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95300 w 3607981"/>
                <a:gd name="connsiteY51" fmla="*/ 1426547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63479 w 3607981"/>
                <a:gd name="connsiteY73" fmla="*/ 6379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73172 w 3607981"/>
                <a:gd name="connsiteY73" fmla="*/ 15103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53622 w 3607981"/>
                <a:gd name="connsiteY73" fmla="*/ 19303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28416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134833 w 3607981"/>
                <a:gd name="connsiteY73" fmla="*/ 215181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202686 w 3607981"/>
                <a:gd name="connsiteY73" fmla="*/ 173176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41295 w 3607981"/>
                <a:gd name="connsiteY66" fmla="*/ 292727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48905 w 3607981"/>
                <a:gd name="connsiteY73" fmla="*/ 344425 h 1516791"/>
                <a:gd name="connsiteX74" fmla="*/ 2565991 w 3607981"/>
                <a:gd name="connsiteY74" fmla="*/ 340242 h 1516791"/>
                <a:gd name="connsiteX75" fmla="*/ 2202686 w 3607981"/>
                <a:gd name="connsiteY75" fmla="*/ 173176 h 1516791"/>
                <a:gd name="connsiteX76" fmla="*/ 1834234 w 3607981"/>
                <a:gd name="connsiteY76" fmla="*/ 128416 h 1516791"/>
                <a:gd name="connsiteX77" fmla="*/ 1998921 w 3607981"/>
                <a:gd name="connsiteY77" fmla="*/ 0 h 1516791"/>
                <a:gd name="connsiteX78" fmla="*/ 1573656 w 3607981"/>
                <a:gd name="connsiteY78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84447 w 3607981"/>
                <a:gd name="connsiteY73" fmla="*/ 341193 h 1516791"/>
                <a:gd name="connsiteX74" fmla="*/ 2848905 w 3607981"/>
                <a:gd name="connsiteY74" fmla="*/ 344425 h 1516791"/>
                <a:gd name="connsiteX75" fmla="*/ 2565991 w 3607981"/>
                <a:gd name="connsiteY75" fmla="*/ 340242 h 1516791"/>
                <a:gd name="connsiteX76" fmla="*/ 2202686 w 3607981"/>
                <a:gd name="connsiteY76" fmla="*/ 173176 h 1516791"/>
                <a:gd name="connsiteX77" fmla="*/ 1834234 w 3607981"/>
                <a:gd name="connsiteY77" fmla="*/ 128416 h 1516791"/>
                <a:gd name="connsiteX78" fmla="*/ 1998921 w 3607981"/>
                <a:gd name="connsiteY78" fmla="*/ 0 h 1516791"/>
                <a:gd name="connsiteX79" fmla="*/ 1573656 w 3607981"/>
                <a:gd name="connsiteY79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884447 w 3607981"/>
                <a:gd name="connsiteY74" fmla="*/ 34119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961994 w 3607981"/>
                <a:gd name="connsiteY74" fmla="*/ 19256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78376 w 3607981"/>
                <a:gd name="connsiteY69" fmla="*/ 514646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54712 w 3607981"/>
                <a:gd name="connsiteY67" fmla="*/ 373504 h 1516791"/>
                <a:gd name="connsiteX68" fmla="*/ 2573079 w 3607981"/>
                <a:gd name="connsiteY68" fmla="*/ 425302 h 1516791"/>
                <a:gd name="connsiteX69" fmla="*/ 3117436 w 3607981"/>
                <a:gd name="connsiteY69" fmla="*/ 431708 h 1516791"/>
                <a:gd name="connsiteX70" fmla="*/ 3578376 w 3607981"/>
                <a:gd name="connsiteY70" fmla="*/ 514646 h 1516791"/>
                <a:gd name="connsiteX71" fmla="*/ 3180035 w 3607981"/>
                <a:gd name="connsiteY71" fmla="*/ 401394 h 1516791"/>
                <a:gd name="connsiteX72" fmla="*/ 3580254 w 3607981"/>
                <a:gd name="connsiteY72" fmla="*/ 279076 h 1516791"/>
                <a:gd name="connsiteX73" fmla="*/ 3165258 w 3607981"/>
                <a:gd name="connsiteY73" fmla="*/ 358263 h 1516791"/>
                <a:gd name="connsiteX74" fmla="*/ 2949069 w 3607981"/>
                <a:gd name="connsiteY74" fmla="*/ 357349 h 1516791"/>
                <a:gd name="connsiteX75" fmla="*/ 3000767 w 3607981"/>
                <a:gd name="connsiteY75" fmla="*/ 186101 h 1516791"/>
                <a:gd name="connsiteX76" fmla="*/ 2900603 w 3607981"/>
                <a:gd name="connsiteY76" fmla="*/ 357350 h 1516791"/>
                <a:gd name="connsiteX77" fmla="*/ 2565991 w 3607981"/>
                <a:gd name="connsiteY77" fmla="*/ 340242 h 1516791"/>
                <a:gd name="connsiteX78" fmla="*/ 2202686 w 3607981"/>
                <a:gd name="connsiteY78" fmla="*/ 173176 h 1516791"/>
                <a:gd name="connsiteX79" fmla="*/ 1834234 w 3607981"/>
                <a:gd name="connsiteY79" fmla="*/ 128416 h 1516791"/>
                <a:gd name="connsiteX80" fmla="*/ 1998921 w 3607981"/>
                <a:gd name="connsiteY80" fmla="*/ 0 h 1516791"/>
                <a:gd name="connsiteX81" fmla="*/ 1573656 w 3607981"/>
                <a:gd name="connsiteY81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15938 w 3607981"/>
                <a:gd name="connsiteY67" fmla="*/ 363811 h 1516791"/>
                <a:gd name="connsiteX68" fmla="*/ 2454712 w 3607981"/>
                <a:gd name="connsiteY68" fmla="*/ 373504 h 1516791"/>
                <a:gd name="connsiteX69" fmla="*/ 2573079 w 3607981"/>
                <a:gd name="connsiteY69" fmla="*/ 425302 h 1516791"/>
                <a:gd name="connsiteX70" fmla="*/ 3117436 w 3607981"/>
                <a:gd name="connsiteY70" fmla="*/ 431708 h 1516791"/>
                <a:gd name="connsiteX71" fmla="*/ 3578376 w 3607981"/>
                <a:gd name="connsiteY71" fmla="*/ 514646 h 1516791"/>
                <a:gd name="connsiteX72" fmla="*/ 3180035 w 3607981"/>
                <a:gd name="connsiteY72" fmla="*/ 401394 h 1516791"/>
                <a:gd name="connsiteX73" fmla="*/ 3580254 w 3607981"/>
                <a:gd name="connsiteY73" fmla="*/ 279076 h 1516791"/>
                <a:gd name="connsiteX74" fmla="*/ 3165258 w 3607981"/>
                <a:gd name="connsiteY74" fmla="*/ 358263 h 1516791"/>
                <a:gd name="connsiteX75" fmla="*/ 2949069 w 3607981"/>
                <a:gd name="connsiteY75" fmla="*/ 357349 h 1516791"/>
                <a:gd name="connsiteX76" fmla="*/ 3000767 w 3607981"/>
                <a:gd name="connsiteY76" fmla="*/ 186101 h 1516791"/>
                <a:gd name="connsiteX77" fmla="*/ 2900603 w 3607981"/>
                <a:gd name="connsiteY77" fmla="*/ 357350 h 1516791"/>
                <a:gd name="connsiteX78" fmla="*/ 2565991 w 3607981"/>
                <a:gd name="connsiteY78" fmla="*/ 340242 h 1516791"/>
                <a:gd name="connsiteX79" fmla="*/ 2202686 w 3607981"/>
                <a:gd name="connsiteY79" fmla="*/ 173176 h 1516791"/>
                <a:gd name="connsiteX80" fmla="*/ 1834234 w 3607981"/>
                <a:gd name="connsiteY80" fmla="*/ 128416 h 1516791"/>
                <a:gd name="connsiteX81" fmla="*/ 1998921 w 3607981"/>
                <a:gd name="connsiteY81" fmla="*/ 0 h 1516791"/>
                <a:gd name="connsiteX82" fmla="*/ 1573656 w 3607981"/>
                <a:gd name="connsiteY82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15938 w 3607981"/>
                <a:gd name="connsiteY68" fmla="*/ 36381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25631 w 3607981"/>
                <a:gd name="connsiteY67" fmla="*/ 367042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906306 w 3607981"/>
                <a:gd name="connsiteY65" fmla="*/ 185690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17176 w 3607981"/>
                <a:gd name="connsiteY65" fmla="*/ 169185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72624 w 3607981"/>
                <a:gd name="connsiteY64" fmla="*/ 434517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27330 w 3607981"/>
                <a:gd name="connsiteY13" fmla="*/ 25277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03255 w 3607981"/>
                <a:gd name="connsiteY13" fmla="*/ 279184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6761 w 3607981"/>
                <a:gd name="connsiteY67" fmla="*/ 26267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43169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0062 w 3607981"/>
                <a:gd name="connsiteY83" fmla="*/ 19443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0159 w 3607981"/>
                <a:gd name="connsiteY67" fmla="*/ 232968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76180 w 3607981"/>
                <a:gd name="connsiteY83" fmla="*/ 16472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80493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2825 w 3607981"/>
                <a:gd name="connsiteY18" fmla="*/ 767646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61903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40337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29916 w 3607981"/>
                <a:gd name="connsiteY29" fmla="*/ 1357590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60535 w 3580254"/>
                <a:gd name="connsiteY60" fmla="*/ 1227225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5504 w 3580254"/>
                <a:gd name="connsiteY12" fmla="*/ 93552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14229 w 3580254"/>
                <a:gd name="connsiteY12" fmla="*/ 12212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01529 w 3580254"/>
                <a:gd name="connsiteY12" fmla="*/ 1030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37461 w 3580254"/>
                <a:gd name="connsiteY66" fmla="*/ 199475 h 1516791"/>
                <a:gd name="connsiteX67" fmla="*/ 2199455 w 3580254"/>
                <a:gd name="connsiteY67" fmla="*/ 241029 h 1516791"/>
                <a:gd name="connsiteX68" fmla="*/ 2409476 w 3580254"/>
                <a:gd name="connsiteY68" fmla="*/ 363811 h 1516791"/>
                <a:gd name="connsiteX69" fmla="*/ 2470867 w 3580254"/>
                <a:gd name="connsiteY69" fmla="*/ 570601 h 1516791"/>
                <a:gd name="connsiteX70" fmla="*/ 2454712 w 3580254"/>
                <a:gd name="connsiteY70" fmla="*/ 373504 h 1516791"/>
                <a:gd name="connsiteX71" fmla="*/ 2573079 w 3580254"/>
                <a:gd name="connsiteY71" fmla="*/ 425302 h 1516791"/>
                <a:gd name="connsiteX72" fmla="*/ 3117436 w 3580254"/>
                <a:gd name="connsiteY72" fmla="*/ 431708 h 1516791"/>
                <a:gd name="connsiteX73" fmla="*/ 3578376 w 3580254"/>
                <a:gd name="connsiteY73" fmla="*/ 514646 h 1516791"/>
                <a:gd name="connsiteX74" fmla="*/ 3180035 w 3580254"/>
                <a:gd name="connsiteY74" fmla="*/ 401394 h 1516791"/>
                <a:gd name="connsiteX75" fmla="*/ 3580254 w 3580254"/>
                <a:gd name="connsiteY75" fmla="*/ 279076 h 1516791"/>
                <a:gd name="connsiteX76" fmla="*/ 3165258 w 3580254"/>
                <a:gd name="connsiteY76" fmla="*/ 358263 h 1516791"/>
                <a:gd name="connsiteX77" fmla="*/ 2949069 w 3580254"/>
                <a:gd name="connsiteY77" fmla="*/ 357349 h 1516791"/>
                <a:gd name="connsiteX78" fmla="*/ 3000767 w 3580254"/>
                <a:gd name="connsiteY78" fmla="*/ 186101 h 1516791"/>
                <a:gd name="connsiteX79" fmla="*/ 2900603 w 3580254"/>
                <a:gd name="connsiteY79" fmla="*/ 357350 h 1516791"/>
                <a:gd name="connsiteX80" fmla="*/ 2565991 w 3580254"/>
                <a:gd name="connsiteY80" fmla="*/ 340242 h 1516791"/>
                <a:gd name="connsiteX81" fmla="*/ 2202686 w 3580254"/>
                <a:gd name="connsiteY81" fmla="*/ 173176 h 1516791"/>
                <a:gd name="connsiteX82" fmla="*/ 1958927 w 3580254"/>
                <a:gd name="connsiteY82" fmla="*/ 143160 h 1516791"/>
                <a:gd name="connsiteX83" fmla="*/ 1998921 w 3580254"/>
                <a:gd name="connsiteY83" fmla="*/ 0 h 1516791"/>
                <a:gd name="connsiteX84" fmla="*/ 1573656 w 3580254"/>
                <a:gd name="connsiteY84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17007 w 3580254"/>
                <a:gd name="connsiteY15" fmla="*/ 709918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36359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32624 w 3580254"/>
                <a:gd name="connsiteY17" fmla="*/ 766071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44946 w 3580254"/>
                <a:gd name="connsiteY82" fmla="*/ 0 h 1516791"/>
                <a:gd name="connsiteX83" fmla="*/ 1573656 w 3580254"/>
                <a:gd name="connsiteY83" fmla="*/ 0 h 1516791"/>
                <a:gd name="connsiteX0" fmla="*/ 1646681 w 3580254"/>
                <a:gd name="connsiteY0" fmla="*/ 0 h 1519966"/>
                <a:gd name="connsiteX1" fmla="*/ 1438939 w 3580254"/>
                <a:gd name="connsiteY1" fmla="*/ 26544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854152 w 3580254"/>
                <a:gd name="connsiteY81" fmla="*/ 193960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33527 w 3580254"/>
                <a:gd name="connsiteY81" fmla="*/ 1717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72081 w 3580254"/>
                <a:gd name="connsiteY0" fmla="*/ 130175 h 1516791"/>
                <a:gd name="connsiteX1" fmla="*/ 1680239 w 3580254"/>
                <a:gd name="connsiteY1" fmla="*/ 19242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545708 w 3580254"/>
                <a:gd name="connsiteY11" fmla="*/ 290402 h 1516791"/>
                <a:gd name="connsiteX12" fmla="*/ 1601529 w 3580254"/>
                <a:gd name="connsiteY12" fmla="*/ 2713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33527 w 3580254"/>
                <a:gd name="connsiteY81" fmla="*/ 168560 h 1516791"/>
                <a:gd name="connsiteX82" fmla="*/ 1944946 w 3580254"/>
                <a:gd name="connsiteY82" fmla="*/ 0 h 1516791"/>
                <a:gd name="connsiteX83" fmla="*/ 1672081 w 3580254"/>
                <a:gd name="connsiteY83" fmla="*/ 130175 h 1516791"/>
                <a:gd name="connsiteX0" fmla="*/ 1672081 w 3580254"/>
                <a:gd name="connsiteY0" fmla="*/ 69850 h 1456466"/>
                <a:gd name="connsiteX1" fmla="*/ 1680239 w 3580254"/>
                <a:gd name="connsiteY1" fmla="*/ 132095 h 1456466"/>
                <a:gd name="connsiteX2" fmla="*/ 1015176 w 3580254"/>
                <a:gd name="connsiteY2" fmla="*/ 247250 h 1456466"/>
                <a:gd name="connsiteX3" fmla="*/ 581246 w 3580254"/>
                <a:gd name="connsiteY3" fmla="*/ 187768 h 1456466"/>
                <a:gd name="connsiteX4" fmla="*/ 311888 w 3580254"/>
                <a:gd name="connsiteY4" fmla="*/ 60177 h 1456466"/>
                <a:gd name="connsiteX5" fmla="*/ 552893 w 3580254"/>
                <a:gd name="connsiteY5" fmla="*/ 224446 h 1456466"/>
                <a:gd name="connsiteX6" fmla="*/ 232679 w 3580254"/>
                <a:gd name="connsiteY6" fmla="*/ 333247 h 1456466"/>
                <a:gd name="connsiteX7" fmla="*/ 573857 w 3580254"/>
                <a:gd name="connsiteY7" fmla="*/ 275604 h 1456466"/>
                <a:gd name="connsiteX8" fmla="*/ 1006549 w 3580254"/>
                <a:gd name="connsiteY8" fmla="*/ 294093 h 1456466"/>
                <a:gd name="connsiteX9" fmla="*/ 772632 w 3580254"/>
                <a:gd name="connsiteY9" fmla="*/ 471303 h 1456466"/>
                <a:gd name="connsiteX10" fmla="*/ 1064794 w 3580254"/>
                <a:gd name="connsiteY10" fmla="*/ 300881 h 1456466"/>
                <a:gd name="connsiteX11" fmla="*/ 1545708 w 3580254"/>
                <a:gd name="connsiteY11" fmla="*/ 230077 h 1456466"/>
                <a:gd name="connsiteX12" fmla="*/ 1601529 w 3580254"/>
                <a:gd name="connsiteY12" fmla="*/ 211027 h 1456466"/>
                <a:gd name="connsiteX13" fmla="*/ 1601972 w 3580254"/>
                <a:gd name="connsiteY13" fmla="*/ 393331 h 1456466"/>
                <a:gd name="connsiteX14" fmla="*/ 1152641 w 3580254"/>
                <a:gd name="connsiteY14" fmla="*/ 731170 h 1456466"/>
                <a:gd name="connsiteX15" fmla="*/ 789578 w 3580254"/>
                <a:gd name="connsiteY15" fmla="*/ 678622 h 1456466"/>
                <a:gd name="connsiteX16" fmla="*/ 378687 w 3580254"/>
                <a:gd name="connsiteY16" fmla="*/ 552398 h 1456466"/>
                <a:gd name="connsiteX17" fmla="*/ 718110 w 3580254"/>
                <a:gd name="connsiteY17" fmla="*/ 710584 h 1456466"/>
                <a:gd name="connsiteX18" fmla="*/ 339353 w 3580254"/>
                <a:gd name="connsiteY18" fmla="*/ 747977 h 1456466"/>
                <a:gd name="connsiteX19" fmla="*/ 787891 w 3580254"/>
                <a:gd name="connsiteY19" fmla="*/ 753863 h 1456466"/>
                <a:gd name="connsiteX20" fmla="*/ 1105786 w 3580254"/>
                <a:gd name="connsiteY20" fmla="*/ 804456 h 1456466"/>
                <a:gd name="connsiteX21" fmla="*/ 709678 w 3580254"/>
                <a:gd name="connsiteY21" fmla="*/ 1052310 h 1456466"/>
                <a:gd name="connsiteX22" fmla="*/ 480327 w 3580254"/>
                <a:gd name="connsiteY22" fmla="*/ 1121391 h 1456466"/>
                <a:gd name="connsiteX23" fmla="*/ 0 w 3580254"/>
                <a:gd name="connsiteY23" fmla="*/ 1194316 h 1456466"/>
                <a:gd name="connsiteX24" fmla="*/ 485758 w 3580254"/>
                <a:gd name="connsiteY24" fmla="*/ 1163620 h 1456466"/>
                <a:gd name="connsiteX25" fmla="*/ 1922 w 3580254"/>
                <a:gd name="connsiteY25" fmla="*/ 1337285 h 1456466"/>
                <a:gd name="connsiteX26" fmla="*/ 494553 w 3580254"/>
                <a:gd name="connsiteY26" fmla="*/ 1205682 h 1456466"/>
                <a:gd name="connsiteX27" fmla="*/ 41207 w 3580254"/>
                <a:gd name="connsiteY27" fmla="*/ 1456466 h 1456466"/>
                <a:gd name="connsiteX28" fmla="*/ 429916 w 3580254"/>
                <a:gd name="connsiteY28" fmla="*/ 1297265 h 1456466"/>
                <a:gd name="connsiteX29" fmla="*/ 632667 w 3580254"/>
                <a:gd name="connsiteY29" fmla="*/ 1161649 h 1456466"/>
                <a:gd name="connsiteX30" fmla="*/ 1006549 w 3580254"/>
                <a:gd name="connsiteY30" fmla="*/ 981666 h 1456466"/>
                <a:gd name="connsiteX31" fmla="*/ 949842 w 3580254"/>
                <a:gd name="connsiteY31" fmla="*/ 1371526 h 1456466"/>
                <a:gd name="connsiteX32" fmla="*/ 1063256 w 3580254"/>
                <a:gd name="connsiteY32" fmla="*/ 974577 h 1456466"/>
                <a:gd name="connsiteX33" fmla="*/ 1282995 w 3580254"/>
                <a:gd name="connsiteY33" fmla="*/ 719396 h 1456466"/>
                <a:gd name="connsiteX34" fmla="*/ 1616149 w 3580254"/>
                <a:gd name="connsiteY34" fmla="*/ 485479 h 1456466"/>
                <a:gd name="connsiteX35" fmla="*/ 1552353 w 3580254"/>
                <a:gd name="connsiteY35" fmla="*/ 854075 h 1456466"/>
                <a:gd name="connsiteX36" fmla="*/ 1375144 w 3580254"/>
                <a:gd name="connsiteY36" fmla="*/ 1059638 h 1456466"/>
                <a:gd name="connsiteX37" fmla="*/ 1594884 w 3580254"/>
                <a:gd name="connsiteY37" fmla="*/ 889517 h 1456466"/>
                <a:gd name="connsiteX38" fmla="*/ 1524000 w 3580254"/>
                <a:gd name="connsiteY38" fmla="*/ 1243935 h 1456466"/>
                <a:gd name="connsiteX39" fmla="*/ 1290084 w 3580254"/>
                <a:gd name="connsiteY39" fmla="*/ 1314819 h 1456466"/>
                <a:gd name="connsiteX40" fmla="*/ 1538177 w 3580254"/>
                <a:gd name="connsiteY40" fmla="*/ 1286466 h 1456466"/>
                <a:gd name="connsiteX41" fmla="*/ 1531088 w 3580254"/>
                <a:gd name="connsiteY41" fmla="*/ 1449498 h 1456466"/>
                <a:gd name="connsiteX42" fmla="*/ 1587795 w 3580254"/>
                <a:gd name="connsiteY42" fmla="*/ 1279377 h 1456466"/>
                <a:gd name="connsiteX43" fmla="*/ 1757916 w 3580254"/>
                <a:gd name="connsiteY43" fmla="*/ 1392791 h 1456466"/>
                <a:gd name="connsiteX44" fmla="*/ 1587795 w 3580254"/>
                <a:gd name="connsiteY44" fmla="*/ 1222670 h 1456466"/>
                <a:gd name="connsiteX45" fmla="*/ 1665767 w 3580254"/>
                <a:gd name="connsiteY45" fmla="*/ 875340 h 1456466"/>
                <a:gd name="connsiteX46" fmla="*/ 1779181 w 3580254"/>
                <a:gd name="connsiteY46" fmla="*/ 1130521 h 1456466"/>
                <a:gd name="connsiteX47" fmla="*/ 1687032 w 3580254"/>
                <a:gd name="connsiteY47" fmla="*/ 790279 h 1456466"/>
                <a:gd name="connsiteX48" fmla="*/ 1743739 w 3580254"/>
                <a:gd name="connsiteY48" fmla="*/ 478391 h 1456466"/>
                <a:gd name="connsiteX49" fmla="*/ 2121466 w 3580254"/>
                <a:gd name="connsiteY49" fmla="*/ 977220 h 1456466"/>
                <a:gd name="connsiteX50" fmla="*/ 2474924 w 3580254"/>
                <a:gd name="connsiteY50" fmla="*/ 1262436 h 1456466"/>
                <a:gd name="connsiteX51" fmla="*/ 2895300 w 3580254"/>
                <a:gd name="connsiteY51" fmla="*/ 1359872 h 1456466"/>
                <a:gd name="connsiteX52" fmla="*/ 2489100 w 3580254"/>
                <a:gd name="connsiteY52" fmla="*/ 1208373 h 1456466"/>
                <a:gd name="connsiteX53" fmla="*/ 2906233 w 3580254"/>
                <a:gd name="connsiteY53" fmla="*/ 1215582 h 1456466"/>
                <a:gd name="connsiteX54" fmla="*/ 2447171 w 3580254"/>
                <a:gd name="connsiteY54" fmla="*/ 1159476 h 1456466"/>
                <a:gd name="connsiteX55" fmla="*/ 2170964 w 3580254"/>
                <a:gd name="connsiteY55" fmla="*/ 933489 h 1456466"/>
                <a:gd name="connsiteX56" fmla="*/ 1821711 w 3580254"/>
                <a:gd name="connsiteY56" fmla="*/ 435861 h 1456466"/>
                <a:gd name="connsiteX57" fmla="*/ 2544725 w 3580254"/>
                <a:gd name="connsiteY57" fmla="*/ 854075 h 1456466"/>
                <a:gd name="connsiteX58" fmla="*/ 3260651 w 3580254"/>
                <a:gd name="connsiteY58" fmla="*/ 967489 h 1456466"/>
                <a:gd name="connsiteX59" fmla="*/ 3543282 w 3580254"/>
                <a:gd name="connsiteY59" fmla="*/ 1123768 h 1456466"/>
                <a:gd name="connsiteX60" fmla="*/ 3296093 w 3580254"/>
                <a:gd name="connsiteY60" fmla="*/ 939135 h 1456466"/>
                <a:gd name="connsiteX61" fmla="*/ 3572539 w 3580254"/>
                <a:gd name="connsiteY61" fmla="*/ 832810 h 1456466"/>
                <a:gd name="connsiteX62" fmla="*/ 3232298 w 3580254"/>
                <a:gd name="connsiteY62" fmla="*/ 882428 h 1456466"/>
                <a:gd name="connsiteX63" fmla="*/ 2530549 w 3580254"/>
                <a:gd name="connsiteY63" fmla="*/ 769014 h 1456466"/>
                <a:gd name="connsiteX64" fmla="*/ 1828174 w 3580254"/>
                <a:gd name="connsiteY64" fmla="*/ 355142 h 1456466"/>
                <a:gd name="connsiteX65" fmla="*/ 1937461 w 3580254"/>
                <a:gd name="connsiteY65" fmla="*/ 139150 h 1456466"/>
                <a:gd name="connsiteX66" fmla="*/ 2199455 w 3580254"/>
                <a:gd name="connsiteY66" fmla="*/ 180704 h 1456466"/>
                <a:gd name="connsiteX67" fmla="*/ 2409476 w 3580254"/>
                <a:gd name="connsiteY67" fmla="*/ 303486 h 1456466"/>
                <a:gd name="connsiteX68" fmla="*/ 2470867 w 3580254"/>
                <a:gd name="connsiteY68" fmla="*/ 510276 h 1456466"/>
                <a:gd name="connsiteX69" fmla="*/ 2454712 w 3580254"/>
                <a:gd name="connsiteY69" fmla="*/ 313179 h 1456466"/>
                <a:gd name="connsiteX70" fmla="*/ 2573079 w 3580254"/>
                <a:gd name="connsiteY70" fmla="*/ 364977 h 1456466"/>
                <a:gd name="connsiteX71" fmla="*/ 3117436 w 3580254"/>
                <a:gd name="connsiteY71" fmla="*/ 371383 h 1456466"/>
                <a:gd name="connsiteX72" fmla="*/ 3578376 w 3580254"/>
                <a:gd name="connsiteY72" fmla="*/ 454321 h 1456466"/>
                <a:gd name="connsiteX73" fmla="*/ 3180035 w 3580254"/>
                <a:gd name="connsiteY73" fmla="*/ 341069 h 1456466"/>
                <a:gd name="connsiteX74" fmla="*/ 3580254 w 3580254"/>
                <a:gd name="connsiteY74" fmla="*/ 218751 h 1456466"/>
                <a:gd name="connsiteX75" fmla="*/ 3165258 w 3580254"/>
                <a:gd name="connsiteY75" fmla="*/ 297938 h 1456466"/>
                <a:gd name="connsiteX76" fmla="*/ 2949069 w 3580254"/>
                <a:gd name="connsiteY76" fmla="*/ 297024 h 1456466"/>
                <a:gd name="connsiteX77" fmla="*/ 3000767 w 3580254"/>
                <a:gd name="connsiteY77" fmla="*/ 125776 h 1456466"/>
                <a:gd name="connsiteX78" fmla="*/ 2900603 w 3580254"/>
                <a:gd name="connsiteY78" fmla="*/ 297025 h 1456466"/>
                <a:gd name="connsiteX79" fmla="*/ 2565991 w 3580254"/>
                <a:gd name="connsiteY79" fmla="*/ 279917 h 1456466"/>
                <a:gd name="connsiteX80" fmla="*/ 2202686 w 3580254"/>
                <a:gd name="connsiteY80" fmla="*/ 112851 h 1456466"/>
                <a:gd name="connsiteX81" fmla="*/ 1933527 w 3580254"/>
                <a:gd name="connsiteY81" fmla="*/ 108235 h 1456466"/>
                <a:gd name="connsiteX82" fmla="*/ 1998921 w 3580254"/>
                <a:gd name="connsiteY82" fmla="*/ 0 h 1456466"/>
                <a:gd name="connsiteX83" fmla="*/ 1672081 w 3580254"/>
                <a:gd name="connsiteY83" fmla="*/ 69850 h 1456466"/>
                <a:gd name="connsiteX0" fmla="*/ 1672081 w 3580254"/>
                <a:gd name="connsiteY0" fmla="*/ 9673 h 1396289"/>
                <a:gd name="connsiteX1" fmla="*/ 1680239 w 3580254"/>
                <a:gd name="connsiteY1" fmla="*/ 71918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72081 w 3580254"/>
                <a:gd name="connsiteY0" fmla="*/ 9673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29439 w 3580254"/>
                <a:gd name="connsiteY1" fmla="*/ 8779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381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118769 w 3580254"/>
                <a:gd name="connsiteY10" fmla="*/ 2280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573857 w 3580254"/>
                <a:gd name="connsiteY7" fmla="*/ 205754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599056 w 3580254"/>
                <a:gd name="connsiteY0" fmla="*/ 635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599056 w 3580254"/>
                <a:gd name="connsiteY83" fmla="*/ 63500 h 1386616"/>
                <a:gd name="connsiteX0" fmla="*/ 1649856 w 3580254"/>
                <a:gd name="connsiteY0" fmla="*/ 127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49856 w 3580254"/>
                <a:gd name="connsiteY83" fmla="*/ 12700 h 1386616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16149 w 3580254"/>
                <a:gd name="connsiteY34" fmla="*/ 41245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85999 w 3580254"/>
                <a:gd name="connsiteY34" fmla="*/ 39975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86410 w 3580254"/>
                <a:gd name="connsiteY65" fmla="*/ 165652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74725 w 3580254"/>
                <a:gd name="connsiteY64" fmla="*/ 30206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06008 w 3580254"/>
                <a:gd name="connsiteY11" fmla="*/ 15387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51062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31713 w 3580254"/>
                <a:gd name="connsiteY64" fmla="*/ 127734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81936 w 3580254"/>
                <a:gd name="connsiteY64" fmla="*/ 3647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72446 w 3580254"/>
                <a:gd name="connsiteY65" fmla="*/ 123500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66949 w 3580254"/>
                <a:gd name="connsiteY33" fmla="*/ 380704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0866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70208 w 3580254"/>
                <a:gd name="connsiteY79" fmla="*/ 120200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883486 w 3580254"/>
                <a:gd name="connsiteY46" fmla="*/ 9806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73961 w 3580254"/>
                <a:gd name="connsiteY47" fmla="*/ 96796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20011 w 3580254"/>
                <a:gd name="connsiteY46" fmla="*/ 1012417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73986 w 3580254"/>
                <a:gd name="connsiteY47" fmla="*/ 100289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102561 w 3580254"/>
                <a:gd name="connsiteY47" fmla="*/ 106321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064931 w 3580254"/>
                <a:gd name="connsiteY45" fmla="*/ 1228946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3580254" h="1383441">
                  <a:moveTo>
                    <a:pt x="1649856" y="9525"/>
                  </a:moveTo>
                  <a:cubicBezTo>
                    <a:pt x="1650459" y="34507"/>
                    <a:pt x="1644652" y="33069"/>
                    <a:pt x="1645255" y="58051"/>
                  </a:cubicBezTo>
                  <a:lnTo>
                    <a:pt x="1015176" y="174225"/>
                  </a:lnTo>
                  <a:lnTo>
                    <a:pt x="581246" y="114743"/>
                  </a:lnTo>
                  <a:lnTo>
                    <a:pt x="226163" y="72877"/>
                  </a:lnTo>
                  <a:lnTo>
                    <a:pt x="565593" y="157771"/>
                  </a:lnTo>
                  <a:lnTo>
                    <a:pt x="232679" y="260222"/>
                  </a:lnTo>
                  <a:lnTo>
                    <a:pt x="624657" y="186704"/>
                  </a:lnTo>
                  <a:lnTo>
                    <a:pt x="1006549" y="221068"/>
                  </a:lnTo>
                  <a:lnTo>
                    <a:pt x="772632" y="398278"/>
                  </a:lnTo>
                  <a:lnTo>
                    <a:pt x="1118769" y="215156"/>
                  </a:lnTo>
                  <a:lnTo>
                    <a:pt x="1386958" y="147527"/>
                  </a:lnTo>
                  <a:lnTo>
                    <a:pt x="1651579" y="93852"/>
                  </a:lnTo>
                  <a:cubicBezTo>
                    <a:pt x="1612526" y="178955"/>
                    <a:pt x="1296308" y="572854"/>
                    <a:pt x="1152641" y="658145"/>
                  </a:cubicBezTo>
                  <a:lnTo>
                    <a:pt x="789578" y="605597"/>
                  </a:lnTo>
                  <a:lnTo>
                    <a:pt x="378687" y="479373"/>
                  </a:lnTo>
                  <a:lnTo>
                    <a:pt x="718110" y="637559"/>
                  </a:lnTo>
                  <a:lnTo>
                    <a:pt x="339353" y="674952"/>
                  </a:lnTo>
                  <a:lnTo>
                    <a:pt x="787891" y="680838"/>
                  </a:lnTo>
                  <a:lnTo>
                    <a:pt x="1129062" y="714805"/>
                  </a:lnTo>
                  <a:lnTo>
                    <a:pt x="709678" y="979285"/>
                  </a:lnTo>
                  <a:lnTo>
                    <a:pt x="480327" y="1048366"/>
                  </a:lnTo>
                  <a:lnTo>
                    <a:pt x="0" y="1121291"/>
                  </a:lnTo>
                  <a:lnTo>
                    <a:pt x="485758" y="1090595"/>
                  </a:lnTo>
                  <a:lnTo>
                    <a:pt x="1922" y="1264260"/>
                  </a:lnTo>
                  <a:lnTo>
                    <a:pt x="494553" y="1132657"/>
                  </a:lnTo>
                  <a:lnTo>
                    <a:pt x="41207" y="1383441"/>
                  </a:lnTo>
                  <a:lnTo>
                    <a:pt x="429916" y="1224240"/>
                  </a:lnTo>
                  <a:lnTo>
                    <a:pt x="632667" y="1088624"/>
                  </a:lnTo>
                  <a:lnTo>
                    <a:pt x="976623" y="875390"/>
                  </a:lnTo>
                  <a:lnTo>
                    <a:pt x="949842" y="1298501"/>
                  </a:lnTo>
                  <a:lnTo>
                    <a:pt x="1030006" y="871627"/>
                  </a:lnTo>
                  <a:lnTo>
                    <a:pt x="1282995" y="646371"/>
                  </a:lnTo>
                  <a:lnTo>
                    <a:pt x="1654009" y="290127"/>
                  </a:lnTo>
                  <a:lnTo>
                    <a:pt x="1619028" y="708025"/>
                  </a:lnTo>
                  <a:lnTo>
                    <a:pt x="1375144" y="986613"/>
                  </a:lnTo>
                  <a:lnTo>
                    <a:pt x="1620284" y="768867"/>
                  </a:lnTo>
                  <a:lnTo>
                    <a:pt x="1539875" y="1107410"/>
                  </a:lnTo>
                  <a:lnTo>
                    <a:pt x="1290084" y="1241794"/>
                  </a:lnTo>
                  <a:lnTo>
                    <a:pt x="1538177" y="1153116"/>
                  </a:lnTo>
                  <a:lnTo>
                    <a:pt x="1531088" y="1376473"/>
                  </a:lnTo>
                  <a:lnTo>
                    <a:pt x="1571920" y="1155552"/>
                  </a:lnTo>
                  <a:cubicBezTo>
                    <a:pt x="1628627" y="1193357"/>
                    <a:pt x="1756858" y="1328159"/>
                    <a:pt x="1757916" y="1319766"/>
                  </a:cubicBezTo>
                  <a:cubicBezTo>
                    <a:pt x="1758974" y="1311373"/>
                    <a:pt x="1638152" y="1176719"/>
                    <a:pt x="1578270" y="1105195"/>
                  </a:cubicBezTo>
                  <a:lnTo>
                    <a:pt x="1653067" y="764215"/>
                  </a:lnTo>
                  <a:lnTo>
                    <a:pt x="2064931" y="1228946"/>
                  </a:lnTo>
                  <a:lnTo>
                    <a:pt x="1908886" y="1002892"/>
                  </a:lnTo>
                  <a:lnTo>
                    <a:pt x="2061286" y="1021942"/>
                  </a:lnTo>
                  <a:lnTo>
                    <a:pt x="1873961" y="967967"/>
                  </a:lnTo>
                  <a:lnTo>
                    <a:pt x="1687032" y="717254"/>
                  </a:lnTo>
                  <a:lnTo>
                    <a:pt x="1735352" y="307540"/>
                  </a:lnTo>
                  <a:lnTo>
                    <a:pt x="2121466" y="904195"/>
                  </a:lnTo>
                  <a:lnTo>
                    <a:pt x="2474924" y="1189411"/>
                  </a:lnTo>
                  <a:lnTo>
                    <a:pt x="2895300" y="1286847"/>
                  </a:lnTo>
                  <a:lnTo>
                    <a:pt x="2489100" y="1135348"/>
                  </a:lnTo>
                  <a:lnTo>
                    <a:pt x="2906233" y="1142557"/>
                  </a:lnTo>
                  <a:lnTo>
                    <a:pt x="2447171" y="1086451"/>
                  </a:lnTo>
                  <a:lnTo>
                    <a:pt x="2170964" y="860464"/>
                  </a:lnTo>
                  <a:lnTo>
                    <a:pt x="1826025" y="280885"/>
                  </a:lnTo>
                  <a:lnTo>
                    <a:pt x="2544725" y="781050"/>
                  </a:lnTo>
                  <a:lnTo>
                    <a:pt x="3260651" y="894464"/>
                  </a:lnTo>
                  <a:lnTo>
                    <a:pt x="3543282" y="1050743"/>
                  </a:lnTo>
                  <a:lnTo>
                    <a:pt x="3282792" y="869435"/>
                  </a:lnTo>
                  <a:lnTo>
                    <a:pt x="3572539" y="759785"/>
                  </a:lnTo>
                  <a:lnTo>
                    <a:pt x="3252248" y="836004"/>
                  </a:lnTo>
                  <a:lnTo>
                    <a:pt x="2558138" y="721602"/>
                  </a:lnTo>
                  <a:cubicBezTo>
                    <a:pt x="2278033" y="546087"/>
                    <a:pt x="2373272" y="599470"/>
                    <a:pt x="2063322" y="300498"/>
                  </a:cubicBezTo>
                  <a:cubicBezTo>
                    <a:pt x="1949784" y="25078"/>
                    <a:pt x="1990330" y="153260"/>
                    <a:pt x="1995737" y="129155"/>
                  </a:cubicBezTo>
                  <a:lnTo>
                    <a:pt x="2250375" y="165071"/>
                  </a:lnTo>
                  <a:lnTo>
                    <a:pt x="2400662" y="209658"/>
                  </a:lnTo>
                  <a:lnTo>
                    <a:pt x="2470867" y="437251"/>
                  </a:lnTo>
                  <a:lnTo>
                    <a:pt x="2454712" y="240154"/>
                  </a:lnTo>
                  <a:lnTo>
                    <a:pt x="2595473" y="269559"/>
                  </a:lnTo>
                  <a:lnTo>
                    <a:pt x="3117436" y="298358"/>
                  </a:lnTo>
                  <a:lnTo>
                    <a:pt x="3578376" y="381296"/>
                  </a:lnTo>
                  <a:lnTo>
                    <a:pt x="3180035" y="268044"/>
                  </a:lnTo>
                  <a:lnTo>
                    <a:pt x="3580254" y="145726"/>
                  </a:lnTo>
                  <a:lnTo>
                    <a:pt x="3165258" y="224913"/>
                  </a:lnTo>
                  <a:lnTo>
                    <a:pt x="2949069" y="223999"/>
                  </a:lnTo>
                  <a:lnTo>
                    <a:pt x="3070617" y="68626"/>
                  </a:lnTo>
                  <a:lnTo>
                    <a:pt x="2900603" y="224000"/>
                  </a:lnTo>
                  <a:lnTo>
                    <a:pt x="2562461" y="192770"/>
                  </a:lnTo>
                  <a:lnTo>
                    <a:pt x="2280799" y="106078"/>
                  </a:lnTo>
                  <a:lnTo>
                    <a:pt x="1968452" y="66960"/>
                  </a:lnTo>
                  <a:cubicBezTo>
                    <a:pt x="1969083" y="45698"/>
                    <a:pt x="1953840" y="21262"/>
                    <a:pt x="1954471" y="0"/>
                  </a:cubicBezTo>
                  <a:lnTo>
                    <a:pt x="1649856" y="9525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" name="Triangle 6">
              <a:extLst>
                <a:ext uri="{FF2B5EF4-FFF2-40B4-BE49-F238E27FC236}">
                  <a16:creationId xmlns:a16="http://schemas.microsoft.com/office/drawing/2014/main" id="{9F165D59-F60C-AD4F-A7F7-53B4038B0129}"/>
                </a:ext>
              </a:extLst>
            </p:cNvPr>
            <p:cNvSpPr/>
            <p:nvPr/>
          </p:nvSpPr>
          <p:spPr>
            <a:xfrm>
              <a:off x="2300341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" name="Triangle 263">
              <a:extLst>
                <a:ext uri="{FF2B5EF4-FFF2-40B4-BE49-F238E27FC236}">
                  <a16:creationId xmlns:a16="http://schemas.microsoft.com/office/drawing/2014/main" id="{800ACAE4-EC0E-D840-8E7B-7716B24F6A08}"/>
                </a:ext>
              </a:extLst>
            </p:cNvPr>
            <p:cNvSpPr/>
            <p:nvPr/>
          </p:nvSpPr>
          <p:spPr>
            <a:xfrm>
              <a:off x="2534549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" name="Triangle 264">
              <a:extLst>
                <a:ext uri="{FF2B5EF4-FFF2-40B4-BE49-F238E27FC236}">
                  <a16:creationId xmlns:a16="http://schemas.microsoft.com/office/drawing/2014/main" id="{EB2FB997-22E4-8048-AE39-6FFB53CDD447}"/>
                </a:ext>
              </a:extLst>
            </p:cNvPr>
            <p:cNvSpPr/>
            <p:nvPr/>
          </p:nvSpPr>
          <p:spPr>
            <a:xfrm>
              <a:off x="2737088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" name="Triangle 264">
              <a:extLst>
                <a:ext uri="{FF2B5EF4-FFF2-40B4-BE49-F238E27FC236}">
                  <a16:creationId xmlns:a16="http://schemas.microsoft.com/office/drawing/2014/main" id="{D65CE060-CC6D-FA49-B310-2D8C293C59EF}"/>
                </a:ext>
              </a:extLst>
            </p:cNvPr>
            <p:cNvSpPr/>
            <p:nvPr/>
          </p:nvSpPr>
          <p:spPr>
            <a:xfrm>
              <a:off x="2921755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" name="Triangle 10">
              <a:extLst>
                <a:ext uri="{FF2B5EF4-FFF2-40B4-BE49-F238E27FC236}">
                  <a16:creationId xmlns:a16="http://schemas.microsoft.com/office/drawing/2014/main" id="{5E2EC6C6-8CA4-FB47-9ED9-0A3A6111B69C}"/>
                </a:ext>
              </a:extLst>
            </p:cNvPr>
            <p:cNvSpPr/>
            <p:nvPr/>
          </p:nvSpPr>
          <p:spPr>
            <a:xfrm>
              <a:off x="2751864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2" name="Triangle 263">
              <a:extLst>
                <a:ext uri="{FF2B5EF4-FFF2-40B4-BE49-F238E27FC236}">
                  <a16:creationId xmlns:a16="http://schemas.microsoft.com/office/drawing/2014/main" id="{25DC52FB-1A08-104B-8F02-D1CFD37D6208}"/>
                </a:ext>
              </a:extLst>
            </p:cNvPr>
            <p:cNvSpPr/>
            <p:nvPr/>
          </p:nvSpPr>
          <p:spPr>
            <a:xfrm>
              <a:off x="2968155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3" name="Triangle 264">
              <a:extLst>
                <a:ext uri="{FF2B5EF4-FFF2-40B4-BE49-F238E27FC236}">
                  <a16:creationId xmlns:a16="http://schemas.microsoft.com/office/drawing/2014/main" id="{3DD5BE3F-37A4-9D40-893E-49168C5A43D0}"/>
                </a:ext>
              </a:extLst>
            </p:cNvPr>
            <p:cNvSpPr/>
            <p:nvPr/>
          </p:nvSpPr>
          <p:spPr>
            <a:xfrm>
              <a:off x="3158031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C3B8244F-E4F7-764F-8970-08F685AAACD5}"/>
                </a:ext>
              </a:extLst>
            </p:cNvPr>
            <p:cNvSpPr/>
            <p:nvPr/>
          </p:nvSpPr>
          <p:spPr>
            <a:xfrm>
              <a:off x="4130695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" name="Triangle 264">
              <a:extLst>
                <a:ext uri="{FF2B5EF4-FFF2-40B4-BE49-F238E27FC236}">
                  <a16:creationId xmlns:a16="http://schemas.microsoft.com/office/drawing/2014/main" id="{41B1FBC4-7423-6C4B-A822-BCB23175BA08}"/>
                </a:ext>
              </a:extLst>
            </p:cNvPr>
            <p:cNvSpPr/>
            <p:nvPr/>
          </p:nvSpPr>
          <p:spPr>
            <a:xfrm>
              <a:off x="3200228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" name="Triangle 264">
              <a:extLst>
                <a:ext uri="{FF2B5EF4-FFF2-40B4-BE49-F238E27FC236}">
                  <a16:creationId xmlns:a16="http://schemas.microsoft.com/office/drawing/2014/main" id="{E89B96F6-580D-454E-B5D2-D7845F904CED}"/>
                </a:ext>
              </a:extLst>
            </p:cNvPr>
            <p:cNvSpPr/>
            <p:nvPr/>
          </p:nvSpPr>
          <p:spPr>
            <a:xfrm>
              <a:off x="3549059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" name="Triangle 264">
              <a:extLst>
                <a:ext uri="{FF2B5EF4-FFF2-40B4-BE49-F238E27FC236}">
                  <a16:creationId xmlns:a16="http://schemas.microsoft.com/office/drawing/2014/main" id="{61F41E89-008A-B74F-857E-424EB07FBFA8}"/>
                </a:ext>
              </a:extLst>
            </p:cNvPr>
            <p:cNvSpPr/>
            <p:nvPr/>
          </p:nvSpPr>
          <p:spPr>
            <a:xfrm>
              <a:off x="3344674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5645AACD-D007-B349-836B-DA519F2396F7}"/>
                </a:ext>
              </a:extLst>
            </p:cNvPr>
            <p:cNvSpPr/>
            <p:nvPr/>
          </p:nvSpPr>
          <p:spPr>
            <a:xfrm rot="10800000">
              <a:off x="4149487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78A56153-991E-1647-A977-F3E32BC0AA14}"/>
                </a:ext>
              </a:extLst>
            </p:cNvPr>
            <p:cNvGrpSpPr/>
            <p:nvPr/>
          </p:nvGrpSpPr>
          <p:grpSpPr>
            <a:xfrm rot="20275914">
              <a:off x="4415395" y="2993878"/>
              <a:ext cx="319926" cy="404542"/>
              <a:chOff x="3510479" y="1211170"/>
              <a:chExt cx="2079479" cy="2629470"/>
            </a:xfrm>
          </p:grpSpPr>
          <p:sp>
            <p:nvSpPr>
              <p:cNvPr id="82" name="Oval 1">
                <a:extLst>
                  <a:ext uri="{FF2B5EF4-FFF2-40B4-BE49-F238E27FC236}">
                    <a16:creationId xmlns:a16="http://schemas.microsoft.com/office/drawing/2014/main" id="{80194227-E6D5-134C-8979-EFBB43AB6960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" name="Teardrop 82">
                <a:extLst>
                  <a:ext uri="{FF2B5EF4-FFF2-40B4-BE49-F238E27FC236}">
                    <a16:creationId xmlns:a16="http://schemas.microsoft.com/office/drawing/2014/main" id="{DCB69560-D4F4-5B40-8DE6-E86BE13C86C0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" name="Teardrop 83">
                <a:extLst>
                  <a:ext uri="{FF2B5EF4-FFF2-40B4-BE49-F238E27FC236}">
                    <a16:creationId xmlns:a16="http://schemas.microsoft.com/office/drawing/2014/main" id="{3EF4B949-DDC8-7645-B4A0-5A8FAA4A7392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" name="Teardrop 84">
                <a:extLst>
                  <a:ext uri="{FF2B5EF4-FFF2-40B4-BE49-F238E27FC236}">
                    <a16:creationId xmlns:a16="http://schemas.microsoft.com/office/drawing/2014/main" id="{0B330868-0E8F-D947-9F83-21E61C3597F3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" name="Teardrop 85">
                <a:extLst>
                  <a:ext uri="{FF2B5EF4-FFF2-40B4-BE49-F238E27FC236}">
                    <a16:creationId xmlns:a16="http://schemas.microsoft.com/office/drawing/2014/main" id="{80D306A9-CB51-7848-B21D-1B12AAE45116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" name="Teardrop 86">
                <a:extLst>
                  <a:ext uri="{FF2B5EF4-FFF2-40B4-BE49-F238E27FC236}">
                    <a16:creationId xmlns:a16="http://schemas.microsoft.com/office/drawing/2014/main" id="{287624A0-51D0-FB4D-A74F-44E13F051347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" name="Teardrop 87">
                <a:extLst>
                  <a:ext uri="{FF2B5EF4-FFF2-40B4-BE49-F238E27FC236}">
                    <a16:creationId xmlns:a16="http://schemas.microsoft.com/office/drawing/2014/main" id="{1704299B-E23F-6A47-947F-C64ED540BF89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" name="Teardrop 88">
                <a:extLst>
                  <a:ext uri="{FF2B5EF4-FFF2-40B4-BE49-F238E27FC236}">
                    <a16:creationId xmlns:a16="http://schemas.microsoft.com/office/drawing/2014/main" id="{5946D287-FFFE-9648-A0A0-5F9D70144788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" name="Teardrop 89">
                <a:extLst>
                  <a:ext uri="{FF2B5EF4-FFF2-40B4-BE49-F238E27FC236}">
                    <a16:creationId xmlns:a16="http://schemas.microsoft.com/office/drawing/2014/main" id="{3B778631-1690-AB4C-95BD-D7BD84FDC633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" name="Teardrop 90">
                <a:extLst>
                  <a:ext uri="{FF2B5EF4-FFF2-40B4-BE49-F238E27FC236}">
                    <a16:creationId xmlns:a16="http://schemas.microsoft.com/office/drawing/2014/main" id="{D3446C06-5B27-F144-B208-184625BD9435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" name="Teardrop 91">
                <a:extLst>
                  <a:ext uri="{FF2B5EF4-FFF2-40B4-BE49-F238E27FC236}">
                    <a16:creationId xmlns:a16="http://schemas.microsoft.com/office/drawing/2014/main" id="{D476C647-4896-C64B-A2DC-6D18DCB0D91C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" name="Teardrop 92">
                <a:extLst>
                  <a:ext uri="{FF2B5EF4-FFF2-40B4-BE49-F238E27FC236}">
                    <a16:creationId xmlns:a16="http://schemas.microsoft.com/office/drawing/2014/main" id="{A5E6552F-1B95-4140-A7EF-5BE26D39D426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" name="Teardrop 93">
                <a:extLst>
                  <a:ext uri="{FF2B5EF4-FFF2-40B4-BE49-F238E27FC236}">
                    <a16:creationId xmlns:a16="http://schemas.microsoft.com/office/drawing/2014/main" id="{8D056044-F610-6E4C-A03E-A9B708BE551C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" name="Teardrop 94">
                <a:extLst>
                  <a:ext uri="{FF2B5EF4-FFF2-40B4-BE49-F238E27FC236}">
                    <a16:creationId xmlns:a16="http://schemas.microsoft.com/office/drawing/2014/main" id="{BDA12CDA-232B-5944-801F-977058D6ED2D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" name="Teardrop 95">
                <a:extLst>
                  <a:ext uri="{FF2B5EF4-FFF2-40B4-BE49-F238E27FC236}">
                    <a16:creationId xmlns:a16="http://schemas.microsoft.com/office/drawing/2014/main" id="{E3BCC062-1E78-4A42-9630-0C18F16ABCAB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" name="Teardrop 96">
                <a:extLst>
                  <a:ext uri="{FF2B5EF4-FFF2-40B4-BE49-F238E27FC236}">
                    <a16:creationId xmlns:a16="http://schemas.microsoft.com/office/drawing/2014/main" id="{D0CBC170-99FA-8F40-97EF-C649B46AE04D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" name="Teardrop 97">
                <a:extLst>
                  <a:ext uri="{FF2B5EF4-FFF2-40B4-BE49-F238E27FC236}">
                    <a16:creationId xmlns:a16="http://schemas.microsoft.com/office/drawing/2014/main" id="{A71E35C0-A271-3A49-8ECA-54DAD4BB0B25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" name="Teardrop 98">
                <a:extLst>
                  <a:ext uri="{FF2B5EF4-FFF2-40B4-BE49-F238E27FC236}">
                    <a16:creationId xmlns:a16="http://schemas.microsoft.com/office/drawing/2014/main" id="{7C488537-17BA-834C-8DA7-B11A86824854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" name="Teardrop 99">
                <a:extLst>
                  <a:ext uri="{FF2B5EF4-FFF2-40B4-BE49-F238E27FC236}">
                    <a16:creationId xmlns:a16="http://schemas.microsoft.com/office/drawing/2014/main" id="{4FD6530A-59D6-1743-A112-73FB32990982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" name="Teardrop 100">
                <a:extLst>
                  <a:ext uri="{FF2B5EF4-FFF2-40B4-BE49-F238E27FC236}">
                    <a16:creationId xmlns:a16="http://schemas.microsoft.com/office/drawing/2014/main" id="{711EA2A7-6481-5B40-A91D-459C2EA02941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" name="Teardrop 101">
                <a:extLst>
                  <a:ext uri="{FF2B5EF4-FFF2-40B4-BE49-F238E27FC236}">
                    <a16:creationId xmlns:a16="http://schemas.microsoft.com/office/drawing/2014/main" id="{DA55CD6C-EF67-5F46-8EB1-7C8D16E50CB3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" name="Teardrop 102">
                <a:extLst>
                  <a:ext uri="{FF2B5EF4-FFF2-40B4-BE49-F238E27FC236}">
                    <a16:creationId xmlns:a16="http://schemas.microsoft.com/office/drawing/2014/main" id="{8057C1F5-A7B3-E940-9890-624DF56CABA4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" name="Teardrop 103">
                <a:extLst>
                  <a:ext uri="{FF2B5EF4-FFF2-40B4-BE49-F238E27FC236}">
                    <a16:creationId xmlns:a16="http://schemas.microsoft.com/office/drawing/2014/main" id="{A324BEA1-A918-FE42-A7B4-166C141AA415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" name="Teardrop 104">
                <a:extLst>
                  <a:ext uri="{FF2B5EF4-FFF2-40B4-BE49-F238E27FC236}">
                    <a16:creationId xmlns:a16="http://schemas.microsoft.com/office/drawing/2014/main" id="{51B44E6F-D757-AD4C-874A-F41A2AAC3C8B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" name="Teardrop 105">
                <a:extLst>
                  <a:ext uri="{FF2B5EF4-FFF2-40B4-BE49-F238E27FC236}">
                    <a16:creationId xmlns:a16="http://schemas.microsoft.com/office/drawing/2014/main" id="{A0FFB0B8-E0AB-6A4E-90EA-61F15CC94F83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" name="Teardrop 106">
                <a:extLst>
                  <a:ext uri="{FF2B5EF4-FFF2-40B4-BE49-F238E27FC236}">
                    <a16:creationId xmlns:a16="http://schemas.microsoft.com/office/drawing/2014/main" id="{C04236C5-43A6-5242-BE15-BA3D2E983636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" name="Teardrop 107">
                <a:extLst>
                  <a:ext uri="{FF2B5EF4-FFF2-40B4-BE49-F238E27FC236}">
                    <a16:creationId xmlns:a16="http://schemas.microsoft.com/office/drawing/2014/main" id="{BF6AE717-0DB5-434A-BCAC-A18211689E80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" name="Teardrop 108">
                <a:extLst>
                  <a:ext uri="{FF2B5EF4-FFF2-40B4-BE49-F238E27FC236}">
                    <a16:creationId xmlns:a16="http://schemas.microsoft.com/office/drawing/2014/main" id="{1EDF7819-F2C8-0046-8A4D-9B71D4A3B1C6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0" name="Teardrop 109">
                <a:extLst>
                  <a:ext uri="{FF2B5EF4-FFF2-40B4-BE49-F238E27FC236}">
                    <a16:creationId xmlns:a16="http://schemas.microsoft.com/office/drawing/2014/main" id="{785E9DCE-1D5E-2E4A-B4C5-AE9210B953A3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1" name="Teardrop 110">
                <a:extLst>
                  <a:ext uri="{FF2B5EF4-FFF2-40B4-BE49-F238E27FC236}">
                    <a16:creationId xmlns:a16="http://schemas.microsoft.com/office/drawing/2014/main" id="{3FA77FFB-2704-0C46-A799-29325554218B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4D50AC69-CA0A-CF4C-912B-A940E5A2C5A8}"/>
                </a:ext>
              </a:extLst>
            </p:cNvPr>
            <p:cNvGrpSpPr/>
            <p:nvPr/>
          </p:nvGrpSpPr>
          <p:grpSpPr>
            <a:xfrm rot="20726076">
              <a:off x="4445230" y="1854502"/>
              <a:ext cx="319926" cy="404542"/>
              <a:chOff x="3510479" y="1211170"/>
              <a:chExt cx="2079479" cy="2629470"/>
            </a:xfrm>
          </p:grpSpPr>
          <p:sp>
            <p:nvSpPr>
              <p:cNvPr id="52" name="Oval 1">
                <a:extLst>
                  <a:ext uri="{FF2B5EF4-FFF2-40B4-BE49-F238E27FC236}">
                    <a16:creationId xmlns:a16="http://schemas.microsoft.com/office/drawing/2014/main" id="{15418FA9-93C6-5746-9497-0ED9802B385B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" name="Teardrop 52">
                <a:extLst>
                  <a:ext uri="{FF2B5EF4-FFF2-40B4-BE49-F238E27FC236}">
                    <a16:creationId xmlns:a16="http://schemas.microsoft.com/office/drawing/2014/main" id="{5E231893-704E-8142-BCD3-6D04F0458057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" name="Teardrop 53">
                <a:extLst>
                  <a:ext uri="{FF2B5EF4-FFF2-40B4-BE49-F238E27FC236}">
                    <a16:creationId xmlns:a16="http://schemas.microsoft.com/office/drawing/2014/main" id="{C86D386D-08A4-E647-9B55-1D906F38CA31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" name="Teardrop 54">
                <a:extLst>
                  <a:ext uri="{FF2B5EF4-FFF2-40B4-BE49-F238E27FC236}">
                    <a16:creationId xmlns:a16="http://schemas.microsoft.com/office/drawing/2014/main" id="{AC602FDE-B632-9846-96E4-5FAE3FE18C8A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" name="Teardrop 55">
                <a:extLst>
                  <a:ext uri="{FF2B5EF4-FFF2-40B4-BE49-F238E27FC236}">
                    <a16:creationId xmlns:a16="http://schemas.microsoft.com/office/drawing/2014/main" id="{86F5DE61-E242-E642-BD73-9C0975329BA7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" name="Teardrop 56">
                <a:extLst>
                  <a:ext uri="{FF2B5EF4-FFF2-40B4-BE49-F238E27FC236}">
                    <a16:creationId xmlns:a16="http://schemas.microsoft.com/office/drawing/2014/main" id="{028A1C01-8C4B-1745-8DB5-58D2F8416E86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" name="Teardrop 57">
                <a:extLst>
                  <a:ext uri="{FF2B5EF4-FFF2-40B4-BE49-F238E27FC236}">
                    <a16:creationId xmlns:a16="http://schemas.microsoft.com/office/drawing/2014/main" id="{0B01DD7B-E7D0-1F45-AC84-D4EF593CBA61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" name="Teardrop 58">
                <a:extLst>
                  <a:ext uri="{FF2B5EF4-FFF2-40B4-BE49-F238E27FC236}">
                    <a16:creationId xmlns:a16="http://schemas.microsoft.com/office/drawing/2014/main" id="{DD18E4B5-9D9D-B949-8368-76844523A579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Teardrop 59">
                <a:extLst>
                  <a:ext uri="{FF2B5EF4-FFF2-40B4-BE49-F238E27FC236}">
                    <a16:creationId xmlns:a16="http://schemas.microsoft.com/office/drawing/2014/main" id="{24F10747-5A3B-044A-85C6-0C58EAEB7549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" name="Teardrop 60">
                <a:extLst>
                  <a:ext uri="{FF2B5EF4-FFF2-40B4-BE49-F238E27FC236}">
                    <a16:creationId xmlns:a16="http://schemas.microsoft.com/office/drawing/2014/main" id="{86E49DAD-8856-B942-B87F-63666E421A98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" name="Teardrop 61">
                <a:extLst>
                  <a:ext uri="{FF2B5EF4-FFF2-40B4-BE49-F238E27FC236}">
                    <a16:creationId xmlns:a16="http://schemas.microsoft.com/office/drawing/2014/main" id="{8BBBDEB0-1269-1E42-AC54-BC1C3F2B696E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" name="Teardrop 62">
                <a:extLst>
                  <a:ext uri="{FF2B5EF4-FFF2-40B4-BE49-F238E27FC236}">
                    <a16:creationId xmlns:a16="http://schemas.microsoft.com/office/drawing/2014/main" id="{3792497F-A872-354B-B317-E93F0B20FB25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" name="Teardrop 63">
                <a:extLst>
                  <a:ext uri="{FF2B5EF4-FFF2-40B4-BE49-F238E27FC236}">
                    <a16:creationId xmlns:a16="http://schemas.microsoft.com/office/drawing/2014/main" id="{A4DFDC6C-AA03-E14A-B132-04934F7D613A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" name="Teardrop 64">
                <a:extLst>
                  <a:ext uri="{FF2B5EF4-FFF2-40B4-BE49-F238E27FC236}">
                    <a16:creationId xmlns:a16="http://schemas.microsoft.com/office/drawing/2014/main" id="{A841B341-0DB0-F240-ABF3-C961A398E74C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" name="Teardrop 65">
                <a:extLst>
                  <a:ext uri="{FF2B5EF4-FFF2-40B4-BE49-F238E27FC236}">
                    <a16:creationId xmlns:a16="http://schemas.microsoft.com/office/drawing/2014/main" id="{40FD514E-A434-1247-9457-29302E78E352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" name="Teardrop 66">
                <a:extLst>
                  <a:ext uri="{FF2B5EF4-FFF2-40B4-BE49-F238E27FC236}">
                    <a16:creationId xmlns:a16="http://schemas.microsoft.com/office/drawing/2014/main" id="{25846547-DD15-2F49-B00B-F9091B47B2C0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" name="Teardrop 67">
                <a:extLst>
                  <a:ext uri="{FF2B5EF4-FFF2-40B4-BE49-F238E27FC236}">
                    <a16:creationId xmlns:a16="http://schemas.microsoft.com/office/drawing/2014/main" id="{4099ED2D-F1C3-514B-9EFD-3D26CD08D036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" name="Teardrop 68">
                <a:extLst>
                  <a:ext uri="{FF2B5EF4-FFF2-40B4-BE49-F238E27FC236}">
                    <a16:creationId xmlns:a16="http://schemas.microsoft.com/office/drawing/2014/main" id="{DC6B4489-DCDC-1144-A822-7B433C155180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" name="Teardrop 69">
                <a:extLst>
                  <a:ext uri="{FF2B5EF4-FFF2-40B4-BE49-F238E27FC236}">
                    <a16:creationId xmlns:a16="http://schemas.microsoft.com/office/drawing/2014/main" id="{0C1BC96B-8157-5E47-8814-F873240DFF0B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" name="Teardrop 70">
                <a:extLst>
                  <a:ext uri="{FF2B5EF4-FFF2-40B4-BE49-F238E27FC236}">
                    <a16:creationId xmlns:a16="http://schemas.microsoft.com/office/drawing/2014/main" id="{99DC8097-9CAE-3841-A9AC-4848273CAFB2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" name="Teardrop 71">
                <a:extLst>
                  <a:ext uri="{FF2B5EF4-FFF2-40B4-BE49-F238E27FC236}">
                    <a16:creationId xmlns:a16="http://schemas.microsoft.com/office/drawing/2014/main" id="{5461BBAC-763F-4746-B2B2-71C9135BBAA6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" name="Teardrop 72">
                <a:extLst>
                  <a:ext uri="{FF2B5EF4-FFF2-40B4-BE49-F238E27FC236}">
                    <a16:creationId xmlns:a16="http://schemas.microsoft.com/office/drawing/2014/main" id="{840C22CF-B8A3-664C-9D0A-61AC931E8816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" name="Teardrop 73">
                <a:extLst>
                  <a:ext uri="{FF2B5EF4-FFF2-40B4-BE49-F238E27FC236}">
                    <a16:creationId xmlns:a16="http://schemas.microsoft.com/office/drawing/2014/main" id="{154BB761-09C2-C14A-8310-466F042C626C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" name="Teardrop 74">
                <a:extLst>
                  <a:ext uri="{FF2B5EF4-FFF2-40B4-BE49-F238E27FC236}">
                    <a16:creationId xmlns:a16="http://schemas.microsoft.com/office/drawing/2014/main" id="{43367ABB-7171-B94E-8679-46CB630BACEF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" name="Teardrop 75">
                <a:extLst>
                  <a:ext uri="{FF2B5EF4-FFF2-40B4-BE49-F238E27FC236}">
                    <a16:creationId xmlns:a16="http://schemas.microsoft.com/office/drawing/2014/main" id="{186E4B1A-5097-8A4B-9246-C11713AE5AFD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" name="Teardrop 76">
                <a:extLst>
                  <a:ext uri="{FF2B5EF4-FFF2-40B4-BE49-F238E27FC236}">
                    <a16:creationId xmlns:a16="http://schemas.microsoft.com/office/drawing/2014/main" id="{7BDB37BD-DED9-534E-9523-BFE17A4A0E43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" name="Teardrop 77">
                <a:extLst>
                  <a:ext uri="{FF2B5EF4-FFF2-40B4-BE49-F238E27FC236}">
                    <a16:creationId xmlns:a16="http://schemas.microsoft.com/office/drawing/2014/main" id="{D993F304-9B64-5448-9ECC-0EA7D4024619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" name="Teardrop 78">
                <a:extLst>
                  <a:ext uri="{FF2B5EF4-FFF2-40B4-BE49-F238E27FC236}">
                    <a16:creationId xmlns:a16="http://schemas.microsoft.com/office/drawing/2014/main" id="{BEDBAE29-B8C0-7244-909B-B09517B0A941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" name="Teardrop 79">
                <a:extLst>
                  <a:ext uri="{FF2B5EF4-FFF2-40B4-BE49-F238E27FC236}">
                    <a16:creationId xmlns:a16="http://schemas.microsoft.com/office/drawing/2014/main" id="{24E50231-C985-D941-A00F-C3662F09F72A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" name="Teardrop 80">
                <a:extLst>
                  <a:ext uri="{FF2B5EF4-FFF2-40B4-BE49-F238E27FC236}">
                    <a16:creationId xmlns:a16="http://schemas.microsoft.com/office/drawing/2014/main" id="{044170E0-4AB6-FA48-9C90-2524FD2CE139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D108053C-DE0D-6E43-A4E1-6EDCBDD4CBD3}"/>
                </a:ext>
              </a:extLst>
            </p:cNvPr>
            <p:cNvGrpSpPr/>
            <p:nvPr/>
          </p:nvGrpSpPr>
          <p:grpSpPr>
            <a:xfrm rot="21065350">
              <a:off x="3727049" y="2277700"/>
              <a:ext cx="319926" cy="404542"/>
              <a:chOff x="3510479" y="1211170"/>
              <a:chExt cx="2079479" cy="2629470"/>
            </a:xfrm>
          </p:grpSpPr>
          <p:sp>
            <p:nvSpPr>
              <p:cNvPr id="22" name="Oval 1">
                <a:extLst>
                  <a:ext uri="{FF2B5EF4-FFF2-40B4-BE49-F238E27FC236}">
                    <a16:creationId xmlns:a16="http://schemas.microsoft.com/office/drawing/2014/main" id="{28679FEE-62C0-284B-934F-898CF6D4F968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" name="Teardrop 22">
                <a:extLst>
                  <a:ext uri="{FF2B5EF4-FFF2-40B4-BE49-F238E27FC236}">
                    <a16:creationId xmlns:a16="http://schemas.microsoft.com/office/drawing/2014/main" id="{7208B165-5D9D-FE47-B547-AB735DA5B54A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" name="Teardrop 23">
                <a:extLst>
                  <a:ext uri="{FF2B5EF4-FFF2-40B4-BE49-F238E27FC236}">
                    <a16:creationId xmlns:a16="http://schemas.microsoft.com/office/drawing/2014/main" id="{D0A14B60-E784-3840-9184-D244A0C60EE0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" name="Teardrop 24">
                <a:extLst>
                  <a:ext uri="{FF2B5EF4-FFF2-40B4-BE49-F238E27FC236}">
                    <a16:creationId xmlns:a16="http://schemas.microsoft.com/office/drawing/2014/main" id="{79C3D0FC-AFD6-2E4E-87CA-C743A6B9CB71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" name="Teardrop 25">
                <a:extLst>
                  <a:ext uri="{FF2B5EF4-FFF2-40B4-BE49-F238E27FC236}">
                    <a16:creationId xmlns:a16="http://schemas.microsoft.com/office/drawing/2014/main" id="{4DE802A6-C8AF-D544-8C3E-6D252ACE8627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" name="Teardrop 26">
                <a:extLst>
                  <a:ext uri="{FF2B5EF4-FFF2-40B4-BE49-F238E27FC236}">
                    <a16:creationId xmlns:a16="http://schemas.microsoft.com/office/drawing/2014/main" id="{63ABAE68-59F2-D440-8569-8569492E9992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" name="Teardrop 27">
                <a:extLst>
                  <a:ext uri="{FF2B5EF4-FFF2-40B4-BE49-F238E27FC236}">
                    <a16:creationId xmlns:a16="http://schemas.microsoft.com/office/drawing/2014/main" id="{65ADE54B-6395-3C48-BC88-8FC8098AD1B1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" name="Teardrop 28">
                <a:extLst>
                  <a:ext uri="{FF2B5EF4-FFF2-40B4-BE49-F238E27FC236}">
                    <a16:creationId xmlns:a16="http://schemas.microsoft.com/office/drawing/2014/main" id="{8B177B56-500C-C645-A8F3-5F5F26DF33F5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" name="Teardrop 29">
                <a:extLst>
                  <a:ext uri="{FF2B5EF4-FFF2-40B4-BE49-F238E27FC236}">
                    <a16:creationId xmlns:a16="http://schemas.microsoft.com/office/drawing/2014/main" id="{30235C66-8A8C-CE46-B615-6364A1E8379F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" name="Teardrop 30">
                <a:extLst>
                  <a:ext uri="{FF2B5EF4-FFF2-40B4-BE49-F238E27FC236}">
                    <a16:creationId xmlns:a16="http://schemas.microsoft.com/office/drawing/2014/main" id="{8C7E80B0-266D-C244-9688-CEA39DEEFB31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" name="Teardrop 31">
                <a:extLst>
                  <a:ext uri="{FF2B5EF4-FFF2-40B4-BE49-F238E27FC236}">
                    <a16:creationId xmlns:a16="http://schemas.microsoft.com/office/drawing/2014/main" id="{24C8B99E-D2BB-674F-A8BD-8731AEC26FF0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" name="Teardrop 32">
                <a:extLst>
                  <a:ext uri="{FF2B5EF4-FFF2-40B4-BE49-F238E27FC236}">
                    <a16:creationId xmlns:a16="http://schemas.microsoft.com/office/drawing/2014/main" id="{8537133B-4C7E-6840-8BE3-AAB713A2EA0B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" name="Teardrop 33">
                <a:extLst>
                  <a:ext uri="{FF2B5EF4-FFF2-40B4-BE49-F238E27FC236}">
                    <a16:creationId xmlns:a16="http://schemas.microsoft.com/office/drawing/2014/main" id="{6C8BF9F0-88CB-6D4E-B74C-91BB96AB08F8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" name="Teardrop 34">
                <a:extLst>
                  <a:ext uri="{FF2B5EF4-FFF2-40B4-BE49-F238E27FC236}">
                    <a16:creationId xmlns:a16="http://schemas.microsoft.com/office/drawing/2014/main" id="{C55DE5A5-95D4-CB4A-8468-97089FA4FCD1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" name="Teardrop 35">
                <a:extLst>
                  <a:ext uri="{FF2B5EF4-FFF2-40B4-BE49-F238E27FC236}">
                    <a16:creationId xmlns:a16="http://schemas.microsoft.com/office/drawing/2014/main" id="{870791B5-DAA2-A941-B67B-019530E7DD7A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" name="Teardrop 36">
                <a:extLst>
                  <a:ext uri="{FF2B5EF4-FFF2-40B4-BE49-F238E27FC236}">
                    <a16:creationId xmlns:a16="http://schemas.microsoft.com/office/drawing/2014/main" id="{6F635878-40BF-7849-9D61-283114415890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" name="Teardrop 37">
                <a:extLst>
                  <a:ext uri="{FF2B5EF4-FFF2-40B4-BE49-F238E27FC236}">
                    <a16:creationId xmlns:a16="http://schemas.microsoft.com/office/drawing/2014/main" id="{10EDF132-5B8D-8841-8D7C-90032E520CD3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" name="Teardrop 38">
                <a:extLst>
                  <a:ext uri="{FF2B5EF4-FFF2-40B4-BE49-F238E27FC236}">
                    <a16:creationId xmlns:a16="http://schemas.microsoft.com/office/drawing/2014/main" id="{645145DD-A26B-0448-9E06-EFF1FC7C8E3D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" name="Teardrop 39">
                <a:extLst>
                  <a:ext uri="{FF2B5EF4-FFF2-40B4-BE49-F238E27FC236}">
                    <a16:creationId xmlns:a16="http://schemas.microsoft.com/office/drawing/2014/main" id="{9E188D3D-E810-A64C-9E3B-8643B38D892D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" name="Teardrop 40">
                <a:extLst>
                  <a:ext uri="{FF2B5EF4-FFF2-40B4-BE49-F238E27FC236}">
                    <a16:creationId xmlns:a16="http://schemas.microsoft.com/office/drawing/2014/main" id="{0D31B2F2-ADB5-434A-AC6B-8A17A78C57F2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" name="Teardrop 41">
                <a:extLst>
                  <a:ext uri="{FF2B5EF4-FFF2-40B4-BE49-F238E27FC236}">
                    <a16:creationId xmlns:a16="http://schemas.microsoft.com/office/drawing/2014/main" id="{9E7D8EB4-3F61-3F4F-843E-FCEDF408E382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" name="Teardrop 42">
                <a:extLst>
                  <a:ext uri="{FF2B5EF4-FFF2-40B4-BE49-F238E27FC236}">
                    <a16:creationId xmlns:a16="http://schemas.microsoft.com/office/drawing/2014/main" id="{F990D40E-10EC-A84A-818F-BD9D76CBF897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" name="Teardrop 43">
                <a:extLst>
                  <a:ext uri="{FF2B5EF4-FFF2-40B4-BE49-F238E27FC236}">
                    <a16:creationId xmlns:a16="http://schemas.microsoft.com/office/drawing/2014/main" id="{18A8BFE2-EFA3-254F-B2FF-7FDE7965433E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" name="Teardrop 44">
                <a:extLst>
                  <a:ext uri="{FF2B5EF4-FFF2-40B4-BE49-F238E27FC236}">
                    <a16:creationId xmlns:a16="http://schemas.microsoft.com/office/drawing/2014/main" id="{16934C00-919D-AF47-9A21-901FCABD766B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" name="Teardrop 45">
                <a:extLst>
                  <a:ext uri="{FF2B5EF4-FFF2-40B4-BE49-F238E27FC236}">
                    <a16:creationId xmlns:a16="http://schemas.microsoft.com/office/drawing/2014/main" id="{469818EA-3C70-5240-A378-5BBA880FC1C0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" name="Teardrop 46">
                <a:extLst>
                  <a:ext uri="{FF2B5EF4-FFF2-40B4-BE49-F238E27FC236}">
                    <a16:creationId xmlns:a16="http://schemas.microsoft.com/office/drawing/2014/main" id="{D9624ACF-2901-5147-AD35-A6FAD298FE0B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" name="Teardrop 47">
                <a:extLst>
                  <a:ext uri="{FF2B5EF4-FFF2-40B4-BE49-F238E27FC236}">
                    <a16:creationId xmlns:a16="http://schemas.microsoft.com/office/drawing/2014/main" id="{3526E455-4FEE-7C46-8CFB-B640F92269E7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" name="Teardrop 48">
                <a:extLst>
                  <a:ext uri="{FF2B5EF4-FFF2-40B4-BE49-F238E27FC236}">
                    <a16:creationId xmlns:a16="http://schemas.microsoft.com/office/drawing/2014/main" id="{398E04B0-4DEC-5C4C-BBC0-206FCE070ACC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" name="Teardrop 49">
                <a:extLst>
                  <a:ext uri="{FF2B5EF4-FFF2-40B4-BE49-F238E27FC236}">
                    <a16:creationId xmlns:a16="http://schemas.microsoft.com/office/drawing/2014/main" id="{82B49C2B-1864-8E4A-9B48-61886B24FA6D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" name="Teardrop 50">
                <a:extLst>
                  <a:ext uri="{FF2B5EF4-FFF2-40B4-BE49-F238E27FC236}">
                    <a16:creationId xmlns:a16="http://schemas.microsoft.com/office/drawing/2014/main" id="{2F57F52C-F449-554E-886F-7001C244A408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112" name="Donut 111">
            <a:extLst>
              <a:ext uri="{FF2B5EF4-FFF2-40B4-BE49-F238E27FC236}">
                <a16:creationId xmlns:a16="http://schemas.microsoft.com/office/drawing/2014/main" id="{B7F1C285-4DA8-D844-875C-AD07B9B72547}"/>
              </a:ext>
            </a:extLst>
          </p:cNvPr>
          <p:cNvSpPr/>
          <p:nvPr/>
        </p:nvSpPr>
        <p:spPr>
          <a:xfrm>
            <a:off x="84666" y="98747"/>
            <a:ext cx="8980683" cy="6680566"/>
          </a:xfrm>
          <a:prstGeom prst="donut">
            <a:avLst>
              <a:gd name="adj" fmla="val 2395"/>
            </a:avLst>
          </a:prstGeom>
          <a:solidFill>
            <a:srgbClr val="EEECE1">
              <a:alpha val="75000"/>
            </a:srgbClr>
          </a:solidFill>
          <a:ln w="9525" cap="flat" cmpd="sng" algn="ctr">
            <a:solidFill>
              <a:sysClr val="windowText" lastClr="000000">
                <a:alpha val="15000"/>
              </a:sys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36043BAD-138A-B242-A061-66666D24EFFB}"/>
              </a:ext>
            </a:extLst>
          </p:cNvPr>
          <p:cNvSpPr txBox="1"/>
          <p:nvPr/>
        </p:nvSpPr>
        <p:spPr>
          <a:xfrm>
            <a:off x="7020331" y="6337516"/>
            <a:ext cx="684803" cy="338554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1600" b="1" dirty="0">
                <a:solidFill>
                  <a:srgbClr val="000000"/>
                </a:solidFill>
                <a:latin typeface="Helvetica"/>
                <a:cs typeface="Helvetica"/>
              </a:rPr>
              <a:t>Daily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4310AE-5EEB-AC4A-A371-A83261E06B7C}"/>
              </a:ext>
            </a:extLst>
          </p:cNvPr>
          <p:cNvSpPr txBox="1"/>
          <p:nvPr/>
        </p:nvSpPr>
        <p:spPr>
          <a:xfrm>
            <a:off x="1501905" y="4026077"/>
            <a:ext cx="1245052" cy="338554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1600" b="1" dirty="0">
                <a:solidFill>
                  <a:srgbClr val="000000"/>
                </a:solidFill>
                <a:latin typeface="Helvetica"/>
                <a:cs typeface="Helvetica"/>
              </a:rPr>
              <a:t>10 Minutes</a:t>
            </a:r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E8E147B4-5A4F-0B41-8FCD-A2B9EBB797CB}"/>
              </a:ext>
            </a:extLst>
          </p:cNvPr>
          <p:cNvGrpSpPr/>
          <p:nvPr/>
        </p:nvGrpSpPr>
        <p:grpSpPr>
          <a:xfrm flipV="1">
            <a:off x="2411746" y="1280585"/>
            <a:ext cx="732667" cy="583103"/>
            <a:chOff x="5334000" y="1257300"/>
            <a:chExt cx="647701" cy="660400"/>
          </a:xfrm>
        </p:grpSpPr>
        <p:cxnSp>
          <p:nvCxnSpPr>
            <p:cNvPr id="116" name="Straight Arrow Connector 115">
              <a:extLst>
                <a:ext uri="{FF2B5EF4-FFF2-40B4-BE49-F238E27FC236}">
                  <a16:creationId xmlns:a16="http://schemas.microsoft.com/office/drawing/2014/main" id="{0FD345DF-F03C-0541-9032-EDDBDB842F9F}"/>
                </a:ext>
              </a:extLst>
            </p:cNvPr>
            <p:cNvCxnSpPr/>
            <p:nvPr/>
          </p:nvCxnSpPr>
          <p:spPr>
            <a:xfrm flipV="1">
              <a:off x="5334000" y="1257300"/>
              <a:ext cx="595313" cy="5334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Arrow Connector 116">
              <a:extLst>
                <a:ext uri="{FF2B5EF4-FFF2-40B4-BE49-F238E27FC236}">
                  <a16:creationId xmlns:a16="http://schemas.microsoft.com/office/drawing/2014/main" id="{757541EF-9766-284A-A328-50D839F6BEB3}"/>
                </a:ext>
              </a:extLst>
            </p:cNvPr>
            <p:cNvCxnSpPr/>
            <p:nvPr/>
          </p:nvCxnSpPr>
          <p:spPr>
            <a:xfrm flipH="1">
              <a:off x="5413375" y="1402200"/>
              <a:ext cx="568326" cy="5155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72E53211-15B8-DA4E-A066-5CC4F30C2385}"/>
              </a:ext>
            </a:extLst>
          </p:cNvPr>
          <p:cNvSpPr txBox="1"/>
          <p:nvPr/>
        </p:nvSpPr>
        <p:spPr>
          <a:xfrm>
            <a:off x="6652426" y="2853104"/>
            <a:ext cx="2101153" cy="861774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b="1" dirty="0">
                <a:latin typeface="Helvetica"/>
                <a:cs typeface="Helvetica"/>
              </a:rPr>
              <a:t>Carbon Transfer </a:t>
            </a:r>
          </a:p>
          <a:p>
            <a:r>
              <a:rPr lang="en-US" sz="1600" dirty="0">
                <a:latin typeface="Helvetica"/>
                <a:cs typeface="Helvetica"/>
              </a:rPr>
              <a:t>- Pool Losses</a:t>
            </a:r>
          </a:p>
          <a:p>
            <a:r>
              <a:rPr lang="en-US" sz="1600" dirty="0">
                <a:latin typeface="Helvetica"/>
                <a:cs typeface="Helvetica"/>
              </a:rPr>
              <a:t>- Subsequent Gains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D2FC4D01-AA08-B641-A7A4-7042CAE9FEEF}"/>
              </a:ext>
            </a:extLst>
          </p:cNvPr>
          <p:cNvSpPr txBox="1"/>
          <p:nvPr/>
        </p:nvSpPr>
        <p:spPr>
          <a:xfrm>
            <a:off x="2903622" y="239299"/>
            <a:ext cx="2693366" cy="861774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b="1" dirty="0">
                <a:latin typeface="Helvetica"/>
                <a:cs typeface="Helvetica"/>
              </a:rPr>
              <a:t>       Carbon Release</a:t>
            </a:r>
          </a:p>
          <a:p>
            <a:r>
              <a:rPr lang="en-US" sz="1600" dirty="0">
                <a:latin typeface="Helvetica"/>
                <a:cs typeface="Helvetica"/>
              </a:rPr>
              <a:t> - Autotrophic Respiration</a:t>
            </a:r>
          </a:p>
          <a:p>
            <a:r>
              <a:rPr lang="en-US" sz="1600" dirty="0">
                <a:latin typeface="Helvetica"/>
                <a:cs typeface="Helvetica"/>
              </a:rPr>
              <a:t> - Heterotrophic Respiration</a:t>
            </a:r>
          </a:p>
        </p:txBody>
      </p:sp>
      <p:sp>
        <p:nvSpPr>
          <p:cNvPr id="120" name="Right Arrow 119">
            <a:extLst>
              <a:ext uri="{FF2B5EF4-FFF2-40B4-BE49-F238E27FC236}">
                <a16:creationId xmlns:a16="http://schemas.microsoft.com/office/drawing/2014/main" id="{EE0BFEF2-6903-5D4F-A6BA-B377F68D1246}"/>
              </a:ext>
            </a:extLst>
          </p:cNvPr>
          <p:cNvSpPr/>
          <p:nvPr/>
        </p:nvSpPr>
        <p:spPr>
          <a:xfrm rot="5400000">
            <a:off x="7435861" y="3869356"/>
            <a:ext cx="690245" cy="531244"/>
          </a:xfrm>
          <a:prstGeom prst="rightArrow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EEE5726F-D62B-CE48-95DA-BCD69F7EA043}"/>
              </a:ext>
            </a:extLst>
          </p:cNvPr>
          <p:cNvSpPr txBox="1"/>
          <p:nvPr/>
        </p:nvSpPr>
        <p:spPr>
          <a:xfrm>
            <a:off x="5816870" y="5007387"/>
            <a:ext cx="3250296" cy="369332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b="1" dirty="0">
                <a:latin typeface="Helvetica"/>
                <a:cs typeface="Helvetica"/>
              </a:rPr>
              <a:t>Determine Phenology Stage</a:t>
            </a:r>
          </a:p>
        </p:txBody>
      </p:sp>
      <p:sp>
        <p:nvSpPr>
          <p:cNvPr id="122" name="Right Arrow 121">
            <a:extLst>
              <a:ext uri="{FF2B5EF4-FFF2-40B4-BE49-F238E27FC236}">
                <a16:creationId xmlns:a16="http://schemas.microsoft.com/office/drawing/2014/main" id="{952396CD-4DAC-D745-AF52-A03525E3A545}"/>
              </a:ext>
            </a:extLst>
          </p:cNvPr>
          <p:cNvSpPr/>
          <p:nvPr/>
        </p:nvSpPr>
        <p:spPr>
          <a:xfrm rot="9940147">
            <a:off x="5643812" y="5872300"/>
            <a:ext cx="690245" cy="531244"/>
          </a:xfrm>
          <a:prstGeom prst="rightArrow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3" name="Right Arrow 122">
            <a:extLst>
              <a:ext uri="{FF2B5EF4-FFF2-40B4-BE49-F238E27FC236}">
                <a16:creationId xmlns:a16="http://schemas.microsoft.com/office/drawing/2014/main" id="{88B59EEF-C33D-994E-A5ED-5BA74EBB7151}"/>
              </a:ext>
            </a:extLst>
          </p:cNvPr>
          <p:cNvSpPr/>
          <p:nvPr/>
        </p:nvSpPr>
        <p:spPr>
          <a:xfrm rot="12564649">
            <a:off x="2573189" y="5798895"/>
            <a:ext cx="690245" cy="531244"/>
          </a:xfrm>
          <a:prstGeom prst="rightArrow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4" name="Right Arrow 123">
            <a:extLst>
              <a:ext uri="{FF2B5EF4-FFF2-40B4-BE49-F238E27FC236}">
                <a16:creationId xmlns:a16="http://schemas.microsoft.com/office/drawing/2014/main" id="{3B100F02-5CF6-CA4F-AD1E-B33A9D60D650}"/>
              </a:ext>
            </a:extLst>
          </p:cNvPr>
          <p:cNvSpPr/>
          <p:nvPr/>
        </p:nvSpPr>
        <p:spPr>
          <a:xfrm rot="1166534">
            <a:off x="6063940" y="687382"/>
            <a:ext cx="690245" cy="531244"/>
          </a:xfrm>
          <a:prstGeom prst="rightArrow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5" name="Right Arrow 124">
            <a:extLst>
              <a:ext uri="{FF2B5EF4-FFF2-40B4-BE49-F238E27FC236}">
                <a16:creationId xmlns:a16="http://schemas.microsoft.com/office/drawing/2014/main" id="{6F7D4352-E868-ED45-BC86-312844B2168F}"/>
              </a:ext>
            </a:extLst>
          </p:cNvPr>
          <p:cNvSpPr/>
          <p:nvPr/>
        </p:nvSpPr>
        <p:spPr>
          <a:xfrm rot="16200000">
            <a:off x="655389" y="3904507"/>
            <a:ext cx="690245" cy="531244"/>
          </a:xfrm>
          <a:prstGeom prst="rightArrow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D31B1FB1-43FC-3847-98B6-A75558FB19E0}"/>
              </a:ext>
            </a:extLst>
          </p:cNvPr>
          <p:cNvSpPr txBox="1"/>
          <p:nvPr/>
        </p:nvSpPr>
        <p:spPr>
          <a:xfrm>
            <a:off x="3768240" y="2736502"/>
            <a:ext cx="1801833" cy="138499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SiB4</a:t>
            </a:r>
          </a:p>
          <a:p>
            <a:pPr algn="ctr"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Carbon Cycle</a:t>
            </a:r>
          </a:p>
        </p:txBody>
      </p: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36C2B9E4-9CDB-B642-A02A-DC249CAC0977}"/>
              </a:ext>
            </a:extLst>
          </p:cNvPr>
          <p:cNvGrpSpPr/>
          <p:nvPr/>
        </p:nvGrpSpPr>
        <p:grpSpPr>
          <a:xfrm rot="-180000">
            <a:off x="-35934" y="-29074"/>
            <a:ext cx="2728913" cy="1762102"/>
            <a:chOff x="-66158" y="-26695"/>
            <a:chExt cx="2728913" cy="1762102"/>
          </a:xfrm>
        </p:grpSpPr>
        <p:pic>
          <p:nvPicPr>
            <p:cNvPr id="128" name="Picture 127">
              <a:extLst>
                <a:ext uri="{FF2B5EF4-FFF2-40B4-BE49-F238E27FC236}">
                  <a16:creationId xmlns:a16="http://schemas.microsoft.com/office/drawing/2014/main" id="{A5222EC6-B513-584D-BAAA-A72A01D3C3C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129" name="Picture 128">
              <a:extLst>
                <a:ext uri="{FF2B5EF4-FFF2-40B4-BE49-F238E27FC236}">
                  <a16:creationId xmlns:a16="http://schemas.microsoft.com/office/drawing/2014/main" id="{C9A44F2A-CB59-5342-A53A-2E5B60C5147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122174" y="-26695"/>
              <a:ext cx="2540581" cy="1413104"/>
            </a:xfrm>
            <a:prstGeom prst="rect">
              <a:avLst/>
            </a:prstGeom>
          </p:spPr>
        </p:pic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DF760236-6116-DB4E-87C7-35326636EA2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51831" y="165870"/>
              <a:ext cx="993606" cy="1020488"/>
              <a:chOff x="1393880" y="1143248"/>
              <a:chExt cx="1298448" cy="1298448"/>
            </a:xfrm>
            <a:solidFill>
              <a:srgbClr val="FFF400"/>
            </a:solidFill>
          </p:grpSpPr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E7D2FB2B-A1EC-E645-9689-257A863056DD}"/>
                  </a:ext>
                </a:extLst>
              </p:cNvPr>
              <p:cNvSpPr/>
              <p:nvPr/>
            </p:nvSpPr>
            <p:spPr>
              <a:xfrm>
                <a:off x="1620283" y="1370783"/>
                <a:ext cx="845643" cy="845643"/>
              </a:xfrm>
              <a:prstGeom prst="ellipse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33" name="Group 132">
                <a:extLst>
                  <a:ext uri="{FF2B5EF4-FFF2-40B4-BE49-F238E27FC236}">
                    <a16:creationId xmlns:a16="http://schemas.microsoft.com/office/drawing/2014/main" id="{B4120958-4022-C04D-ABC2-59B467D020C1}"/>
                  </a:ext>
                </a:extLst>
              </p:cNvPr>
              <p:cNvGrpSpPr/>
              <p:nvPr/>
            </p:nvGrpSpPr>
            <p:grpSpPr>
              <a:xfrm>
                <a:off x="1394682" y="1284460"/>
                <a:ext cx="1296846" cy="1034301"/>
                <a:chOff x="1394682" y="1284460"/>
                <a:chExt cx="1296846" cy="1034301"/>
              </a:xfrm>
              <a:grpFill/>
            </p:grpSpPr>
            <p:sp>
              <p:nvSpPr>
                <p:cNvPr id="143" name="Rectangle 142">
                  <a:extLst>
                    <a:ext uri="{FF2B5EF4-FFF2-40B4-BE49-F238E27FC236}">
                      <a16:creationId xmlns:a16="http://schemas.microsoft.com/office/drawing/2014/main" id="{46CEB7EF-61F0-0B48-B19B-2C93B967B775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4" name="Rectangle 143">
                  <a:extLst>
                    <a:ext uri="{FF2B5EF4-FFF2-40B4-BE49-F238E27FC236}">
                      <a16:creationId xmlns:a16="http://schemas.microsoft.com/office/drawing/2014/main" id="{036F120C-D7E5-AB45-960C-70B3FA5928BB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34" name="Group 133">
                <a:extLst>
                  <a:ext uri="{FF2B5EF4-FFF2-40B4-BE49-F238E27FC236}">
                    <a16:creationId xmlns:a16="http://schemas.microsoft.com/office/drawing/2014/main" id="{FA9BE744-3B65-414A-8FD3-689DF065B001}"/>
                  </a:ext>
                </a:extLst>
              </p:cNvPr>
              <p:cNvGrpSpPr/>
              <p:nvPr/>
            </p:nvGrpSpPr>
            <p:grpSpPr>
              <a:xfrm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141" name="Rectangle 140">
                  <a:extLst>
                    <a:ext uri="{FF2B5EF4-FFF2-40B4-BE49-F238E27FC236}">
                      <a16:creationId xmlns:a16="http://schemas.microsoft.com/office/drawing/2014/main" id="{EDA724BD-1682-4C40-9FBD-10F60BD49CF7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2" name="Rectangle 141">
                  <a:extLst>
                    <a:ext uri="{FF2B5EF4-FFF2-40B4-BE49-F238E27FC236}">
                      <a16:creationId xmlns:a16="http://schemas.microsoft.com/office/drawing/2014/main" id="{DEE1F54A-2DE5-5E48-935E-72CFE03EC436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35" name="Group 134">
                <a:extLst>
                  <a:ext uri="{FF2B5EF4-FFF2-40B4-BE49-F238E27FC236}">
                    <a16:creationId xmlns:a16="http://schemas.microsoft.com/office/drawing/2014/main" id="{4AD26A55-199A-F643-BFFF-24F68F313E20}"/>
                  </a:ext>
                </a:extLst>
              </p:cNvPr>
              <p:cNvGrpSpPr/>
              <p:nvPr/>
            </p:nvGrpSpPr>
            <p:grpSpPr>
              <a:xfrm rot="18926824"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139" name="Rectangle 138">
                  <a:extLst>
                    <a:ext uri="{FF2B5EF4-FFF2-40B4-BE49-F238E27FC236}">
                      <a16:creationId xmlns:a16="http://schemas.microsoft.com/office/drawing/2014/main" id="{45FB924A-9774-3241-8EA0-3DC9F51A86E7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0" name="Rectangle 139">
                  <a:extLst>
                    <a:ext uri="{FF2B5EF4-FFF2-40B4-BE49-F238E27FC236}">
                      <a16:creationId xmlns:a16="http://schemas.microsoft.com/office/drawing/2014/main" id="{240A6962-C71D-6244-BCBE-CB037DB91058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36" name="Group 135">
                <a:extLst>
                  <a:ext uri="{FF2B5EF4-FFF2-40B4-BE49-F238E27FC236}">
                    <a16:creationId xmlns:a16="http://schemas.microsoft.com/office/drawing/2014/main" id="{CC14B133-945B-E144-936D-8A8A3FE869DD}"/>
                  </a:ext>
                </a:extLst>
              </p:cNvPr>
              <p:cNvGrpSpPr/>
              <p:nvPr/>
            </p:nvGrpSpPr>
            <p:grpSpPr>
              <a:xfrm rot="2728193" flipH="1">
                <a:off x="1393881" y="1275836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137" name="Rectangle 136">
                  <a:extLst>
                    <a:ext uri="{FF2B5EF4-FFF2-40B4-BE49-F238E27FC236}">
                      <a16:creationId xmlns:a16="http://schemas.microsoft.com/office/drawing/2014/main" id="{92A2755F-5B57-8E48-A497-A47D0B56A325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8" name="Rectangle 137">
                  <a:extLst>
                    <a:ext uri="{FF2B5EF4-FFF2-40B4-BE49-F238E27FC236}">
                      <a16:creationId xmlns:a16="http://schemas.microsoft.com/office/drawing/2014/main" id="{213FB5F5-E679-CC48-BE57-3CF258139515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pic>
          <p:nvPicPr>
            <p:cNvPr id="131" name="Picture 130">
              <a:extLst>
                <a:ext uri="{FF2B5EF4-FFF2-40B4-BE49-F238E27FC236}">
                  <a16:creationId xmlns:a16="http://schemas.microsoft.com/office/drawing/2014/main" id="{066C1EC9-4BDB-BA44-94B7-D8BE871F541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sp>
        <p:nvSpPr>
          <p:cNvPr id="145" name="Teardrop 144">
            <a:extLst>
              <a:ext uri="{FF2B5EF4-FFF2-40B4-BE49-F238E27FC236}">
                <a16:creationId xmlns:a16="http://schemas.microsoft.com/office/drawing/2014/main" id="{022994CC-C7E1-E843-8814-D07BDB326878}"/>
              </a:ext>
            </a:extLst>
          </p:cNvPr>
          <p:cNvSpPr/>
          <p:nvPr/>
        </p:nvSpPr>
        <p:spPr>
          <a:xfrm rot="20933280">
            <a:off x="7109428" y="1481614"/>
            <a:ext cx="164016" cy="130791"/>
          </a:xfrm>
          <a:prstGeom prst="teardrop">
            <a:avLst>
              <a:gd name="adj" fmla="val 164000"/>
            </a:avLst>
          </a:prstGeom>
          <a:gradFill>
            <a:gsLst>
              <a:gs pos="35000">
                <a:srgbClr val="C8D3E6"/>
              </a:gs>
              <a:gs pos="14000">
                <a:schemeClr val="accent1">
                  <a:lumMod val="5000"/>
                  <a:lumOff val="95000"/>
                </a:schemeClr>
              </a:gs>
              <a:gs pos="63000">
                <a:srgbClr val="8B9EC1"/>
              </a:gs>
            </a:gsLst>
            <a:lin ang="5400000" scaled="0"/>
          </a:gra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6" name="Teardrop 145">
            <a:extLst>
              <a:ext uri="{FF2B5EF4-FFF2-40B4-BE49-F238E27FC236}">
                <a16:creationId xmlns:a16="http://schemas.microsoft.com/office/drawing/2014/main" id="{C8C85CA3-1383-EE47-B801-059E9A76C197}"/>
              </a:ext>
            </a:extLst>
          </p:cNvPr>
          <p:cNvSpPr/>
          <p:nvPr/>
        </p:nvSpPr>
        <p:spPr>
          <a:xfrm rot="20933280">
            <a:off x="7125981" y="1769341"/>
            <a:ext cx="317500" cy="317500"/>
          </a:xfrm>
          <a:prstGeom prst="teardrop">
            <a:avLst>
              <a:gd name="adj" fmla="val 164000"/>
            </a:avLst>
          </a:prstGeom>
          <a:gradFill>
            <a:gsLst>
              <a:gs pos="35000">
                <a:srgbClr val="C8D3E6"/>
              </a:gs>
              <a:gs pos="14000">
                <a:schemeClr val="accent1">
                  <a:lumMod val="5000"/>
                  <a:lumOff val="95000"/>
                </a:schemeClr>
              </a:gs>
              <a:gs pos="63000">
                <a:srgbClr val="8B9EC1"/>
              </a:gs>
            </a:gsLst>
            <a:lin ang="5400000" scaled="0"/>
          </a:gra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7" name="Teardrop 146">
            <a:extLst>
              <a:ext uri="{FF2B5EF4-FFF2-40B4-BE49-F238E27FC236}">
                <a16:creationId xmlns:a16="http://schemas.microsoft.com/office/drawing/2014/main" id="{5E85CDDB-6818-AF49-832A-A54F737F6148}"/>
              </a:ext>
            </a:extLst>
          </p:cNvPr>
          <p:cNvSpPr/>
          <p:nvPr/>
        </p:nvSpPr>
        <p:spPr>
          <a:xfrm rot="20933280">
            <a:off x="7714070" y="1771859"/>
            <a:ext cx="164016" cy="130791"/>
          </a:xfrm>
          <a:prstGeom prst="teardrop">
            <a:avLst>
              <a:gd name="adj" fmla="val 164000"/>
            </a:avLst>
          </a:prstGeom>
          <a:gradFill>
            <a:gsLst>
              <a:gs pos="35000">
                <a:srgbClr val="C8D3E6"/>
              </a:gs>
              <a:gs pos="14000">
                <a:schemeClr val="accent1">
                  <a:lumMod val="5000"/>
                  <a:lumOff val="95000"/>
                </a:schemeClr>
              </a:gs>
              <a:gs pos="63000">
                <a:srgbClr val="8B9EC1"/>
              </a:gs>
            </a:gsLst>
            <a:lin ang="5400000" scaled="0"/>
          </a:gra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8" name="Teardrop 147">
            <a:extLst>
              <a:ext uri="{FF2B5EF4-FFF2-40B4-BE49-F238E27FC236}">
                <a16:creationId xmlns:a16="http://schemas.microsoft.com/office/drawing/2014/main" id="{C27513D2-7839-7C47-85A9-18EAD69AD305}"/>
              </a:ext>
            </a:extLst>
          </p:cNvPr>
          <p:cNvSpPr/>
          <p:nvPr/>
        </p:nvSpPr>
        <p:spPr>
          <a:xfrm rot="20933280">
            <a:off x="8433844" y="1489619"/>
            <a:ext cx="164016" cy="130791"/>
          </a:xfrm>
          <a:prstGeom prst="teardrop">
            <a:avLst>
              <a:gd name="adj" fmla="val 164000"/>
            </a:avLst>
          </a:prstGeom>
          <a:gradFill>
            <a:gsLst>
              <a:gs pos="35000">
                <a:srgbClr val="C8D3E6"/>
              </a:gs>
              <a:gs pos="14000">
                <a:schemeClr val="accent1">
                  <a:lumMod val="5000"/>
                  <a:lumOff val="95000"/>
                </a:schemeClr>
              </a:gs>
              <a:gs pos="63000">
                <a:srgbClr val="8B9EC1"/>
              </a:gs>
            </a:gsLst>
            <a:lin ang="5400000" scaled="0"/>
          </a:gra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74F79136-C082-0345-B2D6-8E32C7420CB6}"/>
              </a:ext>
            </a:extLst>
          </p:cNvPr>
          <p:cNvSpPr txBox="1"/>
          <p:nvPr/>
        </p:nvSpPr>
        <p:spPr>
          <a:xfrm>
            <a:off x="191628" y="5895240"/>
            <a:ext cx="1986372" cy="338554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/>
                <a:cs typeface="Helvetica"/>
              </a:rPr>
              <a:t>Update driver data 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160C1258-384B-9242-A2A5-FFA57032BF3E}"/>
              </a:ext>
            </a:extLst>
          </p:cNvPr>
          <p:cNvSpPr txBox="1"/>
          <p:nvPr/>
        </p:nvSpPr>
        <p:spPr>
          <a:xfrm>
            <a:off x="3370992" y="5957547"/>
            <a:ext cx="2013038" cy="830997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/>
                <a:cs typeface="Helvetica"/>
              </a:rPr>
              <a:t>Update LAI, FPAR, </a:t>
            </a:r>
          </a:p>
          <a:p>
            <a:pPr algn="ctr"/>
            <a:r>
              <a:rPr lang="en-US" sz="1600" b="1" dirty="0">
                <a:latin typeface="Helvetica"/>
                <a:cs typeface="Helvetica"/>
              </a:rPr>
              <a:t>and vegetation properties</a:t>
            </a:r>
            <a:endParaRPr lang="en-US" sz="1600" dirty="0">
              <a:latin typeface="Helvetica"/>
              <a:cs typeface="Helvetica"/>
            </a:endParaRP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6E468DDC-D17E-084C-B032-51EB4BB21830}"/>
              </a:ext>
            </a:extLst>
          </p:cNvPr>
          <p:cNvSpPr txBox="1"/>
          <p:nvPr/>
        </p:nvSpPr>
        <p:spPr>
          <a:xfrm>
            <a:off x="6281307" y="5446142"/>
            <a:ext cx="2779399" cy="338554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1600" b="1" dirty="0">
                <a:latin typeface="Helvetica"/>
                <a:cs typeface="Helvetica"/>
              </a:rPr>
              <a:t>Disturbance: </a:t>
            </a:r>
            <a:r>
              <a:rPr lang="en-US" sz="1600" dirty="0">
                <a:latin typeface="Helvetica"/>
                <a:cs typeface="Helvetica"/>
              </a:rPr>
              <a:t>Crop Harvest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ADC0171E-3F37-7745-92D5-39A87B329A06}"/>
              </a:ext>
            </a:extLst>
          </p:cNvPr>
          <p:cNvSpPr txBox="1"/>
          <p:nvPr/>
        </p:nvSpPr>
        <p:spPr>
          <a:xfrm>
            <a:off x="513176" y="5199921"/>
            <a:ext cx="1664824" cy="584775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/>
                <a:cs typeface="Helvetica"/>
              </a:rPr>
              <a:t>Disturbance: </a:t>
            </a:r>
          </a:p>
          <a:p>
            <a:pPr algn="ctr"/>
            <a:r>
              <a:rPr lang="en-US" sz="1600" dirty="0">
                <a:latin typeface="Helvetica"/>
                <a:cs typeface="Helvetica"/>
              </a:rPr>
              <a:t>Fire Emissions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0E132A26-83CE-5843-A4DE-3E1CBB7F36D7}"/>
              </a:ext>
            </a:extLst>
          </p:cNvPr>
          <p:cNvSpPr txBox="1"/>
          <p:nvPr/>
        </p:nvSpPr>
        <p:spPr>
          <a:xfrm>
            <a:off x="179919" y="3055095"/>
            <a:ext cx="2444481" cy="615553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b="1" dirty="0">
                <a:latin typeface="Helvetica"/>
                <a:cs typeface="Helvetica"/>
              </a:rPr>
              <a:t>Carbon Assimilation</a:t>
            </a:r>
          </a:p>
          <a:p>
            <a:r>
              <a:rPr lang="en-US" sz="1600" dirty="0">
                <a:latin typeface="Helvetica"/>
                <a:cs typeface="Helvetica"/>
              </a:rPr>
              <a:t> - Photosynthesis</a:t>
            </a: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6E3AB8B6-260C-614D-9653-0A7AFC062BD9}"/>
              </a:ext>
            </a:extLst>
          </p:cNvPr>
          <p:cNvSpPr txBox="1"/>
          <p:nvPr/>
        </p:nvSpPr>
        <p:spPr>
          <a:xfrm>
            <a:off x="233053" y="4740873"/>
            <a:ext cx="2407395" cy="338554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/>
                <a:cs typeface="Helvetica"/>
              </a:rPr>
              <a:t>Update running-means 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1736B813-ADB1-1841-93EC-F0A4E4B23CC6}"/>
              </a:ext>
            </a:extLst>
          </p:cNvPr>
          <p:cNvSpPr txBox="1"/>
          <p:nvPr/>
        </p:nvSpPr>
        <p:spPr>
          <a:xfrm>
            <a:off x="693095" y="2167588"/>
            <a:ext cx="2398081" cy="769441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/>
                <a:cs typeface="Helvetica"/>
              </a:rPr>
              <a:t>Allocate Carbon</a:t>
            </a:r>
          </a:p>
          <a:p>
            <a:r>
              <a:rPr lang="en-US" sz="1400" dirty="0">
                <a:latin typeface="Helvetica"/>
                <a:cs typeface="Helvetica"/>
              </a:rPr>
              <a:t>- Phenology Stage</a:t>
            </a:r>
          </a:p>
          <a:p>
            <a:r>
              <a:rPr lang="en-US" sz="1400" dirty="0">
                <a:latin typeface="Helvetica"/>
                <a:cs typeface="Helvetica"/>
              </a:rPr>
              <a:t>- Meteorological Conditions</a:t>
            </a: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35E7F1DE-BCB9-E94F-A992-404BDBC5028E}"/>
              </a:ext>
            </a:extLst>
          </p:cNvPr>
          <p:cNvSpPr txBox="1"/>
          <p:nvPr/>
        </p:nvSpPr>
        <p:spPr>
          <a:xfrm>
            <a:off x="6290698" y="4613526"/>
            <a:ext cx="2776468" cy="338554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/>
                <a:cs typeface="Helvetica"/>
              </a:rPr>
              <a:t>Set Growing Season Flags</a:t>
            </a:r>
            <a:endParaRPr lang="en-US" sz="1600" dirty="0">
              <a:latin typeface="Helvetica"/>
              <a:cs typeface="Helvetic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32407EC1-D21E-2841-B4B3-984305E2CDE4}"/>
              </a:ext>
            </a:extLst>
          </p:cNvPr>
          <p:cNvSpPr txBox="1"/>
          <p:nvPr/>
        </p:nvSpPr>
        <p:spPr>
          <a:xfrm>
            <a:off x="6874025" y="2168569"/>
            <a:ext cx="1448799" cy="584775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/>
                <a:cs typeface="Helvetica"/>
              </a:rPr>
              <a:t>Disturbance: </a:t>
            </a:r>
            <a:r>
              <a:rPr lang="en-US" sz="1600" dirty="0">
                <a:latin typeface="Helvetica"/>
                <a:cs typeface="Helvetica"/>
              </a:rPr>
              <a:t>Grazing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D6612CDC-859B-0747-8B04-E8DB648DC224}"/>
              </a:ext>
            </a:extLst>
          </p:cNvPr>
          <p:cNvSpPr txBox="1"/>
          <p:nvPr/>
        </p:nvSpPr>
        <p:spPr>
          <a:xfrm>
            <a:off x="3485389" y="5499114"/>
            <a:ext cx="1671578" cy="369332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b="1" dirty="0">
                <a:latin typeface="Helvetica"/>
                <a:cs typeface="Helvetica"/>
              </a:rPr>
              <a:t>Update Pools</a:t>
            </a:r>
          </a:p>
        </p:txBody>
      </p:sp>
    </p:spTree>
    <p:extLst>
      <p:ext uri="{BB962C8B-B14F-4D97-AF65-F5344CB8AC3E}">
        <p14:creationId xmlns:p14="http://schemas.microsoft.com/office/powerpoint/2010/main" val="251490170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DF0">
            <a:alpha val="8000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1043880" y="78784"/>
            <a:ext cx="7466107" cy="584776"/>
          </a:xfrm>
          <a:prstGeom prst="rect">
            <a:avLst/>
          </a:prstGeom>
          <a:noFill/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Carbon Assimilation: Photosynthesis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419284" y="649861"/>
            <a:ext cx="6759683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342900" indent="-342900">
              <a:buFont typeface="Arial"/>
              <a:buChar char="•"/>
            </a:pPr>
            <a:r>
              <a:rPr lang="en-US" sz="2200" dirty="0">
                <a:solidFill>
                  <a:srgbClr val="654321"/>
                </a:solidFill>
              </a:rPr>
              <a:t>Physiologically-Driven </a:t>
            </a:r>
            <a:r>
              <a:rPr lang="en-US" sz="2200" dirty="0" err="1">
                <a:solidFill>
                  <a:srgbClr val="654321"/>
                </a:solidFill>
              </a:rPr>
              <a:t>Stomatal</a:t>
            </a:r>
            <a:r>
              <a:rPr lang="en-US" sz="2200" dirty="0">
                <a:solidFill>
                  <a:srgbClr val="654321"/>
                </a:solidFill>
              </a:rPr>
              <a:t> Model</a:t>
            </a:r>
          </a:p>
          <a:p>
            <a:r>
              <a:rPr lang="en-US" sz="1600" dirty="0">
                <a:solidFill>
                  <a:srgbClr val="654321"/>
                </a:solidFill>
              </a:rPr>
              <a:t>      - Leaf stomata control rate of CO</a:t>
            </a:r>
            <a:r>
              <a:rPr lang="en-US" sz="1600" baseline="-25000" dirty="0">
                <a:solidFill>
                  <a:srgbClr val="654321"/>
                </a:solidFill>
              </a:rPr>
              <a:t>2</a:t>
            </a:r>
            <a:r>
              <a:rPr lang="en-US" sz="1600" dirty="0">
                <a:solidFill>
                  <a:srgbClr val="654321"/>
                </a:solidFill>
              </a:rPr>
              <a:t> diffusion in and water vapor diffusion out </a:t>
            </a:r>
          </a:p>
          <a:p>
            <a:r>
              <a:rPr lang="en-US" sz="1600" dirty="0">
                <a:solidFill>
                  <a:srgbClr val="654321"/>
                </a:solidFill>
              </a:rPr>
              <a:t>      - </a:t>
            </a:r>
            <a:r>
              <a:rPr lang="en-US" sz="1600" dirty="0" err="1">
                <a:solidFill>
                  <a:srgbClr val="654321"/>
                </a:solidFill>
              </a:rPr>
              <a:t>Stomatal</a:t>
            </a:r>
            <a:r>
              <a:rPr lang="en-US" sz="1600" dirty="0">
                <a:solidFill>
                  <a:srgbClr val="654321"/>
                </a:solidFill>
              </a:rPr>
              <a:t> conduction regulates the addition of CO</a:t>
            </a:r>
            <a:r>
              <a:rPr lang="en-US" sz="1600" baseline="-25000" dirty="0">
                <a:solidFill>
                  <a:srgbClr val="654321"/>
                </a:solidFill>
              </a:rPr>
              <a:t>2</a:t>
            </a:r>
            <a:r>
              <a:rPr lang="en-US" sz="1600" dirty="0">
                <a:solidFill>
                  <a:srgbClr val="654321"/>
                </a:solidFill>
              </a:rPr>
              <a:t> with loss of water</a:t>
            </a:r>
          </a:p>
        </p:txBody>
      </p:sp>
      <p:graphicFrame>
        <p:nvGraphicFramePr>
          <p:cNvPr id="6" name="Object 5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198811979"/>
              </p:ext>
            </p:extLst>
          </p:nvPr>
        </p:nvGraphicFramePr>
        <p:xfrm>
          <a:off x="1055632" y="1916101"/>
          <a:ext cx="2228249" cy="84612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1011" name="Equation" r:id="rId3" imgW="952500" imgH="393700" progId="Equation.3">
                  <p:embed/>
                </p:oleObj>
              </mc:Choice>
              <mc:Fallback>
                <p:oleObj name="Equation" r:id="rId3" imgW="952500" imgH="393700" progId="Equation.3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055632" y="1916101"/>
                        <a:ext cx="2228249" cy="84612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extBox 6"/>
          <p:cNvSpPr txBox="1"/>
          <p:nvPr/>
        </p:nvSpPr>
        <p:spPr>
          <a:xfrm>
            <a:off x="3491935" y="1971888"/>
            <a:ext cx="260047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>
                <a:solidFill>
                  <a:srgbClr val="654321"/>
                </a:solidFill>
              </a:rPr>
              <a:t>g</a:t>
            </a:r>
            <a:r>
              <a:rPr lang="en-US" sz="1200" baseline="-25000" dirty="0" err="1">
                <a:solidFill>
                  <a:srgbClr val="654321"/>
                </a:solidFill>
              </a:rPr>
              <a:t>s</a:t>
            </a:r>
            <a:r>
              <a:rPr lang="en-US" sz="1200" dirty="0">
                <a:solidFill>
                  <a:srgbClr val="654321"/>
                </a:solidFill>
              </a:rPr>
              <a:t> = </a:t>
            </a:r>
            <a:r>
              <a:rPr lang="en-US" sz="1200" dirty="0" err="1">
                <a:solidFill>
                  <a:srgbClr val="654321"/>
                </a:solidFill>
              </a:rPr>
              <a:t>Stomatal</a:t>
            </a:r>
            <a:r>
              <a:rPr lang="en-US" sz="1200" dirty="0">
                <a:solidFill>
                  <a:srgbClr val="654321"/>
                </a:solidFill>
              </a:rPr>
              <a:t> conductance (</a:t>
            </a:r>
            <a:r>
              <a:rPr lang="en-US" sz="1200" dirty="0" err="1">
                <a:solidFill>
                  <a:srgbClr val="654321"/>
                </a:solidFill>
              </a:rPr>
              <a:t>mol</a:t>
            </a:r>
            <a:r>
              <a:rPr lang="en-US" sz="1200" dirty="0">
                <a:solidFill>
                  <a:srgbClr val="654321"/>
                </a:solidFill>
              </a:rPr>
              <a:t>/m</a:t>
            </a:r>
            <a:r>
              <a:rPr lang="en-US" sz="1200" baseline="30000" dirty="0">
                <a:solidFill>
                  <a:srgbClr val="654321"/>
                </a:solidFill>
              </a:rPr>
              <a:t>2</a:t>
            </a:r>
            <a:r>
              <a:rPr lang="en-US" sz="1200" dirty="0">
                <a:solidFill>
                  <a:srgbClr val="654321"/>
                </a:solidFill>
              </a:rPr>
              <a:t>/s)</a:t>
            </a:r>
          </a:p>
          <a:p>
            <a:r>
              <a:rPr lang="en-US" sz="1200" dirty="0">
                <a:solidFill>
                  <a:srgbClr val="654321"/>
                </a:solidFill>
              </a:rPr>
              <a:t>m, b = Coefficients</a:t>
            </a:r>
          </a:p>
          <a:p>
            <a:r>
              <a:rPr lang="en-US" sz="1200" dirty="0">
                <a:solidFill>
                  <a:srgbClr val="654321"/>
                </a:solidFill>
              </a:rPr>
              <a:t>A = Assimilation rate (</a:t>
            </a:r>
            <a:r>
              <a:rPr lang="en-US" sz="1200" dirty="0" err="1">
                <a:solidFill>
                  <a:srgbClr val="654321"/>
                </a:solidFill>
              </a:rPr>
              <a:t>mol</a:t>
            </a:r>
            <a:r>
              <a:rPr lang="en-US" sz="1200" dirty="0">
                <a:solidFill>
                  <a:srgbClr val="654321"/>
                </a:solidFill>
              </a:rPr>
              <a:t>/m</a:t>
            </a:r>
            <a:r>
              <a:rPr lang="en-US" sz="1200" baseline="30000" dirty="0">
                <a:solidFill>
                  <a:srgbClr val="654321"/>
                </a:solidFill>
              </a:rPr>
              <a:t>2</a:t>
            </a:r>
            <a:r>
              <a:rPr lang="en-US" sz="1200" dirty="0">
                <a:solidFill>
                  <a:srgbClr val="654321"/>
                </a:solidFill>
              </a:rPr>
              <a:t>/s)</a:t>
            </a:r>
          </a:p>
          <a:p>
            <a:r>
              <a:rPr lang="en-US" sz="1200" dirty="0">
                <a:solidFill>
                  <a:srgbClr val="654321"/>
                </a:solidFill>
              </a:rPr>
              <a:t>C = CO</a:t>
            </a:r>
            <a:r>
              <a:rPr lang="en-US" sz="1200" baseline="-25000" dirty="0">
                <a:solidFill>
                  <a:srgbClr val="654321"/>
                </a:solidFill>
              </a:rPr>
              <a:t>2</a:t>
            </a:r>
            <a:r>
              <a:rPr lang="en-US" sz="1200" dirty="0">
                <a:solidFill>
                  <a:srgbClr val="654321"/>
                </a:solidFill>
              </a:rPr>
              <a:t> concentration (Pa)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65488" y="6025551"/>
            <a:ext cx="2466065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000" b="1" dirty="0" err="1">
                <a:solidFill>
                  <a:srgbClr val="654321"/>
                </a:solidFill>
                <a:latin typeface="Helvetica"/>
                <a:cs typeface="Helvetica"/>
              </a:rPr>
              <a:t>Collatz</a:t>
            </a:r>
            <a:r>
              <a:rPr lang="en-US" sz="2000" b="1" dirty="0">
                <a:solidFill>
                  <a:srgbClr val="654321"/>
                </a:solidFill>
                <a:latin typeface="Helvetica"/>
                <a:cs typeface="Helvetica"/>
              </a:rPr>
              <a:t> et al., 1991</a:t>
            </a:r>
          </a:p>
          <a:p>
            <a:pPr algn="ctr"/>
            <a:r>
              <a:rPr lang="en-US" sz="2000" b="1" dirty="0">
                <a:solidFill>
                  <a:srgbClr val="654321"/>
                </a:solidFill>
                <a:latin typeface="Helvetica"/>
                <a:cs typeface="Helvetica"/>
              </a:rPr>
              <a:t> Sellers et al., 1992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48516" y="2848307"/>
            <a:ext cx="2572272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 typeface="Arial"/>
              <a:buChar char="•"/>
            </a:pPr>
            <a:r>
              <a:rPr lang="en-US" sz="2200" dirty="0">
                <a:solidFill>
                  <a:srgbClr val="654321"/>
                </a:solidFill>
              </a:rPr>
              <a:t>Assimilation Rate</a:t>
            </a:r>
            <a:endParaRPr lang="en-US" sz="2200" i="1" dirty="0">
              <a:solidFill>
                <a:srgbClr val="654321"/>
              </a:solidFill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6092411" y="1968788"/>
            <a:ext cx="205221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solidFill>
                  <a:srgbClr val="654321"/>
                </a:solidFill>
              </a:rPr>
              <a:t>h = relative humidity</a:t>
            </a:r>
          </a:p>
          <a:p>
            <a:r>
              <a:rPr lang="en-US" sz="1200" dirty="0">
                <a:solidFill>
                  <a:srgbClr val="654321"/>
                </a:solidFill>
              </a:rPr>
              <a:t>p = atmospheric pressure (Pa)</a:t>
            </a:r>
          </a:p>
          <a:p>
            <a:endParaRPr lang="en-US" sz="1200" dirty="0">
              <a:solidFill>
                <a:srgbClr val="654321"/>
              </a:solidFill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57586" y="3762242"/>
            <a:ext cx="2710999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342900" indent="-342900">
              <a:buFont typeface="Arial"/>
              <a:buChar char="•"/>
            </a:pPr>
            <a:r>
              <a:rPr lang="en-US" sz="2200" dirty="0">
                <a:solidFill>
                  <a:srgbClr val="654321"/>
                </a:solidFill>
              </a:rPr>
              <a:t>Canopy Integration</a:t>
            </a:r>
          </a:p>
        </p:txBody>
      </p:sp>
      <p:graphicFrame>
        <p:nvGraphicFramePr>
          <p:cNvPr id="11" name="Object 10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893985199"/>
              </p:ext>
            </p:extLst>
          </p:nvPr>
        </p:nvGraphicFramePr>
        <p:xfrm>
          <a:off x="3119438" y="4147476"/>
          <a:ext cx="3284537" cy="4238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1012" name="Equation" r:id="rId5" imgW="1866900" imgH="241300" progId="Equation.3">
                  <p:embed/>
                </p:oleObj>
              </mc:Choice>
              <mc:Fallback>
                <p:oleObj name="Equation" r:id="rId5" imgW="1866900" imgH="241300" progId="Equation.3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3119438" y="4147476"/>
                        <a:ext cx="3284537" cy="423863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" name="Object 11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052317592"/>
              </p:ext>
            </p:extLst>
          </p:nvPr>
        </p:nvGraphicFramePr>
        <p:xfrm>
          <a:off x="1238391" y="3215697"/>
          <a:ext cx="2508781" cy="46732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1013" name="Equation" r:id="rId7" imgW="1295400" imgH="241300" progId="Equation.3">
                  <p:embed/>
                </p:oleObj>
              </mc:Choice>
              <mc:Fallback>
                <p:oleObj name="Equation" r:id="rId7" imgW="1295400" imgH="241300" progId="Equation.3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1238391" y="3215697"/>
                        <a:ext cx="2508781" cy="467322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3861780" y="3115911"/>
            <a:ext cx="277850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rgbClr val="654321"/>
                </a:solidFill>
              </a:rPr>
              <a:t> A</a:t>
            </a:r>
            <a:r>
              <a:rPr lang="en-US" sz="1200" baseline="-25000" dirty="0">
                <a:solidFill>
                  <a:srgbClr val="654321"/>
                </a:solidFill>
              </a:rPr>
              <a:t>L</a:t>
            </a:r>
            <a:r>
              <a:rPr lang="en-US" sz="1200" dirty="0">
                <a:solidFill>
                  <a:srgbClr val="654321"/>
                </a:solidFill>
              </a:rPr>
              <a:t> = Light-limited rate (</a:t>
            </a:r>
            <a:r>
              <a:rPr lang="en-US" sz="1200" dirty="0" err="1">
                <a:solidFill>
                  <a:srgbClr val="654321"/>
                </a:solidFill>
              </a:rPr>
              <a:t>mol</a:t>
            </a:r>
            <a:r>
              <a:rPr lang="en-US" sz="1200" dirty="0">
                <a:solidFill>
                  <a:srgbClr val="654321"/>
                </a:solidFill>
              </a:rPr>
              <a:t>/m</a:t>
            </a:r>
            <a:r>
              <a:rPr lang="en-US" sz="1200" baseline="30000" dirty="0">
                <a:solidFill>
                  <a:srgbClr val="654321"/>
                </a:solidFill>
              </a:rPr>
              <a:t>2</a:t>
            </a:r>
            <a:r>
              <a:rPr lang="en-US" sz="1200" dirty="0">
                <a:solidFill>
                  <a:srgbClr val="654321"/>
                </a:solidFill>
              </a:rPr>
              <a:t>/s)</a:t>
            </a:r>
          </a:p>
          <a:p>
            <a:r>
              <a:rPr lang="en-US" sz="1200" dirty="0">
                <a:solidFill>
                  <a:srgbClr val="654321"/>
                </a:solidFill>
              </a:rPr>
              <a:t> A</a:t>
            </a:r>
            <a:r>
              <a:rPr lang="en-US" sz="1200" baseline="-25000" dirty="0">
                <a:solidFill>
                  <a:srgbClr val="654321"/>
                </a:solidFill>
              </a:rPr>
              <a:t>R</a:t>
            </a:r>
            <a:r>
              <a:rPr lang="en-US" sz="1200" dirty="0">
                <a:solidFill>
                  <a:srgbClr val="654321"/>
                </a:solidFill>
              </a:rPr>
              <a:t> = </a:t>
            </a:r>
            <a:r>
              <a:rPr lang="en-US" sz="1200" dirty="0" err="1">
                <a:solidFill>
                  <a:srgbClr val="654321"/>
                </a:solidFill>
              </a:rPr>
              <a:t>Rubisco</a:t>
            </a:r>
            <a:r>
              <a:rPr lang="en-US" sz="1200" dirty="0">
                <a:solidFill>
                  <a:srgbClr val="654321"/>
                </a:solidFill>
              </a:rPr>
              <a:t>-limited rate (</a:t>
            </a:r>
            <a:r>
              <a:rPr lang="en-US" sz="1200" dirty="0" err="1">
                <a:solidFill>
                  <a:srgbClr val="654321"/>
                </a:solidFill>
              </a:rPr>
              <a:t>mol</a:t>
            </a:r>
            <a:r>
              <a:rPr lang="en-US" sz="1200" dirty="0">
                <a:solidFill>
                  <a:srgbClr val="654321"/>
                </a:solidFill>
              </a:rPr>
              <a:t>/m</a:t>
            </a:r>
            <a:r>
              <a:rPr lang="en-US" sz="1200" baseline="30000" dirty="0">
                <a:solidFill>
                  <a:srgbClr val="654321"/>
                </a:solidFill>
              </a:rPr>
              <a:t>2</a:t>
            </a:r>
            <a:r>
              <a:rPr lang="en-US" sz="1200" dirty="0">
                <a:solidFill>
                  <a:srgbClr val="654321"/>
                </a:solidFill>
              </a:rPr>
              <a:t>/s)</a:t>
            </a:r>
          </a:p>
          <a:p>
            <a:r>
              <a:rPr lang="en-US" sz="1200" dirty="0">
                <a:solidFill>
                  <a:srgbClr val="654321"/>
                </a:solidFill>
              </a:rPr>
              <a:t> A</a:t>
            </a:r>
            <a:r>
              <a:rPr lang="en-US" sz="1200" baseline="-25000" dirty="0">
                <a:solidFill>
                  <a:srgbClr val="654321"/>
                </a:solidFill>
              </a:rPr>
              <a:t>U</a:t>
            </a:r>
            <a:r>
              <a:rPr lang="en-US" sz="1200" dirty="0">
                <a:solidFill>
                  <a:srgbClr val="654321"/>
                </a:solidFill>
              </a:rPr>
              <a:t> = Utilization-limited rate (</a:t>
            </a:r>
            <a:r>
              <a:rPr lang="en-US" sz="1200" dirty="0" err="1">
                <a:solidFill>
                  <a:srgbClr val="654321"/>
                </a:solidFill>
              </a:rPr>
              <a:t>mol</a:t>
            </a:r>
            <a:r>
              <a:rPr lang="en-US" sz="1200" dirty="0">
                <a:solidFill>
                  <a:srgbClr val="654321"/>
                </a:solidFill>
              </a:rPr>
              <a:t>/m</a:t>
            </a:r>
            <a:r>
              <a:rPr lang="en-US" sz="1200" baseline="30000" dirty="0">
                <a:solidFill>
                  <a:srgbClr val="654321"/>
                </a:solidFill>
              </a:rPr>
              <a:t>2</a:t>
            </a:r>
            <a:r>
              <a:rPr lang="en-US" sz="1200" dirty="0">
                <a:solidFill>
                  <a:srgbClr val="654321"/>
                </a:solidFill>
              </a:rPr>
              <a:t>/s)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6735239" y="4844163"/>
            <a:ext cx="2066491" cy="8925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solidFill>
                  <a:srgbClr val="654321"/>
                </a:solidFill>
              </a:rPr>
              <a:t>Environmental Forcing</a:t>
            </a:r>
          </a:p>
          <a:p>
            <a:r>
              <a:rPr lang="en-US" sz="1200" dirty="0">
                <a:solidFill>
                  <a:srgbClr val="654321"/>
                </a:solidFill>
              </a:rPr>
              <a:t>- Humidity</a:t>
            </a:r>
          </a:p>
          <a:p>
            <a:r>
              <a:rPr lang="en-US" sz="1200" dirty="0">
                <a:solidFill>
                  <a:srgbClr val="654321"/>
                </a:solidFill>
              </a:rPr>
              <a:t>- Root-Zone Water</a:t>
            </a:r>
          </a:p>
          <a:p>
            <a:r>
              <a:rPr lang="en-US" sz="1200" dirty="0">
                <a:solidFill>
                  <a:srgbClr val="654321"/>
                </a:solidFill>
              </a:rPr>
              <a:t>- Temperature</a:t>
            </a:r>
          </a:p>
        </p:txBody>
      </p:sp>
      <p:cxnSp>
        <p:nvCxnSpPr>
          <p:cNvPr id="16" name="Straight Arrow Connector 15"/>
          <p:cNvCxnSpPr/>
          <p:nvPr/>
        </p:nvCxnSpPr>
        <p:spPr>
          <a:xfrm>
            <a:off x="6195786" y="4572020"/>
            <a:ext cx="539453" cy="353785"/>
          </a:xfrm>
          <a:prstGeom prst="straightConnector1">
            <a:avLst/>
          </a:prstGeom>
          <a:ln>
            <a:solidFill>
              <a:srgbClr val="A01300"/>
            </a:solidFill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1082475" y="4925805"/>
            <a:ext cx="1864613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>
                <a:solidFill>
                  <a:srgbClr val="654321"/>
                </a:solidFill>
              </a:rPr>
              <a:t>Leaf Physiology </a:t>
            </a:r>
          </a:p>
          <a:p>
            <a:pPr algn="ctr"/>
            <a:r>
              <a:rPr lang="en-US" sz="1600" dirty="0">
                <a:solidFill>
                  <a:srgbClr val="654321"/>
                </a:solidFill>
              </a:rPr>
              <a:t>or </a:t>
            </a:r>
          </a:p>
          <a:p>
            <a:pPr algn="ctr"/>
            <a:r>
              <a:rPr lang="en-US" sz="1600" dirty="0">
                <a:solidFill>
                  <a:srgbClr val="654321"/>
                </a:solidFill>
              </a:rPr>
              <a:t>Radiation Rate Limit</a:t>
            </a:r>
          </a:p>
        </p:txBody>
      </p:sp>
      <p:cxnSp>
        <p:nvCxnSpPr>
          <p:cNvPr id="18" name="Straight Arrow Connector 17"/>
          <p:cNvCxnSpPr/>
          <p:nvPr/>
        </p:nvCxnSpPr>
        <p:spPr>
          <a:xfrm flipH="1">
            <a:off x="2631553" y="4572020"/>
            <a:ext cx="1566704" cy="426337"/>
          </a:xfrm>
          <a:prstGeom prst="straightConnector1">
            <a:avLst/>
          </a:prstGeom>
          <a:ln>
            <a:solidFill>
              <a:srgbClr val="A01300"/>
            </a:solidFill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3747172" y="5167634"/>
            <a:ext cx="255522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solidFill>
                  <a:srgbClr val="654321"/>
                </a:solidFill>
              </a:rPr>
              <a:t>Canopy PAR Use Parameter</a:t>
            </a:r>
          </a:p>
        </p:txBody>
      </p:sp>
      <p:cxnSp>
        <p:nvCxnSpPr>
          <p:cNvPr id="21" name="Straight Arrow Connector 20"/>
          <p:cNvCxnSpPr/>
          <p:nvPr/>
        </p:nvCxnSpPr>
        <p:spPr>
          <a:xfrm flipH="1">
            <a:off x="5107214" y="4571339"/>
            <a:ext cx="486269" cy="427018"/>
          </a:xfrm>
          <a:prstGeom prst="straightConnector1">
            <a:avLst/>
          </a:prstGeom>
          <a:ln>
            <a:solidFill>
              <a:srgbClr val="A01300"/>
            </a:solidFill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TextBox 22"/>
          <p:cNvSpPr txBox="1"/>
          <p:nvPr/>
        </p:nvSpPr>
        <p:spPr>
          <a:xfrm>
            <a:off x="417284" y="1590100"/>
            <a:ext cx="5775940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>
              <a:buFont typeface="Arial"/>
              <a:buChar char="•"/>
            </a:pPr>
            <a:r>
              <a:rPr lang="en-US" sz="2200" dirty="0" err="1">
                <a:solidFill>
                  <a:srgbClr val="654321"/>
                </a:solidFill>
              </a:rPr>
              <a:t>Stomatal</a:t>
            </a:r>
            <a:r>
              <a:rPr lang="en-US" sz="2200" dirty="0">
                <a:solidFill>
                  <a:srgbClr val="654321"/>
                </a:solidFill>
              </a:rPr>
              <a:t> conductance: Ball-Berry Relationship</a:t>
            </a:r>
          </a:p>
        </p:txBody>
      </p:sp>
      <p:graphicFrame>
        <p:nvGraphicFramePr>
          <p:cNvPr id="24" name="Object 23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292218286"/>
              </p:ext>
            </p:extLst>
          </p:nvPr>
        </p:nvGraphicFramePr>
        <p:xfrm>
          <a:off x="3996442" y="5569025"/>
          <a:ext cx="2006600" cy="571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1014" name="Equation" r:id="rId9" imgW="2006600" imgH="571500" progId="Equation.3">
                  <p:embed/>
                </p:oleObj>
              </mc:Choice>
              <mc:Fallback>
                <p:oleObj name="Equation" r:id="rId9" imgW="2006600" imgH="571500" progId="Equation.3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0"/>
                      <a:stretch>
                        <a:fillRect/>
                      </a:stretch>
                    </p:blipFill>
                    <p:spPr>
                      <a:xfrm>
                        <a:off x="3996442" y="5569025"/>
                        <a:ext cx="2006600" cy="57150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cxnSp>
        <p:nvCxnSpPr>
          <p:cNvPr id="26" name="Straight Connector 25"/>
          <p:cNvCxnSpPr/>
          <p:nvPr/>
        </p:nvCxnSpPr>
        <p:spPr>
          <a:xfrm>
            <a:off x="0" y="5851071"/>
            <a:ext cx="2930095" cy="18143"/>
          </a:xfrm>
          <a:prstGeom prst="line">
            <a:avLst/>
          </a:prstGeom>
          <a:ln>
            <a:solidFill>
              <a:srgbClr val="A013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/>
          <p:cNvCxnSpPr/>
          <p:nvPr/>
        </p:nvCxnSpPr>
        <p:spPr>
          <a:xfrm flipV="1">
            <a:off x="2930095" y="5869215"/>
            <a:ext cx="0" cy="988785"/>
          </a:xfrm>
          <a:prstGeom prst="line">
            <a:avLst/>
          </a:prstGeom>
          <a:ln>
            <a:solidFill>
              <a:srgbClr val="A013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TextBox 29"/>
          <p:cNvSpPr txBox="1"/>
          <p:nvPr/>
        </p:nvSpPr>
        <p:spPr>
          <a:xfrm>
            <a:off x="3020788" y="6154965"/>
            <a:ext cx="257190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rgbClr val="654321"/>
                </a:solidFill>
              </a:rPr>
              <a:t>FPAR =Fraction of </a:t>
            </a:r>
            <a:r>
              <a:rPr lang="en-US" sz="1200" dirty="0" err="1">
                <a:solidFill>
                  <a:srgbClr val="654321"/>
                </a:solidFill>
              </a:rPr>
              <a:t>photosynthetically</a:t>
            </a:r>
            <a:r>
              <a:rPr lang="en-US" sz="1200" dirty="0">
                <a:solidFill>
                  <a:srgbClr val="654321"/>
                </a:solidFill>
              </a:rPr>
              <a:t> </a:t>
            </a:r>
          </a:p>
          <a:p>
            <a:r>
              <a:rPr lang="en-US" sz="1200" dirty="0">
                <a:solidFill>
                  <a:srgbClr val="654321"/>
                </a:solidFill>
              </a:rPr>
              <a:t>             active radiation absorbed by </a:t>
            </a:r>
          </a:p>
          <a:p>
            <a:r>
              <a:rPr lang="en-US" sz="1200" dirty="0">
                <a:solidFill>
                  <a:srgbClr val="654321"/>
                </a:solidFill>
              </a:rPr>
              <a:t>             the vegetation canopy 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5489008" y="6168436"/>
            <a:ext cx="247352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solidFill>
                  <a:srgbClr val="654321"/>
                </a:solidFill>
              </a:rPr>
              <a:t>k =  extinction coefficient for the flux </a:t>
            </a:r>
          </a:p>
          <a:p>
            <a:r>
              <a:rPr lang="en-US" sz="1200" dirty="0">
                <a:solidFill>
                  <a:srgbClr val="654321"/>
                </a:solidFill>
              </a:rPr>
              <a:t>       of PAR or visible radiation</a:t>
            </a:r>
          </a:p>
          <a:p>
            <a:r>
              <a:rPr lang="en-US" sz="1200" dirty="0">
                <a:solidFill>
                  <a:srgbClr val="654321"/>
                </a:solidFill>
              </a:rPr>
              <a:t>LT = Total Leaf Area Index (LAI)</a:t>
            </a:r>
          </a:p>
        </p:txBody>
      </p:sp>
    </p:spTree>
    <p:extLst>
      <p:ext uri="{BB962C8B-B14F-4D97-AF65-F5344CB8AC3E}">
        <p14:creationId xmlns:p14="http://schemas.microsoft.com/office/powerpoint/2010/main" val="284076059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2532947" y="390135"/>
            <a:ext cx="4078103" cy="584776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Carbon Allocation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693220" y="1343200"/>
            <a:ext cx="7819551" cy="1290466"/>
            <a:chOff x="675337" y="1378508"/>
            <a:chExt cx="7819551" cy="1290466"/>
          </a:xfrm>
        </p:grpSpPr>
        <p:sp>
          <p:nvSpPr>
            <p:cNvPr id="2" name="Rectangle 1"/>
            <p:cNvSpPr/>
            <p:nvPr/>
          </p:nvSpPr>
          <p:spPr>
            <a:xfrm>
              <a:off x="675337" y="1378508"/>
              <a:ext cx="7819551" cy="1290466"/>
            </a:xfrm>
            <a:prstGeom prst="rect">
              <a:avLst/>
            </a:prstGeom>
            <a:solidFill>
              <a:srgbClr val="FFFDF0"/>
            </a:solidFill>
            <a:ln w="25400">
              <a:solidFill>
                <a:srgbClr val="A013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O</a:t>
              </a: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2524849" y="1836953"/>
              <a:ext cx="2356497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>
                  <a:solidFill>
                    <a:srgbClr val="654321"/>
                  </a:solidFill>
                  <a:latin typeface="Helvetica"/>
                  <a:cs typeface="Helvetica"/>
                </a:rPr>
                <a:t>Required Allocation</a:t>
              </a:r>
            </a:p>
            <a:p>
              <a:r>
                <a:rPr lang="en-US" dirty="0">
                  <a:solidFill>
                    <a:srgbClr val="654321"/>
                  </a:solidFill>
                  <a:latin typeface="Helvetica"/>
                  <a:cs typeface="Helvetica"/>
                </a:rPr>
                <a:t>    Phenology Stage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5478240" y="1675089"/>
              <a:ext cx="2840141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b="1" dirty="0">
                  <a:solidFill>
                    <a:srgbClr val="654321"/>
                  </a:solidFill>
                  <a:latin typeface="Helvetica"/>
                  <a:cs typeface="Helvetica"/>
                </a:rPr>
                <a:t>Adjusted Allocation </a:t>
              </a:r>
            </a:p>
            <a:p>
              <a:pPr algn="ctr"/>
              <a:r>
                <a:rPr lang="en-US" dirty="0">
                  <a:solidFill>
                    <a:srgbClr val="654321"/>
                  </a:solidFill>
                  <a:latin typeface="Helvetica"/>
                  <a:cs typeface="Helvetica"/>
                </a:rPr>
                <a:t>Moisture Stress (dry)</a:t>
              </a:r>
            </a:p>
            <a:p>
              <a:pPr algn="ctr"/>
              <a:r>
                <a:rPr lang="en-US" dirty="0">
                  <a:solidFill>
                    <a:srgbClr val="654321"/>
                  </a:solidFill>
                  <a:latin typeface="Helvetica"/>
                  <a:cs typeface="Helvetica"/>
                </a:rPr>
                <a:t>Temperature Stress (cold)</a:t>
              </a: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4967854" y="1779766"/>
              <a:ext cx="394359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dirty="0">
                  <a:solidFill>
                    <a:srgbClr val="654321"/>
                  </a:solidFill>
                  <a:latin typeface="Helvetica"/>
                  <a:cs typeface="Helvetica"/>
                </a:rPr>
                <a:t>+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2057086" y="1786335"/>
              <a:ext cx="394359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dirty="0">
                  <a:solidFill>
                    <a:srgbClr val="654321"/>
                  </a:solidFill>
                  <a:latin typeface="Helvetica"/>
                  <a:cs typeface="Helvetica"/>
                </a:rPr>
                <a:t>=</a:t>
              </a:r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957557" y="1848945"/>
              <a:ext cx="988870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200" i="1" dirty="0" err="1">
                  <a:solidFill>
                    <a:srgbClr val="654321"/>
                  </a:solidFill>
                  <a:latin typeface="Helvetica"/>
                  <a:cs typeface="Helvetica"/>
                </a:rPr>
                <a:t>Alloc</a:t>
              </a:r>
              <a:r>
                <a:rPr lang="en-US" sz="2200" i="1" baseline="-25000" dirty="0" err="1">
                  <a:solidFill>
                    <a:srgbClr val="654321"/>
                  </a:solidFill>
                  <a:latin typeface="Helvetica"/>
                  <a:cs typeface="Helvetica"/>
                </a:rPr>
                <a:t>lp</a:t>
              </a:r>
              <a:endParaRPr lang="en-US" sz="2200" i="1" baseline="-25000" dirty="0">
                <a:solidFill>
                  <a:srgbClr val="654321"/>
                </a:solidFill>
                <a:latin typeface="Helvetica"/>
                <a:cs typeface="Helvetica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675337" y="1396997"/>
              <a:ext cx="17620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654321"/>
                  </a:solidFill>
                  <a:latin typeface="Helvetica"/>
                  <a:cs typeface="Helvetica"/>
                </a:rPr>
                <a:t>For live pool </a:t>
              </a:r>
              <a:r>
                <a:rPr lang="en-US" i="1" dirty="0" err="1">
                  <a:solidFill>
                    <a:srgbClr val="654321"/>
                  </a:solidFill>
                  <a:latin typeface="Helvetica"/>
                  <a:cs typeface="Helvetica"/>
                </a:rPr>
                <a:t>lp</a:t>
              </a:r>
              <a:r>
                <a:rPr lang="en-US" i="1" dirty="0">
                  <a:solidFill>
                    <a:srgbClr val="654321"/>
                  </a:solidFill>
                  <a:latin typeface="Helvetica"/>
                  <a:cs typeface="Helvetica"/>
                </a:rPr>
                <a:t>:</a:t>
              </a:r>
              <a:endParaRPr lang="en-US" dirty="0">
                <a:solidFill>
                  <a:srgbClr val="654321"/>
                </a:solidFill>
                <a:latin typeface="Helvetica"/>
                <a:cs typeface="Helvetica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728E1E0E-12CF-C04B-B852-407D604DB5F5}"/>
                  </a:ext>
                </a:extLst>
              </p:cNvPr>
              <p:cNvSpPr txBox="1"/>
              <p:nvPr/>
            </p:nvSpPr>
            <p:spPr>
              <a:xfrm>
                <a:off x="1673817" y="3254644"/>
                <a:ext cx="5858359" cy="2607252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A01300"/>
                </a:solidFill>
              </a:ln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𝐺𝑎𝑖𝑛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𝐴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𝑙𝑝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𝐷𝑖𝑠𝑡𝑟𝑖𝑏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𝑙𝑝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</m:t>
                      </m:r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𝐴𝑙𝑙𝑜𝑐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𝑙𝑝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</m:t>
                      </m:r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𝐴𝑠𝑠𝑖𝑚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𝐷𝑎𝑦</m:t>
                          </m:r>
                        </m:sub>
                      </m:sSub>
                    </m:oMath>
                  </m:oMathPara>
                </a14:m>
                <a:endParaRPr lang="en-US" b="0" dirty="0">
                  <a:ea typeface="Cambria Math" panose="02040503050406030204" pitchFamily="18" charset="0"/>
                </a:endParaRPr>
              </a:p>
              <a:p>
                <a:endParaRPr lang="en-US" dirty="0"/>
              </a:p>
              <a:p>
                <a:endParaRPr lang="en-US" i="1" dirty="0">
                  <a:latin typeface="Cambria Math" panose="02040503050406030204" pitchFamily="18" charset="0"/>
                </a:endParaRPr>
              </a:p>
              <a:p>
                <a:endParaRPr lang="en-US" i="1" dirty="0">
                  <a:latin typeface="Cambria Math" panose="02040503050406030204" pitchFamily="18" charset="0"/>
                </a:endParaRPr>
              </a:p>
              <a:p>
                <a:endParaRPr lang="en-US" i="1" dirty="0">
                  <a:latin typeface="Cambria Math" panose="02040503050406030204" pitchFamily="18" charset="0"/>
                </a:endParaRPr>
              </a:p>
              <a:p>
                <a:endParaRPr lang="en-US" i="1" dirty="0">
                  <a:latin typeface="Cambria Math" panose="02040503050406030204" pitchFamily="18" charset="0"/>
                </a:endParaRPr>
              </a:p>
              <a:p>
                <a:endParaRPr lang="en-US" dirty="0"/>
              </a:p>
              <a:p>
                <a:pPr algn="ctr"/>
                <a:r>
                  <a:rPr lang="en-US" dirty="0" err="1"/>
                  <a:t>Gain</a:t>
                </a:r>
                <a:r>
                  <a:rPr lang="en-US" baseline="-25000" dirty="0" err="1"/>
                  <a:t>A</a:t>
                </a:r>
                <a:r>
                  <a:rPr lang="en-US" dirty="0"/>
                  <a:t> = Pool gain from assimilation (mol C m</a:t>
                </a:r>
                <a:r>
                  <a:rPr lang="en-US" baseline="30000" dirty="0"/>
                  <a:t>-2</a:t>
                </a:r>
                <a:r>
                  <a:rPr lang="en-US" dirty="0"/>
                  <a:t>)</a:t>
                </a:r>
              </a:p>
              <a:p>
                <a:pPr algn="ctr"/>
                <a:r>
                  <a:rPr lang="en-US" dirty="0" err="1"/>
                  <a:t>RootF</a:t>
                </a:r>
                <a:r>
                  <a:rPr lang="en-US" dirty="0"/>
                  <a:t> = Rooting depth profile </a:t>
                </a: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728E1E0E-12CF-C04B-B852-407D604DB5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73817" y="3254644"/>
                <a:ext cx="5858359" cy="2607252"/>
              </a:xfrm>
              <a:prstGeom prst="rect">
                <a:avLst/>
              </a:prstGeom>
              <a:blipFill>
                <a:blip r:embed="rId2"/>
                <a:stretch>
                  <a:fillRect b="-1914"/>
                </a:stretch>
              </a:blipFill>
              <a:ln w="19050">
                <a:solidFill>
                  <a:srgbClr val="A01300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7" name="Picture 6" descr="A screenshot of a cell phone&#10;&#10;Description automatically generated">
            <a:extLst>
              <a:ext uri="{FF2B5EF4-FFF2-40B4-BE49-F238E27FC236}">
                <a16:creationId xmlns:a16="http://schemas.microsoft.com/office/drawing/2014/main" id="{280466F7-1235-D748-B34C-E94A4CA53BB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85989" y="3708450"/>
            <a:ext cx="5372021" cy="11466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954312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1644862" y="461128"/>
            <a:ext cx="5881023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Carbon Allocation Example</a:t>
            </a:r>
          </a:p>
        </p:txBody>
      </p:sp>
      <p:pic>
        <p:nvPicPr>
          <p:cNvPr id="10" name="Picture 9" descr="allocmon.eps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00" t="8672" r="4419" b="2500"/>
          <a:stretch/>
        </p:blipFill>
        <p:spPr>
          <a:xfrm>
            <a:off x="1254418" y="1663276"/>
            <a:ext cx="6661913" cy="4312465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93799" y="5406857"/>
            <a:ext cx="1778000" cy="646331"/>
          </a:xfrm>
          <a:prstGeom prst="rect">
            <a:avLst/>
          </a:prstGeom>
          <a:solidFill>
            <a:schemeClr val="bg1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Initial allocation to leaf pool</a:t>
            </a:r>
          </a:p>
        </p:txBody>
      </p:sp>
      <p:cxnSp>
        <p:nvCxnSpPr>
          <p:cNvPr id="26" name="Straight Arrow Connector 25"/>
          <p:cNvCxnSpPr/>
          <p:nvPr/>
        </p:nvCxnSpPr>
        <p:spPr>
          <a:xfrm flipH="1">
            <a:off x="6230471" y="2230489"/>
            <a:ext cx="1210229" cy="612588"/>
          </a:xfrm>
          <a:prstGeom prst="straightConnector1">
            <a:avLst/>
          </a:prstGeom>
          <a:ln>
            <a:solidFill>
              <a:srgbClr val="A01300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TextBox 26"/>
          <p:cNvSpPr txBox="1"/>
          <p:nvPr/>
        </p:nvSpPr>
        <p:spPr>
          <a:xfrm>
            <a:off x="7438877" y="1663276"/>
            <a:ext cx="1593300" cy="923330"/>
          </a:xfrm>
          <a:prstGeom prst="rect">
            <a:avLst/>
          </a:prstGeom>
          <a:solidFill>
            <a:schemeClr val="bg1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Ending allocation to roots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3585" y="1924068"/>
            <a:ext cx="461665" cy="3009863"/>
          </a:xfrm>
          <a:prstGeom prst="rect">
            <a:avLst/>
          </a:prstGeom>
          <a:solidFill>
            <a:schemeClr val="bg1"/>
          </a:solidFill>
        </p:spPr>
        <p:txBody>
          <a:bodyPr vert="vert270" wrap="none" rtlCol="0">
            <a:spAutoFit/>
          </a:bodyPr>
          <a:lstStyle/>
          <a:p>
            <a:r>
              <a:rPr lang="en-US" dirty="0">
                <a:latin typeface="Times New Roman"/>
                <a:cs typeface="Times New Roman"/>
              </a:rPr>
              <a:t> Grassland Allocation Fractions</a:t>
            </a:r>
          </a:p>
        </p:txBody>
      </p:sp>
      <p:cxnSp>
        <p:nvCxnSpPr>
          <p:cNvPr id="23" name="Straight Arrow Connector 22"/>
          <p:cNvCxnSpPr>
            <a:stCxn id="24" idx="0"/>
          </p:cNvCxnSpPr>
          <p:nvPr/>
        </p:nvCxnSpPr>
        <p:spPr>
          <a:xfrm flipV="1">
            <a:off x="982799" y="4591195"/>
            <a:ext cx="2195656" cy="815662"/>
          </a:xfrm>
          <a:prstGeom prst="straightConnector1">
            <a:avLst/>
          </a:prstGeom>
          <a:ln>
            <a:solidFill>
              <a:srgbClr val="A01300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89226756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DF0">
            <a:alpha val="8000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391271" y="103139"/>
            <a:ext cx="8469186" cy="584776"/>
          </a:xfrm>
          <a:prstGeom prst="rect">
            <a:avLst/>
          </a:prstGeom>
          <a:noFill/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Carbon Release: Autotrophic Respiration</a:t>
            </a:r>
          </a:p>
        </p:txBody>
      </p:sp>
      <p:cxnSp>
        <p:nvCxnSpPr>
          <p:cNvPr id="29" name="Straight Arrow Connector 28"/>
          <p:cNvCxnSpPr>
            <a:cxnSpLocks/>
          </p:cNvCxnSpPr>
          <p:nvPr/>
        </p:nvCxnSpPr>
        <p:spPr>
          <a:xfrm flipH="1">
            <a:off x="2622800" y="1492758"/>
            <a:ext cx="1489160" cy="1382903"/>
          </a:xfrm>
          <a:prstGeom prst="straightConnector1">
            <a:avLst/>
          </a:prstGeom>
          <a:ln>
            <a:solidFill>
              <a:srgbClr val="A01300"/>
            </a:solidFill>
            <a:tailEnd type="arrow" w="lg" len="lg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187803" y="4866163"/>
            <a:ext cx="3744615" cy="154754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ts val="2320"/>
              </a:lnSpc>
            </a:pPr>
            <a:r>
              <a:rPr lang="en-US" sz="1600" i="1" dirty="0">
                <a:solidFill>
                  <a:srgbClr val="654321"/>
                </a:solidFill>
              </a:rPr>
              <a:t>dt = </a:t>
            </a:r>
            <a:r>
              <a:rPr lang="en-US" sz="1600" dirty="0">
                <a:solidFill>
                  <a:srgbClr val="654321"/>
                </a:solidFill>
              </a:rPr>
              <a:t>Timestep length</a:t>
            </a:r>
            <a:endParaRPr lang="en-US" sz="1600" i="1" dirty="0">
              <a:solidFill>
                <a:srgbClr val="654321"/>
              </a:solidFill>
            </a:endParaRPr>
          </a:p>
          <a:p>
            <a:pPr>
              <a:lnSpc>
                <a:spcPts val="2320"/>
              </a:lnSpc>
            </a:pPr>
            <a:r>
              <a:rPr lang="en-US" sz="1600" i="1" dirty="0" err="1">
                <a:solidFill>
                  <a:srgbClr val="654321"/>
                </a:solidFill>
              </a:rPr>
              <a:t>GR</a:t>
            </a:r>
            <a:r>
              <a:rPr lang="en-US" sz="1600" i="1" baseline="-25000" dirty="0" err="1">
                <a:solidFill>
                  <a:srgbClr val="654321"/>
                </a:solidFill>
              </a:rPr>
              <a:t>Frac</a:t>
            </a:r>
            <a:r>
              <a:rPr lang="en-US" sz="1600" dirty="0">
                <a:solidFill>
                  <a:srgbClr val="654321"/>
                </a:solidFill>
              </a:rPr>
              <a:t>   = Growth Respiration Factor (0-1)</a:t>
            </a:r>
          </a:p>
          <a:p>
            <a:pPr>
              <a:lnSpc>
                <a:spcPts val="2320"/>
              </a:lnSpc>
            </a:pPr>
            <a:r>
              <a:rPr lang="en-US" sz="1600" i="1" dirty="0" err="1">
                <a:solidFill>
                  <a:srgbClr val="654321"/>
                </a:solidFill>
              </a:rPr>
              <a:t>Gain</a:t>
            </a:r>
            <a:r>
              <a:rPr lang="en-US" sz="1600" i="1" baseline="-25000" dirty="0" err="1">
                <a:solidFill>
                  <a:srgbClr val="654321"/>
                </a:solidFill>
              </a:rPr>
              <a:t>A</a:t>
            </a:r>
            <a:r>
              <a:rPr lang="en-US" sz="1600" dirty="0">
                <a:solidFill>
                  <a:srgbClr val="654321"/>
                </a:solidFill>
              </a:rPr>
              <a:t> = Assimilation Carbon Gain (mol m</a:t>
            </a:r>
            <a:r>
              <a:rPr lang="en-US" sz="1600" baseline="30000" dirty="0">
                <a:solidFill>
                  <a:srgbClr val="654321"/>
                </a:solidFill>
              </a:rPr>
              <a:t>-2</a:t>
            </a:r>
            <a:r>
              <a:rPr lang="en-US" sz="1600" dirty="0">
                <a:solidFill>
                  <a:srgbClr val="654321"/>
                </a:solidFill>
              </a:rPr>
              <a:t>)</a:t>
            </a:r>
          </a:p>
          <a:p>
            <a:pPr>
              <a:lnSpc>
                <a:spcPts val="2320"/>
              </a:lnSpc>
            </a:pPr>
            <a:r>
              <a:rPr lang="en-US" sz="1600" dirty="0" err="1">
                <a:solidFill>
                  <a:srgbClr val="654321"/>
                </a:solidFill>
              </a:rPr>
              <a:t>Loss</a:t>
            </a:r>
            <a:r>
              <a:rPr lang="en-US" sz="1600" baseline="-25000" dirty="0" err="1">
                <a:solidFill>
                  <a:srgbClr val="654321"/>
                </a:solidFill>
              </a:rPr>
              <a:t>GResp</a:t>
            </a:r>
            <a:r>
              <a:rPr lang="en-US" sz="1600" dirty="0">
                <a:solidFill>
                  <a:srgbClr val="654321"/>
                </a:solidFill>
              </a:rPr>
              <a:t> = Pool Loss From Growth Resp</a:t>
            </a:r>
          </a:p>
          <a:p>
            <a:pPr>
              <a:lnSpc>
                <a:spcPts val="2320"/>
              </a:lnSpc>
            </a:pPr>
            <a:r>
              <a:rPr lang="en-US" sz="1600" dirty="0">
                <a:solidFill>
                  <a:srgbClr val="654321"/>
                </a:solidFill>
              </a:rPr>
              <a:t>R</a:t>
            </a:r>
            <a:r>
              <a:rPr lang="en-US" sz="1600" baseline="-25000" dirty="0">
                <a:solidFill>
                  <a:srgbClr val="654321"/>
                </a:solidFill>
              </a:rPr>
              <a:t>G</a:t>
            </a:r>
            <a:r>
              <a:rPr lang="en-US" sz="1600" dirty="0">
                <a:solidFill>
                  <a:srgbClr val="654321"/>
                </a:solidFill>
              </a:rPr>
              <a:t> = Growth Respiration (mol m</a:t>
            </a:r>
            <a:r>
              <a:rPr lang="en-US" sz="1600" baseline="30000" dirty="0">
                <a:solidFill>
                  <a:srgbClr val="654321"/>
                </a:solidFill>
              </a:rPr>
              <a:t>-2</a:t>
            </a:r>
            <a:r>
              <a:rPr lang="en-US" sz="1600" dirty="0">
                <a:solidFill>
                  <a:srgbClr val="654321"/>
                </a:solidFill>
              </a:rPr>
              <a:t> s</a:t>
            </a:r>
            <a:r>
              <a:rPr lang="en-US" sz="1600" baseline="30000" dirty="0">
                <a:solidFill>
                  <a:srgbClr val="654321"/>
                </a:solidFill>
              </a:rPr>
              <a:t>-1</a:t>
            </a:r>
            <a:r>
              <a:rPr lang="en-US" sz="1600" dirty="0">
                <a:solidFill>
                  <a:srgbClr val="654321"/>
                </a:solidFill>
              </a:rPr>
              <a:t>)</a:t>
            </a:r>
          </a:p>
        </p:txBody>
      </p:sp>
      <p:cxnSp>
        <p:nvCxnSpPr>
          <p:cNvPr id="33" name="Straight Arrow Connector 32"/>
          <p:cNvCxnSpPr>
            <a:cxnSpLocks/>
          </p:cNvCxnSpPr>
          <p:nvPr/>
        </p:nvCxnSpPr>
        <p:spPr>
          <a:xfrm>
            <a:off x="5375209" y="1438438"/>
            <a:ext cx="649679" cy="548494"/>
          </a:xfrm>
          <a:prstGeom prst="straightConnector1">
            <a:avLst/>
          </a:prstGeom>
          <a:ln w="28575">
            <a:solidFill>
              <a:srgbClr val="A01300"/>
            </a:solidFill>
            <a:tailEnd type="arrow" w="lg" len="lg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/>
              <p:cNvSpPr txBox="1"/>
              <p:nvPr/>
            </p:nvSpPr>
            <p:spPr>
              <a:xfrm>
                <a:off x="5002926" y="5277533"/>
                <a:ext cx="3857531" cy="147732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i="1" dirty="0">
                    <a:solidFill>
                      <a:srgbClr val="654321"/>
                    </a:solidFill>
                  </a:rPr>
                  <a:t>krate</a:t>
                </a:r>
                <a:r>
                  <a:rPr lang="en-US" baseline="-25000" dirty="0">
                    <a:solidFill>
                      <a:srgbClr val="654321"/>
                    </a:solidFill>
                  </a:rPr>
                  <a:t> r</a:t>
                </a:r>
                <a:r>
                  <a:rPr lang="en-US" dirty="0">
                    <a:solidFill>
                      <a:srgbClr val="654321"/>
                    </a:solidFill>
                  </a:rPr>
                  <a:t>= Scaled pool decay rate (s</a:t>
                </a:r>
                <a:r>
                  <a:rPr lang="en-US" baseline="30000" dirty="0">
                    <a:solidFill>
                      <a:srgbClr val="654321"/>
                    </a:solidFill>
                  </a:rPr>
                  <a:t>-1</a:t>
                </a:r>
                <a:r>
                  <a:rPr lang="en-US" dirty="0">
                    <a:solidFill>
                      <a:srgbClr val="654321"/>
                    </a:solidFill>
                  </a:rPr>
                  <a:t>) </a:t>
                </a:r>
              </a:p>
              <a:p>
                <a:r>
                  <a:rPr lang="en-US" i="1" dirty="0">
                    <a:solidFill>
                      <a:srgbClr val="654321"/>
                    </a:solidFill>
                  </a:rPr>
                  <a:t>C</a:t>
                </a:r>
                <a:r>
                  <a:rPr lang="en-US" dirty="0">
                    <a:solidFill>
                      <a:srgbClr val="654321"/>
                    </a:solidFill>
                  </a:rPr>
                  <a:t> = Pool carbon (mol m</a:t>
                </a:r>
                <a:r>
                  <a:rPr lang="en-US" baseline="30000" dirty="0">
                    <a:solidFill>
                      <a:srgbClr val="654321"/>
                    </a:solidFill>
                  </a:rPr>
                  <a:t>-2</a:t>
                </a:r>
                <a:r>
                  <a:rPr lang="en-US" dirty="0">
                    <a:solidFill>
                      <a:srgbClr val="654321"/>
                    </a:solidFill>
                  </a:rPr>
                  <a:t>)</a:t>
                </a:r>
              </a:p>
              <a:p>
                <a:r>
                  <a:rPr lang="en-US" i="1" dirty="0">
                    <a:solidFill>
                      <a:srgbClr val="654321"/>
                    </a:solidFill>
                  </a:rPr>
                  <a:t>E = </a:t>
                </a:r>
                <a:r>
                  <a:rPr lang="en-US" dirty="0">
                    <a:solidFill>
                      <a:srgbClr val="654321"/>
                    </a:solidFill>
                  </a:rPr>
                  <a:t>Respiration efficiency</a:t>
                </a:r>
              </a:p>
              <a:p>
                <a14:m>
                  <m:oMath xmlns:m="http://schemas.openxmlformats.org/officeDocument/2006/math">
                    <m:r>
                      <a:rPr lang="en-US" i="1" smtClean="0">
                        <a:solidFill>
                          <a:srgbClr val="65432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𝜏</m:t>
                    </m:r>
                    <m:r>
                      <a:rPr lang="en-US" b="0" i="1" smtClean="0">
                        <a:solidFill>
                          <a:srgbClr val="65432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>
                    <a:solidFill>
                      <a:srgbClr val="654321"/>
                    </a:solidFill>
                  </a:rPr>
                  <a:t>Pool turnover time (s)</a:t>
                </a:r>
              </a:p>
              <a:p>
                <a:r>
                  <a:rPr lang="en-US" dirty="0" err="1">
                    <a:solidFill>
                      <a:srgbClr val="654321"/>
                    </a:solidFill>
                  </a:rPr>
                  <a:t>MCR</a:t>
                </a:r>
                <a:r>
                  <a:rPr lang="en-US" baseline="-25000" dirty="0" err="1">
                    <a:solidFill>
                      <a:srgbClr val="654321"/>
                    </a:solidFill>
                  </a:rPr>
                  <a:t>Scale</a:t>
                </a:r>
                <a:r>
                  <a:rPr lang="en-US" dirty="0">
                    <a:solidFill>
                      <a:srgbClr val="654321"/>
                    </a:solidFill>
                  </a:rPr>
                  <a:t> , </a:t>
                </a:r>
                <a:r>
                  <a:rPr lang="en-US" dirty="0" err="1">
                    <a:solidFill>
                      <a:srgbClr val="654321"/>
                    </a:solidFill>
                  </a:rPr>
                  <a:t>MRR</a:t>
                </a:r>
                <a:r>
                  <a:rPr lang="en-US" baseline="-25000" dirty="0" err="1">
                    <a:solidFill>
                      <a:srgbClr val="654321"/>
                    </a:solidFill>
                  </a:rPr>
                  <a:t>Scale</a:t>
                </a:r>
                <a:r>
                  <a:rPr lang="en-US" baseline="-25000" dirty="0">
                    <a:solidFill>
                      <a:srgbClr val="654321"/>
                    </a:solidFill>
                  </a:rPr>
                  <a:t> </a:t>
                </a:r>
                <a:r>
                  <a:rPr lang="en-US" dirty="0">
                    <a:solidFill>
                      <a:srgbClr val="654321"/>
                    </a:solidFill>
                  </a:rPr>
                  <a:t>= Scaling coefficients</a:t>
                </a:r>
              </a:p>
            </p:txBody>
          </p:sp>
        </mc:Choice>
        <mc:Fallback xmlns="">
          <p:sp>
            <p:nvSpPr>
              <p:cNvPr id="37" name="TextBox 36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02926" y="5277533"/>
                <a:ext cx="3857531" cy="1477328"/>
              </a:xfrm>
              <a:prstGeom prst="rect">
                <a:avLst/>
              </a:prstGeom>
              <a:blipFill>
                <a:blip r:embed="rId2"/>
                <a:stretch>
                  <a:fillRect l="-1311" t="-1709" b="-5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TextBox 14"/>
          <p:cNvSpPr txBox="1"/>
          <p:nvPr/>
        </p:nvSpPr>
        <p:spPr>
          <a:xfrm>
            <a:off x="1130618" y="1571434"/>
            <a:ext cx="1560343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>
                <a:solidFill>
                  <a:srgbClr val="654321"/>
                </a:solidFill>
              </a:rPr>
              <a:t>Autotrophic </a:t>
            </a:r>
          </a:p>
          <a:p>
            <a:pPr algn="ctr"/>
            <a:r>
              <a:rPr lang="en-US" sz="1600" dirty="0">
                <a:solidFill>
                  <a:srgbClr val="654321"/>
                </a:solidFill>
              </a:rPr>
              <a:t>Respiration Rate </a:t>
            </a:r>
          </a:p>
          <a:p>
            <a:pPr algn="ctr"/>
            <a:r>
              <a:rPr lang="en-US" sz="1600" dirty="0">
                <a:solidFill>
                  <a:srgbClr val="654321"/>
                </a:solidFill>
              </a:rPr>
              <a:t>(</a:t>
            </a:r>
            <a:r>
              <a:rPr lang="en-US" sz="1600" dirty="0" err="1">
                <a:solidFill>
                  <a:srgbClr val="654321"/>
                </a:solidFill>
              </a:rPr>
              <a:t>mol</a:t>
            </a:r>
            <a:r>
              <a:rPr lang="en-US" sz="1600" dirty="0">
                <a:solidFill>
                  <a:srgbClr val="654321"/>
                </a:solidFill>
              </a:rPr>
              <a:t> C/m</a:t>
            </a:r>
            <a:r>
              <a:rPr lang="en-US" sz="1600" baseline="30000" dirty="0">
                <a:solidFill>
                  <a:srgbClr val="654321"/>
                </a:solidFill>
              </a:rPr>
              <a:t>2</a:t>
            </a:r>
            <a:r>
              <a:rPr lang="en-US" sz="1600" dirty="0">
                <a:solidFill>
                  <a:srgbClr val="654321"/>
                </a:solidFill>
              </a:rPr>
              <a:t>/s)</a:t>
            </a:r>
          </a:p>
        </p:txBody>
      </p:sp>
      <p:cxnSp>
        <p:nvCxnSpPr>
          <p:cNvPr id="38" name="Straight Arrow Connector 37"/>
          <p:cNvCxnSpPr>
            <a:cxnSpLocks/>
          </p:cNvCxnSpPr>
          <p:nvPr/>
        </p:nvCxnSpPr>
        <p:spPr>
          <a:xfrm flipH="1">
            <a:off x="2309152" y="1314201"/>
            <a:ext cx="627297" cy="282560"/>
          </a:xfrm>
          <a:prstGeom prst="straightConnector1">
            <a:avLst/>
          </a:prstGeom>
          <a:ln>
            <a:solidFill>
              <a:srgbClr val="A01300"/>
            </a:solidFill>
            <a:tailEnd type="arrow" w="lg" len="lg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5139F739-EDD0-B94D-A9D7-3E5A95659674}"/>
                  </a:ext>
                </a:extLst>
              </p:cNvPr>
              <p:cNvSpPr txBox="1"/>
              <p:nvPr/>
            </p:nvSpPr>
            <p:spPr>
              <a:xfrm>
                <a:off x="2763848" y="859317"/>
                <a:ext cx="3177153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32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 b="0" i="1" smtClean="0">
                              <a:latin typeface="Cambria Math" panose="02040503050406030204" pitchFamily="18" charset="0"/>
                            </a:rPr>
                            <m:t>𝑅</m:t>
                          </m:r>
                        </m:e>
                        <m:sub>
                          <m:r>
                            <a:rPr lang="en-US" sz="3200" b="0" i="1" smtClean="0">
                              <a:latin typeface="Cambria Math" panose="02040503050406030204" pitchFamily="18" charset="0"/>
                            </a:rPr>
                            <m:t>𝐴</m:t>
                          </m:r>
                        </m:sub>
                      </m:sSub>
                      <m:r>
                        <a:rPr lang="en-US" sz="3200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32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 b="0" i="1" smtClean="0">
                              <a:latin typeface="Cambria Math" panose="02040503050406030204" pitchFamily="18" charset="0"/>
                            </a:rPr>
                            <m:t>𝑅</m:t>
                          </m:r>
                        </m:e>
                        <m:sub>
                          <m:r>
                            <a:rPr lang="en-US" sz="3200" b="0" i="1" smtClean="0">
                              <a:latin typeface="Cambria Math" panose="02040503050406030204" pitchFamily="18" charset="0"/>
                            </a:rPr>
                            <m:t>𝐺</m:t>
                          </m:r>
                        </m:sub>
                      </m:sSub>
                      <m:r>
                        <a:rPr lang="en-US" sz="3200" b="0" i="1" smtClean="0">
                          <a:latin typeface="Cambria Math" panose="02040503050406030204" pitchFamily="18" charset="0"/>
                        </a:rPr>
                        <m:t>+ </m:t>
                      </m:r>
                      <m:sSub>
                        <m:sSubPr>
                          <m:ctrlPr>
                            <a:rPr lang="en-US" sz="32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 b="0" i="1" smtClean="0">
                              <a:latin typeface="Cambria Math" panose="02040503050406030204" pitchFamily="18" charset="0"/>
                            </a:rPr>
                            <m:t>𝑅</m:t>
                          </m:r>
                        </m:e>
                        <m:sub>
                          <m:r>
                            <a:rPr lang="en-US" sz="3200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sub>
                      </m:sSub>
                    </m:oMath>
                  </m:oMathPara>
                </a14:m>
                <a:endParaRPr lang="en-US" sz="3200" dirty="0"/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5139F739-EDD0-B94D-A9D7-3E5A956596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63848" y="859317"/>
                <a:ext cx="3177153" cy="584775"/>
              </a:xfrm>
              <a:prstGeom prst="rect">
                <a:avLst/>
              </a:prstGeom>
              <a:blipFill>
                <a:blip r:embed="rId3"/>
                <a:stretch>
                  <a:fillRect b="-2127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6688B196-B1C0-4448-920B-997176BF3A11}"/>
                  </a:ext>
                </a:extLst>
              </p:cNvPr>
              <p:cNvSpPr txBox="1"/>
              <p:nvPr/>
            </p:nvSpPr>
            <p:spPr>
              <a:xfrm>
                <a:off x="187803" y="2875661"/>
                <a:ext cx="3642472" cy="197515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400" b="1" dirty="0">
                    <a:solidFill>
                      <a:srgbClr val="9E160D"/>
                    </a:solidFill>
                  </a:rPr>
                  <a:t>Growth Respiration</a:t>
                </a:r>
              </a:p>
              <a:p>
                <a:pPr algn="ctr"/>
                <a:endParaRPr lang="en-US" sz="800" dirty="0"/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𝐿𝑜𝑠𝑠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𝐺𝑅𝑒𝑠𝑝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𝑙𝑝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𝐺𝑅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𝐹𝑟𝑎𝑐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𝑙𝑝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</m:t>
                      </m:r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𝐺𝑎𝑖𝑛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𝐴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𝑙𝑝</m:t>
                          </m:r>
                        </m:sub>
                      </m:sSub>
                    </m:oMath>
                  </m:oMathPara>
                </a14:m>
                <a:endParaRPr lang="en-US" dirty="0"/>
              </a:p>
              <a:p>
                <a:endParaRPr lang="en-US" dirty="0"/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𝑅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𝐺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𝑑𝑡</m:t>
                          </m:r>
                        </m:den>
                      </m:f>
                      <m:nary>
                        <m:naryPr>
                          <m:chr m:val="∑"/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b="0" i="1" smtClean="0">
                              <a:latin typeface="Cambria Math" panose="02040503050406030204" pitchFamily="18" charset="0"/>
                            </a:rPr>
                            <m:t>𝑙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𝑛𝑙𝑝𝑜𝑜𝑙</m:t>
                          </m:r>
                        </m:sup>
                        <m:e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𝐿𝑜𝑠𝑠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𝐺𝑅𝑒𝑠𝑝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𝑙𝑝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6688B196-B1C0-4448-920B-997176BF3A1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7803" y="2875661"/>
                <a:ext cx="3642472" cy="1975156"/>
              </a:xfrm>
              <a:prstGeom prst="rect">
                <a:avLst/>
              </a:prstGeom>
              <a:blipFill>
                <a:blip r:embed="rId4"/>
                <a:stretch>
                  <a:fillRect t="-1911" b="-6369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TextBox 6">
            <a:extLst>
              <a:ext uri="{FF2B5EF4-FFF2-40B4-BE49-F238E27FC236}">
                <a16:creationId xmlns:a16="http://schemas.microsoft.com/office/drawing/2014/main" id="{40147C46-38EA-F04E-9C87-3DB432479EE6}"/>
              </a:ext>
            </a:extLst>
          </p:cNvPr>
          <p:cNvSpPr txBox="1"/>
          <p:nvPr/>
        </p:nvSpPr>
        <p:spPr>
          <a:xfrm>
            <a:off x="6721690" y="991035"/>
            <a:ext cx="2138767" cy="646331"/>
          </a:xfrm>
          <a:prstGeom prst="rect">
            <a:avLst/>
          </a:prstGeom>
          <a:noFill/>
          <a:ln w="1905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Respiration/Loss per live pool </a:t>
            </a:r>
            <a:r>
              <a:rPr lang="en-US" dirty="0" err="1">
                <a:solidFill>
                  <a:srgbClr val="9E160D"/>
                </a:solidFill>
              </a:rPr>
              <a:t>lp</a:t>
            </a:r>
            <a:endParaRPr lang="en-US" dirty="0">
              <a:solidFill>
                <a:srgbClr val="9E160D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C71A14A5-4F34-0245-BF1D-F1EE2EC86534}"/>
                  </a:ext>
                </a:extLst>
              </p:cNvPr>
              <p:cNvSpPr txBox="1"/>
              <p:nvPr/>
            </p:nvSpPr>
            <p:spPr>
              <a:xfrm>
                <a:off x="3943786" y="1940486"/>
                <a:ext cx="5221686" cy="333687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400" b="1" dirty="0">
                    <a:solidFill>
                      <a:srgbClr val="9E160D"/>
                    </a:solidFill>
                  </a:rPr>
                  <a:t>Maintenance Respiration</a:t>
                </a:r>
              </a:p>
              <a:p>
                <a:pPr algn="ctr"/>
                <a:endParaRPr lang="en-US" sz="800" dirty="0"/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𝐿𝑜𝑠𝑠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𝑀𝑅𝑒𝑠𝑝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𝑙𝑝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𝑙𝑝</m:t>
                              </m:r>
                            </m:sub>
                          </m:s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𝐶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𝑙𝑝</m:t>
                          </m:r>
                        </m:sub>
                      </m:sSub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𝑘𝑟𝑎𝑡𝑒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𝑟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𝑙𝑝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𝑑𝑡</m:t>
                      </m:r>
                    </m:oMath>
                  </m:oMathPara>
                </a14:m>
                <a:endParaRPr lang="en-US" dirty="0"/>
              </a:p>
              <a:p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𝑘𝑟𝑎𝑡𝑒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𝑟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𝑙𝑝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f>
                                  <m:fPr>
                                    <m:ctrlP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sSub>
                                      <m:sSubPr>
                                        <m:ctrlPr>
                                          <a:rPr lang="en-US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𝜏</m:t>
                                        </m:r>
                                      </m:e>
                                      <m:sub>
                                        <m:r>
                                          <a:rPr lang="en-US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𝑐𝑝</m:t>
                                        </m:r>
                                      </m:sub>
                                    </m:sSub>
                                  </m:den>
                                </m:f>
                                <m:sSub>
                                  <m:sSubPr>
                                    <m:ctrlP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𝑀𝐶𝑅</m:t>
                                    </m:r>
                                  </m:e>
                                  <m:sub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𝑆𝑐𝑎𝑙𝑒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lang="en-US" i="1">
                                    <a:latin typeface="Cambria Math" panose="02040503050406030204" pitchFamily="18" charset="0"/>
                                  </a:rPr>
                                  <m:t>𝑐𝑝</m:t>
                                </m:r>
                                <m:r>
                                  <a:rPr lang="en-US" i="1">
                                    <a:latin typeface="Cambria Math" panose="02040503050406030204" pitchFamily="18" charset="0"/>
                                  </a:rPr>
                                  <m:t>=</m:t>
                                </m:r>
                                <m:r>
                                  <m:rPr>
                                    <m:nor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leaf</m:t>
                                </m:r>
                                <m:r>
                                  <m:rPr>
                                    <m:nor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, </m:t>
                                </m:r>
                                <m:r>
                                  <m:rPr>
                                    <m:nor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stwd</m:t>
                                </m:r>
                                <m:r>
                                  <m:rPr>
                                    <m:nor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, </m:t>
                                </m:r>
                                <m:r>
                                  <m:rPr>
                                    <m:nor/>
                                  </m:rPr>
                                  <a:rPr lang="en-US">
                                    <a:latin typeface="Cambria Math" panose="02040503050406030204" pitchFamily="18" charset="0"/>
                                  </a:rPr>
                                  <m:t>prod</m:t>
                                </m:r>
                              </m:e>
                            </m:mr>
                            <m:mr>
                              <m:e>
                                <m:f>
                                  <m:fPr>
                                    <m:ctrlP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sSub>
                                      <m:sSubPr>
                                        <m:ctrlP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𝜏</m:t>
                                        </m:r>
                                      </m:e>
                                      <m:sub>
                                        <m: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  <m:t>𝑟𝑝</m:t>
                                        </m:r>
                                      </m:sub>
                                    </m:sSub>
                                  </m:den>
                                </m:f>
                                <m:sSub>
                                  <m:sSubPr>
                                    <m:ctrlP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𝑀𝑅𝑅</m:t>
                                    </m:r>
                                  </m:e>
                                  <m:sub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𝑆𝑐𝑎𝑙𝑒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lang="en-US" b="0" i="1" smtClean="0">
                                    <a:latin typeface="Cambria Math" panose="02040503050406030204" pitchFamily="18" charset="0"/>
                                  </a:rPr>
                                  <m:t>𝑟𝑝</m:t>
                                </m:r>
                                <m:r>
                                  <a:rPr lang="en-US" b="0" i="1" smtClean="0">
                                    <a:latin typeface="Cambria Math" panose="02040503050406030204" pitchFamily="18" charset="0"/>
                                  </a:rPr>
                                  <m:t>=</m:t>
                                </m:r>
                                <m:r>
                                  <m:rPr>
                                    <m:nor/>
                                  </m:rPr>
                                  <a:rPr lang="en-US" b="0" i="0" smtClean="0">
                                    <a:latin typeface="Cambria Math" panose="02040503050406030204" pitchFamily="18" charset="0"/>
                                  </a:rPr>
                                  <m:t>croot</m:t>
                                </m:r>
                                <m:r>
                                  <m:rPr>
                                    <m:nor/>
                                  </m:rPr>
                                  <a:rPr lang="en-US" b="0" i="0" smtClean="0">
                                    <a:latin typeface="Cambria Math" panose="02040503050406030204" pitchFamily="18" charset="0"/>
                                  </a:rPr>
                                  <m:t>, </m:t>
                                </m:r>
                                <m:r>
                                  <m:rPr>
                                    <m:nor/>
                                  </m:rPr>
                                  <a:rPr lang="en-US" b="0" i="0" smtClean="0">
                                    <a:latin typeface="Cambria Math" panose="02040503050406030204" pitchFamily="18" charset="0"/>
                                  </a:rPr>
                                  <m:t>froot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dirty="0"/>
              </a:p>
              <a:p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𝑅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𝑑𝑡</m:t>
                          </m:r>
                        </m:den>
                      </m:f>
                      <m:nary>
                        <m:naryPr>
                          <m:chr m:val="∑"/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b="0" i="1" smtClean="0">
                              <a:latin typeface="Cambria Math" panose="02040503050406030204" pitchFamily="18" charset="0"/>
                            </a:rPr>
                            <m:t>𝑙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𝑛𝑙𝑝𝑜𝑜𝑙</m:t>
                          </m:r>
                        </m:sup>
                        <m:e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𝐿𝑜𝑠𝑠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𝑀𝑅𝑒𝑠𝑝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𝑙𝑝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C71A14A5-4F34-0245-BF1D-F1EE2EC865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43786" y="1940486"/>
                <a:ext cx="5221686" cy="3336876"/>
              </a:xfrm>
              <a:prstGeom prst="rect">
                <a:avLst/>
              </a:prstGeom>
              <a:blipFill>
                <a:blip r:embed="rId5"/>
                <a:stretch>
                  <a:fillRect t="-1515" b="-375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826422567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144519" y="103139"/>
            <a:ext cx="8886591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R</a:t>
            </a:r>
            <a:r>
              <a:rPr lang="en-US" sz="3200" b="1" baseline="-25000" dirty="0">
                <a:solidFill>
                  <a:srgbClr val="654321"/>
                </a:solidFill>
                <a:latin typeface="Helvetica"/>
                <a:cs typeface="Helvetica"/>
              </a:rPr>
              <a:t>A</a:t>
            </a:r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 Canopy Scaling Coefficient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599723" y="5965069"/>
            <a:ext cx="7944554" cy="646331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Studies suggest autotrophic respiration scales with assimilation rate</a:t>
            </a:r>
          </a:p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Climatological and daily assimilation considered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8CE3761-153F-2046-B033-FC4DC7F4ECD4}"/>
              </a:ext>
            </a:extLst>
          </p:cNvPr>
          <p:cNvSpPr txBox="1"/>
          <p:nvPr/>
        </p:nvSpPr>
        <p:spPr>
          <a:xfrm>
            <a:off x="215141" y="5479131"/>
            <a:ext cx="3090077" cy="369332"/>
          </a:xfrm>
          <a:prstGeom prst="rect">
            <a:avLst/>
          </a:prstGeom>
          <a:solidFill>
            <a:srgbClr val="FFFEF1"/>
          </a:solidFill>
          <a:ln w="1905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9E160D"/>
                </a:solidFill>
              </a:rPr>
              <a:t>Assimilation Scaling Coefficient</a:t>
            </a:r>
          </a:p>
        </p:txBody>
      </p:sp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19361DB6-656C-BE44-815B-81942AF58690}"/>
              </a:ext>
            </a:extLst>
          </p:cNvPr>
          <p:cNvCxnSpPr>
            <a:cxnSpLocks/>
          </p:cNvCxnSpPr>
          <p:nvPr/>
        </p:nvCxnSpPr>
        <p:spPr>
          <a:xfrm flipH="1">
            <a:off x="1618981" y="1662876"/>
            <a:ext cx="1886737" cy="3717418"/>
          </a:xfrm>
          <a:prstGeom prst="straightConnector1">
            <a:avLst/>
          </a:prstGeom>
          <a:ln w="38100">
            <a:solidFill>
              <a:srgbClr val="9E160D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3039873F-1445-CA4C-BA42-EF98C4504449}"/>
              </a:ext>
            </a:extLst>
          </p:cNvPr>
          <p:cNvCxnSpPr>
            <a:cxnSpLocks/>
          </p:cNvCxnSpPr>
          <p:nvPr/>
        </p:nvCxnSpPr>
        <p:spPr>
          <a:xfrm flipH="1">
            <a:off x="4293031" y="1582983"/>
            <a:ext cx="915246" cy="2161427"/>
          </a:xfrm>
          <a:prstGeom prst="straightConnector1">
            <a:avLst/>
          </a:prstGeom>
          <a:ln w="38100">
            <a:solidFill>
              <a:srgbClr val="9E160D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B98E325A-32B6-4341-A37F-4C96E85A686C}"/>
              </a:ext>
            </a:extLst>
          </p:cNvPr>
          <p:cNvSpPr txBox="1"/>
          <p:nvPr/>
        </p:nvSpPr>
        <p:spPr>
          <a:xfrm>
            <a:off x="2778278" y="3883923"/>
            <a:ext cx="3629263" cy="369332"/>
          </a:xfrm>
          <a:prstGeom prst="rect">
            <a:avLst/>
          </a:prstGeom>
          <a:solidFill>
            <a:srgbClr val="FFFEF1"/>
          </a:solidFill>
          <a:ln w="1905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9E160D"/>
                </a:solidFill>
              </a:rPr>
              <a:t>Cold Temperature Scaling Coefficient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5DCBCB2-3E2F-4246-B9E2-3A4F40806A88}"/>
              </a:ext>
            </a:extLst>
          </p:cNvPr>
          <p:cNvSpPr txBox="1"/>
          <p:nvPr/>
        </p:nvSpPr>
        <p:spPr>
          <a:xfrm>
            <a:off x="2978778" y="4392768"/>
            <a:ext cx="3629263" cy="646331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Respiration is inhibited when </a:t>
            </a:r>
          </a:p>
          <a:p>
            <a:pPr>
              <a:buClr>
                <a:srgbClr val="A01300"/>
              </a:buClr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temperatures are below freezing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F89CEBE-E0C0-8C49-ACEB-48FEEF6E407A}"/>
              </a:ext>
            </a:extLst>
          </p:cNvPr>
          <p:cNvSpPr txBox="1"/>
          <p:nvPr/>
        </p:nvSpPr>
        <p:spPr>
          <a:xfrm>
            <a:off x="5316342" y="2333658"/>
            <a:ext cx="3637278" cy="369332"/>
          </a:xfrm>
          <a:prstGeom prst="rect">
            <a:avLst/>
          </a:prstGeom>
          <a:solidFill>
            <a:srgbClr val="FFFEF1"/>
          </a:solidFill>
          <a:ln w="1905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9E160D"/>
                </a:solidFill>
              </a:rPr>
              <a:t>High Temperature Scaling Coefficient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B74C90A-8C9C-E646-BAEE-AB1CD1D7649D}"/>
              </a:ext>
            </a:extLst>
          </p:cNvPr>
          <p:cNvSpPr txBox="1"/>
          <p:nvPr/>
        </p:nvSpPr>
        <p:spPr>
          <a:xfrm>
            <a:off x="5674750" y="2791919"/>
            <a:ext cx="3391760" cy="646331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Respiration increases with </a:t>
            </a:r>
          </a:p>
          <a:p>
            <a:pPr>
              <a:buClr>
                <a:srgbClr val="A01300"/>
              </a:buClr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          increasing temperatures</a:t>
            </a:r>
          </a:p>
        </p:txBody>
      </p: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24B54F45-7F28-D64D-8ACB-02C657CD313F}"/>
              </a:ext>
            </a:extLst>
          </p:cNvPr>
          <p:cNvCxnSpPr>
            <a:cxnSpLocks/>
          </p:cNvCxnSpPr>
          <p:nvPr/>
        </p:nvCxnSpPr>
        <p:spPr>
          <a:xfrm>
            <a:off x="7915825" y="1538706"/>
            <a:ext cx="0" cy="718900"/>
          </a:xfrm>
          <a:prstGeom prst="straightConnector1">
            <a:avLst/>
          </a:prstGeom>
          <a:ln w="38100">
            <a:solidFill>
              <a:srgbClr val="9E160D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C3CAB48-7E1E-F148-AD6E-B7FE49299A77}"/>
                  </a:ext>
                </a:extLst>
              </p:cNvPr>
              <p:cNvSpPr txBox="1"/>
              <p:nvPr/>
            </p:nvSpPr>
            <p:spPr>
              <a:xfrm>
                <a:off x="638416" y="1078101"/>
                <a:ext cx="8038291" cy="584775"/>
              </a:xfrm>
              <a:prstGeom prst="rect">
                <a:avLst/>
              </a:prstGeom>
              <a:solidFill>
                <a:srgbClr val="FFFEF1"/>
              </a:solidFill>
              <a:ln w="19050">
                <a:solidFill>
                  <a:srgbClr val="A01300"/>
                </a:solidFill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320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𝑀𝐶𝑅</m:t>
                          </m:r>
                        </m:e>
                        <m:sub>
                          <m:r>
                            <a:rPr lang="en-US" sz="32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𝑆𝑐𝑎𝑙𝑒</m:t>
                          </m:r>
                        </m:sub>
                      </m:sSub>
                      <m:r>
                        <a:rPr lang="en-US" sz="32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32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𝑀𝐶𝑅</m:t>
                          </m:r>
                        </m:e>
                        <m:sub>
                          <m:r>
                            <a:rPr lang="en-US" sz="32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𝐴𝑠𝑠𝑖𝑚</m:t>
                          </m:r>
                        </m:sub>
                      </m:sSub>
                      <m:r>
                        <a:rPr lang="en-US" sz="32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</m:t>
                      </m:r>
                      <m:sSub>
                        <m:sSubPr>
                          <m:ctrlPr>
                            <a:rPr lang="en-US" sz="32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𝑀𝐶𝑅</m:t>
                          </m:r>
                        </m:e>
                        <m:sub>
                          <m:r>
                            <a:rPr lang="en-US" sz="32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𝐹𝑟𝑒𝑒𝑧𝑒</m:t>
                          </m:r>
                        </m:sub>
                      </m:sSub>
                      <m:r>
                        <a:rPr lang="en-US" sz="32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</m:t>
                      </m:r>
                      <m:sSub>
                        <m:sSubPr>
                          <m:ctrlPr>
                            <a:rPr lang="en-US" sz="32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𝑀𝐶𝑅</m:t>
                          </m:r>
                        </m:e>
                        <m:sub>
                          <m:r>
                            <a:rPr lang="en-US" sz="32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𝐻𝑜𝑡</m:t>
                          </m:r>
                        </m:sub>
                      </m:sSub>
                    </m:oMath>
                  </m:oMathPara>
                </a14:m>
                <a:endParaRPr lang="en-US" sz="3200" dirty="0"/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C3CAB48-7E1E-F148-AD6E-B7FE49299A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416" y="1078101"/>
                <a:ext cx="8038291" cy="584775"/>
              </a:xfrm>
              <a:prstGeom prst="rect">
                <a:avLst/>
              </a:prstGeom>
              <a:blipFill>
                <a:blip r:embed="rId2"/>
                <a:stretch>
                  <a:fillRect b="-4167"/>
                </a:stretch>
              </a:blipFill>
              <a:ln w="19050">
                <a:solidFill>
                  <a:srgbClr val="A01300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30118960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1F50E787-1A2B-944C-A2FD-FF45CACF441C}"/>
              </a:ext>
            </a:extLst>
          </p:cNvPr>
          <p:cNvCxnSpPr>
            <a:cxnSpLocks/>
          </p:cNvCxnSpPr>
          <p:nvPr/>
        </p:nvCxnSpPr>
        <p:spPr>
          <a:xfrm>
            <a:off x="6279483" y="1377600"/>
            <a:ext cx="225789" cy="3802181"/>
          </a:xfrm>
          <a:prstGeom prst="straightConnector1">
            <a:avLst/>
          </a:prstGeom>
          <a:ln w="38100">
            <a:solidFill>
              <a:srgbClr val="9E160D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3039873F-1445-CA4C-BA42-EF98C4504449}"/>
              </a:ext>
            </a:extLst>
          </p:cNvPr>
          <p:cNvCxnSpPr>
            <a:cxnSpLocks/>
          </p:cNvCxnSpPr>
          <p:nvPr/>
        </p:nvCxnSpPr>
        <p:spPr>
          <a:xfrm flipH="1">
            <a:off x="3565739" y="1474100"/>
            <a:ext cx="1118398" cy="2479574"/>
          </a:xfrm>
          <a:prstGeom prst="straightConnector1">
            <a:avLst/>
          </a:prstGeom>
          <a:ln w="38100">
            <a:solidFill>
              <a:srgbClr val="9E160D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" name="TextBox 3"/>
          <p:cNvSpPr txBox="1"/>
          <p:nvPr/>
        </p:nvSpPr>
        <p:spPr>
          <a:xfrm>
            <a:off x="144519" y="103139"/>
            <a:ext cx="8886591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R</a:t>
            </a:r>
            <a:r>
              <a:rPr lang="en-US" sz="3200" b="1" baseline="-25000" dirty="0">
                <a:solidFill>
                  <a:srgbClr val="654321"/>
                </a:solidFill>
                <a:latin typeface="Helvetica"/>
                <a:cs typeface="Helvetica"/>
              </a:rPr>
              <a:t>A</a:t>
            </a:r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 Root Scaling Coefficient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114790" y="2330254"/>
            <a:ext cx="3450949" cy="923330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Studies suggest autotrophic respiration scales with assimilation rate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8CE3761-153F-2046-B033-FC4DC7F4ECD4}"/>
              </a:ext>
            </a:extLst>
          </p:cNvPr>
          <p:cNvSpPr txBox="1"/>
          <p:nvPr/>
        </p:nvSpPr>
        <p:spPr>
          <a:xfrm>
            <a:off x="183507" y="1849611"/>
            <a:ext cx="3090077" cy="369332"/>
          </a:xfrm>
          <a:prstGeom prst="rect">
            <a:avLst/>
          </a:prstGeom>
          <a:solidFill>
            <a:srgbClr val="FFFEF1"/>
          </a:solidFill>
          <a:ln w="1905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9E160D"/>
                </a:solidFill>
              </a:rPr>
              <a:t>Assimilation Scaling Coefficient</a:t>
            </a:r>
          </a:p>
        </p:txBody>
      </p:sp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19361DB6-656C-BE44-815B-81942AF58690}"/>
              </a:ext>
            </a:extLst>
          </p:cNvPr>
          <p:cNvCxnSpPr>
            <a:cxnSpLocks/>
          </p:cNvCxnSpPr>
          <p:nvPr/>
        </p:nvCxnSpPr>
        <p:spPr>
          <a:xfrm flipH="1">
            <a:off x="2313896" y="982171"/>
            <a:ext cx="464382" cy="811549"/>
          </a:xfrm>
          <a:prstGeom prst="straightConnector1">
            <a:avLst/>
          </a:prstGeom>
          <a:ln w="38100">
            <a:solidFill>
              <a:srgbClr val="9E160D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B98E325A-32B6-4341-A37F-4C96E85A686C}"/>
              </a:ext>
            </a:extLst>
          </p:cNvPr>
          <p:cNvSpPr txBox="1"/>
          <p:nvPr/>
        </p:nvSpPr>
        <p:spPr>
          <a:xfrm>
            <a:off x="607752" y="4093187"/>
            <a:ext cx="3629263" cy="369332"/>
          </a:xfrm>
          <a:prstGeom prst="rect">
            <a:avLst/>
          </a:prstGeom>
          <a:solidFill>
            <a:srgbClr val="FFFEF1"/>
          </a:solidFill>
          <a:ln w="1905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9E160D"/>
                </a:solidFill>
              </a:rPr>
              <a:t>Cold Temperature Scaling Coefficient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5DCBCB2-3E2F-4246-B9E2-3A4F40806A88}"/>
              </a:ext>
            </a:extLst>
          </p:cNvPr>
          <p:cNvSpPr txBox="1"/>
          <p:nvPr/>
        </p:nvSpPr>
        <p:spPr>
          <a:xfrm>
            <a:off x="808252" y="4602032"/>
            <a:ext cx="3629263" cy="646331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Respiration is inhibited when </a:t>
            </a:r>
          </a:p>
          <a:p>
            <a:pPr>
              <a:buClr>
                <a:srgbClr val="A01300"/>
              </a:buClr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temperatures are below freezing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F89CEBE-E0C0-8C49-ACEB-48FEEF6E407A}"/>
              </a:ext>
            </a:extLst>
          </p:cNvPr>
          <p:cNvSpPr txBox="1"/>
          <p:nvPr/>
        </p:nvSpPr>
        <p:spPr>
          <a:xfrm>
            <a:off x="4686633" y="5305618"/>
            <a:ext cx="3637278" cy="369332"/>
          </a:xfrm>
          <a:prstGeom prst="rect">
            <a:avLst/>
          </a:prstGeom>
          <a:solidFill>
            <a:srgbClr val="FFFEF1"/>
          </a:solidFill>
          <a:ln w="1905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9E160D"/>
                </a:solidFill>
              </a:rPr>
              <a:t>High Temperature Scaling Coefficient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B74C90A-8C9C-E646-BAEE-AB1CD1D7649D}"/>
              </a:ext>
            </a:extLst>
          </p:cNvPr>
          <p:cNvSpPr txBox="1"/>
          <p:nvPr/>
        </p:nvSpPr>
        <p:spPr>
          <a:xfrm>
            <a:off x="5045041" y="5763879"/>
            <a:ext cx="3391760" cy="646331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Respiration increases with </a:t>
            </a:r>
          </a:p>
          <a:p>
            <a:pPr>
              <a:buClr>
                <a:srgbClr val="A01300"/>
              </a:buClr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          increasing temperatures</a:t>
            </a:r>
          </a:p>
        </p:txBody>
      </p: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24B54F45-7F28-D64D-8ACB-02C657CD313F}"/>
              </a:ext>
            </a:extLst>
          </p:cNvPr>
          <p:cNvCxnSpPr>
            <a:cxnSpLocks/>
          </p:cNvCxnSpPr>
          <p:nvPr/>
        </p:nvCxnSpPr>
        <p:spPr>
          <a:xfrm>
            <a:off x="7915825" y="1538706"/>
            <a:ext cx="0" cy="718900"/>
          </a:xfrm>
          <a:prstGeom prst="straightConnector1">
            <a:avLst/>
          </a:prstGeom>
          <a:ln w="38100">
            <a:solidFill>
              <a:srgbClr val="9E160D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C3CAB48-7E1E-F148-AD6E-B7FE49299A77}"/>
                  </a:ext>
                </a:extLst>
              </p:cNvPr>
              <p:cNvSpPr txBox="1"/>
              <p:nvPr/>
            </p:nvSpPr>
            <p:spPr>
              <a:xfrm>
                <a:off x="295613" y="910656"/>
                <a:ext cx="8584401" cy="523220"/>
              </a:xfrm>
              <a:prstGeom prst="rect">
                <a:avLst/>
              </a:prstGeom>
              <a:solidFill>
                <a:srgbClr val="FFFEF1"/>
              </a:solidFill>
              <a:ln w="19050">
                <a:solidFill>
                  <a:srgbClr val="A01300"/>
                </a:solidFill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8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𝑀𝑅𝑅</m:t>
                          </m:r>
                        </m:e>
                        <m:sub>
                          <m:r>
                            <a:rPr lang="en-US" sz="28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𝑆𝑐𝑎𝑙𝑒</m:t>
                          </m:r>
                        </m:sub>
                      </m:sSub>
                      <m:r>
                        <a:rPr lang="en-US" sz="28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28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8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𝑀𝑅𝑅</m:t>
                          </m:r>
                        </m:e>
                        <m:sub>
                          <m:r>
                            <a:rPr lang="en-US" sz="28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𝐴𝑠𝑠𝑖𝑚</m:t>
                          </m:r>
                        </m:sub>
                      </m:sSub>
                      <m:r>
                        <a:rPr lang="en-US" sz="28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</m:t>
                      </m:r>
                      <m:sSub>
                        <m:sSubPr>
                          <m:ctrlPr>
                            <a:rPr lang="en-US" sz="28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8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𝑀𝑅𝑅</m:t>
                          </m:r>
                        </m:e>
                        <m:sub>
                          <m:r>
                            <a:rPr lang="en-US" sz="28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𝐹𝑟𝑒𝑒𝑧𝑒</m:t>
                          </m:r>
                        </m:sub>
                      </m:sSub>
                      <m:r>
                        <a:rPr lang="en-US" sz="28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</m:t>
                      </m:r>
                      <m:sSub>
                        <m:sSubPr>
                          <m:ctrlPr>
                            <a:rPr lang="en-US" sz="28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8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𝑀𝑅𝑅</m:t>
                          </m:r>
                        </m:e>
                        <m:sub>
                          <m:r>
                            <a:rPr lang="en-US" sz="28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𝐻𝑜𝑡</m:t>
                          </m:r>
                        </m:sub>
                      </m:sSub>
                      <m:r>
                        <a:rPr lang="en-US" sz="28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</m:t>
                      </m:r>
                      <m:sSub>
                        <m:sSubPr>
                          <m:ctrlPr>
                            <a:rPr lang="en-US" sz="28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8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𝑀𝑅𝑅</m:t>
                          </m:r>
                        </m:e>
                        <m:sub>
                          <m:r>
                            <a:rPr lang="en-US" sz="28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𝐿𝐴𝐼</m:t>
                          </m:r>
                        </m:sub>
                      </m:sSub>
                    </m:oMath>
                  </m:oMathPara>
                </a14:m>
                <a:endParaRPr lang="en-US" sz="2800" dirty="0"/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C3CAB48-7E1E-F148-AD6E-B7FE49299A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613" y="910656"/>
                <a:ext cx="8584401" cy="523220"/>
              </a:xfrm>
              <a:prstGeom prst="rect">
                <a:avLst/>
              </a:prstGeom>
              <a:blipFill>
                <a:blip r:embed="rId2"/>
                <a:stretch>
                  <a:fillRect b="-2273"/>
                </a:stretch>
              </a:blipFill>
              <a:ln w="19050">
                <a:solidFill>
                  <a:srgbClr val="A01300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TextBox 13">
            <a:extLst>
              <a:ext uri="{FF2B5EF4-FFF2-40B4-BE49-F238E27FC236}">
                <a16:creationId xmlns:a16="http://schemas.microsoft.com/office/drawing/2014/main" id="{E4BB17CF-E142-624D-BCFB-41DA59E6B83F}"/>
              </a:ext>
            </a:extLst>
          </p:cNvPr>
          <p:cNvSpPr txBox="1"/>
          <p:nvPr/>
        </p:nvSpPr>
        <p:spPr>
          <a:xfrm>
            <a:off x="5146544" y="2380449"/>
            <a:ext cx="3882666" cy="369332"/>
          </a:xfrm>
          <a:prstGeom prst="rect">
            <a:avLst/>
          </a:prstGeom>
          <a:solidFill>
            <a:srgbClr val="FFFEF1"/>
          </a:solidFill>
          <a:ln w="1905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9E160D"/>
                </a:solidFill>
              </a:rPr>
              <a:t>Leaf Area Index (LAI) Scaling Coefficient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245CC54-E24F-0C4B-A503-328401DC6F07}"/>
              </a:ext>
            </a:extLst>
          </p:cNvPr>
          <p:cNvSpPr txBox="1"/>
          <p:nvPr/>
        </p:nvSpPr>
        <p:spPr>
          <a:xfrm>
            <a:off x="5273245" y="2888984"/>
            <a:ext cx="3629263" cy="646331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Respiration increases with larger canopies</a:t>
            </a:r>
          </a:p>
        </p:txBody>
      </p:sp>
    </p:spTree>
    <p:extLst>
      <p:ext uri="{BB962C8B-B14F-4D97-AF65-F5344CB8AC3E}">
        <p14:creationId xmlns:p14="http://schemas.microsoft.com/office/powerpoint/2010/main" val="4172265403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>
            <a:extLst>
              <a:ext uri="{FF2B5EF4-FFF2-40B4-BE49-F238E27FC236}">
                <a16:creationId xmlns:a16="http://schemas.microsoft.com/office/drawing/2014/main" id="{625CCBFE-D90A-8546-9828-C61DAF1DB01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12314" y="1260933"/>
            <a:ext cx="6519418" cy="4314321"/>
          </a:xfrm>
          <a:prstGeom prst="rect">
            <a:avLst/>
          </a:prstGeom>
        </p:spPr>
      </p:pic>
      <p:sp>
        <p:nvSpPr>
          <p:cNvPr id="4" name="TextBox 3"/>
          <p:cNvSpPr txBox="1"/>
          <p:nvPr/>
        </p:nvSpPr>
        <p:spPr>
          <a:xfrm>
            <a:off x="1081005" y="120892"/>
            <a:ext cx="6981990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R</a:t>
            </a:r>
            <a:r>
              <a:rPr lang="en-US" sz="3200" b="1" baseline="-25000" dirty="0">
                <a:solidFill>
                  <a:srgbClr val="654321"/>
                </a:solidFill>
                <a:latin typeface="Helvetica"/>
                <a:cs typeface="Helvetica"/>
              </a:rPr>
              <a:t>A</a:t>
            </a:r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 Assimilation Scaling Coefficient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C3CAB48-7E1E-F148-AD6E-B7FE49299A77}"/>
                  </a:ext>
                </a:extLst>
              </p:cNvPr>
              <p:cNvSpPr txBox="1"/>
              <p:nvPr/>
            </p:nvSpPr>
            <p:spPr>
              <a:xfrm>
                <a:off x="103271" y="845435"/>
                <a:ext cx="4468729" cy="830997"/>
              </a:xfrm>
              <a:prstGeom prst="rect">
                <a:avLst/>
              </a:prstGeom>
              <a:solidFill>
                <a:srgbClr val="FFFEF1"/>
              </a:solidFill>
              <a:ln w="19050">
                <a:solidFill>
                  <a:srgbClr val="A01300"/>
                </a:solidFill>
              </a:ln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sSub>
                      <m:sSubPr>
                        <m:ctrlPr>
                          <a:rPr lang="en-US" sz="24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2400" b="0" i="1" smtClean="0">
                            <a:latin typeface="Cambria Math" panose="02040503050406030204" pitchFamily="18" charset="0"/>
                          </a:rPr>
                          <m:t>𝑀𝐶𝑅</m:t>
                        </m:r>
                      </m:e>
                      <m:sub>
                        <m:r>
                          <a:rPr lang="en-US" sz="2400" b="0" i="1" smtClean="0">
                            <a:latin typeface="Cambria Math" panose="02040503050406030204" pitchFamily="18" charset="0"/>
                          </a:rPr>
                          <m:t>𝐴𝑠𝑠𝑖𝑚</m:t>
                        </m:r>
                      </m:sub>
                    </m:sSub>
                  </m:oMath>
                </a14:m>
                <a:r>
                  <a:rPr lang="en-US" sz="2400" dirty="0"/>
                  <a:t> = Linearly scales between min and max values. </a:t>
                </a: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C3CAB48-7E1E-F148-AD6E-B7FE49299A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271" y="845435"/>
                <a:ext cx="4468729" cy="830997"/>
              </a:xfrm>
              <a:prstGeom prst="rect">
                <a:avLst/>
              </a:prstGeom>
              <a:blipFill>
                <a:blip r:embed="rId3"/>
                <a:stretch>
                  <a:fillRect t="-2941" b="-13235"/>
                </a:stretch>
              </a:blipFill>
              <a:ln w="19050">
                <a:solidFill>
                  <a:srgbClr val="A01300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TextBox 10">
            <a:extLst>
              <a:ext uri="{FF2B5EF4-FFF2-40B4-BE49-F238E27FC236}">
                <a16:creationId xmlns:a16="http://schemas.microsoft.com/office/drawing/2014/main" id="{3F5995AD-F0F8-0D4A-B22A-D929DB486CC5}"/>
              </a:ext>
            </a:extLst>
          </p:cNvPr>
          <p:cNvSpPr txBox="1"/>
          <p:nvPr/>
        </p:nvSpPr>
        <p:spPr>
          <a:xfrm>
            <a:off x="681926" y="5813778"/>
            <a:ext cx="6549806" cy="923330"/>
          </a:xfrm>
          <a:prstGeom prst="rect">
            <a:avLst/>
          </a:prstGeom>
          <a:solidFill>
            <a:srgbClr val="FFFEF1"/>
          </a:solidFill>
          <a:ln w="1905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dirty="0" err="1"/>
              <a:t>AssimD</a:t>
            </a:r>
            <a:r>
              <a:rPr lang="en-US" dirty="0"/>
              <a:t> = Daily assimilation</a:t>
            </a:r>
          </a:p>
          <a:p>
            <a:r>
              <a:rPr lang="en-US" dirty="0" err="1"/>
              <a:t>CR</a:t>
            </a:r>
            <a:r>
              <a:rPr lang="en-US" baseline="-25000" dirty="0" err="1"/>
              <a:t>Min</a:t>
            </a:r>
            <a:r>
              <a:rPr lang="en-US" dirty="0"/>
              <a:t>, </a:t>
            </a:r>
            <a:r>
              <a:rPr lang="en-US" dirty="0" err="1"/>
              <a:t>CR</a:t>
            </a:r>
            <a:r>
              <a:rPr lang="en-US" baseline="-25000" dirty="0" err="1"/>
              <a:t>Max</a:t>
            </a:r>
            <a:r>
              <a:rPr lang="en-US" dirty="0"/>
              <a:t>, CR</a:t>
            </a:r>
            <a:r>
              <a:rPr lang="en-US" baseline="-25000" dirty="0"/>
              <a:t>AML</a:t>
            </a:r>
            <a:r>
              <a:rPr lang="en-US" dirty="0"/>
              <a:t>, CR</a:t>
            </a:r>
            <a:r>
              <a:rPr lang="en-US" baseline="-25000" dirty="0"/>
              <a:t>AMH</a:t>
            </a:r>
            <a:r>
              <a:rPr lang="en-US" dirty="0"/>
              <a:t> = Parameters</a:t>
            </a:r>
          </a:p>
          <a:p>
            <a:r>
              <a:rPr lang="en-US" dirty="0" err="1"/>
              <a:t>Clim</a:t>
            </a:r>
            <a:r>
              <a:rPr lang="en-US" baseline="-25000" dirty="0" err="1"/>
              <a:t>Assim</a:t>
            </a:r>
            <a:r>
              <a:rPr lang="en-US" dirty="0"/>
              <a:t> = Climatological (10-year running mean) assimilation rate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6FD5BDA1-0A31-7846-9313-AF3E4A9C8DAF}"/>
                  </a:ext>
                </a:extLst>
              </p:cNvPr>
              <p:cNvSpPr txBox="1"/>
              <p:nvPr/>
            </p:nvSpPr>
            <p:spPr>
              <a:xfrm>
                <a:off x="4500996" y="2887179"/>
                <a:ext cx="4468729" cy="738664"/>
              </a:xfrm>
              <a:prstGeom prst="rect">
                <a:avLst/>
              </a:prstGeom>
              <a:solidFill>
                <a:srgbClr val="FFFEF1"/>
              </a:solidFill>
              <a:ln w="19050">
                <a:solidFill>
                  <a:srgbClr val="A01300"/>
                </a:solidFill>
              </a:ln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sSub>
                      <m:sSubPr>
                        <m:ctrlPr>
                          <a:rPr lang="en-US" sz="21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2100" b="0" i="1" smtClean="0">
                            <a:latin typeface="Cambria Math" panose="02040503050406030204" pitchFamily="18" charset="0"/>
                          </a:rPr>
                          <m:t>𝐶𝑙𝑖𝑚</m:t>
                        </m:r>
                      </m:e>
                      <m:sub>
                        <m:r>
                          <a:rPr lang="en-US" sz="2100" b="0" i="1" smtClean="0">
                            <a:latin typeface="Cambria Math" panose="02040503050406030204" pitchFamily="18" charset="0"/>
                          </a:rPr>
                          <m:t>𝐴𝑠𝑠𝑖𝑚</m:t>
                        </m:r>
                      </m:sub>
                    </m:sSub>
                  </m:oMath>
                </a14:m>
                <a:r>
                  <a:rPr lang="en-US" sz="2100" dirty="0"/>
                  <a:t> shifts the respiration rates in response to different environments.</a:t>
                </a: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6FD5BDA1-0A31-7846-9313-AF3E4A9C8D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0996" y="2887179"/>
                <a:ext cx="4468729" cy="738664"/>
              </a:xfrm>
              <a:prstGeom prst="rect">
                <a:avLst/>
              </a:prstGeom>
              <a:blipFill>
                <a:blip r:embed="rId4"/>
                <a:stretch>
                  <a:fillRect t="-1639" r="-2535" b="-13115"/>
                </a:stretch>
              </a:blipFill>
              <a:ln w="19050">
                <a:solidFill>
                  <a:srgbClr val="A01300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19191796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DE9DB73B-2595-D04C-BB25-B434C24EFCC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54100" y="1053882"/>
            <a:ext cx="7035800" cy="5029200"/>
          </a:xfrm>
          <a:prstGeom prst="rect">
            <a:avLst/>
          </a:prstGeom>
          <a:solidFill>
            <a:srgbClr val="FFFEF1"/>
          </a:solidFill>
        </p:spPr>
      </p:pic>
      <p:sp>
        <p:nvSpPr>
          <p:cNvPr id="4" name="TextBox 3"/>
          <p:cNvSpPr txBox="1"/>
          <p:nvPr/>
        </p:nvSpPr>
        <p:spPr>
          <a:xfrm>
            <a:off x="2202018" y="88315"/>
            <a:ext cx="4739964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R</a:t>
            </a:r>
            <a:r>
              <a:rPr lang="en-US" sz="3200" b="1" baseline="-25000" dirty="0">
                <a:solidFill>
                  <a:srgbClr val="654321"/>
                </a:solidFill>
                <a:latin typeface="Helvetica"/>
                <a:cs typeface="Helvetica"/>
              </a:rPr>
              <a:t>A</a:t>
            </a:r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 Freeze Inhibition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C3CAB48-7E1E-F148-AD6E-B7FE49299A77}"/>
                  </a:ext>
                </a:extLst>
              </p:cNvPr>
              <p:cNvSpPr txBox="1"/>
              <p:nvPr/>
            </p:nvSpPr>
            <p:spPr>
              <a:xfrm>
                <a:off x="103271" y="845435"/>
                <a:ext cx="4468729" cy="856453"/>
              </a:xfrm>
              <a:prstGeom prst="rect">
                <a:avLst/>
              </a:prstGeom>
              <a:solidFill>
                <a:srgbClr val="FFFEF1"/>
              </a:solidFill>
              <a:ln w="19050">
                <a:solidFill>
                  <a:srgbClr val="A01300"/>
                </a:solidFill>
              </a:ln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sSub>
                      <m:sSubPr>
                        <m:ctrlPr>
                          <a:rPr lang="en-US" sz="24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2400" b="0" i="1" smtClean="0">
                            <a:latin typeface="Cambria Math" panose="02040503050406030204" pitchFamily="18" charset="0"/>
                          </a:rPr>
                          <m:t>𝑀𝐶𝑅</m:t>
                        </m:r>
                      </m:e>
                      <m:sub>
                        <m:r>
                          <a:rPr lang="en-US" sz="2400" b="0" i="1" smtClean="0">
                            <a:latin typeface="Cambria Math" panose="02040503050406030204" pitchFamily="18" charset="0"/>
                          </a:rPr>
                          <m:t>𝐹𝑟𝑒𝑒𝑧𝑒</m:t>
                        </m:r>
                      </m:sub>
                    </m:sSub>
                  </m:oMath>
                </a14:m>
                <a:r>
                  <a:rPr lang="en-US" sz="2400" dirty="0"/>
                  <a:t> =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2400" i="1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400" b="0" i="1" smtClean="0"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b>
                          <m:sSubPr>
                            <m:ctrlPr>
                              <a:rPr lang="en-US" sz="240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2400" b="0" i="1" smtClean="0">
                                <a:latin typeface="Cambria Math" panose="02040503050406030204" pitchFamily="18" charset="0"/>
                              </a:rPr>
                              <m:t>𝐶𝑅</m:t>
                            </m:r>
                          </m:e>
                          <m:sub>
                            <m:r>
                              <a:rPr lang="en-US" sz="2400" b="0" i="1" smtClean="0">
                                <a:latin typeface="Cambria Math" panose="02040503050406030204" pitchFamily="18" charset="0"/>
                              </a:rPr>
                              <m:t>𝐹𝑀𝑢𝑙</m:t>
                            </m:r>
                          </m:sub>
                        </m:sSub>
                        <m:r>
                          <a:rPr lang="en-US" sz="2400" b="0" i="1" smtClean="0"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sSubPr>
                            <m:ctrlPr>
                              <a:rPr lang="en-US" sz="24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2400" b="0" i="1" smtClean="0">
                                <a:latin typeface="Cambria Math" panose="02040503050406030204" pitchFamily="18" charset="0"/>
                              </a:rPr>
                              <m:t>𝑇</m:t>
                            </m:r>
                          </m:e>
                          <m:sub>
                            <m:r>
                              <a:rPr lang="en-US" sz="2400" b="0" i="1" smtClean="0">
                                <a:latin typeface="Cambria Math" panose="02040503050406030204" pitchFamily="18" charset="0"/>
                              </a:rPr>
                              <m:t>𝐶</m:t>
                            </m:r>
                          </m:sub>
                        </m:sSub>
                        <m:r>
                          <a:rPr lang="en-US" sz="2400" b="0" i="1" smtClean="0"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sSubPr>
                            <m:ctrlPr>
                              <a:rPr lang="en-US" sz="24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2400" b="0" i="1" smtClean="0">
                                <a:latin typeface="Cambria Math" panose="02040503050406030204" pitchFamily="18" charset="0"/>
                              </a:rPr>
                              <m:t>𝐶𝑅</m:t>
                            </m:r>
                          </m:e>
                          <m:sub>
                            <m:r>
                              <a:rPr lang="en-US" sz="2400" b="0" i="1" smtClean="0">
                                <a:latin typeface="Cambria Math" panose="02040503050406030204" pitchFamily="18" charset="0"/>
                              </a:rPr>
                              <m:t>𝐹𝑅𝑒𝑓</m:t>
                            </m:r>
                          </m:sub>
                        </m:sSub>
                        <m:r>
                          <a:rPr lang="en-US" sz="2400" b="0" i="1" smtClean="0"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endParaRPr lang="en-US" sz="2400" dirty="0"/>
              </a:p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b="0" i="1" smtClean="0">
                              <a:latin typeface="Cambria Math" panose="02040503050406030204" pitchFamily="18" charset="0"/>
                            </a:rPr>
                            <m:t>𝐶𝑅</m:t>
                          </m:r>
                        </m:e>
                        <m:sub>
                          <m:r>
                            <a:rPr lang="en-US" sz="2400" b="0" i="1" smtClean="0">
                              <a:latin typeface="Cambria Math" panose="02040503050406030204" pitchFamily="18" charset="0"/>
                            </a:rPr>
                            <m:t>𝐹𝑀𝑖𝑛</m:t>
                          </m:r>
                        </m:sub>
                      </m:sSub>
                      <m:r>
                        <a:rPr lang="en-US" sz="24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≤</m:t>
                      </m:r>
                      <m:sSub>
                        <m:sSubPr>
                          <m:ctrlPr>
                            <a:rPr lang="en-US" sz="240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𝑀𝐶𝑅</m:t>
                          </m:r>
                        </m:e>
                        <m:sub>
                          <m:r>
                            <a:rPr lang="en-US" sz="2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𝐹𝑟𝑒𝑒𝑧𝑒</m:t>
                          </m:r>
                        </m:sub>
                      </m:sSub>
                      <m:r>
                        <a:rPr lang="en-US" sz="24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≤</m:t>
                      </m:r>
                      <m:r>
                        <a:rPr lang="en-US" sz="24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US" sz="2400" dirty="0"/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C3CAB48-7E1E-F148-AD6E-B7FE49299A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271" y="845435"/>
                <a:ext cx="4468729" cy="85645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 w="19050">
                <a:solidFill>
                  <a:srgbClr val="A01300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TextBox 10">
            <a:extLst>
              <a:ext uri="{FF2B5EF4-FFF2-40B4-BE49-F238E27FC236}">
                <a16:creationId xmlns:a16="http://schemas.microsoft.com/office/drawing/2014/main" id="{3F5995AD-F0F8-0D4A-B22A-D929DB486CC5}"/>
              </a:ext>
            </a:extLst>
          </p:cNvPr>
          <p:cNvSpPr txBox="1"/>
          <p:nvPr/>
        </p:nvSpPr>
        <p:spPr>
          <a:xfrm>
            <a:off x="1539574" y="6302305"/>
            <a:ext cx="5962273" cy="369332"/>
          </a:xfrm>
          <a:prstGeom prst="rect">
            <a:avLst/>
          </a:prstGeom>
          <a:solidFill>
            <a:srgbClr val="FFFEF1"/>
          </a:solidFill>
          <a:ln w="1905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dirty="0"/>
              <a:t>T</a:t>
            </a:r>
            <a:r>
              <a:rPr lang="en-US" baseline="-25000" dirty="0"/>
              <a:t>C</a:t>
            </a:r>
            <a:r>
              <a:rPr lang="en-US" dirty="0"/>
              <a:t> = Canopy temperature  |  </a:t>
            </a:r>
            <a:r>
              <a:rPr lang="en-US" dirty="0" err="1"/>
              <a:t>CR</a:t>
            </a:r>
            <a:r>
              <a:rPr lang="en-US" baseline="-25000" dirty="0" err="1"/>
              <a:t>FMin</a:t>
            </a:r>
            <a:r>
              <a:rPr lang="en-US" dirty="0"/>
              <a:t>, </a:t>
            </a:r>
            <a:r>
              <a:rPr lang="en-US" dirty="0" err="1"/>
              <a:t>CR</a:t>
            </a:r>
            <a:r>
              <a:rPr lang="en-US" baseline="-25000" dirty="0" err="1"/>
              <a:t>FMul</a:t>
            </a:r>
            <a:r>
              <a:rPr lang="en-US" dirty="0"/>
              <a:t>, </a:t>
            </a:r>
            <a:r>
              <a:rPr lang="en-US" dirty="0" err="1"/>
              <a:t>CR</a:t>
            </a:r>
            <a:r>
              <a:rPr lang="en-US" baseline="-25000" dirty="0" err="1"/>
              <a:t>FRef</a:t>
            </a:r>
            <a:r>
              <a:rPr lang="en-US" dirty="0"/>
              <a:t> = Parameters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C47484E-91F6-674E-B57F-760FF9E3801A}"/>
              </a:ext>
            </a:extLst>
          </p:cNvPr>
          <p:cNvSpPr txBox="1"/>
          <p:nvPr/>
        </p:nvSpPr>
        <p:spPr>
          <a:xfrm>
            <a:off x="232476" y="4404745"/>
            <a:ext cx="3409626" cy="646331"/>
          </a:xfrm>
          <a:prstGeom prst="rect">
            <a:avLst/>
          </a:prstGeom>
          <a:solidFill>
            <a:srgbClr val="FFFEF1"/>
          </a:solidFill>
          <a:ln w="127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r>
              <a:rPr lang="en-US" dirty="0"/>
              <a:t>Respiration </a:t>
            </a:r>
            <a:r>
              <a:rPr lang="en-US" dirty="0">
                <a:solidFill>
                  <a:srgbClr val="9E160D"/>
                </a:solidFill>
              </a:rPr>
              <a:t>inhibited</a:t>
            </a:r>
            <a:r>
              <a:rPr lang="en-US" dirty="0"/>
              <a:t> when temperatures are below freezing.</a:t>
            </a:r>
          </a:p>
        </p:txBody>
      </p:sp>
    </p:spTree>
    <p:extLst>
      <p:ext uri="{BB962C8B-B14F-4D97-AF65-F5344CB8AC3E}">
        <p14:creationId xmlns:p14="http://schemas.microsoft.com/office/powerpoint/2010/main" val="151552488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DE9DB73B-2595-D04C-BB25-B434C24EFCC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232476" y="885388"/>
            <a:ext cx="6573888" cy="4699025"/>
          </a:xfrm>
          <a:prstGeom prst="rect">
            <a:avLst/>
          </a:prstGeom>
          <a:solidFill>
            <a:srgbClr val="FFFEF1"/>
          </a:solidFill>
        </p:spPr>
      </p:pic>
      <p:sp>
        <p:nvSpPr>
          <p:cNvPr id="4" name="TextBox 3"/>
          <p:cNvSpPr txBox="1"/>
          <p:nvPr/>
        </p:nvSpPr>
        <p:spPr>
          <a:xfrm>
            <a:off x="1038386" y="119644"/>
            <a:ext cx="7625165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R</a:t>
            </a:r>
            <a:r>
              <a:rPr lang="en-US" sz="3200" b="1" baseline="-25000" dirty="0">
                <a:solidFill>
                  <a:srgbClr val="654321"/>
                </a:solidFill>
                <a:latin typeface="Helvetica"/>
                <a:cs typeface="Helvetica"/>
              </a:rPr>
              <a:t>A</a:t>
            </a:r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 Temperature Scaling Coefficient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C3CAB48-7E1E-F148-AD6E-B7FE49299A77}"/>
                  </a:ext>
                </a:extLst>
              </p:cNvPr>
              <p:cNvSpPr txBox="1"/>
              <p:nvPr/>
            </p:nvSpPr>
            <p:spPr>
              <a:xfrm>
                <a:off x="4572000" y="5286771"/>
                <a:ext cx="4468729" cy="1015534"/>
              </a:xfrm>
              <a:prstGeom prst="rect">
                <a:avLst/>
              </a:prstGeom>
              <a:solidFill>
                <a:srgbClr val="FFFEF1"/>
              </a:solidFill>
              <a:ln w="19050">
                <a:solidFill>
                  <a:srgbClr val="A01300"/>
                </a:solidFill>
              </a:ln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sSub>
                      <m:sSubPr>
                        <m:ctrlPr>
                          <a:rPr lang="en-US" sz="24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2400" b="0" i="1" smtClean="0">
                            <a:latin typeface="Cambria Math" panose="02040503050406030204" pitchFamily="18" charset="0"/>
                          </a:rPr>
                          <m:t>𝑀𝐶𝑅</m:t>
                        </m:r>
                      </m:e>
                      <m:sub>
                        <m:r>
                          <a:rPr lang="en-US" sz="2400" b="0" i="1" smtClean="0">
                            <a:latin typeface="Cambria Math" panose="02040503050406030204" pitchFamily="18" charset="0"/>
                          </a:rPr>
                          <m:t>𝐻𝑜𝑡</m:t>
                        </m:r>
                      </m:sub>
                    </m:sSub>
                  </m:oMath>
                </a14:m>
                <a:r>
                  <a:rPr lang="en-US" sz="2400" dirty="0"/>
                  <a:t> = 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en-US" sz="2400" i="1" smtClean="0"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US" sz="2400" b="0" i="1" smtClean="0">
                            <a:latin typeface="Cambria Math" panose="02040503050406030204" pitchFamily="18" charset="0"/>
                          </a:rPr>
                          <m:t>𝐶𝑅</m:t>
                        </m:r>
                      </m:e>
                      <m:sub>
                        <m:r>
                          <a:rPr lang="en-US" sz="2400" b="0" i="1" smtClean="0">
                            <a:latin typeface="Cambria Math" panose="02040503050406030204" pitchFamily="18" charset="0"/>
                          </a:rPr>
                          <m:t>𝐻𝑄</m:t>
                        </m:r>
                        <m:r>
                          <a:rPr lang="en-US" sz="2400" b="0" i="1" smtClean="0"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  <m:sup>
                        <m:r>
                          <a:rPr lang="en-US" sz="2400" b="0" i="1" smtClean="0">
                            <a:latin typeface="Cambria Math" panose="02040503050406030204" pitchFamily="18" charset="0"/>
                          </a:rPr>
                          <m:t>0.1(</m:t>
                        </m:r>
                        <m:sSub>
                          <m:sSubPr>
                            <m:ctrlPr>
                              <a:rPr lang="en-US" sz="24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2400" b="0" i="1" smtClean="0">
                                <a:latin typeface="Cambria Math" panose="02040503050406030204" pitchFamily="18" charset="0"/>
                              </a:rPr>
                              <m:t>𝑇</m:t>
                            </m:r>
                          </m:e>
                          <m:sub>
                            <m:r>
                              <a:rPr lang="en-US" sz="2400" b="0" i="1" smtClean="0">
                                <a:latin typeface="Cambria Math" panose="02040503050406030204" pitchFamily="18" charset="0"/>
                              </a:rPr>
                              <m:t>𝐶</m:t>
                            </m:r>
                          </m:sub>
                        </m:sSub>
                        <m:r>
                          <a:rPr lang="en-US" sz="2400" b="0" i="1" smtClean="0"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sSubPr>
                            <m:ctrlPr>
                              <a:rPr lang="en-US" sz="24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2400" b="0" i="1" smtClean="0">
                                <a:latin typeface="Cambria Math" panose="02040503050406030204" pitchFamily="18" charset="0"/>
                              </a:rPr>
                              <m:t>𝐶𝑅</m:t>
                            </m:r>
                          </m:e>
                          <m:sub>
                            <m:r>
                              <a:rPr lang="en-US" sz="2400" b="0" i="1" smtClean="0">
                                <a:latin typeface="Cambria Math" panose="02040503050406030204" pitchFamily="18" charset="0"/>
                              </a:rPr>
                              <m:t>𝐻𝑅𝑒𝑓</m:t>
                            </m:r>
                          </m:sub>
                        </m:sSub>
                        <m:r>
                          <a:rPr lang="en-US" sz="2400" b="0" i="1" smtClean="0"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bSup>
                  </m:oMath>
                </a14:m>
                <a:endParaRPr lang="en-US" sz="2400" dirty="0"/>
              </a:p>
              <a:p>
                <a:pPr algn="ctr"/>
                <a14:m>
                  <m:oMath xmlns:m="http://schemas.openxmlformats.org/officeDocument/2006/math">
                    <m:r>
                      <a:rPr lang="en-US" sz="2400" i="1" smtClean="0">
                        <a:latin typeface="Cambria Math" panose="02040503050406030204" pitchFamily="18" charset="0"/>
                      </a:rPr>
                      <m:t>1</m:t>
                    </m:r>
                    <m:r>
                      <a:rPr lang="en-US" sz="240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≤</m:t>
                    </m:r>
                    <m:sSub>
                      <m:sSubPr>
                        <m:ctrlPr>
                          <a:rPr lang="en-US" sz="240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24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𝑀𝐶𝑅</m:t>
                        </m:r>
                      </m:e>
                      <m:sub>
                        <m:r>
                          <a:rPr lang="en-US" sz="24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𝐻𝑜𝑡</m:t>
                        </m:r>
                      </m:sub>
                    </m:sSub>
                    <m:r>
                      <a:rPr lang="en-US" sz="240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≤</m:t>
                    </m:r>
                  </m:oMath>
                </a14:m>
                <a:r>
                  <a:rPr lang="en-US" sz="2400" dirty="0"/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2400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2400" b="0" i="1" dirty="0" smtClean="0">
                            <a:latin typeface="Cambria Math" panose="02040503050406030204" pitchFamily="18" charset="0"/>
                          </a:rPr>
                          <m:t>𝐶𝑅</m:t>
                        </m:r>
                      </m:e>
                      <m:sub>
                        <m:r>
                          <a:rPr lang="en-US" sz="2400" b="0" i="1" dirty="0" smtClean="0">
                            <a:latin typeface="Cambria Math" panose="02040503050406030204" pitchFamily="18" charset="0"/>
                          </a:rPr>
                          <m:t>𝐻𝑀𝑎𝑥</m:t>
                        </m:r>
                      </m:sub>
                    </m:sSub>
                  </m:oMath>
                </a14:m>
                <a:endParaRPr lang="en-US" sz="2400" dirty="0"/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C3CAB48-7E1E-F148-AD6E-B7FE49299A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2000" y="5286771"/>
                <a:ext cx="4468729" cy="101553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 w="19050">
                <a:solidFill>
                  <a:srgbClr val="A01300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TextBox 10">
            <a:extLst>
              <a:ext uri="{FF2B5EF4-FFF2-40B4-BE49-F238E27FC236}">
                <a16:creationId xmlns:a16="http://schemas.microsoft.com/office/drawing/2014/main" id="{3F5995AD-F0F8-0D4A-B22A-D929DB486CC5}"/>
              </a:ext>
            </a:extLst>
          </p:cNvPr>
          <p:cNvSpPr txBox="1"/>
          <p:nvPr/>
        </p:nvSpPr>
        <p:spPr>
          <a:xfrm>
            <a:off x="491787" y="5935373"/>
            <a:ext cx="3460819" cy="646331"/>
          </a:xfrm>
          <a:prstGeom prst="rect">
            <a:avLst/>
          </a:prstGeom>
          <a:solidFill>
            <a:srgbClr val="FFFEF1"/>
          </a:solidFill>
          <a:ln w="1905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dirty="0"/>
              <a:t>T</a:t>
            </a:r>
            <a:r>
              <a:rPr lang="en-US" baseline="-25000" dirty="0"/>
              <a:t>C</a:t>
            </a:r>
            <a:r>
              <a:rPr lang="en-US" dirty="0"/>
              <a:t> = Canopy temperature  </a:t>
            </a:r>
          </a:p>
          <a:p>
            <a:r>
              <a:rPr lang="en-US" dirty="0" err="1"/>
              <a:t>CR</a:t>
            </a:r>
            <a:r>
              <a:rPr lang="en-US" baseline="-25000" dirty="0" err="1"/>
              <a:t>HMax</a:t>
            </a:r>
            <a:r>
              <a:rPr lang="en-US" dirty="0"/>
              <a:t>, CR</a:t>
            </a:r>
            <a:r>
              <a:rPr lang="en-US" baseline="-25000" dirty="0"/>
              <a:t>HQ10</a:t>
            </a:r>
            <a:r>
              <a:rPr lang="en-US" dirty="0"/>
              <a:t>, </a:t>
            </a:r>
            <a:r>
              <a:rPr lang="en-US" dirty="0" err="1"/>
              <a:t>CR</a:t>
            </a:r>
            <a:r>
              <a:rPr lang="en-US" baseline="-25000" dirty="0" err="1"/>
              <a:t>HRef</a:t>
            </a:r>
            <a:r>
              <a:rPr lang="en-US" dirty="0"/>
              <a:t> = Parameters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C47484E-91F6-674E-B57F-760FF9E3801A}"/>
              </a:ext>
            </a:extLst>
          </p:cNvPr>
          <p:cNvSpPr txBox="1"/>
          <p:nvPr/>
        </p:nvSpPr>
        <p:spPr>
          <a:xfrm>
            <a:off x="5300422" y="3416728"/>
            <a:ext cx="3735090" cy="923330"/>
          </a:xfrm>
          <a:prstGeom prst="rect">
            <a:avLst/>
          </a:prstGeom>
          <a:solidFill>
            <a:srgbClr val="FFFEF1"/>
          </a:solidFill>
          <a:ln w="127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Respiration increases </a:t>
            </a:r>
            <a:r>
              <a:rPr lang="en-US" dirty="0">
                <a:solidFill>
                  <a:srgbClr val="9E160D"/>
                </a:solidFill>
              </a:rPr>
              <a:t>exponentially</a:t>
            </a:r>
            <a:r>
              <a:rPr lang="en-US" dirty="0"/>
              <a:t> when temperatures are above a threshold value.</a:t>
            </a:r>
          </a:p>
        </p:txBody>
      </p:sp>
    </p:spTree>
    <p:extLst>
      <p:ext uri="{BB962C8B-B14F-4D97-AF65-F5344CB8AC3E}">
        <p14:creationId xmlns:p14="http://schemas.microsoft.com/office/powerpoint/2010/main" val="4272470560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1930797" y="260798"/>
            <a:ext cx="5282405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R</a:t>
            </a:r>
            <a:r>
              <a:rPr lang="en-US" sz="3200" b="1" baseline="-25000" dirty="0">
                <a:solidFill>
                  <a:srgbClr val="654321"/>
                </a:solidFill>
                <a:latin typeface="Helvetica"/>
                <a:cs typeface="Helvetica"/>
              </a:rPr>
              <a:t>A</a:t>
            </a:r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 LAI Scaling Coefficient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09057C8E-DC7C-DE4A-9DD8-A1F16A003485}"/>
                  </a:ext>
                </a:extLst>
              </p:cNvPr>
              <p:cNvSpPr txBox="1"/>
              <p:nvPr/>
            </p:nvSpPr>
            <p:spPr>
              <a:xfrm>
                <a:off x="491787" y="1223435"/>
                <a:ext cx="8388742" cy="4374403"/>
              </a:xfrm>
              <a:prstGeom prst="rect">
                <a:avLst/>
              </a:prstGeom>
              <a:solidFill>
                <a:srgbClr val="FFFDF0"/>
              </a:solidFill>
              <a:ln w="25400">
                <a:solidFill>
                  <a:srgbClr val="A01300"/>
                </a:solidFill>
              </a:ln>
            </p:spPr>
            <p:txBody>
              <a:bodyPr wrap="square" rtlCol="0">
                <a:spAutoFit/>
              </a:bodyPr>
              <a:lstStyle/>
              <a:p>
                <a:pPr marL="285750" indent="-285750">
                  <a:buClr>
                    <a:srgbClr val="A01300"/>
                  </a:buClr>
                  <a:buFont typeface="Wingdings" charset="2"/>
                  <a:buChar char="Ø"/>
                </a:pPr>
                <a:r>
                  <a:rPr lang="en-US" sz="3000" dirty="0">
                    <a:solidFill>
                      <a:srgbClr val="654321"/>
                    </a:solidFill>
                    <a:latin typeface="Helvetica"/>
                    <a:cs typeface="Helvetica"/>
                  </a:rPr>
                  <a:t>Respiration </a:t>
                </a:r>
                <a:r>
                  <a:rPr lang="en-US" sz="3000" dirty="0">
                    <a:solidFill>
                      <a:srgbClr val="9E160D"/>
                    </a:solidFill>
                    <a:latin typeface="Helvetica"/>
                    <a:cs typeface="Helvetica"/>
                  </a:rPr>
                  <a:t>increases linearly </a:t>
                </a:r>
                <a:r>
                  <a:rPr lang="en-US" sz="3000" dirty="0">
                    <a:solidFill>
                      <a:srgbClr val="654321"/>
                    </a:solidFill>
                    <a:latin typeface="Helvetica"/>
                    <a:cs typeface="Helvetica"/>
                  </a:rPr>
                  <a:t>with canopy size</a:t>
                </a:r>
              </a:p>
              <a:p>
                <a:pPr>
                  <a:buClr>
                    <a:srgbClr val="A01300"/>
                  </a:buClr>
                </a:pPr>
                <a:endParaRPr lang="en-US" sz="3200" dirty="0">
                  <a:solidFill>
                    <a:srgbClr val="654321"/>
                  </a:solidFill>
                  <a:latin typeface="Helvetica"/>
                  <a:cs typeface="Helvetica"/>
                </a:endParaRPr>
              </a:p>
              <a:p>
                <a:pPr algn="ctr">
                  <a:buClr>
                    <a:srgbClr val="A01300"/>
                  </a:buClr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US" sz="3200" i="1" smtClean="0">
                            <a:solidFill>
                              <a:srgbClr val="654321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3200" b="0" i="1" smtClean="0">
                            <a:solidFill>
                              <a:srgbClr val="654321"/>
                            </a:solidFill>
                            <a:latin typeface="Cambria Math" panose="02040503050406030204" pitchFamily="18" charset="0"/>
                          </a:rPr>
                          <m:t>𝑀𝑅𝑅</m:t>
                        </m:r>
                      </m:e>
                      <m:sub>
                        <m:r>
                          <a:rPr lang="en-US" sz="3200" b="0" i="1" smtClean="0">
                            <a:solidFill>
                              <a:srgbClr val="654321"/>
                            </a:solidFill>
                            <a:latin typeface="Cambria Math" panose="02040503050406030204" pitchFamily="18" charset="0"/>
                          </a:rPr>
                          <m:t>𝐿𝐴𝐼</m:t>
                        </m:r>
                      </m:sub>
                    </m:sSub>
                  </m:oMath>
                </a14:m>
                <a:r>
                  <a:rPr lang="en-US" sz="3200" dirty="0">
                    <a:solidFill>
                      <a:srgbClr val="654321"/>
                    </a:solidFill>
                    <a:latin typeface="Helvetica"/>
                    <a:cs typeface="Helvetica"/>
                  </a:rPr>
                  <a:t>=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sz="3200" i="1" dirty="0" smtClean="0">
                            <a:solidFill>
                              <a:srgbClr val="654321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3200" b="0" i="1" dirty="0" smtClean="0">
                            <a:solidFill>
                              <a:srgbClr val="654321"/>
                            </a:solidFill>
                            <a:latin typeface="Cambria Math" panose="02040503050406030204" pitchFamily="18" charset="0"/>
                          </a:rPr>
                          <m:t>𝐿𝐴𝐼</m:t>
                        </m:r>
                      </m:num>
                      <m:den>
                        <m:sSub>
                          <m:sSubPr>
                            <m:ctrlPr>
                              <a:rPr lang="en-US" sz="3200" i="1" dirty="0" smtClean="0">
                                <a:solidFill>
                                  <a:srgbClr val="65432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 b="0" i="1" dirty="0" smtClean="0">
                                <a:solidFill>
                                  <a:srgbClr val="654321"/>
                                </a:solidFill>
                                <a:latin typeface="Cambria Math" panose="02040503050406030204" pitchFamily="18" charset="0"/>
                              </a:rPr>
                              <m:t>𝐶𝑙𝑖𝑚</m:t>
                            </m:r>
                          </m:e>
                          <m:sub>
                            <m:r>
                              <a:rPr lang="en-US" sz="3200" b="0" i="1" dirty="0" smtClean="0">
                                <a:solidFill>
                                  <a:srgbClr val="654321"/>
                                </a:solidFill>
                                <a:latin typeface="Cambria Math" panose="02040503050406030204" pitchFamily="18" charset="0"/>
                              </a:rPr>
                              <m:t>𝐿𝐴𝐼</m:t>
                            </m:r>
                          </m:sub>
                        </m:sSub>
                      </m:den>
                    </m:f>
                  </m:oMath>
                </a14:m>
                <a:endParaRPr lang="en-US" sz="3200" dirty="0">
                  <a:solidFill>
                    <a:srgbClr val="654321"/>
                  </a:solidFill>
                  <a:latin typeface="Helvetica"/>
                  <a:cs typeface="Helvetica"/>
                </a:endParaRPr>
              </a:p>
              <a:p>
                <a:pPr>
                  <a:buClr>
                    <a:srgbClr val="A01300"/>
                  </a:buClr>
                </a:pPr>
                <a:endParaRPr lang="en-US" sz="3200" dirty="0">
                  <a:solidFill>
                    <a:srgbClr val="654321"/>
                  </a:solidFill>
                  <a:latin typeface="Helvetica"/>
                  <a:cs typeface="Helvetica"/>
                </a:endParaRPr>
              </a:p>
              <a:p>
                <a:pPr>
                  <a:buClr>
                    <a:srgbClr val="A01300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320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𝑅𝑅𝑇</m:t>
                          </m:r>
                        </m:e>
                        <m:sub>
                          <m:r>
                            <a:rPr lang="en-US" sz="3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𝐿𝑀𝑖𝑛</m:t>
                          </m:r>
                        </m:sub>
                      </m:sSub>
                      <m:r>
                        <a:rPr lang="en-US" sz="3200" i="1" smtClean="0">
                          <a:solidFill>
                            <a:srgbClr val="65432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≤</m:t>
                      </m:r>
                      <m:sSub>
                        <m:sSubPr>
                          <m:ctrlPr>
                            <a:rPr lang="en-US" sz="320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𝑀𝑅𝑅</m:t>
                          </m:r>
                        </m:e>
                        <m:sub>
                          <m:r>
                            <a:rPr lang="en-US" sz="3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𝐿𝐴𝐼</m:t>
                          </m:r>
                        </m:sub>
                      </m:sSub>
                      <m:r>
                        <a:rPr lang="en-US" sz="3200" i="1" smtClean="0">
                          <a:solidFill>
                            <a:srgbClr val="65432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≤</m:t>
                      </m:r>
                      <m:sSub>
                        <m:sSubPr>
                          <m:ctrlPr>
                            <a:rPr lang="en-US" sz="320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𝑅𝑅𝑇</m:t>
                          </m:r>
                        </m:e>
                        <m:sub>
                          <m:r>
                            <a:rPr lang="en-US" sz="3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𝐿𝑀𝑎𝑥</m:t>
                          </m:r>
                        </m:sub>
                      </m:sSub>
                    </m:oMath>
                  </m:oMathPara>
                </a14:m>
                <a:endParaRPr lang="en-US" sz="3200" dirty="0">
                  <a:solidFill>
                    <a:srgbClr val="654321"/>
                  </a:solidFill>
                  <a:latin typeface="Helvetica"/>
                  <a:cs typeface="Helvetica"/>
                </a:endParaRPr>
              </a:p>
              <a:p>
                <a:pPr>
                  <a:buClr>
                    <a:srgbClr val="A01300"/>
                  </a:buClr>
                </a:pPr>
                <a:endParaRPr lang="en-US" sz="2400" dirty="0">
                  <a:solidFill>
                    <a:srgbClr val="654321"/>
                  </a:solidFill>
                  <a:latin typeface="Helvetica"/>
                  <a:cs typeface="Helvetica"/>
                </a:endParaRPr>
              </a:p>
              <a:p>
                <a:pPr algn="ctr">
                  <a:lnSpc>
                    <a:spcPts val="3180"/>
                  </a:lnSpc>
                  <a:buClr>
                    <a:srgbClr val="A01300"/>
                  </a:buClr>
                </a:pPr>
                <a:r>
                  <a:rPr lang="en-US" sz="2400" dirty="0">
                    <a:solidFill>
                      <a:srgbClr val="654321"/>
                    </a:solidFill>
                    <a:latin typeface="Helvetica"/>
                    <a:cs typeface="Helvetica"/>
                  </a:rPr>
                  <a:t>LAI = Leaf Area Index</a:t>
                </a:r>
              </a:p>
              <a:p>
                <a:pPr algn="ctr">
                  <a:lnSpc>
                    <a:spcPts val="3180"/>
                  </a:lnSpc>
                  <a:buClr>
                    <a:srgbClr val="A01300"/>
                  </a:buClr>
                </a:pPr>
                <a:r>
                  <a:rPr lang="en-US" sz="2400" dirty="0" err="1">
                    <a:solidFill>
                      <a:srgbClr val="654321"/>
                    </a:solidFill>
                    <a:latin typeface="Helvetica"/>
                    <a:cs typeface="Helvetica"/>
                  </a:rPr>
                  <a:t>Clim</a:t>
                </a:r>
                <a:r>
                  <a:rPr lang="en-US" sz="2400" baseline="-25000" dirty="0" err="1">
                    <a:solidFill>
                      <a:srgbClr val="654321"/>
                    </a:solidFill>
                    <a:latin typeface="Helvetica"/>
                    <a:cs typeface="Helvetica"/>
                  </a:rPr>
                  <a:t>LAI</a:t>
                </a:r>
                <a:r>
                  <a:rPr lang="en-US" sz="2400" dirty="0">
                    <a:solidFill>
                      <a:srgbClr val="654321"/>
                    </a:solidFill>
                    <a:latin typeface="Helvetica"/>
                    <a:cs typeface="Helvetica"/>
                  </a:rPr>
                  <a:t> = Climatological LAI</a:t>
                </a:r>
              </a:p>
              <a:p>
                <a:pPr algn="ctr">
                  <a:lnSpc>
                    <a:spcPts val="3180"/>
                  </a:lnSpc>
                  <a:buClr>
                    <a:srgbClr val="A01300"/>
                  </a:buClr>
                </a:pPr>
                <a:r>
                  <a:rPr lang="en-US" sz="2400" dirty="0" err="1">
                    <a:solidFill>
                      <a:srgbClr val="654321"/>
                    </a:solidFill>
                    <a:latin typeface="Helvetica"/>
                    <a:cs typeface="Helvetica"/>
                  </a:rPr>
                  <a:t>RRT</a:t>
                </a:r>
                <a:r>
                  <a:rPr lang="en-US" sz="2400" baseline="-25000" dirty="0" err="1">
                    <a:solidFill>
                      <a:srgbClr val="654321"/>
                    </a:solidFill>
                    <a:latin typeface="Helvetica"/>
                    <a:cs typeface="Helvetica"/>
                  </a:rPr>
                  <a:t>LMin</a:t>
                </a:r>
                <a:r>
                  <a:rPr lang="en-US" sz="2400" dirty="0">
                    <a:solidFill>
                      <a:srgbClr val="654321"/>
                    </a:solidFill>
                    <a:latin typeface="Helvetica"/>
                    <a:cs typeface="Helvetica"/>
                  </a:rPr>
                  <a:t>, </a:t>
                </a:r>
                <a:r>
                  <a:rPr lang="en-US" sz="2400" dirty="0" err="1">
                    <a:solidFill>
                      <a:srgbClr val="654321"/>
                    </a:solidFill>
                    <a:latin typeface="Helvetica"/>
                    <a:cs typeface="Helvetica"/>
                  </a:rPr>
                  <a:t>RRT</a:t>
                </a:r>
                <a:r>
                  <a:rPr lang="en-US" sz="2400" baseline="-25000" dirty="0" err="1">
                    <a:solidFill>
                      <a:srgbClr val="654321"/>
                    </a:solidFill>
                    <a:latin typeface="Helvetica"/>
                    <a:cs typeface="Helvetica"/>
                  </a:rPr>
                  <a:t>LMax</a:t>
                </a:r>
                <a:r>
                  <a:rPr lang="en-US" sz="2400" dirty="0">
                    <a:solidFill>
                      <a:srgbClr val="654321"/>
                    </a:solidFill>
                    <a:latin typeface="Helvetica"/>
                    <a:cs typeface="Helvetica"/>
                  </a:rPr>
                  <a:t> =  Parameters</a:t>
                </a: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09057C8E-DC7C-DE4A-9DD8-A1F16A0034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787" y="1223435"/>
                <a:ext cx="8388742" cy="4374403"/>
              </a:xfrm>
              <a:prstGeom prst="rect">
                <a:avLst/>
              </a:prstGeom>
              <a:blipFill>
                <a:blip r:embed="rId2"/>
                <a:stretch>
                  <a:fillRect l="-1207" t="-1149" r="-1056" b="-1724"/>
                </a:stretch>
              </a:blipFill>
              <a:ln w="25400">
                <a:solidFill>
                  <a:srgbClr val="A01300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846503208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DF0">
            <a:alpha val="8000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326352" y="103139"/>
            <a:ext cx="8599029" cy="584776"/>
          </a:xfrm>
          <a:prstGeom prst="rect">
            <a:avLst/>
          </a:prstGeom>
          <a:noFill/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Carbon Release: Heterotrophic Respiration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/>
              <p:cNvSpPr txBox="1"/>
              <p:nvPr/>
            </p:nvSpPr>
            <p:spPr>
              <a:xfrm>
                <a:off x="1899213" y="4776797"/>
                <a:ext cx="5795882" cy="208185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i="1" dirty="0" err="1">
                    <a:solidFill>
                      <a:srgbClr val="654321"/>
                    </a:solidFill>
                  </a:rPr>
                  <a:t>Loss</a:t>
                </a:r>
                <a:r>
                  <a:rPr lang="en-US" sz="1600" i="1" baseline="-25000" dirty="0" err="1">
                    <a:solidFill>
                      <a:srgbClr val="654321"/>
                    </a:solidFill>
                  </a:rPr>
                  <a:t>HR</a:t>
                </a:r>
                <a:r>
                  <a:rPr lang="en-US" sz="1600" i="1" dirty="0">
                    <a:solidFill>
                      <a:srgbClr val="654321"/>
                    </a:solidFill>
                  </a:rPr>
                  <a:t>  = </a:t>
                </a:r>
                <a:r>
                  <a:rPr lang="en-US" sz="1600" dirty="0">
                    <a:solidFill>
                      <a:srgbClr val="654321"/>
                    </a:solidFill>
                  </a:rPr>
                  <a:t>Pool loss from heterotrophic respiration</a:t>
                </a:r>
                <a:endParaRPr lang="en-US" sz="1600" i="1" dirty="0">
                  <a:solidFill>
                    <a:srgbClr val="654321"/>
                  </a:solidFill>
                </a:endParaRPr>
              </a:p>
              <a:p>
                <a:r>
                  <a:rPr lang="en-US" sz="1600" i="1" dirty="0">
                    <a:solidFill>
                      <a:srgbClr val="654321"/>
                    </a:solidFill>
                  </a:rPr>
                  <a:t>E</a:t>
                </a:r>
                <a:r>
                  <a:rPr lang="en-US" sz="1600" i="1" baseline="-25000" dirty="0">
                    <a:solidFill>
                      <a:srgbClr val="654321"/>
                    </a:solidFill>
                  </a:rPr>
                  <a:t>DP       </a:t>
                </a:r>
                <a:r>
                  <a:rPr lang="en-US" sz="1600" i="1" dirty="0">
                    <a:solidFill>
                      <a:srgbClr val="654321"/>
                    </a:solidFill>
                  </a:rPr>
                  <a:t> </a:t>
                </a:r>
                <a:r>
                  <a:rPr lang="en-US" sz="1600" dirty="0">
                    <a:solidFill>
                      <a:srgbClr val="654321"/>
                    </a:solidFill>
                  </a:rPr>
                  <a:t>= Respiration efficiency between dead pools (from </a:t>
                </a:r>
                <a:r>
                  <a:rPr lang="en-US" sz="1600" dirty="0" err="1">
                    <a:solidFill>
                      <a:srgbClr val="654321"/>
                    </a:solidFill>
                  </a:rPr>
                  <a:t>dp</a:t>
                </a:r>
                <a:r>
                  <a:rPr lang="en-US" sz="1600" dirty="0">
                    <a:solidFill>
                      <a:srgbClr val="654321"/>
                    </a:solidFill>
                  </a:rPr>
                  <a:t> to dp2)</a:t>
                </a:r>
              </a:p>
              <a:p>
                <a:r>
                  <a:rPr lang="en-US" sz="1600" i="1" dirty="0">
                    <a:solidFill>
                      <a:srgbClr val="654321"/>
                    </a:solidFill>
                  </a:rPr>
                  <a:t>TR</a:t>
                </a:r>
                <a:r>
                  <a:rPr lang="en-US" sz="1600" i="1" baseline="-25000" dirty="0">
                    <a:solidFill>
                      <a:srgbClr val="654321"/>
                    </a:solidFill>
                  </a:rPr>
                  <a:t>DP</a:t>
                </a:r>
                <a:r>
                  <a:rPr lang="en-US" sz="1600" i="1" dirty="0">
                    <a:solidFill>
                      <a:srgbClr val="654321"/>
                    </a:solidFill>
                  </a:rPr>
                  <a:t>    </a:t>
                </a:r>
                <a:r>
                  <a:rPr lang="en-US" sz="1600" dirty="0">
                    <a:solidFill>
                      <a:srgbClr val="654321"/>
                    </a:solidFill>
                  </a:rPr>
                  <a:t>= Transfer fraction between dead pools (from </a:t>
                </a:r>
                <a:r>
                  <a:rPr lang="en-US" sz="1600" dirty="0" err="1">
                    <a:solidFill>
                      <a:srgbClr val="654321"/>
                    </a:solidFill>
                  </a:rPr>
                  <a:t>dp</a:t>
                </a:r>
                <a:r>
                  <a:rPr lang="en-US" sz="1600" dirty="0">
                    <a:solidFill>
                      <a:srgbClr val="654321"/>
                    </a:solidFill>
                  </a:rPr>
                  <a:t> to dp2)</a:t>
                </a:r>
              </a:p>
              <a:p>
                <a:r>
                  <a:rPr lang="en-US" sz="1600" i="1" dirty="0">
                    <a:solidFill>
                      <a:srgbClr val="654321"/>
                    </a:solidFill>
                  </a:rPr>
                  <a:t>C</a:t>
                </a:r>
                <a:r>
                  <a:rPr lang="en-US" sz="1600" dirty="0">
                    <a:solidFill>
                      <a:srgbClr val="654321"/>
                    </a:solidFill>
                  </a:rPr>
                  <a:t>         = Pool Carbon (mol m</a:t>
                </a:r>
                <a:r>
                  <a:rPr lang="en-US" sz="1600" baseline="30000" dirty="0">
                    <a:solidFill>
                      <a:srgbClr val="654321"/>
                    </a:solidFill>
                  </a:rPr>
                  <a:t>-2</a:t>
                </a:r>
                <a:r>
                  <a:rPr lang="en-US" sz="1600" dirty="0">
                    <a:solidFill>
                      <a:srgbClr val="654321"/>
                    </a:solidFill>
                  </a:rPr>
                  <a:t>)</a:t>
                </a:r>
              </a:p>
              <a:p>
                <a:r>
                  <a:rPr lang="en-US" sz="1600" i="1" dirty="0">
                    <a:solidFill>
                      <a:srgbClr val="654321"/>
                    </a:solidFill>
                  </a:rPr>
                  <a:t>krate</a:t>
                </a:r>
                <a:r>
                  <a:rPr lang="en-US" sz="1600" i="1" baseline="-25000" dirty="0">
                    <a:solidFill>
                      <a:srgbClr val="654321"/>
                    </a:solidFill>
                  </a:rPr>
                  <a:t>r</a:t>
                </a:r>
                <a:r>
                  <a:rPr lang="en-US" sz="1600" i="1" dirty="0">
                    <a:solidFill>
                      <a:srgbClr val="654321"/>
                    </a:solidFill>
                  </a:rPr>
                  <a:t>  </a:t>
                </a:r>
                <a:r>
                  <a:rPr lang="en-US" sz="1600" dirty="0">
                    <a:solidFill>
                      <a:srgbClr val="654321"/>
                    </a:solidFill>
                  </a:rPr>
                  <a:t>= Scaled pool decay rate (s</a:t>
                </a:r>
                <a:r>
                  <a:rPr lang="en-US" sz="1600" baseline="30000" dirty="0">
                    <a:solidFill>
                      <a:srgbClr val="654321"/>
                    </a:solidFill>
                  </a:rPr>
                  <a:t>-1</a:t>
                </a:r>
                <a:r>
                  <a:rPr lang="en-US" sz="1600" dirty="0">
                    <a:solidFill>
                      <a:srgbClr val="654321"/>
                    </a:solidFill>
                  </a:rPr>
                  <a:t>)</a:t>
                </a:r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600" i="1" smtClean="0">
                            <a:solidFill>
                              <a:srgbClr val="65432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i="1" smtClean="0">
                            <a:solidFill>
                              <a:srgbClr val="65432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𝜏</m:t>
                        </m:r>
                      </m:e>
                      <m:sub>
                        <m:r>
                          <a:rPr lang="en-US" sz="1600" b="0" i="1" smtClean="0">
                            <a:solidFill>
                              <a:srgbClr val="65432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𝑓𝑝</m:t>
                        </m:r>
                        <m:r>
                          <a:rPr lang="en-US" sz="1600" b="0" i="1" smtClean="0">
                            <a:solidFill>
                              <a:srgbClr val="65432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r>
                          <a:rPr lang="en-US" sz="1600" b="0" i="1" smtClean="0">
                            <a:solidFill>
                              <a:srgbClr val="65432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𝑠𝑝</m:t>
                        </m:r>
                      </m:sub>
                    </m:sSub>
                    <m:r>
                      <a:rPr lang="en-US" sz="1600" b="0" i="1" smtClean="0">
                        <a:solidFill>
                          <a:srgbClr val="65432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600" dirty="0">
                    <a:solidFill>
                      <a:srgbClr val="654321"/>
                    </a:solidFill>
                  </a:rPr>
                  <a:t> Dead pool turnover time (s)</a:t>
                </a:r>
              </a:p>
              <a:p>
                <a:r>
                  <a:rPr lang="en-US" sz="1600" dirty="0" err="1">
                    <a:solidFill>
                      <a:srgbClr val="654321"/>
                    </a:solidFill>
                  </a:rPr>
                  <a:t>MH</a:t>
                </a:r>
                <a:r>
                  <a:rPr lang="en-US" sz="1600" baseline="-25000" dirty="0" err="1">
                    <a:solidFill>
                      <a:srgbClr val="654321"/>
                    </a:solidFill>
                  </a:rPr>
                  <a:t>Sfc,Scale</a:t>
                </a:r>
                <a:r>
                  <a:rPr lang="en-US" sz="1600" baseline="-25000" dirty="0">
                    <a:solidFill>
                      <a:srgbClr val="654321"/>
                    </a:solidFill>
                  </a:rPr>
                  <a:t> </a:t>
                </a:r>
                <a:r>
                  <a:rPr lang="en-US" sz="1600" dirty="0">
                    <a:solidFill>
                      <a:srgbClr val="654321"/>
                    </a:solidFill>
                  </a:rPr>
                  <a:t>= Surface pool scaling coefficient</a:t>
                </a:r>
              </a:p>
              <a:p>
                <a:r>
                  <a:rPr lang="en-US" sz="1600" dirty="0" err="1">
                    <a:solidFill>
                      <a:srgbClr val="654321"/>
                    </a:solidFill>
                  </a:rPr>
                  <a:t>MH</a:t>
                </a:r>
                <a:r>
                  <a:rPr lang="en-US" sz="1600" baseline="-25000" dirty="0" err="1">
                    <a:solidFill>
                      <a:srgbClr val="654321"/>
                    </a:solidFill>
                  </a:rPr>
                  <a:t>Soil,Scale</a:t>
                </a:r>
                <a:r>
                  <a:rPr lang="en-US" sz="1600" dirty="0">
                    <a:solidFill>
                      <a:srgbClr val="654321"/>
                    </a:solidFill>
                  </a:rPr>
                  <a:t> = Soil pool scaling coefficient</a:t>
                </a:r>
              </a:p>
            </p:txBody>
          </p:sp>
        </mc:Choice>
        <mc:Fallback xmlns="">
          <p:sp>
            <p:nvSpPr>
              <p:cNvPr id="32" name="TextBox 31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99213" y="4776797"/>
                <a:ext cx="5795882" cy="2081852"/>
              </a:xfrm>
              <a:prstGeom prst="rect">
                <a:avLst/>
              </a:prstGeom>
              <a:blipFill>
                <a:blip r:embed="rId2"/>
                <a:stretch>
                  <a:fillRect l="-656" t="-606" b="-242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TextBox 14"/>
          <p:cNvSpPr txBox="1"/>
          <p:nvPr/>
        </p:nvSpPr>
        <p:spPr>
          <a:xfrm>
            <a:off x="338870" y="1583550"/>
            <a:ext cx="1560343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>
                <a:solidFill>
                  <a:srgbClr val="654321"/>
                </a:solidFill>
              </a:rPr>
              <a:t>Heterotrophic </a:t>
            </a:r>
          </a:p>
          <a:p>
            <a:pPr algn="ctr"/>
            <a:r>
              <a:rPr lang="en-US" sz="1600" dirty="0">
                <a:solidFill>
                  <a:srgbClr val="654321"/>
                </a:solidFill>
              </a:rPr>
              <a:t>Respiration Rate </a:t>
            </a:r>
          </a:p>
          <a:p>
            <a:pPr algn="ctr"/>
            <a:r>
              <a:rPr lang="en-US" sz="1600" dirty="0">
                <a:solidFill>
                  <a:srgbClr val="654321"/>
                </a:solidFill>
              </a:rPr>
              <a:t>(</a:t>
            </a:r>
            <a:r>
              <a:rPr lang="en-US" sz="1600" dirty="0" err="1">
                <a:solidFill>
                  <a:srgbClr val="654321"/>
                </a:solidFill>
              </a:rPr>
              <a:t>mol</a:t>
            </a:r>
            <a:r>
              <a:rPr lang="en-US" sz="1600" dirty="0">
                <a:solidFill>
                  <a:srgbClr val="654321"/>
                </a:solidFill>
              </a:rPr>
              <a:t> C m</a:t>
            </a:r>
            <a:r>
              <a:rPr lang="en-US" sz="1600" baseline="30000" dirty="0">
                <a:solidFill>
                  <a:srgbClr val="654321"/>
                </a:solidFill>
              </a:rPr>
              <a:t>-2 </a:t>
            </a:r>
            <a:r>
              <a:rPr lang="en-US" sz="1600" dirty="0">
                <a:solidFill>
                  <a:srgbClr val="654321"/>
                </a:solidFill>
              </a:rPr>
              <a:t>s</a:t>
            </a:r>
            <a:r>
              <a:rPr lang="en-US" sz="1600" baseline="30000" dirty="0">
                <a:solidFill>
                  <a:srgbClr val="654321"/>
                </a:solidFill>
              </a:rPr>
              <a:t>-1</a:t>
            </a:r>
            <a:r>
              <a:rPr lang="en-US" sz="1600" dirty="0">
                <a:solidFill>
                  <a:srgbClr val="654321"/>
                </a:solidFill>
              </a:rPr>
              <a:t>)</a:t>
            </a:r>
          </a:p>
        </p:txBody>
      </p:sp>
      <p:cxnSp>
        <p:nvCxnSpPr>
          <p:cNvPr id="38" name="Straight Arrow Connector 37"/>
          <p:cNvCxnSpPr>
            <a:cxnSpLocks/>
            <a:stCxn id="2" idx="1"/>
            <a:endCxn id="15" idx="0"/>
          </p:cNvCxnSpPr>
          <p:nvPr/>
        </p:nvCxnSpPr>
        <p:spPr>
          <a:xfrm flipH="1">
            <a:off x="1119042" y="1409625"/>
            <a:ext cx="1797370" cy="173925"/>
          </a:xfrm>
          <a:prstGeom prst="straightConnector1">
            <a:avLst/>
          </a:prstGeom>
          <a:ln>
            <a:solidFill>
              <a:srgbClr val="A01300"/>
            </a:solidFill>
            <a:tailEnd type="arrow" w="lg" len="lg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899D1163-4DD8-2F44-B877-420C1E41CFFE}"/>
                  </a:ext>
                </a:extLst>
              </p:cNvPr>
              <p:cNvSpPr txBox="1"/>
              <p:nvPr/>
            </p:nvSpPr>
            <p:spPr>
              <a:xfrm>
                <a:off x="2916412" y="820200"/>
                <a:ext cx="3499356" cy="117884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40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𝑅</m:t>
                          </m:r>
                        </m:e>
                        <m: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𝐻</m:t>
                          </m:r>
                        </m:sub>
                      </m:sSub>
                      <m:r>
                        <a:rPr lang="en-US" sz="24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𝑑𝑡</m:t>
                          </m:r>
                        </m:den>
                      </m:f>
                      <m:nary>
                        <m:naryPr>
                          <m:chr m:val="∑"/>
                          <m:ctrlP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𝑑</m:t>
                          </m:r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𝑛𝑑𝑝𝑜𝑜𝑙</m:t>
                          </m:r>
                        </m:sup>
                        <m:e>
                          <m:sSub>
                            <m:sSubPr>
                              <m:ctrlP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  <m:t>𝐿𝑜𝑠𝑠</m:t>
                              </m:r>
                            </m:e>
                            <m:sub>
                              <m: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  <m:t>𝐻𝑅</m:t>
                              </m:r>
                              <m: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  <m:t>𝑑𝑝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US" sz="2400" dirty="0"/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899D1163-4DD8-2F44-B877-420C1E41CF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16412" y="820200"/>
                <a:ext cx="3499356" cy="1178849"/>
              </a:xfrm>
              <a:prstGeom prst="rect">
                <a:avLst/>
              </a:prstGeom>
              <a:blipFill>
                <a:blip r:embed="rId3"/>
                <a:stretch>
                  <a:fillRect t="-95699" b="-14946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extBox 2">
            <a:extLst>
              <a:ext uri="{FF2B5EF4-FFF2-40B4-BE49-F238E27FC236}">
                <a16:creationId xmlns:a16="http://schemas.microsoft.com/office/drawing/2014/main" id="{CC10E773-7C3A-7546-8E9F-33EA0CB3274F}"/>
              </a:ext>
            </a:extLst>
          </p:cNvPr>
          <p:cNvSpPr txBox="1"/>
          <p:nvPr/>
        </p:nvSpPr>
        <p:spPr>
          <a:xfrm>
            <a:off x="6586430" y="1802442"/>
            <a:ext cx="243848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/>
              <a:t>Loss per dead pool (</a:t>
            </a:r>
            <a:r>
              <a:rPr lang="en-US" dirty="0" err="1"/>
              <a:t>dp</a:t>
            </a:r>
            <a:r>
              <a:rPr lang="en-US" dirty="0"/>
              <a:t>) </a:t>
            </a:r>
          </a:p>
          <a:p>
            <a:pPr algn="ctr"/>
            <a:r>
              <a:rPr lang="en-US" dirty="0"/>
              <a:t>(mol C m</a:t>
            </a:r>
            <a:r>
              <a:rPr lang="en-US" baseline="30000" dirty="0"/>
              <a:t>-2</a:t>
            </a:r>
            <a:r>
              <a:rPr lang="en-US" dirty="0"/>
              <a:t>)</a:t>
            </a:r>
          </a:p>
        </p:txBody>
      </p: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7FE6D7FA-72DC-1744-A14D-F0793B5DCB34}"/>
              </a:ext>
            </a:extLst>
          </p:cNvPr>
          <p:cNvCxnSpPr>
            <a:cxnSpLocks/>
          </p:cNvCxnSpPr>
          <p:nvPr/>
        </p:nvCxnSpPr>
        <p:spPr>
          <a:xfrm>
            <a:off x="6317369" y="1616156"/>
            <a:ext cx="506741" cy="186286"/>
          </a:xfrm>
          <a:prstGeom prst="straightConnector1">
            <a:avLst/>
          </a:prstGeom>
          <a:ln>
            <a:solidFill>
              <a:srgbClr val="A01300"/>
            </a:solidFill>
            <a:tailEnd type="arrow" w="lg" len="lg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4B558C2-B966-BE4D-A2D8-F767EFAB2A66}"/>
                  </a:ext>
                </a:extLst>
              </p:cNvPr>
              <p:cNvSpPr txBox="1"/>
              <p:nvPr/>
            </p:nvSpPr>
            <p:spPr>
              <a:xfrm>
                <a:off x="1662261" y="2414547"/>
                <a:ext cx="5819478" cy="236225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𝐿𝑜𝑠𝑠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𝐻𝑅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𝑑𝑝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2=1</m:t>
                          </m:r>
                        </m:sub>
                        <m:sup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𝑛𝑑𝑝𝑜𝑜𝑙</m:t>
                          </m:r>
                        </m:sup>
                        <m:e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𝐷𝑃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𝑑𝑝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𝑑𝑝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𝑇𝑅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𝐷𝑃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𝑑𝑝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𝑑𝑝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𝐶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𝑑𝑝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𝑘𝑟𝑎𝑡𝑒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𝑟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𝑑𝑝</m:t>
                              </m:r>
                            </m:sub>
                          </m:s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𝑑𝑡</m:t>
                          </m:r>
                        </m:e>
                      </m:nary>
                    </m:oMath>
                  </m:oMathPara>
                </a14:m>
                <a:endParaRPr lang="en-US" b="0" dirty="0"/>
              </a:p>
              <a:p>
                <a:endParaRPr lang="en-US" sz="800" dirty="0"/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𝑘𝑟𝑎𝑡𝑒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𝑟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𝑑𝑝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2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f>
                                      <m:fPr>
                                        <m:ctrlP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sSub>
                                          <m:sSubPr>
                                            <m:ctrlP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𝜏</m:t>
                                            </m:r>
                                          </m:e>
                                          <m:sub>
                                            <m: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𝑓𝑝</m:t>
                                            </m:r>
                                          </m:sub>
                                        </m:sSub>
                                      </m:den>
                                    </m:f>
                                    <m:sSub>
                                      <m:sSubPr>
                                        <m:ctrlP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  <m:t>𝑀𝐻</m:t>
                                        </m:r>
                                      </m:e>
                                      <m:sub>
                                        <m: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  <m:t>𝑆𝑓𝑐</m:t>
                                        </m:r>
                                        <m: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  <m:t>,</m:t>
                                        </m:r>
                                        <m: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  <m:t>𝑆𝑐𝑎𝑙𝑒</m:t>
                                        </m:r>
                                      </m:sub>
                                    </m:sSub>
                                  </m:e>
                                  <m:e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𝑓𝑝</m:t>
                                    </m:r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=</m:t>
                                    </m:r>
                                    <m:r>
                                      <m:rPr>
                                        <m:nor/>
                                      </m:rPr>
                                      <a:rPr lang="en-US" b="0" i="0" smtClean="0">
                                        <a:latin typeface="Cambria Math" panose="02040503050406030204" pitchFamily="18" charset="0"/>
                                      </a:rPr>
                                      <m:t>cdb</m:t>
                                    </m:r>
                                    <m:r>
                                      <m:rPr>
                                        <m:nor/>
                                      </m:rPr>
                                      <a:rPr lang="en-US" b="0" i="0" smtClean="0">
                                        <a:latin typeface="Cambria Math" panose="02040503050406030204" pitchFamily="18" charset="0"/>
                                      </a:rPr>
                                      <m:t>, </m:t>
                                    </m:r>
                                    <m:r>
                                      <m:rPr>
                                        <m:nor/>
                                      </m:rPr>
                                      <a:rPr lang="en-US" b="0" i="0" smtClean="0">
                                        <a:latin typeface="Cambria Math" panose="02040503050406030204" pitchFamily="18" charset="0"/>
                                      </a:rPr>
                                      <m:t>metl</m:t>
                                    </m:r>
                                    <m:r>
                                      <m:rPr>
                                        <m:nor/>
                                      </m:rPr>
                                      <a:rPr lang="en-US" b="0" i="0" smtClean="0">
                                        <a:latin typeface="Cambria Math" panose="02040503050406030204" pitchFamily="18" charset="0"/>
                                      </a:rPr>
                                      <m:t>, </m:t>
                                    </m:r>
                                    <m:r>
                                      <m:rPr>
                                        <m:nor/>
                                      </m:rPr>
                                      <a:rPr lang="en-US" b="0" i="0" smtClean="0">
                                        <a:latin typeface="Cambria Math" panose="02040503050406030204" pitchFamily="18" charset="0"/>
                                      </a:rPr>
                                      <m:t>strl</m:t>
                                    </m:r>
                                  </m:e>
                                </m:mr>
                              </m:m>
                            </m:e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2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f>
                                      <m:fPr>
                                        <m:ctrlP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sSub>
                                          <m:sSubPr>
                                            <m:ctrlP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  <a:ea typeface="Cambria Math" panose="02040503050406030204" pitchFamily="18" charset="0"/>
                                              </a:rPr>
                                              <m:t>𝜏</m:t>
                                            </m:r>
                                          </m:e>
                                          <m:sub>
                                            <m:r>
                                              <a:rPr lang="en-US" b="0" i="1" smtClean="0">
                                                <a:latin typeface="Cambria Math" panose="02040503050406030204" pitchFamily="18" charset="0"/>
                                              </a:rPr>
                                              <m:t>𝑠𝑝</m:t>
                                            </m:r>
                                          </m:sub>
                                        </m:sSub>
                                      </m:den>
                                    </m:f>
                                    <m:sSub>
                                      <m:sSubPr>
                                        <m:ctrlP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  <m:t>𝑀𝐻</m:t>
                                        </m:r>
                                      </m:e>
                                      <m:sub>
                                        <m: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  <m:t>𝑆𝑜𝑖𝑙</m:t>
                                        </m:r>
                                        <m: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  <m:t>,</m:t>
                                        </m:r>
                                        <m: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  <m:t>𝑆𝑐𝑎𝑙𝑒</m:t>
                                        </m:r>
                                      </m:sub>
                                    </m:sSub>
                                  </m:e>
                                  <m:e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𝑠𝑝</m:t>
                                    </m:r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=</m:t>
                                    </m:r>
                                    <m:r>
                                      <m:rPr>
                                        <m:nor/>
                                      </m:rPr>
                                      <a:rPr lang="en-US" b="0" i="0" smtClean="0">
                                        <a:latin typeface="Cambria Math" panose="02040503050406030204" pitchFamily="18" charset="0"/>
                                      </a:rPr>
                                      <m:t>slit</m:t>
                                    </m:r>
                                    <m:r>
                                      <m:rPr>
                                        <m:nor/>
                                      </m:rPr>
                                      <a:rPr lang="en-US" b="0" i="0" smtClean="0">
                                        <a:latin typeface="Cambria Math" panose="02040503050406030204" pitchFamily="18" charset="0"/>
                                      </a:rPr>
                                      <m:t>, </m:t>
                                    </m:r>
                                    <m:r>
                                      <m:rPr>
                                        <m:nor/>
                                      </m:rPr>
                                      <a:rPr lang="en-US" b="0" i="0" smtClean="0">
                                        <a:latin typeface="Cambria Math" panose="02040503050406030204" pitchFamily="18" charset="0"/>
                                      </a:rPr>
                                      <m:t>slow</m:t>
                                    </m:r>
                                    <m:r>
                                      <m:rPr>
                                        <m:nor/>
                                      </m:rPr>
                                      <a:rPr lang="en-US" b="0" i="0" smtClean="0">
                                        <a:latin typeface="Cambria Math" panose="02040503050406030204" pitchFamily="18" charset="0"/>
                                      </a:rPr>
                                      <m:t>, </m:t>
                                    </m:r>
                                    <m:r>
                                      <m:rPr>
                                        <m:nor/>
                                      </m:rPr>
                                      <a:rPr lang="en-US" b="0" i="0" smtClean="0">
                                        <a:latin typeface="Cambria Math" panose="02040503050406030204" pitchFamily="18" charset="0"/>
                                      </a:rPr>
                                      <m:t>arm</m:t>
                                    </m:r>
                                  </m:e>
                                </m:mr>
                              </m:m>
                            </m:e>
                          </m:eqArr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4B558C2-B966-BE4D-A2D8-F767EFAB2A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62261" y="2414547"/>
                <a:ext cx="5819478" cy="2362250"/>
              </a:xfrm>
              <a:prstGeom prst="rect">
                <a:avLst/>
              </a:prstGeom>
              <a:blipFill>
                <a:blip r:embed="rId4"/>
                <a:stretch>
                  <a:fillRect t="-3475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573715357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24B54F45-7F28-D64D-8ACB-02C657CD313F}"/>
              </a:ext>
            </a:extLst>
          </p:cNvPr>
          <p:cNvCxnSpPr>
            <a:cxnSpLocks/>
          </p:cNvCxnSpPr>
          <p:nvPr/>
        </p:nvCxnSpPr>
        <p:spPr>
          <a:xfrm flipH="1">
            <a:off x="7539436" y="3243518"/>
            <a:ext cx="376390" cy="2610545"/>
          </a:xfrm>
          <a:prstGeom prst="straightConnector1">
            <a:avLst/>
          </a:prstGeom>
          <a:ln w="38100">
            <a:solidFill>
              <a:srgbClr val="9E160D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969A62F7-B4E0-3543-95F5-B9A9446A774D}"/>
              </a:ext>
            </a:extLst>
          </p:cNvPr>
          <p:cNvCxnSpPr>
            <a:cxnSpLocks/>
          </p:cNvCxnSpPr>
          <p:nvPr/>
        </p:nvCxnSpPr>
        <p:spPr>
          <a:xfrm>
            <a:off x="6054984" y="3056084"/>
            <a:ext cx="131088" cy="847515"/>
          </a:xfrm>
          <a:prstGeom prst="straightConnector1">
            <a:avLst/>
          </a:prstGeom>
          <a:ln w="38100">
            <a:solidFill>
              <a:srgbClr val="9E160D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853ABBF7-9B59-E44D-B2FA-7DE784F7FBB6}"/>
              </a:ext>
            </a:extLst>
          </p:cNvPr>
          <p:cNvCxnSpPr>
            <a:cxnSpLocks/>
          </p:cNvCxnSpPr>
          <p:nvPr/>
        </p:nvCxnSpPr>
        <p:spPr>
          <a:xfrm>
            <a:off x="3781587" y="1850614"/>
            <a:ext cx="2372850" cy="676502"/>
          </a:xfrm>
          <a:prstGeom prst="straightConnector1">
            <a:avLst/>
          </a:prstGeom>
          <a:ln w="38100">
            <a:solidFill>
              <a:srgbClr val="9E160D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" name="TextBox 3"/>
          <p:cNvSpPr txBox="1"/>
          <p:nvPr/>
        </p:nvSpPr>
        <p:spPr>
          <a:xfrm>
            <a:off x="144519" y="103139"/>
            <a:ext cx="8886591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R</a:t>
            </a:r>
            <a:r>
              <a:rPr lang="en-US" sz="3200" b="1" baseline="-25000" dirty="0">
                <a:solidFill>
                  <a:srgbClr val="654321"/>
                </a:solidFill>
                <a:latin typeface="Helvetica"/>
                <a:cs typeface="Helvetica"/>
              </a:rPr>
              <a:t>H</a:t>
            </a:r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 Scaling Coefficients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439589" y="1426243"/>
            <a:ext cx="3341998" cy="646331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Same calculation as </a:t>
            </a:r>
            <a:r>
              <a:rPr lang="en-US" dirty="0" err="1">
                <a:solidFill>
                  <a:srgbClr val="654321"/>
                </a:solidFill>
                <a:latin typeface="Helvetica"/>
                <a:cs typeface="Helvetica"/>
              </a:rPr>
              <a:t>forR</a:t>
            </a:r>
            <a:r>
              <a:rPr lang="en-US" baseline="-25000" dirty="0" err="1">
                <a:solidFill>
                  <a:srgbClr val="654321"/>
                </a:solidFill>
                <a:latin typeface="Helvetica"/>
                <a:cs typeface="Helvetica"/>
              </a:rPr>
              <a:t>A</a:t>
            </a:r>
            <a:endParaRPr lang="en-US" dirty="0">
              <a:solidFill>
                <a:srgbClr val="654321"/>
              </a:solidFill>
              <a:latin typeface="Helvetica"/>
              <a:cs typeface="Helvetica"/>
            </a:endParaRPr>
          </a:p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Surface specific parameters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8CE3761-153F-2046-B033-FC4DC7F4ECD4}"/>
              </a:ext>
            </a:extLst>
          </p:cNvPr>
          <p:cNvSpPr txBox="1"/>
          <p:nvPr/>
        </p:nvSpPr>
        <p:spPr>
          <a:xfrm>
            <a:off x="234375" y="953929"/>
            <a:ext cx="3090077" cy="369332"/>
          </a:xfrm>
          <a:prstGeom prst="rect">
            <a:avLst/>
          </a:prstGeom>
          <a:solidFill>
            <a:srgbClr val="FFFEF1"/>
          </a:solidFill>
          <a:ln w="1905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9E160D"/>
                </a:solidFill>
              </a:rPr>
              <a:t>Assimilation Scaling Coefficient</a:t>
            </a:r>
          </a:p>
        </p:txBody>
      </p:sp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19361DB6-656C-BE44-815B-81942AF58690}"/>
              </a:ext>
            </a:extLst>
          </p:cNvPr>
          <p:cNvCxnSpPr>
            <a:cxnSpLocks/>
          </p:cNvCxnSpPr>
          <p:nvPr/>
        </p:nvCxnSpPr>
        <p:spPr>
          <a:xfrm flipH="1">
            <a:off x="2160985" y="3154589"/>
            <a:ext cx="1341634" cy="734100"/>
          </a:xfrm>
          <a:prstGeom prst="straightConnector1">
            <a:avLst/>
          </a:prstGeom>
          <a:ln w="38100">
            <a:solidFill>
              <a:srgbClr val="9E160D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3039873F-1445-CA4C-BA42-EF98C4504449}"/>
              </a:ext>
            </a:extLst>
          </p:cNvPr>
          <p:cNvCxnSpPr>
            <a:cxnSpLocks/>
          </p:cNvCxnSpPr>
          <p:nvPr/>
        </p:nvCxnSpPr>
        <p:spPr>
          <a:xfrm flipH="1">
            <a:off x="4194143" y="3243518"/>
            <a:ext cx="376389" cy="2382367"/>
          </a:xfrm>
          <a:prstGeom prst="straightConnector1">
            <a:avLst/>
          </a:prstGeom>
          <a:ln w="38100">
            <a:solidFill>
              <a:srgbClr val="9E160D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B98E325A-32B6-4341-A37F-4C96E85A686C}"/>
              </a:ext>
            </a:extLst>
          </p:cNvPr>
          <p:cNvSpPr txBox="1"/>
          <p:nvPr/>
        </p:nvSpPr>
        <p:spPr>
          <a:xfrm>
            <a:off x="5349237" y="4015092"/>
            <a:ext cx="2855782" cy="369332"/>
          </a:xfrm>
          <a:prstGeom prst="rect">
            <a:avLst/>
          </a:prstGeom>
          <a:solidFill>
            <a:srgbClr val="FFFEF1"/>
          </a:solidFill>
          <a:ln w="1905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9E160D"/>
                </a:solidFill>
              </a:rPr>
              <a:t>Moisture Scaling Coefficient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5DCBCB2-3E2F-4246-B9E2-3A4F40806A88}"/>
              </a:ext>
            </a:extLst>
          </p:cNvPr>
          <p:cNvSpPr txBox="1"/>
          <p:nvPr/>
        </p:nvSpPr>
        <p:spPr>
          <a:xfrm>
            <a:off x="4929738" y="4487805"/>
            <a:ext cx="4101372" cy="923330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Microbes have optimal moisture</a:t>
            </a:r>
          </a:p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Delayed response to precipitation due to soil infiltration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F89CEBE-E0C0-8C49-ACEB-48FEEF6E407A}"/>
              </a:ext>
            </a:extLst>
          </p:cNvPr>
          <p:cNvSpPr txBox="1"/>
          <p:nvPr/>
        </p:nvSpPr>
        <p:spPr>
          <a:xfrm>
            <a:off x="383426" y="5395802"/>
            <a:ext cx="3637278" cy="369332"/>
          </a:xfrm>
          <a:prstGeom prst="rect">
            <a:avLst/>
          </a:prstGeom>
          <a:solidFill>
            <a:srgbClr val="FFFEF1"/>
          </a:solidFill>
          <a:ln w="1905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9E160D"/>
                </a:solidFill>
              </a:rPr>
              <a:t>High Temperature Scaling Coefficient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B74C90A-8C9C-E646-BAEE-AB1CD1D7649D}"/>
              </a:ext>
            </a:extLst>
          </p:cNvPr>
          <p:cNvSpPr txBox="1"/>
          <p:nvPr/>
        </p:nvSpPr>
        <p:spPr>
          <a:xfrm>
            <a:off x="741832" y="5854063"/>
            <a:ext cx="4252079" cy="646331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Same calculation as for R</a:t>
            </a:r>
            <a:r>
              <a:rPr lang="en-US" baseline="-25000" dirty="0">
                <a:solidFill>
                  <a:srgbClr val="654321"/>
                </a:solidFill>
                <a:latin typeface="Helvetica"/>
                <a:cs typeface="Helvetica"/>
              </a:rPr>
              <a:t>A</a:t>
            </a:r>
          </a:p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Surface and soil specific parameters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C3CAB48-7E1E-F148-AD6E-B7FE49299A77}"/>
                  </a:ext>
                </a:extLst>
              </p:cNvPr>
              <p:cNvSpPr txBox="1"/>
              <p:nvPr/>
            </p:nvSpPr>
            <p:spPr>
              <a:xfrm>
                <a:off x="234375" y="2596872"/>
                <a:ext cx="8444675" cy="876843"/>
              </a:xfrm>
              <a:prstGeom prst="rect">
                <a:avLst/>
              </a:prstGeom>
              <a:solidFill>
                <a:srgbClr val="FFFEF1"/>
              </a:solidFill>
              <a:ln w="38100">
                <a:solidFill>
                  <a:srgbClr val="A01300"/>
                </a:solidFill>
              </a:ln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40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𝑀𝐻</m:t>
                          </m:r>
                        </m:e>
                        <m: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𝑆𝑓𝑐</m:t>
                          </m:r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, </m:t>
                          </m:r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𝑆𝑐𝑎𝑙𝑒</m:t>
                          </m:r>
                        </m:sub>
                      </m:sSub>
                      <m:r>
                        <a:rPr lang="en-US" sz="24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𝑀𝐻</m:t>
                          </m:r>
                        </m:e>
                        <m: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𝑆𝑓𝑐</m:t>
                          </m:r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𝐹𝑟</m:t>
                          </m:r>
                        </m:sub>
                      </m:sSub>
                      <m:r>
                        <a:rPr lang="en-US" sz="24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</m:t>
                      </m:r>
                      <m:sSub>
                        <m:sSubPr>
                          <m:ctrlP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𝑀𝐻</m:t>
                          </m:r>
                        </m:e>
                        <m: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𝑆𝑓𝑐</m:t>
                          </m:r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𝐻𝑜𝑡</m:t>
                          </m:r>
                        </m:sub>
                      </m:sSub>
                      <m:r>
                        <a:rPr lang="en-US" sz="24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</m:t>
                      </m:r>
                      <m:sSub>
                        <m:sSubPr>
                          <m:ctrlP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𝑀𝐻</m:t>
                          </m:r>
                        </m:e>
                        <m: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𝑆𝑓𝑐</m:t>
                          </m:r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𝐴</m:t>
                          </m:r>
                        </m:sub>
                      </m:sSub>
                      <m:r>
                        <a:rPr lang="en-US" sz="24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</m:t>
                      </m:r>
                      <m:sSub>
                        <m:sSubPr>
                          <m:ctrlP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𝑀𝐻</m:t>
                          </m:r>
                        </m:e>
                        <m: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𝑆𝑓𝑐</m:t>
                          </m:r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𝑃𝑟</m:t>
                          </m:r>
                        </m:sub>
                      </m:sSub>
                    </m:oMath>
                  </m:oMathPara>
                </a14:m>
                <a:endParaRPr lang="en-US" sz="2400" dirty="0"/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400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𝑀𝐻</m:t>
                          </m:r>
                        </m:e>
                        <m:sub>
                          <m:r>
                            <a:rPr lang="en-US" sz="2400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𝑜𝑖𝑙</m:t>
                          </m:r>
                          <m:r>
                            <a:rPr lang="en-US" sz="2400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, </m:t>
                          </m:r>
                          <m:r>
                            <a:rPr lang="en-US" sz="2400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𝑆𝑐𝑎𝑙𝑒</m:t>
                          </m:r>
                        </m:sub>
                      </m:sSub>
                      <m:r>
                        <a:rPr lang="en-US" sz="2400" i="1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2400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𝑀𝐻</m:t>
                          </m:r>
                        </m:e>
                        <m:sub>
                          <m:r>
                            <a:rPr lang="en-US" sz="2400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𝑆</m:t>
                          </m:r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𝑜𝑖𝑙</m:t>
                          </m:r>
                          <m:r>
                            <a:rPr lang="en-US" sz="2400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𝐹𝑟</m:t>
                          </m:r>
                        </m:sub>
                      </m:sSub>
                      <m:r>
                        <a:rPr lang="en-US" sz="2400" i="1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</m:t>
                      </m:r>
                      <m:sSub>
                        <m:sSubPr>
                          <m:ctrlPr>
                            <a:rPr lang="en-US" sz="2400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𝑀𝐻</m:t>
                          </m:r>
                        </m:e>
                        <m:sub>
                          <m:r>
                            <a:rPr lang="en-US" sz="2400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𝑆</m:t>
                          </m:r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𝑜𝑖𝑙</m:t>
                          </m:r>
                          <m:r>
                            <a:rPr lang="en-US" sz="2400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𝐻𝑜𝑡</m:t>
                          </m:r>
                        </m:sub>
                      </m:sSub>
                      <m:r>
                        <a:rPr lang="en-US" sz="2400" i="1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</m:t>
                      </m:r>
                      <m:sSub>
                        <m:sSubPr>
                          <m:ctrlPr>
                            <a:rPr lang="en-US" sz="2400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𝑀𝐻</m:t>
                          </m:r>
                        </m:e>
                        <m:sub>
                          <m:r>
                            <a:rPr lang="en-US" sz="2400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𝑆</m:t>
                          </m:r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𝑜𝑖𝑙</m:t>
                          </m:r>
                          <m:r>
                            <a:rPr lang="en-US" sz="2400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𝑀𝑜𝑖𝑠𝑡</m:t>
                          </m:r>
                        </m:sub>
                      </m:sSub>
                      <m:r>
                        <a:rPr lang="en-US" sz="2400" i="1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</m:t>
                      </m:r>
                      <m:sSub>
                        <m:sSubPr>
                          <m:ctrlPr>
                            <a:rPr lang="en-US" sz="2400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𝑀𝐻</m:t>
                          </m:r>
                        </m:e>
                        <m:sub>
                          <m:r>
                            <a:rPr lang="en-US" sz="2400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𝑆</m:t>
                          </m:r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𝑜𝑖𝑙</m:t>
                          </m:r>
                          <m:r>
                            <a:rPr lang="en-US" sz="2400" i="1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𝑃𝐴𝑊</m:t>
                          </m:r>
                        </m:sub>
                      </m:sSub>
                    </m:oMath>
                  </m:oMathPara>
                </a14:m>
                <a:endParaRPr lang="en-US" sz="2400" dirty="0"/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C3CAB48-7E1E-F148-AD6E-B7FE49299A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375" y="2596872"/>
                <a:ext cx="8444675" cy="876843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 w="38100">
                <a:solidFill>
                  <a:srgbClr val="A01300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TextBox 13">
            <a:extLst>
              <a:ext uri="{FF2B5EF4-FFF2-40B4-BE49-F238E27FC236}">
                <a16:creationId xmlns:a16="http://schemas.microsoft.com/office/drawing/2014/main" id="{A5CB6C58-5BFA-E143-AB07-E7A900A1C0A2}"/>
              </a:ext>
            </a:extLst>
          </p:cNvPr>
          <p:cNvSpPr txBox="1"/>
          <p:nvPr/>
        </p:nvSpPr>
        <p:spPr>
          <a:xfrm>
            <a:off x="439589" y="4319080"/>
            <a:ext cx="4256398" cy="646331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Same calculation as for R</a:t>
            </a:r>
            <a:r>
              <a:rPr lang="en-US" baseline="-25000" dirty="0">
                <a:solidFill>
                  <a:srgbClr val="654321"/>
                </a:solidFill>
                <a:latin typeface="Helvetica"/>
                <a:cs typeface="Helvetica"/>
              </a:rPr>
              <a:t>A</a:t>
            </a:r>
          </a:p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Surface and soil specific parameters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4A1D6D0-5346-164C-81B1-1626AD04EF53}"/>
              </a:ext>
            </a:extLst>
          </p:cNvPr>
          <p:cNvSpPr txBox="1"/>
          <p:nvPr/>
        </p:nvSpPr>
        <p:spPr>
          <a:xfrm>
            <a:off x="234375" y="3846766"/>
            <a:ext cx="1753172" cy="369332"/>
          </a:xfrm>
          <a:prstGeom prst="rect">
            <a:avLst/>
          </a:prstGeom>
          <a:solidFill>
            <a:srgbClr val="FFFEF1"/>
          </a:solidFill>
          <a:ln w="1905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9E160D"/>
                </a:solidFill>
              </a:rPr>
              <a:t>Freeze Inhibition</a:t>
            </a:r>
          </a:p>
        </p:txBody>
      </p: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D7BEFF4F-4464-204F-8094-F5B4DD2D4C78}"/>
              </a:ext>
            </a:extLst>
          </p:cNvPr>
          <p:cNvCxnSpPr>
            <a:cxnSpLocks/>
            <a:stCxn id="26" idx="2"/>
          </p:cNvCxnSpPr>
          <p:nvPr/>
        </p:nvCxnSpPr>
        <p:spPr>
          <a:xfrm>
            <a:off x="6921722" y="1746977"/>
            <a:ext cx="315986" cy="780139"/>
          </a:xfrm>
          <a:prstGeom prst="straightConnector1">
            <a:avLst/>
          </a:prstGeom>
          <a:ln w="38100">
            <a:solidFill>
              <a:srgbClr val="9E160D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DCE29B78-7F26-EF43-A778-C87C114CF131}"/>
              </a:ext>
            </a:extLst>
          </p:cNvPr>
          <p:cNvSpPr txBox="1"/>
          <p:nvPr/>
        </p:nvSpPr>
        <p:spPr>
          <a:xfrm>
            <a:off x="5009409" y="1377645"/>
            <a:ext cx="3824626" cy="369332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Inhibit litter respiration in drought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08DD582-D3D9-4B40-8C0A-A777B020CBE1}"/>
              </a:ext>
            </a:extLst>
          </p:cNvPr>
          <p:cNvSpPr txBox="1"/>
          <p:nvPr/>
        </p:nvSpPr>
        <p:spPr>
          <a:xfrm>
            <a:off x="4804195" y="905331"/>
            <a:ext cx="3341998" cy="369332"/>
          </a:xfrm>
          <a:prstGeom prst="rect">
            <a:avLst/>
          </a:prstGeom>
          <a:solidFill>
            <a:srgbClr val="FFFEF1"/>
          </a:solidFill>
          <a:ln w="1905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rgbClr val="9E160D"/>
                </a:solidFill>
              </a:rPr>
              <a:t>Precipitation Scaling Coefficient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673F9A68-DB77-FB40-9E36-66DA8E770D24}"/>
              </a:ext>
            </a:extLst>
          </p:cNvPr>
          <p:cNvSpPr txBox="1"/>
          <p:nvPr/>
        </p:nvSpPr>
        <p:spPr>
          <a:xfrm>
            <a:off x="5413940" y="5937355"/>
            <a:ext cx="3427733" cy="369332"/>
          </a:xfrm>
          <a:prstGeom prst="rect">
            <a:avLst/>
          </a:prstGeom>
          <a:solidFill>
            <a:srgbClr val="FFFEF1"/>
          </a:solidFill>
          <a:ln w="1905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9E160D"/>
                </a:solidFill>
              </a:rPr>
              <a:t>Available Water Scaling Coefficient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3CDCD2BA-F416-9142-AA3D-704D7CAF1D61}"/>
              </a:ext>
            </a:extLst>
          </p:cNvPr>
          <p:cNvSpPr txBox="1"/>
          <p:nvPr/>
        </p:nvSpPr>
        <p:spPr>
          <a:xfrm>
            <a:off x="5183878" y="6422501"/>
            <a:ext cx="3887859" cy="369332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Inhibit soil respiration in drought</a:t>
            </a:r>
          </a:p>
        </p:txBody>
      </p:sp>
    </p:spTree>
    <p:extLst>
      <p:ext uri="{BB962C8B-B14F-4D97-AF65-F5344CB8AC3E}">
        <p14:creationId xmlns:p14="http://schemas.microsoft.com/office/powerpoint/2010/main" val="2688526910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780284" y="107661"/>
            <a:ext cx="7583431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R</a:t>
            </a:r>
            <a:r>
              <a:rPr lang="en-US" sz="3200" b="1" baseline="-25000" dirty="0">
                <a:solidFill>
                  <a:srgbClr val="654321"/>
                </a:solidFill>
                <a:latin typeface="Helvetica"/>
                <a:cs typeface="Helvetica"/>
              </a:rPr>
              <a:t>H</a:t>
            </a:r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 Precipitation Scaling Coefficient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332896FB-2F8C-AA42-B194-DFAAA9C8F5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0704" y="1654219"/>
            <a:ext cx="7086600" cy="5153891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011355CF-B115-0447-AEDF-23633E5210AC}"/>
                  </a:ext>
                </a:extLst>
              </p:cNvPr>
              <p:cNvSpPr txBox="1"/>
              <p:nvPr/>
            </p:nvSpPr>
            <p:spPr>
              <a:xfrm>
                <a:off x="3764568" y="2664769"/>
                <a:ext cx="5123710" cy="2061270"/>
              </a:xfrm>
              <a:prstGeom prst="rect">
                <a:avLst/>
              </a:prstGeom>
              <a:solidFill>
                <a:srgbClr val="FFFEF1"/>
              </a:solidFill>
              <a:ln w="19050">
                <a:solidFill>
                  <a:srgbClr val="A01300"/>
                </a:solidFill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0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000" b="0" i="1" smtClean="0">
                              <a:latin typeface="Cambria Math" panose="02040503050406030204" pitchFamily="18" charset="0"/>
                            </a:rPr>
                            <m:t>𝑀𝐻</m:t>
                          </m:r>
                        </m:e>
                        <m:sub>
                          <m:r>
                            <a:rPr lang="en-US" sz="2000" b="0" i="1" smtClean="0">
                              <a:latin typeface="Cambria Math" panose="02040503050406030204" pitchFamily="18" charset="0"/>
                            </a:rPr>
                            <m:t>𝑆𝑓𝑐</m:t>
                          </m:r>
                          <m:r>
                            <a:rPr lang="en-US" sz="20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2000" b="0" i="1" smtClean="0">
                              <a:latin typeface="Cambria Math" panose="02040503050406030204" pitchFamily="18" charset="0"/>
                            </a:rPr>
                            <m:t>𝑃𝑟</m:t>
                          </m:r>
                        </m:sub>
                      </m:sSub>
                      <m:r>
                        <a:rPr lang="en-US" sz="2000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0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sz="20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000" b="0" i="1" smtClean="0">
                                  <a:latin typeface="Cambria Math" panose="02040503050406030204" pitchFamily="18" charset="0"/>
                                </a:rPr>
                                <m:t>𝑃𝑟</m:t>
                              </m:r>
                            </m:e>
                            <m:sub>
                              <m:r>
                                <a:rPr lang="en-US" sz="2000" b="0" i="1" smtClean="0">
                                  <a:latin typeface="Cambria Math" panose="02040503050406030204" pitchFamily="18" charset="0"/>
                                </a:rPr>
                                <m:t>𝑆𝑒𝑎𝑠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en-US" sz="20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000" b="0" i="1" smtClean="0">
                                  <a:latin typeface="Cambria Math" panose="02040503050406030204" pitchFamily="18" charset="0"/>
                                </a:rPr>
                                <m:t>𝑃𝑟</m:t>
                              </m:r>
                            </m:e>
                            <m:sub>
                              <m:r>
                                <a:rPr lang="en-US" sz="2000" b="0" i="1" smtClean="0">
                                  <a:latin typeface="Cambria Math" panose="02040503050406030204" pitchFamily="18" charset="0"/>
                                </a:rPr>
                                <m:t>𝐶𝑙𝑖𝑚</m:t>
                              </m:r>
                            </m:sub>
                          </m:sSub>
                          <m:r>
                            <a:rPr lang="en-US" sz="2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∙</m:t>
                          </m:r>
                          <m:sSub>
                            <m:sSubPr>
                              <m:ctrlPr>
                                <a:rPr lang="en-US" sz="20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0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𝐻𝑅𝑇</m:t>
                              </m:r>
                            </m:e>
                            <m:sub>
                              <m:r>
                                <a:rPr lang="en-US" sz="20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𝑃𝑀𝐿</m:t>
                              </m:r>
                            </m:sub>
                          </m:sSub>
                        </m:den>
                      </m:f>
                    </m:oMath>
                  </m:oMathPara>
                </a14:m>
                <a:endParaRPr lang="en-US" sz="2000" dirty="0"/>
              </a:p>
              <a:p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0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000" b="0" i="1" smtClean="0">
                              <a:latin typeface="Cambria Math" panose="02040503050406030204" pitchFamily="18" charset="0"/>
                            </a:rPr>
                            <m:t>𝐻𝑅𝑇</m:t>
                          </m:r>
                        </m:e>
                        <m:sub>
                          <m:r>
                            <a:rPr lang="en-US" sz="2000" b="0" i="1" smtClean="0">
                              <a:latin typeface="Cambria Math" panose="02040503050406030204" pitchFamily="18" charset="0"/>
                            </a:rPr>
                            <m:t>𝑃𝑀𝑖𝑛</m:t>
                          </m:r>
                        </m:sub>
                      </m:sSub>
                      <m:r>
                        <a:rPr lang="en-US" sz="20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≤</m:t>
                      </m:r>
                      <m:sSub>
                        <m:sSubPr>
                          <m:ctrlPr>
                            <a:rPr lang="en-US" sz="200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𝑀𝐻</m:t>
                          </m:r>
                        </m:e>
                        <m:sub>
                          <m:r>
                            <a:rPr lang="en-US" sz="2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𝑆𝑓𝑐</m:t>
                          </m:r>
                          <m:r>
                            <a:rPr lang="en-US" sz="2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2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𝑃𝑟</m:t>
                          </m:r>
                        </m:sub>
                      </m:sSub>
                      <m:r>
                        <a:rPr lang="en-US" sz="20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≤</m:t>
                      </m:r>
                      <m:r>
                        <a:rPr lang="en-US" sz="20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US" sz="2000" dirty="0"/>
              </a:p>
              <a:p>
                <a:pPr algn="ctr"/>
                <a:endParaRPr lang="en-US" sz="800" dirty="0"/>
              </a:p>
              <a:p>
                <a:pPr algn="ctr">
                  <a:lnSpc>
                    <a:spcPts val="1880"/>
                  </a:lnSpc>
                </a:pPr>
                <a:r>
                  <a:rPr lang="en-US" sz="1600" dirty="0" err="1"/>
                  <a:t>Pr</a:t>
                </a:r>
                <a:r>
                  <a:rPr lang="en-US" sz="1600" baseline="-25000" dirty="0" err="1"/>
                  <a:t>Seas</a:t>
                </a:r>
                <a:r>
                  <a:rPr lang="en-US" sz="1600" dirty="0"/>
                  <a:t> = Seasonal (~10-day running-mean) precipitation</a:t>
                </a:r>
              </a:p>
              <a:p>
                <a:pPr algn="ctr">
                  <a:lnSpc>
                    <a:spcPts val="1880"/>
                  </a:lnSpc>
                </a:pPr>
                <a:r>
                  <a:rPr lang="en-US" sz="1600" dirty="0" err="1"/>
                  <a:t>Pr</a:t>
                </a:r>
                <a:r>
                  <a:rPr lang="en-US" sz="1600" baseline="-25000" dirty="0" err="1"/>
                  <a:t>Clim</a:t>
                </a:r>
                <a:r>
                  <a:rPr lang="en-US" sz="1600" baseline="-25000" dirty="0"/>
                  <a:t> </a:t>
                </a:r>
                <a:r>
                  <a:rPr lang="en-US" sz="1600" dirty="0"/>
                  <a:t>= Climatological (10-year running-mean) precipitation</a:t>
                </a:r>
              </a:p>
              <a:p>
                <a:pPr algn="ctr">
                  <a:lnSpc>
                    <a:spcPts val="1880"/>
                  </a:lnSpc>
                </a:pPr>
                <a:r>
                  <a:rPr lang="en-US" sz="1600" dirty="0" err="1"/>
                  <a:t>HRT</a:t>
                </a:r>
                <a:r>
                  <a:rPr lang="en-US" sz="1600" baseline="-25000" dirty="0" err="1"/>
                  <a:t>PMin</a:t>
                </a:r>
                <a:r>
                  <a:rPr lang="en-US" sz="1600" dirty="0"/>
                  <a:t>, HRT</a:t>
                </a:r>
                <a:r>
                  <a:rPr lang="en-US" sz="1600" baseline="-25000" dirty="0"/>
                  <a:t>PML</a:t>
                </a:r>
                <a:r>
                  <a:rPr lang="en-US" sz="1600" dirty="0"/>
                  <a:t> = Parameters</a:t>
                </a: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011355CF-B115-0447-AEDF-23633E5210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64568" y="2664769"/>
                <a:ext cx="5123710" cy="2061270"/>
              </a:xfrm>
              <a:prstGeom prst="rect">
                <a:avLst/>
              </a:prstGeom>
              <a:blipFill>
                <a:blip r:embed="rId3"/>
                <a:stretch>
                  <a:fillRect b="-1818"/>
                </a:stretch>
              </a:blipFill>
              <a:ln w="19050">
                <a:solidFill>
                  <a:srgbClr val="A01300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TextBox 25">
            <a:extLst>
              <a:ext uri="{FF2B5EF4-FFF2-40B4-BE49-F238E27FC236}">
                <a16:creationId xmlns:a16="http://schemas.microsoft.com/office/drawing/2014/main" id="{DCE29B78-7F26-EF43-A778-C87C114CF131}"/>
              </a:ext>
            </a:extLst>
          </p:cNvPr>
          <p:cNvSpPr txBox="1"/>
          <p:nvPr/>
        </p:nvSpPr>
        <p:spPr>
          <a:xfrm>
            <a:off x="224728" y="918861"/>
            <a:ext cx="8632556" cy="830997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sz="2400" dirty="0">
                <a:solidFill>
                  <a:srgbClr val="654321"/>
                </a:solidFill>
                <a:latin typeface="Helvetica"/>
                <a:cs typeface="Helvetica"/>
              </a:rPr>
              <a:t>Inhibit litter respiration in drought</a:t>
            </a:r>
          </a:p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sz="2400" dirty="0">
                <a:solidFill>
                  <a:srgbClr val="654321"/>
                </a:solidFill>
                <a:latin typeface="Helvetica"/>
                <a:cs typeface="Helvetica"/>
              </a:rPr>
              <a:t>Use running-mean precipitation to match microbe response</a:t>
            </a:r>
          </a:p>
        </p:txBody>
      </p:sp>
    </p:spTree>
    <p:extLst>
      <p:ext uri="{BB962C8B-B14F-4D97-AF65-F5344CB8AC3E}">
        <p14:creationId xmlns:p14="http://schemas.microsoft.com/office/powerpoint/2010/main" val="3112155722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1151759" y="216010"/>
            <a:ext cx="6784034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R</a:t>
            </a:r>
            <a:r>
              <a:rPr lang="en-US" sz="3200" b="1" baseline="-25000" dirty="0">
                <a:solidFill>
                  <a:srgbClr val="654321"/>
                </a:solidFill>
                <a:latin typeface="Helvetica"/>
                <a:cs typeface="Helvetica"/>
              </a:rPr>
              <a:t>H</a:t>
            </a:r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 Moisture Scaling Coefficient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1298220" y="1602055"/>
            <a:ext cx="6491113" cy="400110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sz="2000" dirty="0">
                <a:solidFill>
                  <a:srgbClr val="654321"/>
                </a:solidFill>
                <a:latin typeface="Helvetica"/>
                <a:cs typeface="Helvetica"/>
              </a:rPr>
              <a:t>Mycorrhizal fungi activity has an optimal soil moisture</a:t>
            </a:r>
          </a:p>
        </p:txBody>
      </p:sp>
      <p:pic>
        <p:nvPicPr>
          <p:cNvPr id="12" name="Picture 11" descr="fmoist.eps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658" y="2398886"/>
            <a:ext cx="5547306" cy="3965222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</p:pic>
      <p:grpSp>
        <p:nvGrpSpPr>
          <p:cNvPr id="14" name="Group 13"/>
          <p:cNvGrpSpPr/>
          <p:nvPr/>
        </p:nvGrpSpPr>
        <p:grpSpPr>
          <a:xfrm>
            <a:off x="5785556" y="2497570"/>
            <a:ext cx="3231443" cy="3725427"/>
            <a:chOff x="5799667" y="2130684"/>
            <a:chExt cx="3231443" cy="3725427"/>
          </a:xfrm>
        </p:grpSpPr>
        <p:sp>
          <p:nvSpPr>
            <p:cNvPr id="5" name="Rectangle 4"/>
            <p:cNvSpPr/>
            <p:nvPr/>
          </p:nvSpPr>
          <p:spPr>
            <a:xfrm>
              <a:off x="5799667" y="2130684"/>
              <a:ext cx="3231443" cy="3725427"/>
            </a:xfrm>
            <a:prstGeom prst="rect">
              <a:avLst/>
            </a:prstGeom>
            <a:solidFill>
              <a:srgbClr val="FFFDF0"/>
            </a:solidFill>
            <a:ln w="25400">
              <a:solidFill>
                <a:srgbClr val="A013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aphicFrame>
          <p:nvGraphicFramePr>
            <p:cNvPr id="10" name="Object 9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3651721777"/>
                </p:ext>
              </p:extLst>
            </p:nvPr>
          </p:nvGraphicFramePr>
          <p:xfrm>
            <a:off x="6355800" y="2257778"/>
            <a:ext cx="1977871" cy="94685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7457" name="Equation" r:id="rId4" imgW="1193800" imgH="571500" progId="Equation.3">
                    <p:embed/>
                  </p:oleObj>
                </mc:Choice>
                <mc:Fallback>
                  <p:oleObj name="Equation" r:id="rId4" imgW="1193800" imgH="571500" progId="Equation.3">
                    <p:embed/>
                    <p:pic>
                      <p:nvPicPr>
                        <p:cNvPr id="0" name=""/>
                        <p:cNvPicPr/>
                        <p:nvPr/>
                      </p:nvPicPr>
                      <p:blipFill>
                        <a:blip r:embed="rId5"/>
                        <a:stretch>
                          <a:fillRect/>
                        </a:stretch>
                      </p:blipFill>
                      <p:spPr>
                        <a:xfrm>
                          <a:off x="6355800" y="2257778"/>
                          <a:ext cx="1977871" cy="946853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1" name="Object 10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4107815563"/>
                </p:ext>
              </p:extLst>
            </p:nvPr>
          </p:nvGraphicFramePr>
          <p:xfrm>
            <a:off x="5958359" y="3461449"/>
            <a:ext cx="2917529" cy="56303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7458" name="Equation" r:id="rId6" imgW="1447800" imgH="279400" progId="Equation.3">
                    <p:embed/>
                  </p:oleObj>
                </mc:Choice>
                <mc:Fallback>
                  <p:oleObj name="Equation" r:id="rId6" imgW="1447800" imgH="279400" progId="Equation.3">
                    <p:embed/>
                    <p:pic>
                      <p:nvPicPr>
                        <p:cNvPr id="0" name=""/>
                        <p:cNvPicPr/>
                        <p:nvPr/>
                      </p:nvPicPr>
                      <p:blipFill>
                        <a:blip r:embed="rId7"/>
                        <a:stretch>
                          <a:fillRect/>
                        </a:stretch>
                      </p:blipFill>
                      <p:spPr>
                        <a:xfrm>
                          <a:off x="5958359" y="3461449"/>
                          <a:ext cx="2917529" cy="563032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3" name="TextBox 12"/>
            <p:cNvSpPr txBox="1"/>
            <p:nvPr/>
          </p:nvSpPr>
          <p:spPr>
            <a:xfrm>
              <a:off x="5925313" y="4318000"/>
              <a:ext cx="2978797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i="1" dirty="0" err="1">
                  <a:latin typeface="Helvetica"/>
                  <a:cs typeface="Helvetica"/>
                </a:rPr>
                <a:t>R</a:t>
              </a:r>
              <a:r>
                <a:rPr lang="en-US" sz="1400" i="1" baseline="-25000" dirty="0" err="1">
                  <a:latin typeface="Helvetica"/>
                  <a:cs typeface="Helvetica"/>
                </a:rPr>
                <a:t>Clay</a:t>
              </a:r>
              <a:r>
                <a:rPr lang="en-US" sz="1400" dirty="0">
                  <a:latin typeface="Helvetica"/>
                  <a:cs typeface="Helvetica"/>
                </a:rPr>
                <a:t> = Clay-Fraction Parameter</a:t>
              </a:r>
            </a:p>
            <a:p>
              <a:r>
                <a:rPr lang="en-US" sz="1400" i="1" dirty="0" err="1">
                  <a:latin typeface="Helvetica"/>
                  <a:cs typeface="Helvetica"/>
                </a:rPr>
                <a:t>W</a:t>
              </a:r>
              <a:r>
                <a:rPr lang="en-US" sz="1400" i="1" baseline="-25000" dirty="0" err="1">
                  <a:latin typeface="Helvetica"/>
                  <a:cs typeface="Helvetica"/>
                </a:rPr>
                <a:t>Sat</a:t>
              </a:r>
              <a:r>
                <a:rPr lang="en-US" sz="1400" dirty="0">
                  <a:latin typeface="Helvetica"/>
                  <a:cs typeface="Helvetica"/>
                </a:rPr>
                <a:t> = Soil Moisture Fraction of        </a:t>
              </a:r>
            </a:p>
            <a:p>
              <a:r>
                <a:rPr lang="en-US" sz="1400" dirty="0">
                  <a:latin typeface="Helvetica"/>
                  <a:cs typeface="Helvetica"/>
                </a:rPr>
                <a:t>           Saturation</a:t>
              </a:r>
            </a:p>
            <a:p>
              <a:r>
                <a:rPr lang="en-US" sz="1400" i="1" dirty="0" err="1">
                  <a:latin typeface="Helvetica"/>
                  <a:cs typeface="Helvetica"/>
                </a:rPr>
                <a:t>W</a:t>
              </a:r>
              <a:r>
                <a:rPr lang="en-US" sz="1400" i="1" baseline="-25000" dirty="0" err="1">
                  <a:latin typeface="Helvetica"/>
                  <a:cs typeface="Helvetica"/>
                </a:rPr>
                <a:t>Opt</a:t>
              </a:r>
              <a:r>
                <a:rPr lang="en-US" sz="1400" dirty="0">
                  <a:latin typeface="Helvetica"/>
                  <a:cs typeface="Helvetica"/>
                </a:rPr>
                <a:t> = Optimal Soil Moisture </a:t>
              </a:r>
            </a:p>
            <a:p>
              <a:r>
                <a:rPr lang="en-US" sz="1400" dirty="0">
                  <a:latin typeface="Helvetica"/>
                  <a:cs typeface="Helvetica"/>
                </a:rPr>
                <a:t>           Saturation Fraction</a:t>
              </a:r>
            </a:p>
            <a:p>
              <a:r>
                <a:rPr lang="en-US" sz="1400" i="1" dirty="0">
                  <a:latin typeface="Helvetica"/>
                  <a:cs typeface="Helvetica"/>
                </a:rPr>
                <a:t>Z</a:t>
              </a:r>
              <a:r>
                <a:rPr lang="en-US" sz="1400" i="1" baseline="-25000" dirty="0">
                  <a:latin typeface="Helvetica"/>
                  <a:cs typeface="Helvetica"/>
                </a:rPr>
                <a:t>M</a:t>
              </a:r>
              <a:r>
                <a:rPr lang="en-US" sz="1400" i="1" dirty="0">
                  <a:latin typeface="Helvetica"/>
                  <a:cs typeface="Helvetica"/>
                </a:rPr>
                <a:t>    </a:t>
              </a:r>
              <a:r>
                <a:rPr lang="en-US" sz="1400" dirty="0">
                  <a:latin typeface="Helvetica"/>
                  <a:cs typeface="Helvetica"/>
                </a:rPr>
                <a:t>= Exponent Parameter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9734485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542441" y="110067"/>
            <a:ext cx="7966129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Carbon Pool Transfer: Dead Pool Decay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371958" y="954960"/>
            <a:ext cx="8400081" cy="1200329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A01300"/>
              </a:buClr>
              <a:buFont typeface="Wingdings" charset="2"/>
              <a:buChar char="Ø"/>
            </a:pPr>
            <a:r>
              <a:rPr lang="en-US" sz="2400" dirty="0">
                <a:solidFill>
                  <a:srgbClr val="654321"/>
                </a:solidFill>
                <a:latin typeface="Helvetica"/>
                <a:cs typeface="Helvetica"/>
              </a:rPr>
              <a:t>Tied to R</a:t>
            </a:r>
            <a:r>
              <a:rPr lang="en-US" sz="2400" baseline="-25000" dirty="0">
                <a:solidFill>
                  <a:srgbClr val="654321"/>
                </a:solidFill>
                <a:latin typeface="Helvetica"/>
                <a:cs typeface="Helvetica"/>
              </a:rPr>
              <a:t>H</a:t>
            </a:r>
          </a:p>
          <a:p>
            <a:pPr>
              <a:buClr>
                <a:srgbClr val="A01300"/>
              </a:buClr>
            </a:pPr>
            <a:r>
              <a:rPr lang="en-US" sz="1600" dirty="0">
                <a:solidFill>
                  <a:srgbClr val="654321"/>
                </a:solidFill>
                <a:latin typeface="Helvetica"/>
                <a:cs typeface="Helvetica"/>
              </a:rPr>
              <a:t>  - R</a:t>
            </a:r>
            <a:r>
              <a:rPr lang="en-US" sz="1600" baseline="-25000" dirty="0">
                <a:solidFill>
                  <a:srgbClr val="654321"/>
                </a:solidFill>
                <a:latin typeface="Helvetica"/>
                <a:cs typeface="Helvetica"/>
              </a:rPr>
              <a:t>H</a:t>
            </a:r>
            <a:r>
              <a:rPr lang="en-US" sz="1600" dirty="0">
                <a:solidFill>
                  <a:srgbClr val="654321"/>
                </a:solidFill>
                <a:latin typeface="Helvetica"/>
                <a:cs typeface="Helvetica"/>
              </a:rPr>
              <a:t> = Carbon decomposers release to the atmosphere during organic matter  breakdown</a:t>
            </a:r>
          </a:p>
          <a:p>
            <a:pPr>
              <a:buClr>
                <a:srgbClr val="A01300"/>
              </a:buClr>
            </a:pPr>
            <a:r>
              <a:rPr lang="en-US" sz="1600" dirty="0">
                <a:solidFill>
                  <a:srgbClr val="654321"/>
                </a:solidFill>
                <a:latin typeface="Helvetica"/>
                <a:cs typeface="Helvetica"/>
              </a:rPr>
              <a:t>  - Decay (</a:t>
            </a:r>
            <a:r>
              <a:rPr lang="en-US" sz="1600" dirty="0" err="1">
                <a:solidFill>
                  <a:srgbClr val="654321"/>
                </a:solidFill>
                <a:latin typeface="Helvetica"/>
                <a:cs typeface="Helvetica"/>
              </a:rPr>
              <a:t>Loss</a:t>
            </a:r>
            <a:r>
              <a:rPr lang="en-US" sz="1600" baseline="-25000" dirty="0" err="1">
                <a:solidFill>
                  <a:srgbClr val="654321"/>
                </a:solidFill>
                <a:latin typeface="Helvetica"/>
                <a:cs typeface="Helvetica"/>
              </a:rPr>
              <a:t>HT</a:t>
            </a:r>
            <a:r>
              <a:rPr lang="en-US" sz="1600" dirty="0">
                <a:solidFill>
                  <a:srgbClr val="654321"/>
                </a:solidFill>
                <a:latin typeface="Helvetica"/>
                <a:cs typeface="Helvetica"/>
              </a:rPr>
              <a:t>) = Transfer of remaining organic matter into subsequent carbon pools        </a:t>
            </a:r>
          </a:p>
          <a:p>
            <a:pPr>
              <a:buClr>
                <a:srgbClr val="A01300"/>
              </a:buClr>
            </a:pPr>
            <a:r>
              <a:rPr lang="en-US" sz="1600" dirty="0">
                <a:solidFill>
                  <a:srgbClr val="654321"/>
                </a:solidFill>
                <a:latin typeface="Helvetica"/>
                <a:cs typeface="Helvetica"/>
              </a:rPr>
              <a:t>       (typically with longer lifetimes)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8D69FB51-3EBE-4E43-9372-DB20F54E8A9A}"/>
                  </a:ext>
                </a:extLst>
              </p:cNvPr>
              <p:cNvSpPr txBox="1"/>
              <p:nvPr/>
            </p:nvSpPr>
            <p:spPr>
              <a:xfrm>
                <a:off x="1313126" y="2415408"/>
                <a:ext cx="6517746" cy="4114396"/>
              </a:xfrm>
              <a:prstGeom prst="rect">
                <a:avLst/>
              </a:prstGeom>
              <a:solidFill>
                <a:srgbClr val="FFFEF1"/>
              </a:solidFill>
              <a:ln w="19050">
                <a:solidFill>
                  <a:srgbClr val="A01300"/>
                </a:solidFill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𝐿𝑜𝑠𝑠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𝐻𝑇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𝑑𝑝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2=1</m:t>
                          </m:r>
                        </m:sub>
                        <m:sup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𝑛𝑑𝑝𝑜𝑜𝑙</m:t>
                          </m:r>
                        </m:sup>
                        <m:e>
                          <m:d>
                            <m:d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1−</m:t>
                              </m:r>
                              <m:sSub>
                                <m:sSubPr>
                                  <m:ctrlP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𝐸</m:t>
                                  </m:r>
                                </m:e>
                                <m:sub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𝐷𝑃</m:t>
                                  </m:r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𝑑𝑝</m:t>
                                  </m:r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𝑑𝑝</m:t>
                                  </m:r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d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𝑇𝑅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𝐷𝑃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𝑑𝑝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𝑑𝑝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𝐶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𝑑𝑝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𝑘𝑟𝑎𝑡𝑒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𝑑𝑝</m:t>
                              </m:r>
                            </m:sub>
                          </m:s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𝑑𝑡</m:t>
                          </m:r>
                        </m:e>
                      </m:nary>
                    </m:oMath>
                  </m:oMathPara>
                </a14:m>
                <a:endParaRPr lang="en-US" b="0" dirty="0"/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𝐺𝑎𝑖𝑛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𝑇𝐷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𝑑𝑝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2=1</m:t>
                          </m:r>
                        </m:sub>
                        <m:sup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𝑛𝑑𝑝𝑜𝑜𝑙</m:t>
                          </m:r>
                        </m:sup>
                        <m:e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𝐿𝑜𝑠𝑠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𝐻𝑇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𝑑𝑝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𝑇𝑅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𝐷𝑃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𝑑𝑝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2,</m:t>
                              </m:r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𝑑𝑝</m:t>
                              </m:r>
                            </m:sub>
                          </m:s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𝑑𝑡</m:t>
                          </m:r>
                        </m:e>
                      </m:nary>
                    </m:oMath>
                  </m:oMathPara>
                </a14:m>
                <a:endParaRPr lang="en-US" dirty="0"/>
              </a:p>
              <a:p>
                <a:pPr algn="ctr"/>
                <a:endParaRPr lang="en-US" sz="1000" i="1" dirty="0">
                  <a:solidFill>
                    <a:srgbClr val="654321"/>
                  </a:solidFill>
                </a:endParaRPr>
              </a:p>
              <a:p>
                <a:pPr algn="ctr"/>
                <a:r>
                  <a:rPr lang="en-US" dirty="0" err="1">
                    <a:solidFill>
                      <a:srgbClr val="654321"/>
                    </a:solidFill>
                  </a:rPr>
                  <a:t>Gain</a:t>
                </a:r>
                <a:r>
                  <a:rPr lang="en-US" baseline="-25000" dirty="0" err="1">
                    <a:solidFill>
                      <a:srgbClr val="654321"/>
                    </a:solidFill>
                  </a:rPr>
                  <a:t>TD</a:t>
                </a:r>
                <a:r>
                  <a:rPr lang="en-US" baseline="-25000" dirty="0">
                    <a:solidFill>
                      <a:srgbClr val="654321"/>
                    </a:solidFill>
                  </a:rPr>
                  <a:t> </a:t>
                </a:r>
                <a:r>
                  <a:rPr lang="en-US" dirty="0">
                    <a:solidFill>
                      <a:srgbClr val="654321"/>
                    </a:solidFill>
                  </a:rPr>
                  <a:t>= Pool gain from decay of other dead carbon pools</a:t>
                </a:r>
              </a:p>
              <a:p>
                <a:pPr algn="ctr"/>
                <a:r>
                  <a:rPr lang="en-US" i="1" dirty="0">
                    <a:solidFill>
                      <a:srgbClr val="654321"/>
                    </a:solidFill>
                  </a:rPr>
                  <a:t>E</a:t>
                </a:r>
                <a:r>
                  <a:rPr lang="en-US" i="1" baseline="-25000" dirty="0">
                    <a:solidFill>
                      <a:srgbClr val="654321"/>
                    </a:solidFill>
                  </a:rPr>
                  <a:t>DP       </a:t>
                </a:r>
                <a:r>
                  <a:rPr lang="en-US" i="1" dirty="0">
                    <a:solidFill>
                      <a:srgbClr val="654321"/>
                    </a:solidFill>
                  </a:rPr>
                  <a:t> </a:t>
                </a:r>
                <a:r>
                  <a:rPr lang="en-US" dirty="0">
                    <a:solidFill>
                      <a:srgbClr val="654321"/>
                    </a:solidFill>
                  </a:rPr>
                  <a:t>= Respiration efficiency between dead pools (from </a:t>
                </a:r>
                <a:r>
                  <a:rPr lang="en-US" dirty="0" err="1">
                    <a:solidFill>
                      <a:srgbClr val="654321"/>
                    </a:solidFill>
                  </a:rPr>
                  <a:t>dp</a:t>
                </a:r>
                <a:r>
                  <a:rPr lang="en-US" dirty="0">
                    <a:solidFill>
                      <a:srgbClr val="654321"/>
                    </a:solidFill>
                  </a:rPr>
                  <a:t> to dp2)</a:t>
                </a:r>
              </a:p>
              <a:p>
                <a:pPr algn="ctr"/>
                <a:r>
                  <a:rPr lang="en-US" i="1" dirty="0">
                    <a:solidFill>
                      <a:srgbClr val="654321"/>
                    </a:solidFill>
                  </a:rPr>
                  <a:t>TR</a:t>
                </a:r>
                <a:r>
                  <a:rPr lang="en-US" i="1" baseline="-25000" dirty="0">
                    <a:solidFill>
                      <a:srgbClr val="654321"/>
                    </a:solidFill>
                  </a:rPr>
                  <a:t>DP</a:t>
                </a:r>
                <a:r>
                  <a:rPr lang="en-US" i="1" dirty="0">
                    <a:solidFill>
                      <a:srgbClr val="654321"/>
                    </a:solidFill>
                  </a:rPr>
                  <a:t>    </a:t>
                </a:r>
                <a:r>
                  <a:rPr lang="en-US" dirty="0">
                    <a:solidFill>
                      <a:srgbClr val="654321"/>
                    </a:solidFill>
                  </a:rPr>
                  <a:t>= Transfer fraction between dead pools (from </a:t>
                </a:r>
                <a:r>
                  <a:rPr lang="en-US" dirty="0" err="1">
                    <a:solidFill>
                      <a:srgbClr val="654321"/>
                    </a:solidFill>
                  </a:rPr>
                  <a:t>dp</a:t>
                </a:r>
                <a:r>
                  <a:rPr lang="en-US" dirty="0">
                    <a:solidFill>
                      <a:srgbClr val="654321"/>
                    </a:solidFill>
                  </a:rPr>
                  <a:t> to dp2)</a:t>
                </a:r>
              </a:p>
              <a:p>
                <a:pPr algn="ctr"/>
                <a:r>
                  <a:rPr lang="en-US" i="1" dirty="0">
                    <a:solidFill>
                      <a:srgbClr val="654321"/>
                    </a:solidFill>
                  </a:rPr>
                  <a:t>C</a:t>
                </a:r>
                <a:r>
                  <a:rPr lang="en-US" dirty="0">
                    <a:solidFill>
                      <a:srgbClr val="654321"/>
                    </a:solidFill>
                  </a:rPr>
                  <a:t>         = Pool Carbon (mol m</a:t>
                </a:r>
                <a:r>
                  <a:rPr lang="en-US" baseline="30000" dirty="0">
                    <a:solidFill>
                      <a:srgbClr val="654321"/>
                    </a:solidFill>
                  </a:rPr>
                  <a:t>-2</a:t>
                </a:r>
                <a:r>
                  <a:rPr lang="en-US" dirty="0">
                    <a:solidFill>
                      <a:srgbClr val="654321"/>
                    </a:solidFill>
                  </a:rPr>
                  <a:t>)</a:t>
                </a:r>
              </a:p>
              <a:p>
                <a:pPr algn="ctr"/>
                <a:r>
                  <a:rPr lang="en-US" i="1" dirty="0">
                    <a:solidFill>
                      <a:srgbClr val="654321"/>
                    </a:solidFill>
                  </a:rPr>
                  <a:t>krate</a:t>
                </a:r>
                <a:r>
                  <a:rPr lang="en-US" i="1" baseline="-25000" dirty="0">
                    <a:solidFill>
                      <a:srgbClr val="654321"/>
                    </a:solidFill>
                  </a:rPr>
                  <a:t>r</a:t>
                </a:r>
                <a:r>
                  <a:rPr lang="en-US" i="1" dirty="0">
                    <a:solidFill>
                      <a:srgbClr val="654321"/>
                    </a:solidFill>
                  </a:rPr>
                  <a:t>  </a:t>
                </a:r>
                <a:r>
                  <a:rPr lang="en-US" dirty="0">
                    <a:solidFill>
                      <a:srgbClr val="654321"/>
                    </a:solidFill>
                  </a:rPr>
                  <a:t>= Scaled pool decay rate (s</a:t>
                </a:r>
                <a:r>
                  <a:rPr lang="en-US" baseline="30000" dirty="0">
                    <a:solidFill>
                      <a:srgbClr val="654321"/>
                    </a:solidFill>
                  </a:rPr>
                  <a:t>-1</a:t>
                </a:r>
                <a:r>
                  <a:rPr lang="en-US" dirty="0">
                    <a:solidFill>
                      <a:srgbClr val="654321"/>
                    </a:solidFill>
                  </a:rPr>
                  <a:t>)</a:t>
                </a:r>
              </a:p>
              <a:p>
                <a:pPr algn="ctr"/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solidFill>
                              <a:srgbClr val="65432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solidFill>
                              <a:srgbClr val="65432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𝜏</m:t>
                        </m:r>
                      </m:e>
                      <m:sub>
                        <m:r>
                          <a:rPr lang="en-US" i="1">
                            <a:solidFill>
                              <a:srgbClr val="65432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𝑓𝑝</m:t>
                        </m:r>
                        <m:r>
                          <a:rPr lang="en-US" i="1">
                            <a:solidFill>
                              <a:srgbClr val="65432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r>
                          <a:rPr lang="en-US" i="1">
                            <a:solidFill>
                              <a:srgbClr val="65432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𝑠𝑝</m:t>
                        </m:r>
                      </m:sub>
                    </m:sSub>
                    <m:r>
                      <a:rPr lang="en-US" i="1">
                        <a:solidFill>
                          <a:srgbClr val="65432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>
                    <a:solidFill>
                      <a:srgbClr val="654321"/>
                    </a:solidFill>
                  </a:rPr>
                  <a:t> Dead pool turnover time (s)</a:t>
                </a:r>
              </a:p>
              <a:p>
                <a:pPr algn="ctr"/>
                <a:r>
                  <a:rPr lang="en-US" dirty="0" err="1">
                    <a:solidFill>
                      <a:srgbClr val="654321"/>
                    </a:solidFill>
                  </a:rPr>
                  <a:t>MH</a:t>
                </a:r>
                <a:r>
                  <a:rPr lang="en-US" baseline="-25000" dirty="0" err="1">
                    <a:solidFill>
                      <a:srgbClr val="654321"/>
                    </a:solidFill>
                  </a:rPr>
                  <a:t>Sfc,Scale</a:t>
                </a:r>
                <a:r>
                  <a:rPr lang="en-US" baseline="-25000" dirty="0">
                    <a:solidFill>
                      <a:srgbClr val="654321"/>
                    </a:solidFill>
                  </a:rPr>
                  <a:t> </a:t>
                </a:r>
                <a:r>
                  <a:rPr lang="en-US" dirty="0">
                    <a:solidFill>
                      <a:srgbClr val="654321"/>
                    </a:solidFill>
                  </a:rPr>
                  <a:t>= Surface pool scaling coefficient</a:t>
                </a:r>
              </a:p>
              <a:p>
                <a:pPr algn="ctr"/>
                <a:r>
                  <a:rPr lang="en-US" dirty="0" err="1">
                    <a:solidFill>
                      <a:srgbClr val="654321"/>
                    </a:solidFill>
                  </a:rPr>
                  <a:t>MH</a:t>
                </a:r>
                <a:r>
                  <a:rPr lang="en-US" baseline="-25000" dirty="0" err="1">
                    <a:solidFill>
                      <a:srgbClr val="654321"/>
                    </a:solidFill>
                  </a:rPr>
                  <a:t>Soil,Scale</a:t>
                </a:r>
                <a:r>
                  <a:rPr lang="en-US" dirty="0">
                    <a:solidFill>
                      <a:srgbClr val="654321"/>
                    </a:solidFill>
                  </a:rPr>
                  <a:t> = Soil pool scaling coefficient</a:t>
                </a: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8D69FB51-3EBE-4E43-9372-DB20F54E8A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3126" y="2415408"/>
                <a:ext cx="6517746" cy="4114396"/>
              </a:xfrm>
              <a:prstGeom prst="rect">
                <a:avLst/>
              </a:prstGeom>
              <a:blipFill>
                <a:blip r:embed="rId2"/>
                <a:stretch>
                  <a:fillRect t="-19572" b="-917"/>
                </a:stretch>
              </a:blipFill>
              <a:ln w="19050">
                <a:solidFill>
                  <a:srgbClr val="A01300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484056290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759418" y="125562"/>
            <a:ext cx="7749152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Carbon Pool Transfer: Senescence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/>
              <p:cNvSpPr txBox="1"/>
              <p:nvPr/>
            </p:nvSpPr>
            <p:spPr>
              <a:xfrm>
                <a:off x="1070214" y="883519"/>
                <a:ext cx="7127560" cy="5852160"/>
              </a:xfrm>
              <a:prstGeom prst="rect">
                <a:avLst/>
              </a:prstGeom>
              <a:solidFill>
                <a:srgbClr val="FFFDF0"/>
              </a:solidFill>
              <a:ln w="25400">
                <a:solidFill>
                  <a:srgbClr val="A01300"/>
                </a:solidFill>
              </a:ln>
            </p:spPr>
            <p:txBody>
              <a:bodyPr wrap="square" rtlCol="0">
                <a:spAutoFit/>
              </a:bodyPr>
              <a:lstStyle/>
              <a:p>
                <a:pPr marL="285750" indent="-285750">
                  <a:buClr>
                    <a:srgbClr val="A01300"/>
                  </a:buClr>
                  <a:buFont typeface="Wingdings" charset="2"/>
                  <a:buChar char="Ø"/>
                </a:pPr>
                <a:r>
                  <a:rPr lang="en-US" sz="2200" dirty="0">
                    <a:solidFill>
                      <a:srgbClr val="654321"/>
                    </a:solidFill>
                    <a:latin typeface="Helvetica"/>
                    <a:cs typeface="Helvetica"/>
                  </a:rPr>
                  <a:t>Turnover</a:t>
                </a:r>
              </a:p>
              <a:p>
                <a:pPr>
                  <a:buClr>
                    <a:srgbClr val="A01300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20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𝐿𝑜𝑠𝑠</m:t>
                          </m:r>
                        </m:e>
                        <m:sub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𝑙𝑝</m:t>
                          </m:r>
                        </m:sub>
                      </m:sSub>
                      <m:r>
                        <a:rPr lang="en-US" sz="2200" b="0" i="1" smtClean="0">
                          <a:solidFill>
                            <a:srgbClr val="65432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1−</m:t>
                          </m:r>
                          <m:sSub>
                            <m:sSubPr>
                              <m:ctrlP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  <m:t>𝑙𝑝</m:t>
                              </m:r>
                            </m:sub>
                          </m:sSub>
                        </m:e>
                      </m:d>
                      <m:sSub>
                        <m:sSubPr>
                          <m:ctrlP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</m:e>
                        <m:sub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𝑙𝑝</m:t>
                          </m:r>
                        </m:sub>
                      </m:sSub>
                      <m:sSub>
                        <m:sSubPr>
                          <m:ctrlP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𝑘𝑟𝑎𝑡𝑒</m:t>
                          </m:r>
                        </m:e>
                        <m:sub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𝑟</m:t>
                          </m:r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𝑙𝑝</m:t>
                          </m:r>
                        </m:sub>
                      </m:sSub>
                      <m:r>
                        <a:rPr lang="en-US" sz="2200" b="0" i="1" smtClean="0">
                          <a:solidFill>
                            <a:srgbClr val="654321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200" b="0" i="1" smtClean="0">
                          <a:solidFill>
                            <a:srgbClr val="654321"/>
                          </a:solidFill>
                          <a:latin typeface="Cambria Math" panose="02040503050406030204" pitchFamily="18" charset="0"/>
                        </a:rPr>
                        <m:t>𝑑𝑡</m:t>
                      </m:r>
                    </m:oMath>
                  </m:oMathPara>
                </a14:m>
                <a:endParaRPr lang="en-US" sz="2200" dirty="0">
                  <a:solidFill>
                    <a:srgbClr val="654321"/>
                  </a:solidFill>
                  <a:latin typeface="Helvetica"/>
                  <a:cs typeface="Helvetica"/>
                </a:endParaRPr>
              </a:p>
              <a:p>
                <a:pPr>
                  <a:buClr>
                    <a:srgbClr val="A01300"/>
                  </a:buClr>
                </a:pPr>
                <a:endParaRPr lang="en-US" sz="800" dirty="0">
                  <a:solidFill>
                    <a:srgbClr val="654321"/>
                  </a:solidFill>
                  <a:latin typeface="Helvetica"/>
                  <a:cs typeface="Helvetica"/>
                </a:endParaRPr>
              </a:p>
              <a:p>
                <a:pPr algn="ctr">
                  <a:buClr>
                    <a:srgbClr val="A01300"/>
                  </a:buClr>
                </a:pPr>
                <a:r>
                  <a:rPr lang="en-US" dirty="0" err="1">
                    <a:solidFill>
                      <a:srgbClr val="654321"/>
                    </a:solidFill>
                  </a:rPr>
                  <a:t>Loss</a:t>
                </a:r>
                <a:r>
                  <a:rPr lang="en-US" baseline="-25000" dirty="0" err="1">
                    <a:solidFill>
                      <a:srgbClr val="654321"/>
                    </a:solidFill>
                  </a:rPr>
                  <a:t>T</a:t>
                </a:r>
                <a:r>
                  <a:rPr lang="en-US" dirty="0">
                    <a:solidFill>
                      <a:srgbClr val="654321"/>
                    </a:solidFill>
                  </a:rPr>
                  <a:t> = Pool Loss From Turnover (per live pool </a:t>
                </a:r>
                <a:r>
                  <a:rPr lang="en-US" dirty="0" err="1">
                    <a:solidFill>
                      <a:srgbClr val="654321"/>
                    </a:solidFill>
                  </a:rPr>
                  <a:t>lp</a:t>
                </a:r>
                <a:r>
                  <a:rPr lang="en-US" dirty="0">
                    <a:solidFill>
                      <a:srgbClr val="654321"/>
                    </a:solidFill>
                  </a:rPr>
                  <a:t>)</a:t>
                </a:r>
              </a:p>
              <a:p>
                <a:pPr algn="ctr">
                  <a:buClr>
                    <a:srgbClr val="A01300"/>
                  </a:buClr>
                </a:pPr>
                <a:r>
                  <a:rPr lang="en-US" i="1" dirty="0">
                    <a:solidFill>
                      <a:srgbClr val="654321"/>
                    </a:solidFill>
                  </a:rPr>
                  <a:t>E = </a:t>
                </a:r>
                <a:r>
                  <a:rPr lang="en-US" dirty="0">
                    <a:solidFill>
                      <a:srgbClr val="654321"/>
                    </a:solidFill>
                  </a:rPr>
                  <a:t>Respiration efficiency  |  </a:t>
                </a:r>
                <a:r>
                  <a:rPr lang="en-US" i="1" dirty="0">
                    <a:solidFill>
                      <a:srgbClr val="654321"/>
                    </a:solidFill>
                  </a:rPr>
                  <a:t>C</a:t>
                </a:r>
                <a:r>
                  <a:rPr lang="en-US" dirty="0">
                    <a:solidFill>
                      <a:srgbClr val="654321"/>
                    </a:solidFill>
                  </a:rPr>
                  <a:t> = Pool carbon (mol m</a:t>
                </a:r>
                <a:r>
                  <a:rPr lang="en-US" baseline="30000" dirty="0">
                    <a:solidFill>
                      <a:srgbClr val="654321"/>
                    </a:solidFill>
                  </a:rPr>
                  <a:t>-2</a:t>
                </a:r>
                <a:r>
                  <a:rPr lang="en-US" dirty="0">
                    <a:solidFill>
                      <a:srgbClr val="654321"/>
                    </a:solidFill>
                  </a:rPr>
                  <a:t>)</a:t>
                </a:r>
                <a:endParaRPr lang="en-US" dirty="0">
                  <a:solidFill>
                    <a:srgbClr val="654321"/>
                  </a:solidFill>
                  <a:latin typeface="Helvetica"/>
                  <a:cs typeface="Helvetica"/>
                </a:endParaRPr>
              </a:p>
              <a:p>
                <a:pPr algn="ctr"/>
                <a:r>
                  <a:rPr lang="en-US" i="1" dirty="0">
                    <a:solidFill>
                      <a:srgbClr val="654321"/>
                    </a:solidFill>
                  </a:rPr>
                  <a:t>krate</a:t>
                </a:r>
                <a:r>
                  <a:rPr lang="en-US" baseline="-25000" dirty="0">
                    <a:solidFill>
                      <a:srgbClr val="654321"/>
                    </a:solidFill>
                  </a:rPr>
                  <a:t> r</a:t>
                </a:r>
                <a:r>
                  <a:rPr lang="en-US" dirty="0">
                    <a:solidFill>
                      <a:srgbClr val="654321"/>
                    </a:solidFill>
                  </a:rPr>
                  <a:t>= Scaled pool decay rate (s</a:t>
                </a:r>
                <a:r>
                  <a:rPr lang="en-US" baseline="30000" dirty="0">
                    <a:solidFill>
                      <a:srgbClr val="654321"/>
                    </a:solidFill>
                  </a:rPr>
                  <a:t>-1</a:t>
                </a:r>
                <a:r>
                  <a:rPr lang="en-US" dirty="0">
                    <a:solidFill>
                      <a:srgbClr val="654321"/>
                    </a:solidFill>
                  </a:rPr>
                  <a:t>) </a:t>
                </a:r>
              </a:p>
              <a:p>
                <a:pPr>
                  <a:buClr>
                    <a:srgbClr val="A01300"/>
                  </a:buClr>
                </a:pPr>
                <a:endParaRPr lang="en-US" sz="800" dirty="0">
                  <a:solidFill>
                    <a:srgbClr val="654321"/>
                  </a:solidFill>
                  <a:latin typeface="Helvetica"/>
                  <a:cs typeface="Helvetica"/>
                </a:endParaRPr>
              </a:p>
              <a:p>
                <a:pPr marL="285750" indent="-285750">
                  <a:buClr>
                    <a:srgbClr val="A01300"/>
                  </a:buClr>
                  <a:buFont typeface="Wingdings" charset="2"/>
                  <a:buChar char="Ø"/>
                </a:pPr>
                <a:r>
                  <a:rPr lang="en-US" sz="2200" dirty="0">
                    <a:solidFill>
                      <a:srgbClr val="654321"/>
                    </a:solidFill>
                    <a:latin typeface="Helvetica"/>
                    <a:cs typeface="Helvetica"/>
                  </a:rPr>
                  <a:t>Litterfall</a:t>
                </a:r>
              </a:p>
              <a:p>
                <a:pPr>
                  <a:buClr>
                    <a:srgbClr val="A01300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20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𝐿𝑜𝑠𝑠</m:t>
                          </m:r>
                        </m:e>
                        <m:sub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𝐿𝐹</m:t>
                          </m:r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𝑙𝑝</m:t>
                          </m:r>
                        </m:sub>
                      </m:sSub>
                      <m:r>
                        <a:rPr lang="en-US" sz="2200" b="0" i="1" smtClean="0">
                          <a:solidFill>
                            <a:srgbClr val="65432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  <m:t>𝐷</m:t>
                              </m:r>
                            </m:sub>
                          </m:sSub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  <m:t>𝐹</m:t>
                              </m:r>
                            </m:sub>
                          </m:sSub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  <m:t>𝑊</m:t>
                              </m:r>
                            </m:sub>
                          </m:sSub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sub>
                          </m:sSub>
                        </m:e>
                      </m:d>
                      <m:sSub>
                        <m:sSubPr>
                          <m:ctrlP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</m:e>
                        <m:sub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𝑐𝑝</m:t>
                          </m:r>
                        </m:sub>
                      </m:sSub>
                      <m:r>
                        <a:rPr lang="en-US" sz="2200" b="0" i="1" smtClean="0">
                          <a:solidFill>
                            <a:srgbClr val="654321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200" b="0" i="1" smtClean="0">
                          <a:solidFill>
                            <a:srgbClr val="654321"/>
                          </a:solidFill>
                          <a:latin typeface="Cambria Math" panose="02040503050406030204" pitchFamily="18" charset="0"/>
                        </a:rPr>
                        <m:t>𝑑𝑡</m:t>
                      </m:r>
                    </m:oMath>
                  </m:oMathPara>
                </a14:m>
                <a:endParaRPr lang="en-US" sz="2200" dirty="0">
                  <a:solidFill>
                    <a:srgbClr val="654321"/>
                  </a:solidFill>
                  <a:latin typeface="Helvetica"/>
                  <a:cs typeface="Helvetica"/>
                </a:endParaRPr>
              </a:p>
              <a:p>
                <a:pPr>
                  <a:buClr>
                    <a:srgbClr val="A01300"/>
                  </a:buClr>
                </a:pPr>
                <a:endParaRPr lang="en-US" sz="800" dirty="0">
                  <a:solidFill>
                    <a:srgbClr val="654321"/>
                  </a:solidFill>
                  <a:latin typeface="Helvetica"/>
                  <a:cs typeface="Helvetica"/>
                </a:endParaRPr>
              </a:p>
              <a:p>
                <a:pPr algn="ctr">
                  <a:buClr>
                    <a:srgbClr val="A01300"/>
                  </a:buClr>
                </a:pPr>
                <a:r>
                  <a:rPr lang="en-US" dirty="0" err="1">
                    <a:solidFill>
                      <a:srgbClr val="654321"/>
                    </a:solidFill>
                  </a:rPr>
                  <a:t>Loss</a:t>
                </a:r>
                <a:r>
                  <a:rPr lang="en-US" baseline="-25000" dirty="0" err="1">
                    <a:solidFill>
                      <a:srgbClr val="654321"/>
                    </a:solidFill>
                  </a:rPr>
                  <a:t>LF</a:t>
                </a:r>
                <a:r>
                  <a:rPr lang="en-US" dirty="0">
                    <a:solidFill>
                      <a:srgbClr val="654321"/>
                    </a:solidFill>
                  </a:rPr>
                  <a:t> = Pool Loss From Litterfall (per canopy pool cp)</a:t>
                </a:r>
              </a:p>
              <a:p>
                <a:pPr algn="ctr">
                  <a:buClr>
                    <a:srgbClr val="A01300"/>
                  </a:buClr>
                </a:pPr>
                <a:r>
                  <a:rPr lang="en-US" i="1" dirty="0">
                    <a:solidFill>
                      <a:srgbClr val="654321"/>
                    </a:solidFill>
                  </a:rPr>
                  <a:t>T</a:t>
                </a:r>
                <a:r>
                  <a:rPr lang="en-US" i="1" baseline="-25000" dirty="0">
                    <a:solidFill>
                      <a:srgbClr val="654321"/>
                    </a:solidFill>
                  </a:rPr>
                  <a:t>D</a:t>
                </a:r>
                <a:r>
                  <a:rPr lang="en-US" i="1" dirty="0">
                    <a:solidFill>
                      <a:srgbClr val="654321"/>
                    </a:solidFill>
                  </a:rPr>
                  <a:t> = </a:t>
                </a:r>
                <a:r>
                  <a:rPr lang="en-US" dirty="0">
                    <a:solidFill>
                      <a:srgbClr val="654321"/>
                    </a:solidFill>
                  </a:rPr>
                  <a:t>Transfer fraction from shortening day lengths</a:t>
                </a:r>
              </a:p>
              <a:p>
                <a:pPr algn="ctr">
                  <a:buClr>
                    <a:srgbClr val="A01300"/>
                  </a:buClr>
                </a:pPr>
                <a:r>
                  <a:rPr lang="en-US" dirty="0">
                    <a:solidFill>
                      <a:srgbClr val="654321"/>
                    </a:solidFill>
                  </a:rPr>
                  <a:t>T</a:t>
                </a:r>
                <a:r>
                  <a:rPr lang="en-US" baseline="-25000" dirty="0">
                    <a:solidFill>
                      <a:srgbClr val="654321"/>
                    </a:solidFill>
                  </a:rPr>
                  <a:t>F</a:t>
                </a:r>
                <a:r>
                  <a:rPr lang="en-US" dirty="0">
                    <a:solidFill>
                      <a:srgbClr val="654321"/>
                    </a:solidFill>
                  </a:rPr>
                  <a:t> = Transfer fraction from freezing</a:t>
                </a:r>
              </a:p>
              <a:p>
                <a:pPr algn="ctr">
                  <a:buClr>
                    <a:srgbClr val="A01300"/>
                  </a:buClr>
                </a:pPr>
                <a:r>
                  <a:rPr lang="en-US" dirty="0">
                    <a:solidFill>
                      <a:srgbClr val="654321"/>
                    </a:solidFill>
                  </a:rPr>
                  <a:t>T</a:t>
                </a:r>
                <a:r>
                  <a:rPr lang="en-US" baseline="-25000" dirty="0">
                    <a:solidFill>
                      <a:srgbClr val="654321"/>
                    </a:solidFill>
                  </a:rPr>
                  <a:t>W</a:t>
                </a:r>
                <a:r>
                  <a:rPr lang="en-US" dirty="0">
                    <a:solidFill>
                      <a:srgbClr val="654321"/>
                    </a:solidFill>
                  </a:rPr>
                  <a:t> = Transfer fraction from water deprivation</a:t>
                </a:r>
              </a:p>
              <a:p>
                <a:pPr algn="ctr">
                  <a:buClr>
                    <a:srgbClr val="A01300"/>
                  </a:buClr>
                </a:pPr>
                <a:r>
                  <a:rPr lang="en-US" dirty="0">
                    <a:solidFill>
                      <a:srgbClr val="654321"/>
                    </a:solidFill>
                  </a:rPr>
                  <a:t>T</a:t>
                </a:r>
                <a:r>
                  <a:rPr lang="en-US" baseline="-25000" dirty="0">
                    <a:solidFill>
                      <a:srgbClr val="654321"/>
                    </a:solidFill>
                  </a:rPr>
                  <a:t>P</a:t>
                </a:r>
                <a:r>
                  <a:rPr lang="en-US" dirty="0">
                    <a:solidFill>
                      <a:srgbClr val="654321"/>
                    </a:solidFill>
                  </a:rPr>
                  <a:t> = Transfer fraction from phenology</a:t>
                </a:r>
              </a:p>
              <a:p>
                <a:pPr algn="ctr">
                  <a:buClr>
                    <a:srgbClr val="A01300"/>
                  </a:buClr>
                </a:pPr>
                <a:endParaRPr lang="en-US" sz="800" dirty="0">
                  <a:solidFill>
                    <a:srgbClr val="654321"/>
                  </a:solidFill>
                  <a:latin typeface="Helvetica"/>
                </a:endParaRPr>
              </a:p>
              <a:p>
                <a:pPr marL="285750" indent="-285750">
                  <a:buClr>
                    <a:srgbClr val="A01300"/>
                  </a:buClr>
                  <a:buFont typeface="Wingdings" pitchFamily="2" charset="2"/>
                  <a:buChar char="Ø"/>
                </a:pPr>
                <a:r>
                  <a:rPr lang="en-US" sz="2200" dirty="0">
                    <a:solidFill>
                      <a:srgbClr val="654321"/>
                    </a:solidFill>
                    <a:latin typeface="Helvetica"/>
                  </a:rPr>
                  <a:t>Dead Pool Gain From Live Pool Loss</a:t>
                </a:r>
              </a:p>
              <a:p>
                <a:pPr>
                  <a:buClr>
                    <a:srgbClr val="A01300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20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𝐺𝑎𝑖𝑛</m:t>
                          </m:r>
                        </m:e>
                        <m:sub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𝑇𝐿</m:t>
                          </m:r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𝑑𝑝</m:t>
                          </m:r>
                        </m:sub>
                      </m:sSub>
                      <m:r>
                        <a:rPr lang="en-US" sz="2200" b="0" i="1" smtClean="0">
                          <a:solidFill>
                            <a:srgbClr val="65432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ctrlP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𝑙</m:t>
                          </m:r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𝑛𝑙𝑝𝑜𝑜𝑙</m:t>
                          </m:r>
                        </m:sup>
                        <m:e>
                          <m:sSub>
                            <m:sSubPr>
                              <m:ctrlP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  <m:t>𝑇𝐹</m:t>
                              </m:r>
                            </m:e>
                            <m:sub>
                              <m: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  <m:t>𝑙𝑝</m:t>
                              </m:r>
                              <m: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  <m:t>𝑑𝑝</m:t>
                              </m:r>
                            </m:sub>
                          </m:sSub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(</m:t>
                          </m:r>
                          <m:sSub>
                            <m:sSubPr>
                              <m:ctrlP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  <m:t>𝐿𝑜𝑠𝑠</m:t>
                              </m:r>
                            </m:e>
                            <m:sub>
                              <m: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  <m:t>𝐿𝐹</m:t>
                              </m:r>
                              <m: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  <m:t>𝑙𝑝</m:t>
                              </m:r>
                            </m:sub>
                          </m:sSub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  <m:t>𝐿𝑜𝑠𝑠</m:t>
                              </m:r>
                            </m:e>
                            <m:sub>
                              <m: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2200" b="0" i="1" smtClean="0">
                                  <a:solidFill>
                                    <a:srgbClr val="654321"/>
                                  </a:solidFill>
                                  <a:latin typeface="Cambria Math" panose="02040503050406030204" pitchFamily="18" charset="0"/>
                                </a:rPr>
                                <m:t>𝑙𝑝</m:t>
                              </m:r>
                            </m:sub>
                          </m:sSub>
                          <m:r>
                            <a:rPr lang="en-US" sz="2200" b="0" i="1" smtClean="0">
                              <a:solidFill>
                                <a:srgbClr val="654321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e>
                      </m:nary>
                    </m:oMath>
                  </m:oMathPara>
                </a14:m>
                <a:endParaRPr lang="en-US" sz="2200" dirty="0">
                  <a:solidFill>
                    <a:srgbClr val="654321"/>
                  </a:solidFill>
                </a:endParaRPr>
              </a:p>
              <a:p>
                <a:pPr>
                  <a:buClr>
                    <a:srgbClr val="A01300"/>
                  </a:buClr>
                </a:pPr>
                <a:endParaRPr lang="en-US" sz="800" dirty="0">
                  <a:solidFill>
                    <a:srgbClr val="654321"/>
                  </a:solidFill>
                </a:endParaRPr>
              </a:p>
              <a:p>
                <a:pPr algn="ctr">
                  <a:buClr>
                    <a:srgbClr val="A01300"/>
                  </a:buClr>
                </a:pPr>
                <a:r>
                  <a:rPr lang="en-US" dirty="0">
                    <a:solidFill>
                      <a:srgbClr val="654321"/>
                    </a:solidFill>
                  </a:rPr>
                  <a:t>TF = Transfer fraction of carbon (from </a:t>
                </a:r>
                <a:r>
                  <a:rPr lang="en-US" dirty="0" err="1">
                    <a:solidFill>
                      <a:srgbClr val="654321"/>
                    </a:solidFill>
                  </a:rPr>
                  <a:t>lp</a:t>
                </a:r>
                <a:r>
                  <a:rPr lang="en-US" dirty="0">
                    <a:solidFill>
                      <a:srgbClr val="654321"/>
                    </a:solidFill>
                  </a:rPr>
                  <a:t> to </a:t>
                </a:r>
                <a:r>
                  <a:rPr lang="en-US" dirty="0" err="1">
                    <a:solidFill>
                      <a:srgbClr val="654321"/>
                    </a:solidFill>
                  </a:rPr>
                  <a:t>dp</a:t>
                </a:r>
                <a:r>
                  <a:rPr lang="en-US" dirty="0">
                    <a:solidFill>
                      <a:srgbClr val="654321"/>
                    </a:solidFill>
                  </a:rPr>
                  <a:t>)</a:t>
                </a:r>
              </a:p>
            </p:txBody>
          </p:sp>
        </mc:Choice>
        <mc:Fallback xmlns="">
          <p:sp>
            <p:nvSpPr>
              <p:cNvPr id="2" name="TextBox 1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0214" y="883519"/>
                <a:ext cx="7127560" cy="5852160"/>
              </a:xfrm>
              <a:prstGeom prst="rect">
                <a:avLst/>
              </a:prstGeom>
              <a:blipFill>
                <a:blip r:embed="rId2"/>
                <a:stretch>
                  <a:fillRect l="-532" t="-432" b="-21598"/>
                </a:stretch>
              </a:blipFill>
              <a:ln w="25400">
                <a:solidFill>
                  <a:srgbClr val="A01300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2488924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984811" y="81626"/>
            <a:ext cx="7294344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Litterfall: Shortening Day Lengths</a:t>
            </a:r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1828343" y="2742820"/>
            <a:ext cx="5873004" cy="4037690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FC6063D-120E-0941-B2CB-1E871C47D062}"/>
                  </a:ext>
                </a:extLst>
              </p:cNvPr>
              <p:cNvSpPr txBox="1"/>
              <p:nvPr/>
            </p:nvSpPr>
            <p:spPr>
              <a:xfrm>
                <a:off x="1424283" y="745020"/>
                <a:ext cx="6681124" cy="1908215"/>
              </a:xfrm>
              <a:prstGeom prst="rect">
                <a:avLst/>
              </a:prstGeom>
              <a:solidFill>
                <a:srgbClr val="FFFEF1"/>
              </a:solidFill>
              <a:ln w="19050">
                <a:solidFill>
                  <a:srgbClr val="A01300"/>
                </a:solidFill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40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𝐷</m:t>
                          </m:r>
                        </m:sub>
                      </m:sSub>
                      <m:r>
                        <a:rPr lang="en-US" sz="24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𝐿𝑇</m:t>
                          </m:r>
                        </m:e>
                        <m: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𝐷𝐶</m:t>
                          </m:r>
                        </m:sub>
                      </m:sSub>
                      <m:d>
                        <m:dPr>
                          <m:ctrlP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  <m:t>𝐷𝑎𝑦𝐿</m:t>
                              </m:r>
                            </m:e>
                            <m:sub>
                              <m: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  <m:t>𝑀𝑎𝑥</m:t>
                              </m:r>
                            </m:sub>
                          </m:s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𝐷𝑎𝑦𝑙</m:t>
                          </m:r>
                        </m:e>
                      </m:d>
                      <m:d>
                        <m:dPr>
                          <m:ctrlP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  <m:t>𝐷𝑎𝑦𝐿</m:t>
                              </m:r>
                            </m:e>
                            <m:sub>
                              <m: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  <m:t>𝑀𝑎𝑥</m:t>
                              </m:r>
                            </m:sub>
                          </m:s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sSub>
                            <m:sSubPr>
                              <m:ctrlP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  <m:t>𝐿𝑇</m:t>
                              </m:r>
                            </m:e>
                            <m:sub>
                              <m: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  <m:t>𝐷𝑅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2400" b="0" dirty="0">
                  <a:solidFill>
                    <a:srgbClr val="4B3118"/>
                  </a:solidFill>
                </a:endParaRPr>
              </a:p>
              <a:p>
                <a:endParaRPr lang="en-US" sz="800" b="0" dirty="0">
                  <a:solidFill>
                    <a:srgbClr val="4B3118"/>
                  </a:solidFill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US" sz="24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≤</m:t>
                      </m:r>
                      <m:sSub>
                        <m:sSubPr>
                          <m:ctrlP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𝐷</m:t>
                          </m:r>
                        </m:sub>
                      </m:sSub>
                      <m:r>
                        <a:rPr lang="en-US" sz="24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≤</m:t>
                      </m:r>
                      <m:sSub>
                        <m:sSubPr>
                          <m:ctrlP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𝐿𝑇</m:t>
                          </m:r>
                        </m:e>
                        <m: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𝐷𝑀𝑎𝑥</m:t>
                          </m:r>
                        </m:sub>
                      </m:sSub>
                    </m:oMath>
                  </m:oMathPara>
                </a14:m>
                <a:endParaRPr lang="en-US" sz="2400" dirty="0">
                  <a:solidFill>
                    <a:srgbClr val="4B3118"/>
                  </a:solidFill>
                </a:endParaRPr>
              </a:p>
              <a:p>
                <a:endParaRPr lang="en-US" sz="800" dirty="0">
                  <a:solidFill>
                    <a:srgbClr val="4B3118"/>
                  </a:solidFill>
                </a:endParaRPr>
              </a:p>
              <a:p>
                <a:pPr algn="ctr"/>
                <a:r>
                  <a:rPr lang="en-US" dirty="0" err="1">
                    <a:solidFill>
                      <a:srgbClr val="4B3118"/>
                    </a:solidFill>
                  </a:rPr>
                  <a:t>DayLMax</a:t>
                </a:r>
                <a:r>
                  <a:rPr lang="en-US" dirty="0">
                    <a:solidFill>
                      <a:srgbClr val="4B3118"/>
                    </a:solidFill>
                  </a:rPr>
                  <a:t> = Maximum day length</a:t>
                </a:r>
              </a:p>
              <a:p>
                <a:pPr algn="ctr"/>
                <a:r>
                  <a:rPr lang="en-US" dirty="0" err="1">
                    <a:solidFill>
                      <a:srgbClr val="4B3118"/>
                    </a:solidFill>
                  </a:rPr>
                  <a:t>DayL</a:t>
                </a:r>
                <a:r>
                  <a:rPr lang="en-US" dirty="0">
                    <a:solidFill>
                      <a:srgbClr val="4B3118"/>
                    </a:solidFill>
                  </a:rPr>
                  <a:t> = Current day length</a:t>
                </a:r>
              </a:p>
              <a:p>
                <a:pPr algn="ctr"/>
                <a:r>
                  <a:rPr lang="en-US" dirty="0">
                    <a:solidFill>
                      <a:srgbClr val="4B3118"/>
                    </a:solidFill>
                  </a:rPr>
                  <a:t>LT</a:t>
                </a:r>
                <a:r>
                  <a:rPr lang="en-US" baseline="-25000" dirty="0">
                    <a:solidFill>
                      <a:srgbClr val="4B3118"/>
                    </a:solidFill>
                  </a:rPr>
                  <a:t>DC</a:t>
                </a:r>
                <a:r>
                  <a:rPr lang="en-US" dirty="0">
                    <a:solidFill>
                      <a:srgbClr val="4B3118"/>
                    </a:solidFill>
                  </a:rPr>
                  <a:t>, LT</a:t>
                </a:r>
                <a:r>
                  <a:rPr lang="en-US" baseline="-25000" dirty="0">
                    <a:solidFill>
                      <a:srgbClr val="4B3118"/>
                    </a:solidFill>
                  </a:rPr>
                  <a:t>DR</a:t>
                </a:r>
                <a:r>
                  <a:rPr lang="en-US" dirty="0">
                    <a:solidFill>
                      <a:srgbClr val="4B3118"/>
                    </a:solidFill>
                  </a:rPr>
                  <a:t>, and </a:t>
                </a:r>
                <a:r>
                  <a:rPr lang="en-US" dirty="0" err="1">
                    <a:solidFill>
                      <a:srgbClr val="4B3118"/>
                    </a:solidFill>
                  </a:rPr>
                  <a:t>LT</a:t>
                </a:r>
                <a:r>
                  <a:rPr lang="en-US" baseline="-25000" dirty="0" err="1">
                    <a:solidFill>
                      <a:srgbClr val="4B3118"/>
                    </a:solidFill>
                  </a:rPr>
                  <a:t>DMax</a:t>
                </a:r>
                <a:r>
                  <a:rPr lang="en-US" dirty="0">
                    <a:solidFill>
                      <a:srgbClr val="4B3118"/>
                    </a:solidFill>
                  </a:rPr>
                  <a:t> = Parameters</a:t>
                </a:r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FC6063D-120E-0941-B2CB-1E871C47D06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24283" y="745020"/>
                <a:ext cx="6681124" cy="1908215"/>
              </a:xfrm>
              <a:prstGeom prst="rect">
                <a:avLst/>
              </a:prstGeom>
              <a:blipFill>
                <a:blip r:embed="rId3"/>
                <a:stretch>
                  <a:fillRect b="-3268"/>
                </a:stretch>
              </a:blipFill>
              <a:ln w="19050">
                <a:solidFill>
                  <a:srgbClr val="A01300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71114873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984811" y="81626"/>
            <a:ext cx="7294344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Litterfall: Freezing Temperatures</a:t>
            </a:r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1940501" y="2742820"/>
            <a:ext cx="5648687" cy="4037690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FC6063D-120E-0941-B2CB-1E871C47D062}"/>
                  </a:ext>
                </a:extLst>
              </p:cNvPr>
              <p:cNvSpPr txBox="1"/>
              <p:nvPr/>
            </p:nvSpPr>
            <p:spPr>
              <a:xfrm>
                <a:off x="2760733" y="822189"/>
                <a:ext cx="3742499" cy="1764842"/>
              </a:xfrm>
              <a:prstGeom prst="rect">
                <a:avLst/>
              </a:prstGeom>
              <a:solidFill>
                <a:srgbClr val="FFFEF1"/>
              </a:solidFill>
              <a:ln w="19050">
                <a:solidFill>
                  <a:srgbClr val="A01300"/>
                </a:solidFill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40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𝐹</m:t>
                          </m:r>
                        </m:sub>
                      </m:sSub>
                      <m:r>
                        <a:rPr lang="en-US" sz="24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𝐿𝑇</m:t>
                          </m:r>
                        </m:e>
                        <m: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𝐹𝑄</m:t>
                          </m:r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sub>
                        <m:sup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0.01(</m:t>
                          </m:r>
                          <m:sSub>
                            <m:sSubPr>
                              <m:ctrlP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  <m:t>𝐿𝑇</m:t>
                              </m:r>
                            </m:e>
                            <m:sub>
                              <m: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  <m:t>𝐹𝑅</m:t>
                              </m:r>
                            </m:sub>
                          </m:s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sSub>
                            <m:sSubPr>
                              <m:ctrlP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  <m:t>𝐶</m:t>
                              </m:r>
                            </m:sub>
                          </m:s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bSup>
                      <m:r>
                        <a:rPr lang="en-US" sz="24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</m:oMath>
                  </m:oMathPara>
                </a14:m>
                <a:endParaRPr lang="en-US" sz="2400" b="0" dirty="0">
                  <a:solidFill>
                    <a:srgbClr val="4B3118"/>
                  </a:solidFill>
                </a:endParaRPr>
              </a:p>
              <a:p>
                <a:endParaRPr lang="en-US" sz="800" b="0" dirty="0">
                  <a:solidFill>
                    <a:srgbClr val="4B3118"/>
                  </a:solidFill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US" sz="24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≤</m:t>
                      </m:r>
                      <m:sSub>
                        <m:sSubPr>
                          <m:ctrlP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𝐹</m:t>
                          </m:r>
                        </m:sub>
                      </m:sSub>
                      <m:r>
                        <a:rPr lang="en-US" sz="24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≤</m:t>
                      </m:r>
                      <m:sSub>
                        <m:sSubPr>
                          <m:ctrlP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𝐿𝑇</m:t>
                          </m:r>
                        </m:e>
                        <m: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𝐹𝑀𝑎𝑥</m:t>
                          </m:r>
                        </m:sub>
                      </m:sSub>
                    </m:oMath>
                  </m:oMathPara>
                </a14:m>
                <a:endParaRPr lang="en-US" sz="2400" dirty="0">
                  <a:solidFill>
                    <a:srgbClr val="4B3118"/>
                  </a:solidFill>
                </a:endParaRPr>
              </a:p>
              <a:p>
                <a:endParaRPr lang="en-US" sz="800" dirty="0">
                  <a:solidFill>
                    <a:srgbClr val="4B3118"/>
                  </a:solidFill>
                </a:endParaRPr>
              </a:p>
              <a:p>
                <a:pPr algn="ctr"/>
                <a:r>
                  <a:rPr lang="en-US" dirty="0">
                    <a:solidFill>
                      <a:srgbClr val="4B3118"/>
                    </a:solidFill>
                  </a:rPr>
                  <a:t>T</a:t>
                </a:r>
                <a:r>
                  <a:rPr lang="en-US" baseline="-25000" dirty="0">
                    <a:solidFill>
                      <a:srgbClr val="4B3118"/>
                    </a:solidFill>
                  </a:rPr>
                  <a:t>C</a:t>
                </a:r>
                <a:r>
                  <a:rPr lang="en-US" dirty="0">
                    <a:solidFill>
                      <a:srgbClr val="4B3118"/>
                    </a:solidFill>
                  </a:rPr>
                  <a:t> = Canopy Temperature (K)</a:t>
                </a:r>
              </a:p>
              <a:p>
                <a:pPr algn="ctr"/>
                <a:r>
                  <a:rPr lang="en-US" dirty="0">
                    <a:solidFill>
                      <a:srgbClr val="4B3118"/>
                    </a:solidFill>
                  </a:rPr>
                  <a:t>LT</a:t>
                </a:r>
                <a:r>
                  <a:rPr lang="en-US" baseline="-25000" dirty="0">
                    <a:solidFill>
                      <a:srgbClr val="4B3118"/>
                    </a:solidFill>
                  </a:rPr>
                  <a:t>FR</a:t>
                </a:r>
                <a:r>
                  <a:rPr lang="en-US" dirty="0">
                    <a:solidFill>
                      <a:srgbClr val="4B3118"/>
                    </a:solidFill>
                  </a:rPr>
                  <a:t>, LT</a:t>
                </a:r>
                <a:r>
                  <a:rPr lang="en-US" baseline="-25000" dirty="0">
                    <a:solidFill>
                      <a:srgbClr val="4B3118"/>
                    </a:solidFill>
                  </a:rPr>
                  <a:t>FQ10</a:t>
                </a:r>
                <a:r>
                  <a:rPr lang="en-US" dirty="0">
                    <a:solidFill>
                      <a:srgbClr val="4B3118"/>
                    </a:solidFill>
                  </a:rPr>
                  <a:t>, and </a:t>
                </a:r>
                <a:r>
                  <a:rPr lang="en-US" dirty="0" err="1">
                    <a:solidFill>
                      <a:srgbClr val="4B3118"/>
                    </a:solidFill>
                  </a:rPr>
                  <a:t>LT</a:t>
                </a:r>
                <a:r>
                  <a:rPr lang="en-US" baseline="-25000" dirty="0" err="1">
                    <a:solidFill>
                      <a:srgbClr val="4B3118"/>
                    </a:solidFill>
                  </a:rPr>
                  <a:t>FMax</a:t>
                </a:r>
                <a:r>
                  <a:rPr lang="en-US" dirty="0">
                    <a:solidFill>
                      <a:srgbClr val="4B3118"/>
                    </a:solidFill>
                  </a:rPr>
                  <a:t> = Parameters</a:t>
                </a:r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FC6063D-120E-0941-B2CB-1E871C47D06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60733" y="822189"/>
                <a:ext cx="3742499" cy="1764842"/>
              </a:xfrm>
              <a:prstGeom prst="rect">
                <a:avLst/>
              </a:prstGeom>
              <a:blipFill>
                <a:blip r:embed="rId3"/>
                <a:stretch>
                  <a:fillRect b="-3521"/>
                </a:stretch>
              </a:blipFill>
              <a:ln w="19050">
                <a:solidFill>
                  <a:srgbClr val="A01300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704340802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1521031" y="97123"/>
            <a:ext cx="6221901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Litterfall: Moisture Deprivation</a:t>
            </a:r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1816517" y="2727322"/>
            <a:ext cx="5648687" cy="4037689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FC6063D-120E-0941-B2CB-1E871C47D062}"/>
                  </a:ext>
                </a:extLst>
              </p:cNvPr>
              <p:cNvSpPr txBox="1"/>
              <p:nvPr/>
            </p:nvSpPr>
            <p:spPr>
              <a:xfrm>
                <a:off x="1689991" y="826472"/>
                <a:ext cx="5883983" cy="1725280"/>
              </a:xfrm>
              <a:prstGeom prst="rect">
                <a:avLst/>
              </a:prstGeom>
              <a:solidFill>
                <a:srgbClr val="FFFEF1"/>
              </a:solidFill>
              <a:ln w="19050">
                <a:solidFill>
                  <a:srgbClr val="A01300"/>
                </a:solidFill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40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𝑊</m:t>
                          </m:r>
                        </m:sub>
                      </m:sSub>
                      <m:r>
                        <a:rPr lang="en-US" sz="24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sSub>
                            <m:sSubPr>
                              <m:ctrlP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  <m:t>𝐿𝑇</m:t>
                              </m:r>
                            </m:e>
                            <m:sub>
                              <m: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  <m:t>𝑊𝐶</m:t>
                              </m:r>
                            </m:sub>
                          </m:s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(</m:t>
                          </m:r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𝐿𝑇</m:t>
                          </m:r>
                        </m:e>
                        <m: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𝑊𝐵</m:t>
                          </m:r>
                        </m:sub>
                        <m:sup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10(</m:t>
                          </m:r>
                          <m:sSub>
                            <m:sSubPr>
                              <m:ctrlP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  <m:t>𝑃𝐴𝑊</m:t>
                              </m:r>
                            </m:e>
                            <m:sub>
                              <m: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  <m:t>𝐹𝑅𝑊</m:t>
                              </m:r>
                            </m:sub>
                          </m:s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sSub>
                            <m:sSubPr>
                              <m:ctrlP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  <m:t>𝐿𝑇</m:t>
                              </m:r>
                            </m:e>
                            <m:sub>
                              <m: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  <m:t>𝑊𝑅</m:t>
                              </m:r>
                            </m:sub>
                          </m:s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bSup>
                      <m:r>
                        <a:rPr lang="en-US" sz="24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−1)</m:t>
                      </m:r>
                    </m:oMath>
                  </m:oMathPara>
                </a14:m>
                <a:endParaRPr lang="en-US" sz="2400" b="0" dirty="0">
                  <a:solidFill>
                    <a:srgbClr val="4B3118"/>
                  </a:solidFill>
                </a:endParaRPr>
              </a:p>
              <a:p>
                <a:endParaRPr lang="en-US" sz="800" b="0" dirty="0">
                  <a:solidFill>
                    <a:srgbClr val="4B3118"/>
                  </a:solidFill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US" sz="24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≤</m:t>
                      </m:r>
                      <m:sSub>
                        <m:sSubPr>
                          <m:ctrlP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𝑊</m:t>
                          </m:r>
                        </m:sub>
                      </m:sSub>
                      <m:r>
                        <a:rPr lang="en-US" sz="24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≤</m:t>
                      </m:r>
                      <m:sSub>
                        <m:sSubPr>
                          <m:ctrlP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𝐿𝑇</m:t>
                          </m:r>
                        </m:e>
                        <m: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𝑊𝑀𝑎𝑥</m:t>
                          </m:r>
                        </m:sub>
                      </m:sSub>
                    </m:oMath>
                  </m:oMathPara>
                </a14:m>
                <a:endParaRPr lang="en-US" sz="2400" dirty="0">
                  <a:solidFill>
                    <a:srgbClr val="4B3118"/>
                  </a:solidFill>
                </a:endParaRPr>
              </a:p>
              <a:p>
                <a:endParaRPr lang="en-US" sz="800" dirty="0">
                  <a:solidFill>
                    <a:srgbClr val="4B3118"/>
                  </a:solidFill>
                </a:endParaRPr>
              </a:p>
              <a:p>
                <a:pPr algn="ctr"/>
                <a:r>
                  <a:rPr lang="en-US" dirty="0">
                    <a:solidFill>
                      <a:srgbClr val="4B3118"/>
                    </a:solidFill>
                  </a:rPr>
                  <a:t>PAW</a:t>
                </a:r>
                <a:r>
                  <a:rPr lang="en-US" baseline="-25000" dirty="0">
                    <a:solidFill>
                      <a:srgbClr val="4B3118"/>
                    </a:solidFill>
                  </a:rPr>
                  <a:t>FRW </a:t>
                </a:r>
                <a:r>
                  <a:rPr lang="en-US" dirty="0">
                    <a:solidFill>
                      <a:srgbClr val="4B3118"/>
                    </a:solidFill>
                  </a:rPr>
                  <a:t>= Root-Weighted Fraction of Plant Available Water</a:t>
                </a:r>
              </a:p>
              <a:p>
                <a:pPr algn="ctr"/>
                <a:r>
                  <a:rPr lang="en-US" dirty="0">
                    <a:solidFill>
                      <a:srgbClr val="4B3118"/>
                    </a:solidFill>
                  </a:rPr>
                  <a:t>LT</a:t>
                </a:r>
                <a:r>
                  <a:rPr lang="en-US" baseline="-25000" dirty="0">
                    <a:solidFill>
                      <a:srgbClr val="4B3118"/>
                    </a:solidFill>
                  </a:rPr>
                  <a:t>WC</a:t>
                </a:r>
                <a:r>
                  <a:rPr lang="en-US" dirty="0">
                    <a:solidFill>
                      <a:srgbClr val="4B3118"/>
                    </a:solidFill>
                  </a:rPr>
                  <a:t>, LT</a:t>
                </a:r>
                <a:r>
                  <a:rPr lang="en-US" baseline="-25000" dirty="0">
                    <a:solidFill>
                      <a:srgbClr val="4B3118"/>
                    </a:solidFill>
                  </a:rPr>
                  <a:t>WB</a:t>
                </a:r>
                <a:r>
                  <a:rPr lang="en-US" dirty="0">
                    <a:solidFill>
                      <a:srgbClr val="4B3118"/>
                    </a:solidFill>
                  </a:rPr>
                  <a:t>, LT</a:t>
                </a:r>
                <a:r>
                  <a:rPr lang="en-US" baseline="-25000" dirty="0">
                    <a:solidFill>
                      <a:srgbClr val="4B3118"/>
                    </a:solidFill>
                  </a:rPr>
                  <a:t>WR</a:t>
                </a:r>
                <a:r>
                  <a:rPr lang="en-US" dirty="0">
                    <a:solidFill>
                      <a:srgbClr val="4B3118"/>
                    </a:solidFill>
                  </a:rPr>
                  <a:t>, and </a:t>
                </a:r>
                <a:r>
                  <a:rPr lang="en-US" dirty="0" err="1">
                    <a:solidFill>
                      <a:srgbClr val="4B3118"/>
                    </a:solidFill>
                  </a:rPr>
                  <a:t>LT</a:t>
                </a:r>
                <a:r>
                  <a:rPr lang="en-US" baseline="-25000" dirty="0" err="1">
                    <a:solidFill>
                      <a:srgbClr val="4B3118"/>
                    </a:solidFill>
                  </a:rPr>
                  <a:t>WMax</a:t>
                </a:r>
                <a:r>
                  <a:rPr lang="en-US" dirty="0">
                    <a:solidFill>
                      <a:srgbClr val="4B3118"/>
                    </a:solidFill>
                  </a:rPr>
                  <a:t> = Parameters</a:t>
                </a:r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FC6063D-120E-0941-B2CB-1E871C47D06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9991" y="826472"/>
                <a:ext cx="5883983" cy="1725280"/>
              </a:xfrm>
              <a:prstGeom prst="rect">
                <a:avLst/>
              </a:prstGeom>
              <a:blipFill>
                <a:blip r:embed="rId3"/>
                <a:stretch>
                  <a:fillRect b="-3597"/>
                </a:stretch>
              </a:blipFill>
              <a:ln w="19050">
                <a:solidFill>
                  <a:srgbClr val="A01300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573473343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1521031" y="97123"/>
            <a:ext cx="6221901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Litterfall: Phenology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FC6063D-120E-0941-B2CB-1E871C47D062}"/>
                  </a:ext>
                </a:extLst>
              </p:cNvPr>
              <p:cNvSpPr txBox="1"/>
              <p:nvPr/>
            </p:nvSpPr>
            <p:spPr>
              <a:xfrm>
                <a:off x="419068" y="1019422"/>
                <a:ext cx="8305864" cy="1370375"/>
              </a:xfrm>
              <a:prstGeom prst="rect">
                <a:avLst/>
              </a:prstGeom>
              <a:solidFill>
                <a:srgbClr val="FFFEF1"/>
              </a:solidFill>
              <a:ln w="19050">
                <a:solidFill>
                  <a:srgbClr val="A01300"/>
                </a:solidFill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40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sub>
                      </m:sSub>
                      <m:r>
                        <a:rPr lang="en-US" sz="24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sub>
                      </m:sSub>
                      <m:r>
                        <a:rPr lang="en-US" sz="2400" b="0" i="1" smtClean="0">
                          <a:solidFill>
                            <a:srgbClr val="4B3118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400" b="0" i="1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  <m:t>𝐿𝑃</m:t>
                              </m:r>
                            </m:e>
                            <m:sub>
                              <m:r>
                                <a:rPr lang="en-US" sz="2400" b="0" i="1" smtClean="0">
                                  <a:solidFill>
                                    <a:srgbClr val="4B3118"/>
                                  </a:solidFill>
                                  <a:latin typeface="Cambria Math" panose="02040503050406030204" pitchFamily="18" charset="0"/>
                                </a:rPr>
                                <m:t>𝑇𝑟𝑎𝑛</m:t>
                              </m:r>
                            </m:sub>
                          </m:sSub>
                        </m:num>
                        <m:den>
                          <m:r>
                            <m:rPr>
                              <m:nor/>
                            </m:rPr>
                            <a:rPr lang="en-US" sz="2400" b="0" i="0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steps</m:t>
                          </m:r>
                          <m:r>
                            <m:rPr>
                              <m:nor/>
                            </m:rPr>
                            <a:rPr lang="en-US" sz="2400" b="0" i="0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400" b="0" i="0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per</m:t>
                          </m:r>
                          <m:r>
                            <m:rPr>
                              <m:nor/>
                            </m:rPr>
                            <a:rPr lang="en-US" sz="2400" b="0" i="0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400" b="0" i="0" smtClean="0">
                              <a:solidFill>
                                <a:srgbClr val="4B3118"/>
                              </a:solidFill>
                              <a:latin typeface="Cambria Math" panose="02040503050406030204" pitchFamily="18" charset="0"/>
                            </a:rPr>
                            <m:t>day</m:t>
                          </m:r>
                        </m:den>
                      </m:f>
                    </m:oMath>
                  </m:oMathPara>
                </a14:m>
                <a:endParaRPr lang="en-US" sz="2400" b="0" dirty="0">
                  <a:solidFill>
                    <a:srgbClr val="4B3118"/>
                  </a:solidFill>
                </a:endParaRPr>
              </a:p>
              <a:p>
                <a:endParaRPr lang="en-US" sz="800" b="0" dirty="0">
                  <a:solidFill>
                    <a:srgbClr val="4B3118"/>
                  </a:solidFill>
                </a:endParaRPr>
              </a:p>
              <a:p>
                <a:endParaRPr lang="en-US" sz="800" dirty="0">
                  <a:solidFill>
                    <a:srgbClr val="4B3118"/>
                  </a:solidFill>
                </a:endParaRPr>
              </a:p>
              <a:p>
                <a:pPr algn="ctr"/>
                <a:r>
                  <a:rPr lang="en-US" dirty="0" err="1">
                    <a:solidFill>
                      <a:srgbClr val="4B3118"/>
                    </a:solidFill>
                  </a:rPr>
                  <a:t>LP</a:t>
                </a:r>
                <a:r>
                  <a:rPr lang="en-US" baseline="-25000" dirty="0" err="1">
                    <a:solidFill>
                      <a:srgbClr val="4B3118"/>
                    </a:solidFill>
                  </a:rPr>
                  <a:t>Fran</a:t>
                </a:r>
                <a:r>
                  <a:rPr lang="en-US" baseline="-25000" dirty="0">
                    <a:solidFill>
                      <a:srgbClr val="4B3118"/>
                    </a:solidFill>
                  </a:rPr>
                  <a:t> </a:t>
                </a:r>
                <a:r>
                  <a:rPr lang="en-US" dirty="0">
                    <a:solidFill>
                      <a:srgbClr val="4B3118"/>
                    </a:solidFill>
                  </a:rPr>
                  <a:t>= Transfer Fraction Parameter (specified per PFT and per live pool)</a:t>
                </a:r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FC6063D-120E-0941-B2CB-1E871C47D06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9068" y="1019422"/>
                <a:ext cx="8305864" cy="1370375"/>
              </a:xfrm>
              <a:prstGeom prst="rect">
                <a:avLst/>
              </a:prstGeom>
              <a:blipFill>
                <a:blip r:embed="rId2"/>
                <a:stretch>
                  <a:fillRect b="-4505"/>
                </a:stretch>
              </a:blipFill>
              <a:ln w="19050">
                <a:solidFill>
                  <a:srgbClr val="A01300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extBox 2">
            <a:extLst>
              <a:ext uri="{FF2B5EF4-FFF2-40B4-BE49-F238E27FC236}">
                <a16:creationId xmlns:a16="http://schemas.microsoft.com/office/drawing/2014/main" id="{6977FAC7-316D-464A-9C87-0011DE4DFBD6}"/>
              </a:ext>
            </a:extLst>
          </p:cNvPr>
          <p:cNvSpPr txBox="1"/>
          <p:nvPr/>
        </p:nvSpPr>
        <p:spPr>
          <a:xfrm>
            <a:off x="547387" y="3429000"/>
            <a:ext cx="7832250" cy="2677656"/>
          </a:xfrm>
          <a:prstGeom prst="rect">
            <a:avLst/>
          </a:prstGeom>
          <a:solidFill>
            <a:srgbClr val="FFFEF1"/>
          </a:solidFill>
          <a:ln w="1905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9E160D"/>
              </a:buClr>
              <a:buFont typeface="Wingdings" pitchFamily="2" charset="2"/>
              <a:buChar char="Ø"/>
            </a:pPr>
            <a:r>
              <a:rPr lang="en-US" sz="2800" dirty="0"/>
              <a:t>Transfer fraction from phenology incrementally increases according to the number of days per phenology stage</a:t>
            </a:r>
          </a:p>
          <a:p>
            <a:pPr>
              <a:buClr>
                <a:srgbClr val="9E160D"/>
              </a:buClr>
            </a:pPr>
            <a:endParaRPr lang="en-US" sz="2800" dirty="0"/>
          </a:p>
          <a:p>
            <a:pPr marL="285750" indent="-285750">
              <a:buClr>
                <a:srgbClr val="9E160D"/>
              </a:buClr>
              <a:buFont typeface="Wingdings" pitchFamily="2" charset="2"/>
              <a:buChar char="Ø"/>
            </a:pPr>
            <a:r>
              <a:rPr lang="en-US" sz="2800" dirty="0"/>
              <a:t>When phenology stage changes, the transfer fraction is reset</a:t>
            </a:r>
          </a:p>
        </p:txBody>
      </p:sp>
    </p:spTree>
    <p:extLst>
      <p:ext uri="{BB962C8B-B14F-4D97-AF65-F5344CB8AC3E}">
        <p14:creationId xmlns:p14="http://schemas.microsoft.com/office/powerpoint/2010/main" val="2773904737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grass-clipart-9cRBx69ce.png">
            <a:extLst>
              <a:ext uri="{FF2B5EF4-FFF2-40B4-BE49-F238E27FC236}">
                <a16:creationId xmlns:a16="http://schemas.microsoft.com/office/drawing/2014/main" id="{5B563B85-5414-6B4B-8B5D-75F506EBFB9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49820" y="5371078"/>
            <a:ext cx="1323181" cy="1321181"/>
          </a:xfrm>
          <a:prstGeom prst="rect">
            <a:avLst/>
          </a:prstGeom>
        </p:spPr>
      </p:pic>
      <p:pic>
        <p:nvPicPr>
          <p:cNvPr id="5" name="Picture 4" descr="grass-clipart-9cRBx69ce.png">
            <a:extLst>
              <a:ext uri="{FF2B5EF4-FFF2-40B4-BE49-F238E27FC236}">
                <a16:creationId xmlns:a16="http://schemas.microsoft.com/office/drawing/2014/main" id="{23B8090E-B242-F740-8207-CAEB0AF6584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8524" y="5627757"/>
            <a:ext cx="1176216" cy="1174439"/>
          </a:xfrm>
          <a:prstGeom prst="rect">
            <a:avLst/>
          </a:prstGeom>
        </p:spPr>
      </p:pic>
      <p:pic>
        <p:nvPicPr>
          <p:cNvPr id="6" name="Picture 5" descr="grass-clipart-9cRBx69ce.png">
            <a:extLst>
              <a:ext uri="{FF2B5EF4-FFF2-40B4-BE49-F238E27FC236}">
                <a16:creationId xmlns:a16="http://schemas.microsoft.com/office/drawing/2014/main" id="{8DC6DF2E-97B1-5147-B4F6-D4BF4F8D734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2432" y="5714460"/>
            <a:ext cx="1101602" cy="1099938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4E915F09-3650-B342-9B7A-AAFF0C0182A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1314965">
            <a:off x="-7619" y="4954345"/>
            <a:ext cx="2066067" cy="1647344"/>
          </a:xfrm>
          <a:prstGeom prst="rect">
            <a:avLst/>
          </a:prstGeom>
        </p:spPr>
      </p:pic>
      <p:pic>
        <p:nvPicPr>
          <p:cNvPr id="8" name="Picture 7" descr="grass-clipart-9cRBx69ce.png">
            <a:extLst>
              <a:ext uri="{FF2B5EF4-FFF2-40B4-BE49-F238E27FC236}">
                <a16:creationId xmlns:a16="http://schemas.microsoft.com/office/drawing/2014/main" id="{B2D68247-6C82-FD44-A457-25716EC561F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578" y="6336126"/>
            <a:ext cx="472881" cy="472166"/>
          </a:xfrm>
          <a:prstGeom prst="rect">
            <a:avLst/>
          </a:prstGeom>
        </p:spPr>
      </p:pic>
      <p:pic>
        <p:nvPicPr>
          <p:cNvPr id="9" name="Picture 8" descr="grass-clipart-9cRBx69ce.png">
            <a:extLst>
              <a:ext uri="{FF2B5EF4-FFF2-40B4-BE49-F238E27FC236}">
                <a16:creationId xmlns:a16="http://schemas.microsoft.com/office/drawing/2014/main" id="{DF83B108-C10F-5C44-8EC1-A1C506E12E3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7018" y="6208290"/>
            <a:ext cx="600910" cy="600002"/>
          </a:xfrm>
          <a:prstGeom prst="rect">
            <a:avLst/>
          </a:prstGeom>
        </p:spPr>
      </p:pic>
      <p:pic>
        <p:nvPicPr>
          <p:cNvPr id="10" name="Picture 9" descr="grass-clipart-9cRBx69ce.png">
            <a:extLst>
              <a:ext uri="{FF2B5EF4-FFF2-40B4-BE49-F238E27FC236}">
                <a16:creationId xmlns:a16="http://schemas.microsoft.com/office/drawing/2014/main" id="{42ABB25D-AA5A-664B-A5A6-8253415AA7D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1487" y="5934941"/>
            <a:ext cx="874673" cy="873352"/>
          </a:xfrm>
          <a:prstGeom prst="rect">
            <a:avLst/>
          </a:prstGeom>
        </p:spPr>
      </p:pic>
      <p:pic>
        <p:nvPicPr>
          <p:cNvPr id="11" name="Picture 10" descr="grass-clipart-9cRBx69ce.png">
            <a:extLst>
              <a:ext uri="{FF2B5EF4-FFF2-40B4-BE49-F238E27FC236}">
                <a16:creationId xmlns:a16="http://schemas.microsoft.com/office/drawing/2014/main" id="{EC92AC7D-D701-BC4B-91CF-171C6EF6C56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9886" y="5460366"/>
            <a:ext cx="1323181" cy="1321181"/>
          </a:xfrm>
          <a:prstGeom prst="rect">
            <a:avLst/>
          </a:prstGeom>
        </p:spPr>
      </p:pic>
      <p:pic>
        <p:nvPicPr>
          <p:cNvPr id="12" name="Picture 11" descr="grass-clipart-9cRBx69ce.png">
            <a:extLst>
              <a:ext uri="{FF2B5EF4-FFF2-40B4-BE49-F238E27FC236}">
                <a16:creationId xmlns:a16="http://schemas.microsoft.com/office/drawing/2014/main" id="{E75DFEE6-A29D-C14A-881B-97AF76B2EEE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91704" y="5807942"/>
            <a:ext cx="1001864" cy="1000350"/>
          </a:xfrm>
          <a:prstGeom prst="rect">
            <a:avLst/>
          </a:prstGeom>
        </p:spPr>
      </p:pic>
      <p:pic>
        <p:nvPicPr>
          <p:cNvPr id="13" name="Picture 12" descr="grass-clipart-9cRBx69ce.png">
            <a:extLst>
              <a:ext uri="{FF2B5EF4-FFF2-40B4-BE49-F238E27FC236}">
                <a16:creationId xmlns:a16="http://schemas.microsoft.com/office/drawing/2014/main" id="{74BC1853-CDC2-794F-8BFA-6E7B5596C50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11452" y="6141606"/>
            <a:ext cx="667695" cy="666686"/>
          </a:xfrm>
          <a:prstGeom prst="rect">
            <a:avLst/>
          </a:prstGeom>
        </p:spPr>
      </p:pic>
      <p:pic>
        <p:nvPicPr>
          <p:cNvPr id="14" name="Picture 13" descr="grass-clipart-9cRBx69ce.png">
            <a:extLst>
              <a:ext uri="{FF2B5EF4-FFF2-40B4-BE49-F238E27FC236}">
                <a16:creationId xmlns:a16="http://schemas.microsoft.com/office/drawing/2014/main" id="{4C37D5B3-FC13-7E42-8C4F-2635A126EC8D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36779" y="5928525"/>
            <a:ext cx="874673" cy="873352"/>
          </a:xfrm>
          <a:prstGeom prst="rect">
            <a:avLst/>
          </a:prstGeom>
        </p:spPr>
      </p:pic>
      <p:pic>
        <p:nvPicPr>
          <p:cNvPr id="15" name="Picture 14" descr="grass-clipart-9cRBx69ce.png">
            <a:extLst>
              <a:ext uri="{FF2B5EF4-FFF2-40B4-BE49-F238E27FC236}">
                <a16:creationId xmlns:a16="http://schemas.microsoft.com/office/drawing/2014/main" id="{681FDC17-E438-EB4B-8A3F-BAB92596DCC4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18955" y="6162807"/>
            <a:ext cx="646462" cy="645485"/>
          </a:xfrm>
          <a:prstGeom prst="rect">
            <a:avLst/>
          </a:prstGeom>
        </p:spPr>
      </p:pic>
      <p:pic>
        <p:nvPicPr>
          <p:cNvPr id="16" name="Picture 15" descr="grass-clipart-9cRBx69ce.png">
            <a:extLst>
              <a:ext uri="{FF2B5EF4-FFF2-40B4-BE49-F238E27FC236}">
                <a16:creationId xmlns:a16="http://schemas.microsoft.com/office/drawing/2014/main" id="{3AB6B75A-DEDA-1348-B0DC-1F1377A9EAA2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56065" y="6095415"/>
            <a:ext cx="713957" cy="712877"/>
          </a:xfrm>
          <a:prstGeom prst="rect">
            <a:avLst/>
          </a:prstGeom>
        </p:spPr>
      </p:pic>
      <p:pic>
        <p:nvPicPr>
          <p:cNvPr id="17" name="Picture 16" descr="grass-clipart-9cRBx69ce.png">
            <a:extLst>
              <a:ext uri="{FF2B5EF4-FFF2-40B4-BE49-F238E27FC236}">
                <a16:creationId xmlns:a16="http://schemas.microsoft.com/office/drawing/2014/main" id="{765D15F4-7561-4040-9D6C-1E954BC09B28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74782" y="6242756"/>
            <a:ext cx="560286" cy="559440"/>
          </a:xfrm>
          <a:prstGeom prst="rect">
            <a:avLst/>
          </a:prstGeom>
        </p:spPr>
      </p:pic>
      <p:pic>
        <p:nvPicPr>
          <p:cNvPr id="18" name="Picture 17" descr="grass-clipart-9cRBx69ce.png">
            <a:extLst>
              <a:ext uri="{FF2B5EF4-FFF2-40B4-BE49-F238E27FC236}">
                <a16:creationId xmlns:a16="http://schemas.microsoft.com/office/drawing/2014/main" id="{A17B9525-F3C4-B148-B673-F3DC509052EF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54926" y="6317096"/>
            <a:ext cx="501946" cy="501188"/>
          </a:xfrm>
          <a:prstGeom prst="rect">
            <a:avLst/>
          </a:prstGeom>
        </p:spPr>
      </p:pic>
      <p:pic>
        <p:nvPicPr>
          <p:cNvPr id="19" name="Picture 18" descr="grass-clipart-9cRBx69ce.png">
            <a:extLst>
              <a:ext uri="{FF2B5EF4-FFF2-40B4-BE49-F238E27FC236}">
                <a16:creationId xmlns:a16="http://schemas.microsoft.com/office/drawing/2014/main" id="{55FA7D61-F503-854C-8097-6FC413CCF4F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33752" y="5395092"/>
            <a:ext cx="1323181" cy="1321181"/>
          </a:xfrm>
          <a:prstGeom prst="rect">
            <a:avLst/>
          </a:prstGeom>
        </p:spPr>
      </p:pic>
      <p:pic>
        <p:nvPicPr>
          <p:cNvPr id="20" name="Picture 19" descr="grass-clipart-9cRBx69ce.png">
            <a:extLst>
              <a:ext uri="{FF2B5EF4-FFF2-40B4-BE49-F238E27FC236}">
                <a16:creationId xmlns:a16="http://schemas.microsoft.com/office/drawing/2014/main" id="{6D299CC0-F4F9-194E-AE7B-92438636D591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09076" y="5926828"/>
            <a:ext cx="874673" cy="873352"/>
          </a:xfrm>
          <a:prstGeom prst="rect">
            <a:avLst/>
          </a:prstGeom>
        </p:spPr>
      </p:pic>
      <p:pic>
        <p:nvPicPr>
          <p:cNvPr id="21" name="Picture 20" descr="grass-clipart-9cRBx69ce.png">
            <a:extLst>
              <a:ext uri="{FF2B5EF4-FFF2-40B4-BE49-F238E27FC236}">
                <a16:creationId xmlns:a16="http://schemas.microsoft.com/office/drawing/2014/main" id="{7405E84E-9F93-4446-A4F7-52A32579B0B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6278" y="6076474"/>
            <a:ext cx="726820" cy="725722"/>
          </a:xfrm>
          <a:prstGeom prst="rect">
            <a:avLst/>
          </a:prstGeom>
        </p:spPr>
      </p:pic>
      <p:pic>
        <p:nvPicPr>
          <p:cNvPr id="22" name="Picture 21" descr="grass-clipart-9cRBx69ce.png">
            <a:extLst>
              <a:ext uri="{FF2B5EF4-FFF2-40B4-BE49-F238E27FC236}">
                <a16:creationId xmlns:a16="http://schemas.microsoft.com/office/drawing/2014/main" id="{D75592D3-A8D9-E34A-B307-85D3C5AAAAD0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06473" y="6240308"/>
            <a:ext cx="554552" cy="553714"/>
          </a:xfrm>
          <a:prstGeom prst="rect">
            <a:avLst/>
          </a:prstGeom>
        </p:spPr>
      </p:pic>
      <p:pic>
        <p:nvPicPr>
          <p:cNvPr id="23" name="Picture 22" descr="grass-clipart-9cRBx69ce.png">
            <a:extLst>
              <a:ext uri="{FF2B5EF4-FFF2-40B4-BE49-F238E27FC236}">
                <a16:creationId xmlns:a16="http://schemas.microsoft.com/office/drawing/2014/main" id="{5A5DBA3A-6269-C147-AD5F-82FE350971D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545" y="6456309"/>
            <a:ext cx="362523" cy="361975"/>
          </a:xfrm>
          <a:prstGeom prst="rect">
            <a:avLst/>
          </a:prstGeom>
        </p:spPr>
      </p:pic>
      <p:pic>
        <p:nvPicPr>
          <p:cNvPr id="24" name="Picture 23" descr="grass-clipart-9cRBx69ce.png">
            <a:extLst>
              <a:ext uri="{FF2B5EF4-FFF2-40B4-BE49-F238E27FC236}">
                <a16:creationId xmlns:a16="http://schemas.microsoft.com/office/drawing/2014/main" id="{8ACEF152-1051-A246-9830-8D09D5C41D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6770" y="6440221"/>
            <a:ext cx="362523" cy="361975"/>
          </a:xfrm>
          <a:prstGeom prst="rect">
            <a:avLst/>
          </a:prstGeom>
        </p:spPr>
      </p:pic>
      <p:pic>
        <p:nvPicPr>
          <p:cNvPr id="25" name="Picture 24" descr="grass-clipart-9cRBx69ce.png">
            <a:extLst>
              <a:ext uri="{FF2B5EF4-FFF2-40B4-BE49-F238E27FC236}">
                <a16:creationId xmlns:a16="http://schemas.microsoft.com/office/drawing/2014/main" id="{0DD79439-D8C8-CD44-AF74-A4BE09C413C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0642" y="6632792"/>
            <a:ext cx="185772" cy="185492"/>
          </a:xfrm>
          <a:prstGeom prst="rect">
            <a:avLst/>
          </a:prstGeom>
        </p:spPr>
      </p:pic>
      <p:sp>
        <p:nvSpPr>
          <p:cNvPr id="26" name="TextBox 25">
            <a:extLst>
              <a:ext uri="{FF2B5EF4-FFF2-40B4-BE49-F238E27FC236}">
                <a16:creationId xmlns:a16="http://schemas.microsoft.com/office/drawing/2014/main" id="{FFE82F1D-4BC3-C644-81D9-A0CF40D20DA6}"/>
              </a:ext>
            </a:extLst>
          </p:cNvPr>
          <p:cNvSpPr txBox="1"/>
          <p:nvPr/>
        </p:nvSpPr>
        <p:spPr>
          <a:xfrm>
            <a:off x="2504562" y="174904"/>
            <a:ext cx="4611484" cy="1077218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Disturbance:</a:t>
            </a:r>
          </a:p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Grazing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4C2724A7-6D32-C84F-876C-4FEC8C8E138A}"/>
              </a:ext>
            </a:extLst>
          </p:cNvPr>
          <p:cNvSpPr/>
          <p:nvPr/>
        </p:nvSpPr>
        <p:spPr>
          <a:xfrm>
            <a:off x="2204104" y="1440496"/>
            <a:ext cx="5160234" cy="3431124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B73FAC8-834B-2745-AB7F-D12D63994B75}"/>
              </a:ext>
            </a:extLst>
          </p:cNvPr>
          <p:cNvSpPr txBox="1"/>
          <p:nvPr/>
        </p:nvSpPr>
        <p:spPr>
          <a:xfrm>
            <a:off x="2225285" y="1494095"/>
            <a:ext cx="5160234" cy="33690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A01300"/>
              </a:buClr>
              <a:buFont typeface="Wingdings" pitchFamily="2" charset="2"/>
              <a:buChar char="q"/>
            </a:pPr>
            <a:r>
              <a:rPr lang="en-US" b="1" dirty="0">
                <a:solidFill>
                  <a:srgbClr val="654321"/>
                </a:solidFill>
                <a:latin typeface="Helvetica"/>
                <a:cs typeface="Helvetica"/>
              </a:rPr>
              <a:t>Grazing Occurrence: </a:t>
            </a:r>
          </a:p>
          <a:p>
            <a:pPr>
              <a:buClr>
                <a:srgbClr val="A01300"/>
              </a:buClr>
            </a:pPr>
            <a:r>
              <a:rPr lang="en-US" b="1" dirty="0">
                <a:solidFill>
                  <a:srgbClr val="654321"/>
                </a:solidFill>
                <a:latin typeface="Helvetica"/>
                <a:cs typeface="Helvetica"/>
              </a:rPr>
              <a:t>     </a:t>
            </a:r>
            <a:r>
              <a:rPr lang="en-US" b="1" dirty="0">
                <a:solidFill>
                  <a:srgbClr val="4A311A"/>
                </a:solidFill>
                <a:latin typeface="Helvetica"/>
                <a:cs typeface="Helvetica"/>
              </a:rPr>
              <a:t>-</a:t>
            </a:r>
            <a:r>
              <a:rPr lang="en-US" b="1" dirty="0">
                <a:solidFill>
                  <a:srgbClr val="654321"/>
                </a:solidFill>
                <a:latin typeface="Helvetica"/>
                <a:cs typeface="Helvetica"/>
              </a:rPr>
              <a:t> </a:t>
            </a: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LAI above minimum threshold value</a:t>
            </a:r>
          </a:p>
          <a:p>
            <a:pPr>
              <a:buClr>
                <a:srgbClr val="A01300"/>
              </a:buClr>
            </a:pPr>
            <a:endParaRPr lang="en-US" sz="1200" b="1" dirty="0">
              <a:solidFill>
                <a:srgbClr val="654321"/>
              </a:solidFill>
              <a:latin typeface="Helvetica"/>
              <a:cs typeface="Helvetica"/>
            </a:endParaRPr>
          </a:p>
          <a:p>
            <a:pPr marL="285750" indent="-285750">
              <a:buClr>
                <a:srgbClr val="A01300"/>
              </a:buClr>
              <a:buFont typeface="Wingdings" pitchFamily="2" charset="2"/>
              <a:buChar char="q"/>
            </a:pPr>
            <a:r>
              <a:rPr lang="en-US" b="1" dirty="0">
                <a:solidFill>
                  <a:srgbClr val="654321"/>
                </a:solidFill>
                <a:latin typeface="Helvetica"/>
                <a:cs typeface="Helvetica"/>
              </a:rPr>
              <a:t>Grazing Rate:</a:t>
            </a:r>
            <a:endParaRPr lang="en-US" b="1" i="1" baseline="-25000" dirty="0">
              <a:solidFill>
                <a:srgbClr val="654321"/>
              </a:solidFill>
              <a:latin typeface="Helvetica"/>
              <a:cs typeface="Helvetica"/>
            </a:endParaRPr>
          </a:p>
          <a:p>
            <a:pPr>
              <a:buClr>
                <a:srgbClr val="A01300"/>
              </a:buClr>
            </a:pPr>
            <a:r>
              <a:rPr lang="en-US" b="1" dirty="0">
                <a:solidFill>
                  <a:srgbClr val="654321"/>
                </a:solidFill>
                <a:latin typeface="Helvetica"/>
                <a:cs typeface="Helvetica"/>
              </a:rPr>
              <a:t> </a:t>
            </a: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    </a:t>
            </a:r>
            <a:r>
              <a:rPr lang="en-US" b="1" dirty="0">
                <a:solidFill>
                  <a:srgbClr val="4A311A"/>
                </a:solidFill>
                <a:latin typeface="Helvetica"/>
                <a:cs typeface="Helvetica"/>
              </a:rPr>
              <a:t>-</a:t>
            </a: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 Constant fraction of canopy pools</a:t>
            </a:r>
          </a:p>
          <a:p>
            <a:pPr>
              <a:buClr>
                <a:srgbClr val="A01300"/>
              </a:buClr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     </a:t>
            </a:r>
            <a:r>
              <a:rPr lang="en-US" b="1" dirty="0">
                <a:solidFill>
                  <a:srgbClr val="4A311A"/>
                </a:solidFill>
                <a:latin typeface="Helvetica"/>
                <a:cs typeface="Helvetica"/>
              </a:rPr>
              <a:t>-</a:t>
            </a: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 Two rates</a:t>
            </a:r>
          </a:p>
          <a:p>
            <a:pPr>
              <a:buClr>
                <a:srgbClr val="A01300"/>
              </a:buClr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          + Productive (large climatological LAI)</a:t>
            </a:r>
          </a:p>
          <a:p>
            <a:pPr>
              <a:buClr>
                <a:srgbClr val="A01300"/>
              </a:buClr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          + Non-productive (small climatological LAI)</a:t>
            </a:r>
          </a:p>
          <a:p>
            <a:pPr>
              <a:buClr>
                <a:srgbClr val="A01300"/>
              </a:buClr>
            </a:pPr>
            <a:endParaRPr lang="en-US" sz="1200" dirty="0">
              <a:solidFill>
                <a:srgbClr val="654321"/>
              </a:solidFill>
              <a:latin typeface="Helvetica"/>
              <a:cs typeface="Helvetica"/>
            </a:endParaRPr>
          </a:p>
          <a:p>
            <a:pPr marL="285750" indent="-285750">
              <a:buClr>
                <a:srgbClr val="A01300"/>
              </a:buClr>
              <a:buFont typeface="Wingdings" pitchFamily="2" charset="2"/>
              <a:buChar char="q"/>
            </a:pPr>
            <a:r>
              <a:rPr lang="en-US" b="1" dirty="0">
                <a:solidFill>
                  <a:srgbClr val="654321"/>
                </a:solidFill>
                <a:latin typeface="Helvetica"/>
                <a:cs typeface="Helvetica"/>
              </a:rPr>
              <a:t>Grazed Carbon Fates:</a:t>
            </a:r>
          </a:p>
          <a:p>
            <a:pPr>
              <a:lnSpc>
                <a:spcPts val="2800"/>
              </a:lnSpc>
            </a:pPr>
            <a:r>
              <a:rPr lang="en-US" dirty="0"/>
              <a:t>      </a:t>
            </a:r>
            <a:r>
              <a:rPr lang="en-US" b="1" dirty="0">
                <a:solidFill>
                  <a:srgbClr val="4A311A"/>
                </a:solidFill>
                <a:latin typeface="Helvetica" pitchFamily="2" charset="0"/>
              </a:rPr>
              <a:t>-</a:t>
            </a:r>
            <a:r>
              <a:rPr lang="en-US" dirty="0"/>
              <a:t> </a:t>
            </a:r>
            <a:r>
              <a:rPr lang="en-US" dirty="0">
                <a:solidFill>
                  <a:srgbClr val="9E160D"/>
                </a:solidFill>
                <a:latin typeface="Helvetica" pitchFamily="2" charset="0"/>
              </a:rPr>
              <a:t>Released</a:t>
            </a:r>
            <a:r>
              <a:rPr lang="en-US" dirty="0">
                <a:solidFill>
                  <a:srgbClr val="4B3118"/>
                </a:solidFill>
                <a:latin typeface="Helvetica" pitchFamily="2" charset="0"/>
              </a:rPr>
              <a:t> back to the atmosphere</a:t>
            </a:r>
          </a:p>
          <a:p>
            <a:pPr>
              <a:lnSpc>
                <a:spcPts val="2800"/>
              </a:lnSpc>
            </a:pPr>
            <a:r>
              <a:rPr lang="en-US" dirty="0">
                <a:solidFill>
                  <a:srgbClr val="4B3118"/>
                </a:solidFill>
                <a:latin typeface="Helvetica" pitchFamily="2" charset="0"/>
              </a:rPr>
              <a:t>     </a:t>
            </a:r>
            <a:r>
              <a:rPr lang="en-US" b="1" dirty="0">
                <a:solidFill>
                  <a:srgbClr val="4A311A"/>
                </a:solidFill>
                <a:latin typeface="Helvetica" pitchFamily="2" charset="0"/>
              </a:rPr>
              <a:t>-</a:t>
            </a:r>
            <a:r>
              <a:rPr lang="en-US" dirty="0">
                <a:solidFill>
                  <a:srgbClr val="4B3118"/>
                </a:solidFill>
                <a:latin typeface="Helvetica" pitchFamily="2" charset="0"/>
              </a:rPr>
              <a:t> </a:t>
            </a:r>
            <a:r>
              <a:rPr lang="en-US" dirty="0">
                <a:solidFill>
                  <a:srgbClr val="9E160D"/>
                </a:solidFill>
                <a:latin typeface="Helvetica" pitchFamily="2" charset="0"/>
              </a:rPr>
              <a:t>Transferred</a:t>
            </a:r>
            <a:r>
              <a:rPr lang="en-US" dirty="0">
                <a:solidFill>
                  <a:schemeClr val="accent3">
                    <a:lumMod val="50000"/>
                  </a:schemeClr>
                </a:solidFill>
                <a:latin typeface="Helvetica" pitchFamily="2" charset="0"/>
              </a:rPr>
              <a:t> </a:t>
            </a:r>
            <a:r>
              <a:rPr lang="en-US" dirty="0">
                <a:solidFill>
                  <a:srgbClr val="4B3118"/>
                </a:solidFill>
                <a:latin typeface="Helvetica" pitchFamily="2" charset="0"/>
              </a:rPr>
              <a:t>to </a:t>
            </a:r>
            <a:r>
              <a:rPr lang="en-US" dirty="0">
                <a:solidFill>
                  <a:srgbClr val="9E160D"/>
                </a:solidFill>
                <a:latin typeface="Helvetica" pitchFamily="2" charset="0"/>
              </a:rPr>
              <a:t>dead</a:t>
            </a:r>
            <a:r>
              <a:rPr lang="en-US" dirty="0">
                <a:solidFill>
                  <a:srgbClr val="4A311A"/>
                </a:solidFill>
                <a:latin typeface="Helvetica" pitchFamily="2" charset="0"/>
              </a:rPr>
              <a:t> c</a:t>
            </a:r>
            <a:r>
              <a:rPr lang="en-US" dirty="0">
                <a:solidFill>
                  <a:srgbClr val="4B3118"/>
                </a:solidFill>
                <a:latin typeface="Helvetica" pitchFamily="2" charset="0"/>
              </a:rPr>
              <a:t>arbon pools</a:t>
            </a:r>
            <a:endParaRPr lang="en-US" dirty="0"/>
          </a:p>
        </p:txBody>
      </p:sp>
      <p:pic>
        <p:nvPicPr>
          <p:cNvPr id="29" name="Picture 28" descr="grass-clipart-9cRBx69ce.png">
            <a:extLst>
              <a:ext uri="{FF2B5EF4-FFF2-40B4-BE49-F238E27FC236}">
                <a16:creationId xmlns:a16="http://schemas.microsoft.com/office/drawing/2014/main" id="{5F76346A-4D79-3341-BB82-AFEC97F1D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04623" y="5631643"/>
            <a:ext cx="1176216" cy="1174439"/>
          </a:xfrm>
          <a:prstGeom prst="rect">
            <a:avLst/>
          </a:prstGeom>
        </p:spPr>
      </p:pic>
      <p:pic>
        <p:nvPicPr>
          <p:cNvPr id="30" name="Picture 29" descr="grass-clipart-9cRBx69ce.png">
            <a:extLst>
              <a:ext uri="{FF2B5EF4-FFF2-40B4-BE49-F238E27FC236}">
                <a16:creationId xmlns:a16="http://schemas.microsoft.com/office/drawing/2014/main" id="{402DFB2E-CF36-434A-A465-27F0F033C32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8531" y="5718346"/>
            <a:ext cx="1101602" cy="1099938"/>
          </a:xfrm>
          <a:prstGeom prst="rect">
            <a:avLst/>
          </a:prstGeom>
        </p:spPr>
      </p:pic>
      <p:pic>
        <p:nvPicPr>
          <p:cNvPr id="31" name="Picture 30" descr="grass-clipart-9cRBx69ce.png">
            <a:extLst>
              <a:ext uri="{FF2B5EF4-FFF2-40B4-BE49-F238E27FC236}">
                <a16:creationId xmlns:a16="http://schemas.microsoft.com/office/drawing/2014/main" id="{FA10ADD5-7DAB-724F-8EBD-6E35E99AA88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36677" y="6340012"/>
            <a:ext cx="472881" cy="472166"/>
          </a:xfrm>
          <a:prstGeom prst="rect">
            <a:avLst/>
          </a:prstGeom>
        </p:spPr>
      </p:pic>
      <p:pic>
        <p:nvPicPr>
          <p:cNvPr id="32" name="Picture 31" descr="grass-clipart-9cRBx69ce.png">
            <a:extLst>
              <a:ext uri="{FF2B5EF4-FFF2-40B4-BE49-F238E27FC236}">
                <a16:creationId xmlns:a16="http://schemas.microsoft.com/office/drawing/2014/main" id="{5EF5DE35-019F-9D46-A6A7-64A6485DBB1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73117" y="6212176"/>
            <a:ext cx="600910" cy="600002"/>
          </a:xfrm>
          <a:prstGeom prst="rect">
            <a:avLst/>
          </a:prstGeom>
        </p:spPr>
      </p:pic>
      <p:pic>
        <p:nvPicPr>
          <p:cNvPr id="33" name="Picture 32" descr="grass-clipart-9cRBx69ce.png">
            <a:extLst>
              <a:ext uri="{FF2B5EF4-FFF2-40B4-BE49-F238E27FC236}">
                <a16:creationId xmlns:a16="http://schemas.microsoft.com/office/drawing/2014/main" id="{CD9BD4AC-69E7-D145-9495-104741DD8E9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37586" y="5938827"/>
            <a:ext cx="874673" cy="873352"/>
          </a:xfrm>
          <a:prstGeom prst="rect">
            <a:avLst/>
          </a:prstGeom>
        </p:spPr>
      </p:pic>
      <p:pic>
        <p:nvPicPr>
          <p:cNvPr id="34" name="Picture 33" descr="grass-clipart-9cRBx69ce.png">
            <a:extLst>
              <a:ext uri="{FF2B5EF4-FFF2-40B4-BE49-F238E27FC236}">
                <a16:creationId xmlns:a16="http://schemas.microsoft.com/office/drawing/2014/main" id="{0D8186DF-A3F6-F341-8BD2-64D0759BD97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95985" y="5464252"/>
            <a:ext cx="1323181" cy="1321181"/>
          </a:xfrm>
          <a:prstGeom prst="rect">
            <a:avLst/>
          </a:prstGeom>
        </p:spPr>
      </p:pic>
      <p:pic>
        <p:nvPicPr>
          <p:cNvPr id="35" name="Picture 34" descr="grass-clipart-9cRBx69ce.png">
            <a:extLst>
              <a:ext uri="{FF2B5EF4-FFF2-40B4-BE49-F238E27FC236}">
                <a16:creationId xmlns:a16="http://schemas.microsoft.com/office/drawing/2014/main" id="{B173EAE2-A529-6141-9A45-33E95C3ABDE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27803" y="5811828"/>
            <a:ext cx="1001864" cy="1000350"/>
          </a:xfrm>
          <a:prstGeom prst="rect">
            <a:avLst/>
          </a:prstGeom>
        </p:spPr>
      </p:pic>
      <p:pic>
        <p:nvPicPr>
          <p:cNvPr id="36" name="Picture 35" descr="grass-clipart-9cRBx69ce.png">
            <a:extLst>
              <a:ext uri="{FF2B5EF4-FFF2-40B4-BE49-F238E27FC236}">
                <a16:creationId xmlns:a16="http://schemas.microsoft.com/office/drawing/2014/main" id="{2D5903FA-5812-8B40-A4E6-4C8F6FE7F40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47551" y="6145492"/>
            <a:ext cx="667695" cy="666686"/>
          </a:xfrm>
          <a:prstGeom prst="rect">
            <a:avLst/>
          </a:prstGeom>
        </p:spPr>
      </p:pic>
      <p:pic>
        <p:nvPicPr>
          <p:cNvPr id="37" name="Picture 36" descr="grass-clipart-9cRBx69ce.png">
            <a:extLst>
              <a:ext uri="{FF2B5EF4-FFF2-40B4-BE49-F238E27FC236}">
                <a16:creationId xmlns:a16="http://schemas.microsoft.com/office/drawing/2014/main" id="{1721A530-E36F-7843-A920-E13DB0238445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72878" y="5932411"/>
            <a:ext cx="874673" cy="873352"/>
          </a:xfrm>
          <a:prstGeom prst="rect">
            <a:avLst/>
          </a:prstGeom>
        </p:spPr>
      </p:pic>
      <p:pic>
        <p:nvPicPr>
          <p:cNvPr id="38" name="Picture 37" descr="grass-clipart-9cRBx69ce.png">
            <a:extLst>
              <a:ext uri="{FF2B5EF4-FFF2-40B4-BE49-F238E27FC236}">
                <a16:creationId xmlns:a16="http://schemas.microsoft.com/office/drawing/2014/main" id="{F54BEC9B-6460-4440-8269-4F20D4386143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55054" y="6166693"/>
            <a:ext cx="646462" cy="645485"/>
          </a:xfrm>
          <a:prstGeom prst="rect">
            <a:avLst/>
          </a:prstGeom>
        </p:spPr>
      </p:pic>
      <p:pic>
        <p:nvPicPr>
          <p:cNvPr id="39" name="Picture 38" descr="grass-clipart-9cRBx69ce.png">
            <a:extLst>
              <a:ext uri="{FF2B5EF4-FFF2-40B4-BE49-F238E27FC236}">
                <a16:creationId xmlns:a16="http://schemas.microsoft.com/office/drawing/2014/main" id="{867C6E49-8504-3140-8525-57BEF145A8A0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2164" y="6099301"/>
            <a:ext cx="713957" cy="712877"/>
          </a:xfrm>
          <a:prstGeom prst="rect">
            <a:avLst/>
          </a:prstGeom>
        </p:spPr>
      </p:pic>
      <p:pic>
        <p:nvPicPr>
          <p:cNvPr id="40" name="Picture 39" descr="grass-clipart-9cRBx69ce.png">
            <a:extLst>
              <a:ext uri="{FF2B5EF4-FFF2-40B4-BE49-F238E27FC236}">
                <a16:creationId xmlns:a16="http://schemas.microsoft.com/office/drawing/2014/main" id="{7E807DF0-18CC-1B48-80AF-FDFD9DA4F2C9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10881" y="6246642"/>
            <a:ext cx="560286" cy="559440"/>
          </a:xfrm>
          <a:prstGeom prst="rect">
            <a:avLst/>
          </a:prstGeom>
        </p:spPr>
      </p:pic>
      <p:pic>
        <p:nvPicPr>
          <p:cNvPr id="41" name="Picture 40" descr="grass-clipart-9cRBx69ce.png">
            <a:extLst>
              <a:ext uri="{FF2B5EF4-FFF2-40B4-BE49-F238E27FC236}">
                <a16:creationId xmlns:a16="http://schemas.microsoft.com/office/drawing/2014/main" id="{C6E64717-804F-3E45-8E57-79C69690EB67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91025" y="6320982"/>
            <a:ext cx="501946" cy="501188"/>
          </a:xfrm>
          <a:prstGeom prst="rect">
            <a:avLst/>
          </a:prstGeom>
        </p:spPr>
      </p:pic>
      <p:pic>
        <p:nvPicPr>
          <p:cNvPr id="42" name="Picture 41" descr="grass-clipart-9cRBx69ce.png">
            <a:extLst>
              <a:ext uri="{FF2B5EF4-FFF2-40B4-BE49-F238E27FC236}">
                <a16:creationId xmlns:a16="http://schemas.microsoft.com/office/drawing/2014/main" id="{118D2108-D72D-6848-899C-BB999E934E8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69851" y="5398978"/>
            <a:ext cx="1323181" cy="1321181"/>
          </a:xfrm>
          <a:prstGeom prst="rect">
            <a:avLst/>
          </a:prstGeom>
        </p:spPr>
      </p:pic>
      <p:pic>
        <p:nvPicPr>
          <p:cNvPr id="43" name="Picture 42" descr="grass-clipart-9cRBx69ce.png">
            <a:extLst>
              <a:ext uri="{FF2B5EF4-FFF2-40B4-BE49-F238E27FC236}">
                <a16:creationId xmlns:a16="http://schemas.microsoft.com/office/drawing/2014/main" id="{8606A573-BC1D-B64C-829F-41B82BDF2FE8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45175" y="5930714"/>
            <a:ext cx="874673" cy="873352"/>
          </a:xfrm>
          <a:prstGeom prst="rect">
            <a:avLst/>
          </a:prstGeom>
        </p:spPr>
      </p:pic>
      <p:pic>
        <p:nvPicPr>
          <p:cNvPr id="44" name="Picture 43" descr="grass-clipart-9cRBx69ce.png">
            <a:extLst>
              <a:ext uri="{FF2B5EF4-FFF2-40B4-BE49-F238E27FC236}">
                <a16:creationId xmlns:a16="http://schemas.microsoft.com/office/drawing/2014/main" id="{41EC989F-2480-5D49-9350-FD3EE9AE5C9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12377" y="6080360"/>
            <a:ext cx="726820" cy="725722"/>
          </a:xfrm>
          <a:prstGeom prst="rect">
            <a:avLst/>
          </a:prstGeom>
        </p:spPr>
      </p:pic>
      <p:pic>
        <p:nvPicPr>
          <p:cNvPr id="45" name="Picture 44" descr="grass-clipart-9cRBx69ce.png">
            <a:extLst>
              <a:ext uri="{FF2B5EF4-FFF2-40B4-BE49-F238E27FC236}">
                <a16:creationId xmlns:a16="http://schemas.microsoft.com/office/drawing/2014/main" id="{ECA1F3A5-F758-E141-AFC3-46AE212D2CF7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42572" y="6244194"/>
            <a:ext cx="554552" cy="553714"/>
          </a:xfrm>
          <a:prstGeom prst="rect">
            <a:avLst/>
          </a:prstGeom>
        </p:spPr>
      </p:pic>
      <p:pic>
        <p:nvPicPr>
          <p:cNvPr id="46" name="Picture 45" descr="grass-clipart-9cRBx69ce.png">
            <a:extLst>
              <a:ext uri="{FF2B5EF4-FFF2-40B4-BE49-F238E27FC236}">
                <a16:creationId xmlns:a16="http://schemas.microsoft.com/office/drawing/2014/main" id="{17F7B9CA-B190-4046-BA34-61849CCD393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77644" y="6460195"/>
            <a:ext cx="362523" cy="361975"/>
          </a:xfrm>
          <a:prstGeom prst="rect">
            <a:avLst/>
          </a:prstGeom>
        </p:spPr>
      </p:pic>
      <p:pic>
        <p:nvPicPr>
          <p:cNvPr id="47" name="Picture 46" descr="grass-clipart-9cRBx69ce.png">
            <a:extLst>
              <a:ext uri="{FF2B5EF4-FFF2-40B4-BE49-F238E27FC236}">
                <a16:creationId xmlns:a16="http://schemas.microsoft.com/office/drawing/2014/main" id="{F2A9D505-231F-CF44-BB92-B4DB7D513FE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52869" y="6444107"/>
            <a:ext cx="362523" cy="361975"/>
          </a:xfrm>
          <a:prstGeom prst="rect">
            <a:avLst/>
          </a:prstGeom>
        </p:spPr>
      </p:pic>
      <p:pic>
        <p:nvPicPr>
          <p:cNvPr id="48" name="Picture 47" descr="grass-clipart-9cRBx69ce.png">
            <a:extLst>
              <a:ext uri="{FF2B5EF4-FFF2-40B4-BE49-F238E27FC236}">
                <a16:creationId xmlns:a16="http://schemas.microsoft.com/office/drawing/2014/main" id="{82438244-2D10-EB40-A292-2010A488439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25457" y="6636678"/>
            <a:ext cx="185772" cy="185492"/>
          </a:xfrm>
          <a:prstGeom prst="rect">
            <a:avLst/>
          </a:prstGeom>
        </p:spPr>
      </p:pic>
      <p:pic>
        <p:nvPicPr>
          <p:cNvPr id="49" name="Picture 48" descr="grass-clipart-9cRBx69ce.png">
            <a:extLst>
              <a:ext uri="{FF2B5EF4-FFF2-40B4-BE49-F238E27FC236}">
                <a16:creationId xmlns:a16="http://schemas.microsoft.com/office/drawing/2014/main" id="{6F548CC0-D037-964C-8C17-C6B2D612653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84592" y="5603743"/>
            <a:ext cx="1176216" cy="1174439"/>
          </a:xfrm>
          <a:prstGeom prst="rect">
            <a:avLst/>
          </a:prstGeom>
        </p:spPr>
      </p:pic>
      <p:pic>
        <p:nvPicPr>
          <p:cNvPr id="50" name="Picture 49" descr="grass-clipart-9cRBx69ce.png">
            <a:extLst>
              <a:ext uri="{FF2B5EF4-FFF2-40B4-BE49-F238E27FC236}">
                <a16:creationId xmlns:a16="http://schemas.microsoft.com/office/drawing/2014/main" id="{51DEA3FE-E0CE-384F-A506-60965B8E426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88500" y="5690446"/>
            <a:ext cx="1101602" cy="1099938"/>
          </a:xfrm>
          <a:prstGeom prst="rect">
            <a:avLst/>
          </a:prstGeom>
        </p:spPr>
      </p:pic>
      <p:pic>
        <p:nvPicPr>
          <p:cNvPr id="51" name="Picture 50">
            <a:extLst>
              <a:ext uri="{FF2B5EF4-FFF2-40B4-BE49-F238E27FC236}">
                <a16:creationId xmlns:a16="http://schemas.microsoft.com/office/drawing/2014/main" id="{20E7AE29-56C6-964A-BAAF-D085CFAE34C9}"/>
              </a:ext>
            </a:extLst>
          </p:cNvPr>
          <p:cNvPicPr>
            <a:picLocks noChangeAspect="1"/>
          </p:cNvPicPr>
          <p:nvPr/>
        </p:nvPicPr>
        <p:blipFill>
          <a:blip r:embed="rId7">
            <a:alphaModFix/>
          </a:blip>
          <a:stretch>
            <a:fillRect/>
          </a:stretch>
        </p:blipFill>
        <p:spPr>
          <a:xfrm rot="299573">
            <a:off x="6971805" y="4832551"/>
            <a:ext cx="2066067" cy="1647344"/>
          </a:xfrm>
          <a:prstGeom prst="rect">
            <a:avLst/>
          </a:prstGeom>
          <a:scene3d>
            <a:camera prst="orthographicFront">
              <a:rot lat="0" lon="10800000" rev="0"/>
            </a:camera>
            <a:lightRig rig="threePt" dir="t"/>
          </a:scene3d>
        </p:spPr>
      </p:pic>
      <p:pic>
        <p:nvPicPr>
          <p:cNvPr id="52" name="Picture 51" descr="grass-clipart-9cRBx69ce.png">
            <a:extLst>
              <a:ext uri="{FF2B5EF4-FFF2-40B4-BE49-F238E27FC236}">
                <a16:creationId xmlns:a16="http://schemas.microsoft.com/office/drawing/2014/main" id="{501127BC-4C79-D340-8136-1C89C410951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16646" y="6312112"/>
            <a:ext cx="472881" cy="472166"/>
          </a:xfrm>
          <a:prstGeom prst="rect">
            <a:avLst/>
          </a:prstGeom>
        </p:spPr>
      </p:pic>
      <p:pic>
        <p:nvPicPr>
          <p:cNvPr id="53" name="Picture 52" descr="grass-clipart-9cRBx69ce.png">
            <a:extLst>
              <a:ext uri="{FF2B5EF4-FFF2-40B4-BE49-F238E27FC236}">
                <a16:creationId xmlns:a16="http://schemas.microsoft.com/office/drawing/2014/main" id="{42AEE3D6-264C-9442-AD2C-31C82229C1C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53086" y="6184276"/>
            <a:ext cx="600910" cy="600002"/>
          </a:xfrm>
          <a:prstGeom prst="rect">
            <a:avLst/>
          </a:prstGeom>
        </p:spPr>
      </p:pic>
      <p:pic>
        <p:nvPicPr>
          <p:cNvPr id="54" name="Picture 53" descr="grass-clipart-9cRBx69ce.png">
            <a:extLst>
              <a:ext uri="{FF2B5EF4-FFF2-40B4-BE49-F238E27FC236}">
                <a16:creationId xmlns:a16="http://schemas.microsoft.com/office/drawing/2014/main" id="{B5E0D62D-F0CC-2448-963D-F3395A3800C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17555" y="5910927"/>
            <a:ext cx="874673" cy="873352"/>
          </a:xfrm>
          <a:prstGeom prst="rect">
            <a:avLst/>
          </a:prstGeom>
        </p:spPr>
      </p:pic>
      <p:pic>
        <p:nvPicPr>
          <p:cNvPr id="55" name="Picture 54" descr="grass-clipart-9cRBx69ce.png">
            <a:extLst>
              <a:ext uri="{FF2B5EF4-FFF2-40B4-BE49-F238E27FC236}">
                <a16:creationId xmlns:a16="http://schemas.microsoft.com/office/drawing/2014/main" id="{BD8C0945-FD8D-6649-90DD-55AB0759867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75954" y="5436352"/>
            <a:ext cx="1323181" cy="1321181"/>
          </a:xfrm>
          <a:prstGeom prst="rect">
            <a:avLst/>
          </a:prstGeom>
        </p:spPr>
      </p:pic>
      <p:pic>
        <p:nvPicPr>
          <p:cNvPr id="56" name="Picture 55" descr="grass-clipart-9cRBx69ce.png">
            <a:extLst>
              <a:ext uri="{FF2B5EF4-FFF2-40B4-BE49-F238E27FC236}">
                <a16:creationId xmlns:a16="http://schemas.microsoft.com/office/drawing/2014/main" id="{ED33A3FC-0489-1E4F-8AAA-14275969181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07772" y="5783928"/>
            <a:ext cx="1001864" cy="1000350"/>
          </a:xfrm>
          <a:prstGeom prst="rect">
            <a:avLst/>
          </a:prstGeom>
        </p:spPr>
      </p:pic>
      <p:pic>
        <p:nvPicPr>
          <p:cNvPr id="57" name="Picture 56" descr="grass-clipart-9cRBx69ce.png">
            <a:extLst>
              <a:ext uri="{FF2B5EF4-FFF2-40B4-BE49-F238E27FC236}">
                <a16:creationId xmlns:a16="http://schemas.microsoft.com/office/drawing/2014/main" id="{F3CD2423-3C3C-274E-B204-C1B39969381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27520" y="6117592"/>
            <a:ext cx="667695" cy="666686"/>
          </a:xfrm>
          <a:prstGeom prst="rect">
            <a:avLst/>
          </a:prstGeom>
        </p:spPr>
      </p:pic>
      <p:pic>
        <p:nvPicPr>
          <p:cNvPr id="58" name="Picture 57" descr="grass-clipart-9cRBx69ce.png">
            <a:extLst>
              <a:ext uri="{FF2B5EF4-FFF2-40B4-BE49-F238E27FC236}">
                <a16:creationId xmlns:a16="http://schemas.microsoft.com/office/drawing/2014/main" id="{4823EB65-FF94-B445-B649-0C8FBCF7E494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52847" y="5904511"/>
            <a:ext cx="874673" cy="873352"/>
          </a:xfrm>
          <a:prstGeom prst="rect">
            <a:avLst/>
          </a:prstGeom>
        </p:spPr>
      </p:pic>
      <p:pic>
        <p:nvPicPr>
          <p:cNvPr id="59" name="Picture 58" descr="grass-clipart-9cRBx69ce.png">
            <a:extLst>
              <a:ext uri="{FF2B5EF4-FFF2-40B4-BE49-F238E27FC236}">
                <a16:creationId xmlns:a16="http://schemas.microsoft.com/office/drawing/2014/main" id="{CB057C12-8BEA-6B4C-89F7-918A748F1A7D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35023" y="6138793"/>
            <a:ext cx="646462" cy="645485"/>
          </a:xfrm>
          <a:prstGeom prst="rect">
            <a:avLst/>
          </a:prstGeom>
        </p:spPr>
      </p:pic>
      <p:pic>
        <p:nvPicPr>
          <p:cNvPr id="60" name="Picture 59" descr="grass-clipart-9cRBx69ce.png">
            <a:extLst>
              <a:ext uri="{FF2B5EF4-FFF2-40B4-BE49-F238E27FC236}">
                <a16:creationId xmlns:a16="http://schemas.microsoft.com/office/drawing/2014/main" id="{DB87F9C6-6C35-7049-B348-A34CCB820FA6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72133" y="6071401"/>
            <a:ext cx="713957" cy="712877"/>
          </a:xfrm>
          <a:prstGeom prst="rect">
            <a:avLst/>
          </a:prstGeom>
        </p:spPr>
      </p:pic>
      <p:pic>
        <p:nvPicPr>
          <p:cNvPr id="61" name="Picture 60" descr="grass-clipart-9cRBx69ce.png">
            <a:extLst>
              <a:ext uri="{FF2B5EF4-FFF2-40B4-BE49-F238E27FC236}">
                <a16:creationId xmlns:a16="http://schemas.microsoft.com/office/drawing/2014/main" id="{6AB4FDAF-0B0A-E046-AF77-E02B152F946C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90850" y="6218742"/>
            <a:ext cx="560286" cy="559440"/>
          </a:xfrm>
          <a:prstGeom prst="rect">
            <a:avLst/>
          </a:prstGeom>
        </p:spPr>
      </p:pic>
      <p:pic>
        <p:nvPicPr>
          <p:cNvPr id="62" name="Picture 61" descr="grass-clipart-9cRBx69ce.png">
            <a:extLst>
              <a:ext uri="{FF2B5EF4-FFF2-40B4-BE49-F238E27FC236}">
                <a16:creationId xmlns:a16="http://schemas.microsoft.com/office/drawing/2014/main" id="{B2B88C72-5FF8-8C49-8050-526B11BA1E23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70994" y="6293082"/>
            <a:ext cx="501946" cy="501188"/>
          </a:xfrm>
          <a:prstGeom prst="rect">
            <a:avLst/>
          </a:prstGeom>
        </p:spPr>
      </p:pic>
      <p:pic>
        <p:nvPicPr>
          <p:cNvPr id="63" name="Picture 62" descr="grass-clipart-9cRBx69ce.png">
            <a:extLst>
              <a:ext uri="{FF2B5EF4-FFF2-40B4-BE49-F238E27FC236}">
                <a16:creationId xmlns:a16="http://schemas.microsoft.com/office/drawing/2014/main" id="{94EE4D09-A973-784E-8F58-41EE3D9C26ED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25144" y="5902814"/>
            <a:ext cx="874673" cy="873352"/>
          </a:xfrm>
          <a:prstGeom prst="rect">
            <a:avLst/>
          </a:prstGeom>
        </p:spPr>
      </p:pic>
      <p:pic>
        <p:nvPicPr>
          <p:cNvPr id="64" name="Picture 63" descr="grass-clipart-9cRBx69ce.png">
            <a:extLst>
              <a:ext uri="{FF2B5EF4-FFF2-40B4-BE49-F238E27FC236}">
                <a16:creationId xmlns:a16="http://schemas.microsoft.com/office/drawing/2014/main" id="{0D69572C-1177-AE41-B756-2BD570B1427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92346" y="6052460"/>
            <a:ext cx="726820" cy="725722"/>
          </a:xfrm>
          <a:prstGeom prst="rect">
            <a:avLst/>
          </a:prstGeom>
        </p:spPr>
      </p:pic>
      <p:pic>
        <p:nvPicPr>
          <p:cNvPr id="65" name="Picture 64" descr="grass-clipart-9cRBx69ce.png">
            <a:extLst>
              <a:ext uri="{FF2B5EF4-FFF2-40B4-BE49-F238E27FC236}">
                <a16:creationId xmlns:a16="http://schemas.microsoft.com/office/drawing/2014/main" id="{DFEC5B64-B5B2-4A4B-9637-DA8960AEB81F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22541" y="6216294"/>
            <a:ext cx="554552" cy="553714"/>
          </a:xfrm>
          <a:prstGeom prst="rect">
            <a:avLst/>
          </a:prstGeom>
        </p:spPr>
      </p:pic>
      <p:pic>
        <p:nvPicPr>
          <p:cNvPr id="66" name="Picture 65" descr="grass-clipart-9cRBx69ce.png">
            <a:extLst>
              <a:ext uri="{FF2B5EF4-FFF2-40B4-BE49-F238E27FC236}">
                <a16:creationId xmlns:a16="http://schemas.microsoft.com/office/drawing/2014/main" id="{70CD8AFC-F020-A045-A4EB-BB6F68FC587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57613" y="6432295"/>
            <a:ext cx="362523" cy="361975"/>
          </a:xfrm>
          <a:prstGeom prst="rect">
            <a:avLst/>
          </a:prstGeom>
        </p:spPr>
      </p:pic>
      <p:pic>
        <p:nvPicPr>
          <p:cNvPr id="67" name="Picture 66" descr="grass-clipart-9cRBx69ce.png">
            <a:extLst>
              <a:ext uri="{FF2B5EF4-FFF2-40B4-BE49-F238E27FC236}">
                <a16:creationId xmlns:a16="http://schemas.microsoft.com/office/drawing/2014/main" id="{E61ADE71-BC9E-C348-B540-64FAD00FB91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32838" y="6416207"/>
            <a:ext cx="362523" cy="361975"/>
          </a:xfrm>
          <a:prstGeom prst="rect">
            <a:avLst/>
          </a:prstGeom>
        </p:spPr>
      </p:pic>
      <p:pic>
        <p:nvPicPr>
          <p:cNvPr id="68" name="Picture 67" descr="grass-clipart-9cRBx69ce.png">
            <a:extLst>
              <a:ext uri="{FF2B5EF4-FFF2-40B4-BE49-F238E27FC236}">
                <a16:creationId xmlns:a16="http://schemas.microsoft.com/office/drawing/2014/main" id="{E28F4186-A95D-3E4C-B2B9-8970B9A7A5E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05426" y="6608778"/>
            <a:ext cx="185772" cy="185492"/>
          </a:xfrm>
          <a:prstGeom prst="rect">
            <a:avLst/>
          </a:prstGeom>
        </p:spPr>
      </p:pic>
      <p:pic>
        <p:nvPicPr>
          <p:cNvPr id="69" name="Picture 68">
            <a:extLst>
              <a:ext uri="{FF2B5EF4-FFF2-40B4-BE49-F238E27FC236}">
                <a16:creationId xmlns:a16="http://schemas.microsoft.com/office/drawing/2014/main" id="{ECCA2DA9-DC7F-C249-8B89-1149C3063FE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 flipH="1">
            <a:off x="-66158" y="524493"/>
            <a:ext cx="2160009" cy="1210914"/>
          </a:xfrm>
          <a:prstGeom prst="rect">
            <a:avLst/>
          </a:prstGeom>
        </p:spPr>
      </p:pic>
      <p:pic>
        <p:nvPicPr>
          <p:cNvPr id="70" name="Picture 69">
            <a:extLst>
              <a:ext uri="{FF2B5EF4-FFF2-40B4-BE49-F238E27FC236}">
                <a16:creationId xmlns:a16="http://schemas.microsoft.com/office/drawing/2014/main" id="{1112001C-40A3-1B49-9045-14F1B7313B9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BEBA8EAE-BF5A-486C-A8C5-ECC9F3942E4B}">
                <a14:imgProps xmlns:a14="http://schemas.microsoft.com/office/drawing/2010/main">
                  <a14:imgLayer>
                    <a14:imgEffect>
                      <a14:colorTemperature colorTemp="8800"/>
                    </a14:imgEffect>
                    <a14:imgEffect>
                      <a14:saturation sat="364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 flipH="1">
            <a:off x="0" y="-7377"/>
            <a:ext cx="2540581" cy="1413104"/>
          </a:xfrm>
          <a:prstGeom prst="rect">
            <a:avLst/>
          </a:prstGeom>
        </p:spPr>
      </p:pic>
      <p:pic>
        <p:nvPicPr>
          <p:cNvPr id="71" name="Picture 70">
            <a:extLst>
              <a:ext uri="{FF2B5EF4-FFF2-40B4-BE49-F238E27FC236}">
                <a16:creationId xmlns:a16="http://schemas.microsoft.com/office/drawing/2014/main" id="{8B1AE6BF-7F79-EE4D-9C28-C778E9196FA3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 flipH="1">
            <a:off x="328533" y="449759"/>
            <a:ext cx="1988683" cy="1106131"/>
          </a:xfrm>
          <a:prstGeom prst="rect">
            <a:avLst/>
          </a:prstGeom>
        </p:spPr>
      </p:pic>
      <p:grpSp>
        <p:nvGrpSpPr>
          <p:cNvPr id="72" name="Group 71">
            <a:extLst>
              <a:ext uri="{FF2B5EF4-FFF2-40B4-BE49-F238E27FC236}">
                <a16:creationId xmlns:a16="http://schemas.microsoft.com/office/drawing/2014/main" id="{0B13DADD-2690-5B45-B70C-2308E8273051}"/>
              </a:ext>
            </a:extLst>
          </p:cNvPr>
          <p:cNvGrpSpPr/>
          <p:nvPr/>
        </p:nvGrpSpPr>
        <p:grpSpPr>
          <a:xfrm>
            <a:off x="7590183" y="240052"/>
            <a:ext cx="1303255" cy="1338514"/>
            <a:chOff x="1393880" y="1143248"/>
            <a:chExt cx="1298448" cy="1298448"/>
          </a:xfrm>
          <a:solidFill>
            <a:srgbClr val="FFF400"/>
          </a:solidFill>
        </p:grpSpPr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41F7191E-51F4-0B42-9D6C-E28F3C0C35BB}"/>
                </a:ext>
              </a:extLst>
            </p:cNvPr>
            <p:cNvSpPr/>
            <p:nvPr/>
          </p:nvSpPr>
          <p:spPr>
            <a:xfrm>
              <a:off x="1620283" y="1370783"/>
              <a:ext cx="845643" cy="845643"/>
            </a:xfrm>
            <a:prstGeom prst="ellipse">
              <a:avLst/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20413B5E-EE18-B940-93E4-190D013AE4C3}"/>
                </a:ext>
              </a:extLst>
            </p:cNvPr>
            <p:cNvGrpSpPr/>
            <p:nvPr/>
          </p:nvGrpSpPr>
          <p:grpSpPr>
            <a:xfrm>
              <a:off x="1394682" y="1284460"/>
              <a:ext cx="1296846" cy="1034301"/>
              <a:chOff x="1394682" y="1284460"/>
              <a:chExt cx="1296846" cy="1034301"/>
            </a:xfrm>
            <a:grpFill/>
          </p:grpSpPr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07A343EB-DCD9-C24B-AFAC-D301441E1718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A5A1648A-DDBD-1B4B-9CE9-BA13AB7A5CC7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45929FB7-71A4-E346-B5EC-76CEFB5DF9C1}"/>
                </a:ext>
              </a:extLst>
            </p:cNvPr>
            <p:cNvGrpSpPr/>
            <p:nvPr/>
          </p:nvGrpSpPr>
          <p:grpSpPr>
            <a:xfrm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5B34B657-4C1E-424D-ADB5-849FE6D335DD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F1AB9130-5FCA-EE4F-91B4-2616B453E131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6" name="Group 75">
              <a:extLst>
                <a:ext uri="{FF2B5EF4-FFF2-40B4-BE49-F238E27FC236}">
                  <a16:creationId xmlns:a16="http://schemas.microsoft.com/office/drawing/2014/main" id="{DD7234B8-BFFD-C34E-BBB3-A59B0FD2320F}"/>
                </a:ext>
              </a:extLst>
            </p:cNvPr>
            <p:cNvGrpSpPr/>
            <p:nvPr/>
          </p:nvGrpSpPr>
          <p:grpSpPr>
            <a:xfrm rot="18926824"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ABC100A1-F5A1-5B4E-98EE-9D98B3B62152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1BD0F7E8-B797-CD43-932D-F3B7889D5040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48C80BDC-6051-F549-8D2A-B5E595E45D41}"/>
                </a:ext>
              </a:extLst>
            </p:cNvPr>
            <p:cNvGrpSpPr/>
            <p:nvPr/>
          </p:nvGrpSpPr>
          <p:grpSpPr>
            <a:xfrm rot="2728193" flipH="1">
              <a:off x="1393881" y="1275836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2EF06746-C8B0-694A-8B93-249BF7F68279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0464B21B-78A3-FA47-A830-50C57F2B1645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26738383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685051" y="801909"/>
            <a:ext cx="7642608" cy="5852160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" name="TextBox 6"/>
          <p:cNvSpPr txBox="1"/>
          <p:nvPr/>
        </p:nvSpPr>
        <p:spPr>
          <a:xfrm>
            <a:off x="2347673" y="116544"/>
            <a:ext cx="4448654" cy="584776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Disturbance:  Grazing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565330" y="3137209"/>
            <a:ext cx="6574258" cy="81188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60"/>
              </a:lnSpc>
            </a:pPr>
            <a:r>
              <a:rPr lang="en-US" sz="1400" i="1" dirty="0" err="1">
                <a:solidFill>
                  <a:srgbClr val="654321"/>
                </a:solidFill>
                <a:latin typeface="Helvetica"/>
                <a:cs typeface="Helvetica"/>
              </a:rPr>
              <a:t>Loss</a:t>
            </a:r>
            <a:r>
              <a:rPr lang="en-US" sz="1400" i="1" baseline="-25000" dirty="0" err="1">
                <a:solidFill>
                  <a:srgbClr val="654321"/>
                </a:solidFill>
                <a:latin typeface="Helvetica"/>
                <a:cs typeface="Helvetica"/>
              </a:rPr>
              <a:t>Grz,cp</a:t>
            </a:r>
            <a:r>
              <a:rPr lang="en-US" sz="1400" i="1" baseline="-25000" dirty="0">
                <a:solidFill>
                  <a:srgbClr val="654321"/>
                </a:solidFill>
                <a:latin typeface="Helvetica"/>
                <a:cs typeface="Helvetica"/>
              </a:rPr>
              <a:t> </a:t>
            </a:r>
            <a:r>
              <a:rPr lang="en-US" sz="1400" i="1" dirty="0">
                <a:solidFill>
                  <a:srgbClr val="654321"/>
                </a:solidFill>
                <a:latin typeface="Helvetica"/>
                <a:cs typeface="Helvetica"/>
              </a:rPr>
              <a:t>=</a:t>
            </a:r>
            <a:r>
              <a:rPr lang="en-US" sz="1400" dirty="0">
                <a:solidFill>
                  <a:srgbClr val="654321"/>
                </a:solidFill>
                <a:latin typeface="Helvetica"/>
                <a:cs typeface="Helvetica"/>
              </a:rPr>
              <a:t> Canopy pool (cp) loss of carbon due to grazing (mol C m</a:t>
            </a:r>
            <a:r>
              <a:rPr lang="en-US" sz="1400" baseline="30000" dirty="0">
                <a:solidFill>
                  <a:srgbClr val="654321"/>
                </a:solidFill>
                <a:latin typeface="Helvetica"/>
                <a:cs typeface="Helvetica"/>
              </a:rPr>
              <a:t>-2</a:t>
            </a:r>
            <a:r>
              <a:rPr lang="en-US" sz="1400" dirty="0">
                <a:solidFill>
                  <a:srgbClr val="654321"/>
                </a:solidFill>
                <a:latin typeface="Helvetica"/>
                <a:cs typeface="Helvetica"/>
              </a:rPr>
              <a:t>)</a:t>
            </a:r>
          </a:p>
          <a:p>
            <a:pPr>
              <a:lnSpc>
                <a:spcPts val="1860"/>
              </a:lnSpc>
            </a:pPr>
            <a:r>
              <a:rPr lang="en-US" sz="1400" dirty="0" err="1">
                <a:solidFill>
                  <a:srgbClr val="654321"/>
                </a:solidFill>
                <a:latin typeface="Helvetica"/>
                <a:cs typeface="Helvetica"/>
              </a:rPr>
              <a:t>C</a:t>
            </a:r>
            <a:r>
              <a:rPr lang="en-US" sz="1400" baseline="-25000" dirty="0" err="1">
                <a:solidFill>
                  <a:srgbClr val="654321"/>
                </a:solidFill>
                <a:latin typeface="Helvetica"/>
                <a:cs typeface="Helvetica"/>
              </a:rPr>
              <a:t>cp</a:t>
            </a:r>
            <a:r>
              <a:rPr lang="en-US" sz="1400" dirty="0">
                <a:solidFill>
                  <a:srgbClr val="654321"/>
                </a:solidFill>
                <a:latin typeface="Helvetica"/>
                <a:cs typeface="Helvetica"/>
              </a:rPr>
              <a:t> = Canopy pool carbon (mol C m</a:t>
            </a:r>
            <a:r>
              <a:rPr lang="en-US" sz="1400" baseline="30000" dirty="0">
                <a:solidFill>
                  <a:srgbClr val="654321"/>
                </a:solidFill>
                <a:latin typeface="Helvetica"/>
                <a:cs typeface="Helvetica"/>
              </a:rPr>
              <a:t>-2</a:t>
            </a:r>
            <a:r>
              <a:rPr lang="en-US" sz="1400" dirty="0">
                <a:solidFill>
                  <a:srgbClr val="654321"/>
                </a:solidFill>
                <a:latin typeface="Helvetica"/>
                <a:cs typeface="Helvetica"/>
              </a:rPr>
              <a:t>) | </a:t>
            </a:r>
            <a:r>
              <a:rPr lang="en-US" sz="1400" dirty="0" err="1">
                <a:solidFill>
                  <a:srgbClr val="654321"/>
                </a:solidFill>
                <a:latin typeface="Helvetica"/>
                <a:cs typeface="Helvetica"/>
              </a:rPr>
              <a:t>Grz</a:t>
            </a:r>
            <a:r>
              <a:rPr lang="en-US" sz="1400" baseline="-25000" dirty="0" err="1">
                <a:solidFill>
                  <a:srgbClr val="654321"/>
                </a:solidFill>
                <a:latin typeface="Helvetica"/>
                <a:cs typeface="Helvetica"/>
              </a:rPr>
              <a:t>F</a:t>
            </a:r>
            <a:r>
              <a:rPr lang="en-US" sz="1400" dirty="0">
                <a:solidFill>
                  <a:srgbClr val="654321"/>
                </a:solidFill>
                <a:latin typeface="Helvetica"/>
                <a:cs typeface="Helvetica"/>
              </a:rPr>
              <a:t> = Grazing intensity (fraction)</a:t>
            </a:r>
          </a:p>
          <a:p>
            <a:pPr>
              <a:lnSpc>
                <a:spcPts val="1860"/>
              </a:lnSpc>
            </a:pPr>
            <a:r>
              <a:rPr lang="en-US" sz="1400" dirty="0" err="1">
                <a:solidFill>
                  <a:srgbClr val="654321"/>
                </a:solidFill>
                <a:latin typeface="Helvetica"/>
                <a:cs typeface="Helvetica"/>
              </a:rPr>
              <a:t>Clim</a:t>
            </a:r>
            <a:r>
              <a:rPr lang="en-US" sz="1400" baseline="-25000" dirty="0" err="1">
                <a:solidFill>
                  <a:srgbClr val="654321"/>
                </a:solidFill>
                <a:latin typeface="Helvetica"/>
                <a:cs typeface="Helvetica"/>
              </a:rPr>
              <a:t>LAI</a:t>
            </a:r>
            <a:r>
              <a:rPr lang="en-US" sz="1400" dirty="0">
                <a:solidFill>
                  <a:srgbClr val="654321"/>
                </a:solidFill>
                <a:latin typeface="Helvetica"/>
                <a:cs typeface="Helvetica"/>
              </a:rPr>
              <a:t> = Climatological LAI | </a:t>
            </a:r>
            <a:r>
              <a:rPr lang="en-US" sz="1400" dirty="0" err="1">
                <a:solidFill>
                  <a:srgbClr val="654321"/>
                </a:solidFill>
                <a:latin typeface="Helvetica"/>
                <a:cs typeface="Helvetica"/>
              </a:rPr>
              <a:t>Grz</a:t>
            </a:r>
            <a:r>
              <a:rPr lang="en-US" sz="1400" baseline="-25000" dirty="0" err="1">
                <a:solidFill>
                  <a:srgbClr val="654321"/>
                </a:solidFill>
                <a:latin typeface="Helvetica"/>
                <a:cs typeface="Helvetica"/>
              </a:rPr>
              <a:t>MLAI</a:t>
            </a:r>
            <a:r>
              <a:rPr lang="en-US" sz="1400" dirty="0">
                <a:solidFill>
                  <a:srgbClr val="654321"/>
                </a:solidFill>
                <a:latin typeface="Helvetica"/>
                <a:cs typeface="Helvetica"/>
              </a:rPr>
              <a:t>, </a:t>
            </a:r>
            <a:r>
              <a:rPr lang="en-US" sz="1400" dirty="0" err="1">
                <a:solidFill>
                  <a:srgbClr val="654321"/>
                </a:solidFill>
                <a:latin typeface="Helvetica"/>
                <a:cs typeface="Helvetica"/>
              </a:rPr>
              <a:t>Grz</a:t>
            </a:r>
            <a:r>
              <a:rPr lang="en-US" sz="1400" baseline="-25000" dirty="0" err="1">
                <a:solidFill>
                  <a:srgbClr val="654321"/>
                </a:solidFill>
                <a:latin typeface="Helvetica"/>
                <a:cs typeface="Helvetica"/>
              </a:rPr>
              <a:t>SLAI</a:t>
            </a:r>
            <a:r>
              <a:rPr lang="en-US" sz="1400" dirty="0">
                <a:solidFill>
                  <a:srgbClr val="654321"/>
                </a:solidFill>
                <a:latin typeface="Helvetica"/>
                <a:cs typeface="Helvetica"/>
              </a:rPr>
              <a:t>, </a:t>
            </a:r>
            <a:r>
              <a:rPr lang="en-US" sz="1400" dirty="0" err="1">
                <a:solidFill>
                  <a:srgbClr val="654321"/>
                </a:solidFill>
                <a:latin typeface="Helvetica"/>
                <a:cs typeface="Helvetica"/>
              </a:rPr>
              <a:t>Grz</a:t>
            </a:r>
            <a:r>
              <a:rPr lang="en-US" sz="1400" baseline="-25000" dirty="0" err="1">
                <a:solidFill>
                  <a:srgbClr val="654321"/>
                </a:solidFill>
                <a:latin typeface="Helvetica"/>
                <a:cs typeface="Helvetica"/>
              </a:rPr>
              <a:t>CFP</a:t>
            </a:r>
            <a:r>
              <a:rPr lang="en-US" sz="1400" dirty="0">
                <a:solidFill>
                  <a:srgbClr val="654321"/>
                </a:solidFill>
                <a:latin typeface="Helvetica"/>
                <a:cs typeface="Helvetica"/>
              </a:rPr>
              <a:t>, </a:t>
            </a:r>
            <a:r>
              <a:rPr lang="en-US" sz="1400" dirty="0" err="1">
                <a:solidFill>
                  <a:srgbClr val="654321"/>
                </a:solidFill>
                <a:latin typeface="Helvetica"/>
                <a:cs typeface="Helvetica"/>
              </a:rPr>
              <a:t>Grz</a:t>
            </a:r>
            <a:r>
              <a:rPr lang="en-US" sz="1400" baseline="-25000" dirty="0" err="1">
                <a:solidFill>
                  <a:srgbClr val="654321"/>
                </a:solidFill>
                <a:latin typeface="Helvetica"/>
                <a:cs typeface="Helvetica"/>
              </a:rPr>
              <a:t>CFD</a:t>
            </a:r>
            <a:r>
              <a:rPr lang="en-US" sz="1400" dirty="0">
                <a:solidFill>
                  <a:srgbClr val="654321"/>
                </a:solidFill>
                <a:latin typeface="Helvetica"/>
                <a:cs typeface="Helvetica"/>
              </a:rPr>
              <a:t> = Parameters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451BD6D9-D71A-D242-AFB2-D8EB4607B95F}"/>
                  </a:ext>
                </a:extLst>
              </p:cNvPr>
              <p:cNvSpPr txBox="1"/>
              <p:nvPr/>
            </p:nvSpPr>
            <p:spPr>
              <a:xfrm>
                <a:off x="3199911" y="916189"/>
                <a:ext cx="4000262" cy="21932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𝐿𝑜𝑠𝑠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𝐺𝑟𝑧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𝑐𝑝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𝐶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𝑐𝑝</m:t>
                          </m:r>
                        </m:sub>
                      </m:sSub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𝐺𝑟𝑧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𝐹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𝑑𝑡</m:t>
                      </m:r>
                    </m:oMath>
                  </m:oMathPara>
                </a14:m>
                <a:endParaRPr lang="en-US" i="1" dirty="0">
                  <a:latin typeface="Cambria Math" panose="02040503050406030204" pitchFamily="18" charset="0"/>
                </a:endParaRPr>
              </a:p>
              <a:p>
                <a:endParaRPr lang="en-US" sz="1000" i="1" dirty="0">
                  <a:latin typeface="Cambria Math" panose="02040503050406030204" pitchFamily="18" charset="0"/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𝐺𝑟𝑧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𝐹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f>
                                  <m:fPr>
                                    <m:ctrlP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sSub>
                                      <m:sSubPr>
                                        <m:ctrlP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  <m:t>𝐺𝑟𝑧</m:t>
                                        </m:r>
                                      </m:e>
                                      <m:sub>
                                        <m: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  <m:t>𝐶𝐹𝑃</m:t>
                                        </m:r>
                                      </m:sub>
                                    </m:sSub>
                                  </m:num>
                                  <m:den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86400.</m:t>
                                    </m:r>
                                  </m:den>
                                </m:f>
                              </m:e>
                              <m:e>
                                <m:sSub>
                                  <m:sSubPr>
                                    <m:ctrlP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𝐶𝑙𝑖𝑚</m:t>
                                    </m:r>
                                  </m:e>
                                  <m:sub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𝐿𝐴𝐼</m:t>
                                    </m:r>
                                  </m:sub>
                                </m:sSub>
                                <m:r>
                                  <a:rPr lang="en-US" b="0" i="1" smtClean="0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&gt;</m:t>
                                </m:r>
                                <m:sSub>
                                  <m:sSubPr>
                                    <m:ctrlPr>
                                      <a:rPr lang="en-US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𝐺𝑟𝑧</m:t>
                                    </m:r>
                                  </m:e>
                                  <m:sub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𝑆𝐿𝐴𝐼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f>
                                  <m:fPr>
                                    <m:ctrlP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sSub>
                                      <m:sSubPr>
                                        <m:ctrlP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  <m:t>𝐺𝑟𝑧</m:t>
                                        </m:r>
                                      </m:e>
                                      <m:sub>
                                        <m:r>
                                          <a:rPr lang="en-US" b="0" i="1" smtClean="0">
                                            <a:latin typeface="Cambria Math" panose="02040503050406030204" pitchFamily="18" charset="0"/>
                                          </a:rPr>
                                          <m:t>𝐶𝐹𝐷</m:t>
                                        </m:r>
                                      </m:sub>
                                    </m:sSub>
                                  </m:num>
                                  <m:den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86400.</m:t>
                                    </m:r>
                                  </m:den>
                                </m:f>
                              </m:e>
                              <m:e>
                                <m:sSub>
                                  <m:sSubPr>
                                    <m:ctrlP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𝐶𝑙𝑖𝑚</m:t>
                                    </m:r>
                                  </m:e>
                                  <m:sub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</a:rPr>
                                      <m:t>𝐿𝐴𝐼</m:t>
                                    </m:r>
                                  </m:sub>
                                </m:sSub>
                                <m:r>
                                  <a:rPr lang="en-US" b="0" i="1" smtClean="0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≤</m:t>
                                </m:r>
                                <m:sSub>
                                  <m:sSubPr>
                                    <m:ctrlPr>
                                      <a:rPr lang="en-US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𝐺𝑟𝑧</m:t>
                                    </m:r>
                                  </m:e>
                                  <m:sub>
                                    <m:r>
                                      <a:rPr lang="en-US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𝑆𝐿𝐴𝐼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dirty="0"/>
              </a:p>
              <a:p>
                <a:endParaRPr lang="en-US" sz="800" dirty="0"/>
              </a:p>
              <a:p>
                <a:pPr algn="ctr"/>
                <a:r>
                  <a:rPr lang="en-US" dirty="0"/>
                  <a:t>Grazing Occurs: LAI &gt; </a:t>
                </a:r>
                <a:r>
                  <a:rPr lang="en-US" dirty="0" err="1"/>
                  <a:t>Grz</a:t>
                </a:r>
                <a:r>
                  <a:rPr lang="en-US" baseline="-25000" dirty="0" err="1"/>
                  <a:t>MLAI</a:t>
                </a:r>
                <a:endParaRPr lang="en-US" baseline="-25000" dirty="0"/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451BD6D9-D71A-D242-AFB2-D8EB4607B9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99911" y="916189"/>
                <a:ext cx="4000262" cy="2193293"/>
              </a:xfrm>
              <a:prstGeom prst="rect">
                <a:avLst/>
              </a:prstGeom>
              <a:blipFill>
                <a:blip r:embed="rId2"/>
                <a:stretch>
                  <a:fillRect b="-346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4DCB26D5-E18D-B84A-A268-93BE359F369D}"/>
                  </a:ext>
                </a:extLst>
              </p:cNvPr>
              <p:cNvSpPr txBox="1"/>
              <p:nvPr/>
            </p:nvSpPr>
            <p:spPr>
              <a:xfrm>
                <a:off x="3245522" y="4182677"/>
                <a:ext cx="4727704" cy="175573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𝐺𝑟𝑧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𝐶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i="1"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𝑐𝑝</m:t>
                          </m:r>
                        </m:sup>
                        <m:e>
                          <m:sSub>
                            <m:sSub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𝐿𝑜𝑠𝑠</m:t>
                              </m:r>
                            </m:e>
                            <m:sub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𝐺𝑟𝑧</m:t>
                              </m:r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𝑐𝑝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US" dirty="0"/>
              </a:p>
              <a:p>
                <a:r>
                  <a:rPr lang="en-US" dirty="0"/>
                  <a:t>Respired: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𝑅𝑒𝑠𝑝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𝐺𝑟𝑧</m:t>
                        </m:r>
                      </m:sub>
                    </m:sSub>
                    <m:r>
                      <a:rPr lang="en-US" b="0" i="1" smtClean="0"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𝐺𝑟𝑧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𝑇𝑟𝑎𝑛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,1</m:t>
                        </m:r>
                      </m:sub>
                    </m:sSub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𝐺𝑟𝑧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𝐶</m:t>
                        </m:r>
                      </m:sub>
                    </m:sSub>
                  </m:oMath>
                </a14:m>
                <a:endParaRPr lang="en-US" b="0" dirty="0"/>
              </a:p>
              <a:p>
                <a:r>
                  <a:rPr lang="en-US" dirty="0"/>
                  <a:t>Removed: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𝑅𝑚𝑣𝑑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</a:rPr>
                          <m:t>𝐺𝑟𝑧</m:t>
                        </m:r>
                      </m:sub>
                    </m:sSub>
                    <m:r>
                      <a:rPr lang="en-US" i="1"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𝐺𝑟𝑧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</a:rPr>
                          <m:t>𝑇𝑟𝑎𝑛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,2</m:t>
                        </m:r>
                      </m:sub>
                    </m:sSub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𝐺𝑟𝑧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</a:rPr>
                          <m:t>𝐶</m:t>
                        </m:r>
                      </m:sub>
                    </m:sSub>
                    <m:r>
                      <a:rPr lang="en-US" b="0" i="1" smtClean="0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𝑑𝑡</m:t>
                    </m:r>
                  </m:oMath>
                </a14:m>
                <a:endParaRPr lang="en-US" b="0" dirty="0"/>
              </a:p>
              <a:p>
                <a:r>
                  <a:rPr lang="en-US" dirty="0"/>
                  <a:t>Transferred: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𝐺𝑎𝑖𝑛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</a:rPr>
                          <m:t>𝐺𝑟𝑧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𝑑𝑝</m:t>
                        </m:r>
                      </m:sub>
                    </m:sSub>
                    <m:r>
                      <a:rPr lang="en-US" i="1"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𝐺𝑟𝑧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</a:rPr>
                          <m:t>𝑇𝑟𝑎𝑛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,2+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𝑑𝑝</m:t>
                        </m:r>
                      </m:sub>
                    </m:sSub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𝐺𝑟𝑧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</a:rPr>
                          <m:t>𝐶</m:t>
                        </m:r>
                      </m:sub>
                    </m:sSub>
                    <m:r>
                      <a:rPr lang="en-US" b="0" i="1" smtClean="0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𝑑𝑡</m:t>
                    </m:r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4DCB26D5-E18D-B84A-A268-93BE359F36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45522" y="4182677"/>
                <a:ext cx="4727704" cy="1755737"/>
              </a:xfrm>
              <a:prstGeom prst="rect">
                <a:avLst/>
              </a:prstGeom>
              <a:blipFill>
                <a:blip r:embed="rId3"/>
                <a:stretch>
                  <a:fillRect l="-1072" t="-47857" b="-2285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TextBox 5">
            <a:extLst>
              <a:ext uri="{FF2B5EF4-FFF2-40B4-BE49-F238E27FC236}">
                <a16:creationId xmlns:a16="http://schemas.microsoft.com/office/drawing/2014/main" id="{7B217D8F-C47E-B34C-9ECF-02061ABFE05B}"/>
              </a:ext>
            </a:extLst>
          </p:cNvPr>
          <p:cNvSpPr txBox="1"/>
          <p:nvPr/>
        </p:nvSpPr>
        <p:spPr>
          <a:xfrm>
            <a:off x="759416" y="916189"/>
            <a:ext cx="201709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/>
              <a:t>Live Pool Loss: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6CA9990-5E3C-0243-8727-DED0716CFC57}"/>
              </a:ext>
            </a:extLst>
          </p:cNvPr>
          <p:cNvSpPr txBox="1"/>
          <p:nvPr/>
        </p:nvSpPr>
        <p:spPr>
          <a:xfrm>
            <a:off x="759416" y="4303911"/>
            <a:ext cx="213167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/>
              <a:t>Fate of Carbon: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3FAA905-9D8C-FF44-BB11-77685EE58EE8}"/>
              </a:ext>
            </a:extLst>
          </p:cNvPr>
          <p:cNvSpPr txBox="1"/>
          <p:nvPr/>
        </p:nvSpPr>
        <p:spPr>
          <a:xfrm>
            <a:off x="3504127" y="6019515"/>
            <a:ext cx="3820277" cy="6131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ts val="2080"/>
              </a:lnSpc>
            </a:pPr>
            <a:r>
              <a:rPr lang="en-US" sz="1400" dirty="0" err="1">
                <a:latin typeface="Helvetica" pitchFamily="2" charset="0"/>
              </a:rPr>
              <a:t>Grz</a:t>
            </a:r>
            <a:r>
              <a:rPr lang="en-US" sz="1400" baseline="-25000" dirty="0" err="1">
                <a:latin typeface="Helvetica" pitchFamily="2" charset="0"/>
              </a:rPr>
              <a:t>C</a:t>
            </a:r>
            <a:r>
              <a:rPr lang="en-US" sz="1400" dirty="0">
                <a:latin typeface="Helvetica" pitchFamily="2" charset="0"/>
              </a:rPr>
              <a:t>= Total grazed carbon (mol C m</a:t>
            </a:r>
            <a:r>
              <a:rPr lang="en-US" sz="1400" baseline="30000" dirty="0">
                <a:latin typeface="Helvetica" pitchFamily="2" charset="0"/>
              </a:rPr>
              <a:t>-2</a:t>
            </a:r>
            <a:r>
              <a:rPr lang="en-US" sz="1400" dirty="0">
                <a:latin typeface="Helvetica" pitchFamily="2" charset="0"/>
              </a:rPr>
              <a:t>)</a:t>
            </a:r>
          </a:p>
          <a:p>
            <a:pPr>
              <a:lnSpc>
                <a:spcPts val="2080"/>
              </a:lnSpc>
            </a:pPr>
            <a:r>
              <a:rPr lang="en-US" sz="1400" dirty="0" err="1">
                <a:latin typeface="Helvetica" pitchFamily="2" charset="0"/>
              </a:rPr>
              <a:t>Gain</a:t>
            </a:r>
            <a:r>
              <a:rPr lang="en-US" sz="1400" baseline="-25000" dirty="0" err="1">
                <a:latin typeface="Helvetica" pitchFamily="2" charset="0"/>
              </a:rPr>
              <a:t>Grz,dp</a:t>
            </a:r>
            <a:r>
              <a:rPr lang="en-US" sz="1400" dirty="0">
                <a:latin typeface="Helvetica" pitchFamily="2" charset="0"/>
              </a:rPr>
              <a:t>= Dead pool carbon gain (mol C m</a:t>
            </a:r>
            <a:r>
              <a:rPr lang="en-US" sz="1400" baseline="30000" dirty="0">
                <a:latin typeface="Helvetica" pitchFamily="2" charset="0"/>
              </a:rPr>
              <a:t>-2</a:t>
            </a:r>
            <a:r>
              <a:rPr lang="en-US" sz="1400" dirty="0">
                <a:latin typeface="Helvetica" pitchFamily="2" charset="0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646422711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Lightning Bolt 3">
            <a:extLst>
              <a:ext uri="{FF2B5EF4-FFF2-40B4-BE49-F238E27FC236}">
                <a16:creationId xmlns:a16="http://schemas.microsoft.com/office/drawing/2014/main" id="{BD25D548-C376-964A-9ED2-30C0A500D4FF}"/>
              </a:ext>
            </a:extLst>
          </p:cNvPr>
          <p:cNvSpPr/>
          <p:nvPr/>
        </p:nvSpPr>
        <p:spPr>
          <a:xfrm rot="847910">
            <a:off x="1266590" y="1299507"/>
            <a:ext cx="914400" cy="914400"/>
          </a:xfrm>
          <a:prstGeom prst="lightningBol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064654A0-3ED3-CA47-8A82-17AECCF70733}"/>
              </a:ext>
            </a:extLst>
          </p:cNvPr>
          <p:cNvCxnSpPr>
            <a:cxnSpLocks/>
          </p:cNvCxnSpPr>
          <p:nvPr/>
        </p:nvCxnSpPr>
        <p:spPr>
          <a:xfrm flipV="1">
            <a:off x="0" y="6805248"/>
            <a:ext cx="9144000" cy="1"/>
          </a:xfrm>
          <a:prstGeom prst="line">
            <a:avLst/>
          </a:prstGeom>
          <a:noFill/>
          <a:ln w="22225" cap="flat" cmpd="sng" algn="ctr">
            <a:solidFill>
              <a:srgbClr val="92D050"/>
            </a:solidFill>
            <a:prstDash val="solid"/>
            <a:miter lim="800000"/>
          </a:ln>
          <a:effectLst>
            <a:outerShdw blurRad="50800" dist="25400" dir="5400000" algn="ctr" rotWithShape="0">
              <a:srgbClr val="000000">
                <a:alpha val="73000"/>
              </a:srgbClr>
            </a:outerShdw>
          </a:effectLst>
        </p:spPr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E1B3C98E-3EC5-5E4F-AFB3-3A397D5032B2}"/>
              </a:ext>
            </a:extLst>
          </p:cNvPr>
          <p:cNvSpPr txBox="1"/>
          <p:nvPr/>
        </p:nvSpPr>
        <p:spPr>
          <a:xfrm>
            <a:off x="2578620" y="137711"/>
            <a:ext cx="3855723" cy="1077218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Disturbance: Fire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EBAC79E1-B336-EF40-A3B6-B34A681E7DBC}"/>
              </a:ext>
            </a:extLst>
          </p:cNvPr>
          <p:cNvGrpSpPr/>
          <p:nvPr/>
        </p:nvGrpSpPr>
        <p:grpSpPr>
          <a:xfrm>
            <a:off x="2419902" y="1408293"/>
            <a:ext cx="4173161" cy="2763696"/>
            <a:chOff x="2595000" y="1408293"/>
            <a:chExt cx="4173161" cy="2763696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68FB0165-0D71-9F47-826B-2C71F172912E}"/>
                </a:ext>
              </a:extLst>
            </p:cNvPr>
            <p:cNvSpPr/>
            <p:nvPr/>
          </p:nvSpPr>
          <p:spPr>
            <a:xfrm>
              <a:off x="2595000" y="1408293"/>
              <a:ext cx="4173161" cy="2763696"/>
            </a:xfrm>
            <a:prstGeom prst="rect">
              <a:avLst/>
            </a:prstGeom>
            <a:solidFill>
              <a:srgbClr val="FFFDF0"/>
            </a:solidFill>
            <a:ln w="25400">
              <a:solidFill>
                <a:srgbClr val="A013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028F7C0-E5FB-BE44-9CC8-5E1BF26E0C27}"/>
                </a:ext>
              </a:extLst>
            </p:cNvPr>
            <p:cNvSpPr txBox="1"/>
            <p:nvPr/>
          </p:nvSpPr>
          <p:spPr>
            <a:xfrm>
              <a:off x="2635922" y="1463555"/>
              <a:ext cx="4123245" cy="2708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285750" indent="-285750">
                <a:buClr>
                  <a:srgbClr val="A01300"/>
                </a:buClr>
                <a:buFont typeface="Wingdings" pitchFamily="2" charset="2"/>
                <a:buChar char="q"/>
              </a:pPr>
              <a:r>
                <a:rPr lang="en-US" b="1" dirty="0">
                  <a:solidFill>
                    <a:srgbClr val="654321"/>
                  </a:solidFill>
                  <a:latin typeface="Helvetica"/>
                  <a:cs typeface="Helvetica"/>
                </a:rPr>
                <a:t>Fire Emissions: </a:t>
              </a:r>
            </a:p>
            <a:p>
              <a:pPr>
                <a:buClr>
                  <a:srgbClr val="A01300"/>
                </a:buClr>
              </a:pPr>
              <a:r>
                <a:rPr lang="en-US" b="1" dirty="0">
                  <a:solidFill>
                    <a:srgbClr val="9E160D"/>
                  </a:solidFill>
                  <a:latin typeface="Helvetica"/>
                  <a:cs typeface="Helvetica"/>
                </a:rPr>
                <a:t>     - 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Global Fire Emissions Database</a:t>
              </a:r>
            </a:p>
            <a:p>
              <a:pPr>
                <a:buClr>
                  <a:srgbClr val="A01300"/>
                </a:buClr>
              </a:pP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      (GFED v4)</a:t>
              </a:r>
            </a:p>
            <a:p>
              <a:pPr>
                <a:buClr>
                  <a:srgbClr val="A01300"/>
                </a:buClr>
              </a:pP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    </a:t>
              </a:r>
              <a:r>
                <a:rPr lang="en-US" b="1" dirty="0">
                  <a:solidFill>
                    <a:srgbClr val="9E160D"/>
                  </a:solidFill>
                  <a:latin typeface="Helvetica" pitchFamily="2" charset="0"/>
                </a:rPr>
                <a:t>-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Beginning 2003</a:t>
              </a:r>
            </a:p>
            <a:p>
              <a:pPr>
                <a:buClr>
                  <a:srgbClr val="A01300"/>
                </a:buClr>
              </a:pPr>
              <a:endParaRPr lang="en-US" sz="800" dirty="0">
                <a:solidFill>
                  <a:srgbClr val="4B3118"/>
                </a:solidFill>
                <a:latin typeface="Helvetica" pitchFamily="2" charset="0"/>
              </a:endParaRPr>
            </a:p>
            <a:p>
              <a:pPr marL="285750" indent="-285750">
                <a:buClr>
                  <a:srgbClr val="A01300"/>
                </a:buClr>
                <a:buFont typeface="Wingdings" pitchFamily="2" charset="2"/>
                <a:buChar char="q"/>
              </a:pPr>
              <a:r>
                <a:rPr lang="en-US" b="1" dirty="0">
                  <a:solidFill>
                    <a:srgbClr val="654321"/>
                  </a:solidFill>
                  <a:latin typeface="Helvetica"/>
                  <a:cs typeface="Helvetica"/>
                </a:rPr>
                <a:t>Burned Carbon Fates:</a:t>
              </a:r>
            </a:p>
            <a:p>
              <a:pPr>
                <a:buClr>
                  <a:srgbClr val="A01300"/>
                </a:buClr>
              </a:pPr>
              <a:r>
                <a:rPr lang="en-US" b="1" dirty="0">
                  <a:solidFill>
                    <a:srgbClr val="9E160D"/>
                  </a:solidFill>
                  <a:latin typeface="Helvetica" pitchFamily="2" charset="0"/>
                </a:rPr>
                <a:t>     -</a:t>
              </a:r>
              <a:r>
                <a:rPr lang="en-US" dirty="0"/>
                <a:t> </a:t>
              </a:r>
              <a:r>
                <a:rPr lang="en-US" b="1" dirty="0">
                  <a:solidFill>
                    <a:srgbClr val="9E160D"/>
                  </a:solidFill>
                  <a:latin typeface="Helvetica" pitchFamily="2" charset="0"/>
                </a:rPr>
                <a:t>Released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back to the atmosphere</a:t>
              </a:r>
            </a:p>
            <a:p>
              <a:pPr>
                <a:buClr>
                  <a:srgbClr val="A01300"/>
                </a:buClr>
              </a:pPr>
              <a:r>
                <a:rPr lang="en-US" dirty="0"/>
                <a:t>      </a:t>
              </a:r>
              <a:r>
                <a:rPr lang="en-US" b="1" dirty="0">
                  <a:solidFill>
                    <a:srgbClr val="9E160D"/>
                  </a:solidFill>
                  <a:latin typeface="Helvetica" pitchFamily="2" charset="0"/>
                </a:rPr>
                <a:t>-</a:t>
              </a:r>
              <a:r>
                <a:rPr lang="en-US" dirty="0"/>
                <a:t> </a:t>
              </a:r>
              <a:r>
                <a:rPr lang="en-US" b="1" dirty="0">
                  <a:latin typeface="Helvetica" pitchFamily="2" charset="0"/>
                </a:rPr>
                <a:t>Removed</a:t>
              </a:r>
              <a:r>
                <a:rPr lang="en-US" dirty="0">
                  <a:solidFill>
                    <a:srgbClr val="9E160D"/>
                  </a:solidFill>
                  <a:latin typeface="Helvetica" pitchFamily="2" charset="0"/>
                </a:rPr>
                <a:t> 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from carbon pools</a:t>
              </a:r>
            </a:p>
            <a:p>
              <a:pPr>
                <a:buClr>
                  <a:srgbClr val="A01300"/>
                </a:buClr>
              </a:pP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       + </a:t>
              </a:r>
              <a:r>
                <a:rPr lang="en-US" dirty="0">
                  <a:solidFill>
                    <a:schemeClr val="accent3">
                      <a:lumMod val="50000"/>
                    </a:schemeClr>
                  </a:solidFill>
                  <a:latin typeface="Helvetica" pitchFamily="2" charset="0"/>
                </a:rPr>
                <a:t>Live 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Canopy Pools</a:t>
              </a:r>
            </a:p>
            <a:p>
              <a:pPr>
                <a:buClr>
                  <a:srgbClr val="A01300"/>
                </a:buClr>
              </a:pP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       + </a:t>
              </a:r>
              <a:r>
                <a:rPr lang="en-US" dirty="0">
                  <a:solidFill>
                    <a:srgbClr val="9E160D"/>
                  </a:solidFill>
                  <a:latin typeface="Helvetica" pitchFamily="2" charset="0"/>
                </a:rPr>
                <a:t>Dead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Surface Pools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45F67AE9-47A6-AD49-BDF3-BCC505606E36}"/>
              </a:ext>
            </a:extLst>
          </p:cNvPr>
          <p:cNvGrpSpPr/>
          <p:nvPr/>
        </p:nvGrpSpPr>
        <p:grpSpPr>
          <a:xfrm>
            <a:off x="7335339" y="245666"/>
            <a:ext cx="1303255" cy="1338514"/>
            <a:chOff x="1393880" y="1143248"/>
            <a:chExt cx="1298448" cy="1298448"/>
          </a:xfrm>
          <a:solidFill>
            <a:srgbClr val="FFF400"/>
          </a:solidFill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C2A2B48F-7F1C-0C45-94BE-72604C7DE496}"/>
                </a:ext>
              </a:extLst>
            </p:cNvPr>
            <p:cNvSpPr/>
            <p:nvPr/>
          </p:nvSpPr>
          <p:spPr>
            <a:xfrm>
              <a:off x="1620283" y="1370783"/>
              <a:ext cx="845643" cy="845643"/>
            </a:xfrm>
            <a:prstGeom prst="ellipse">
              <a:avLst/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5C28A190-7B05-A045-BC78-E6199FFF66A9}"/>
                </a:ext>
              </a:extLst>
            </p:cNvPr>
            <p:cNvGrpSpPr/>
            <p:nvPr/>
          </p:nvGrpSpPr>
          <p:grpSpPr>
            <a:xfrm>
              <a:off x="1394682" y="1284460"/>
              <a:ext cx="1296846" cy="1034301"/>
              <a:chOff x="1394682" y="1284460"/>
              <a:chExt cx="1296846" cy="1034301"/>
            </a:xfrm>
            <a:grpFill/>
          </p:grpSpPr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FE1F6D45-EDC1-0F42-8886-6EDCD69657EF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B678DD5D-9B7A-1E4A-BF9D-BC3B15857C83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8EA0F337-846D-4F46-9952-A3C13493B3BB}"/>
                </a:ext>
              </a:extLst>
            </p:cNvPr>
            <p:cNvGrpSpPr/>
            <p:nvPr/>
          </p:nvGrpSpPr>
          <p:grpSpPr>
            <a:xfrm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33C821DD-2247-6445-A6E6-C3F52CAB9D32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21DDB8CF-7B38-9545-94D3-831DC550736E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28A50E8F-0ADE-4B4B-A569-560082C2F17A}"/>
                </a:ext>
              </a:extLst>
            </p:cNvPr>
            <p:cNvGrpSpPr/>
            <p:nvPr/>
          </p:nvGrpSpPr>
          <p:grpSpPr>
            <a:xfrm rot="18926824"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299D49C5-2870-0C4E-8750-616148DB3204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F01A04D8-A02F-3A44-8652-2B39F1F0F136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7BB67BBA-C586-864D-955A-D11E109711E5}"/>
                </a:ext>
              </a:extLst>
            </p:cNvPr>
            <p:cNvGrpSpPr/>
            <p:nvPr/>
          </p:nvGrpSpPr>
          <p:grpSpPr>
            <a:xfrm rot="2728193" flipH="1">
              <a:off x="1393881" y="1275836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62126636-C72B-8E49-959E-DB24C22BC689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C0A37020-8345-2A47-844A-6F79FC95E040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4" name="Triangle 23">
            <a:extLst>
              <a:ext uri="{FF2B5EF4-FFF2-40B4-BE49-F238E27FC236}">
                <a16:creationId xmlns:a16="http://schemas.microsoft.com/office/drawing/2014/main" id="{2C901C4A-CA14-2D42-9033-74F6E309CDAF}"/>
              </a:ext>
            </a:extLst>
          </p:cNvPr>
          <p:cNvSpPr/>
          <p:nvPr/>
        </p:nvSpPr>
        <p:spPr>
          <a:xfrm>
            <a:off x="89302" y="3941692"/>
            <a:ext cx="2586029" cy="1753782"/>
          </a:xfrm>
          <a:prstGeom prst="triangle">
            <a:avLst/>
          </a:pr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5" name="Triangle 263">
            <a:extLst>
              <a:ext uri="{FF2B5EF4-FFF2-40B4-BE49-F238E27FC236}">
                <a16:creationId xmlns:a16="http://schemas.microsoft.com/office/drawing/2014/main" id="{D4FFB03B-8838-A74A-B554-A36B65BB2C7E}"/>
              </a:ext>
            </a:extLst>
          </p:cNvPr>
          <p:cNvSpPr/>
          <p:nvPr/>
        </p:nvSpPr>
        <p:spPr>
          <a:xfrm>
            <a:off x="237446" y="3209317"/>
            <a:ext cx="2213114" cy="1753782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6" name="Triangle 264">
            <a:extLst>
              <a:ext uri="{FF2B5EF4-FFF2-40B4-BE49-F238E27FC236}">
                <a16:creationId xmlns:a16="http://schemas.microsoft.com/office/drawing/2014/main" id="{125A4F87-6E06-0C49-9F30-EE342900C6E3}"/>
              </a:ext>
            </a:extLst>
          </p:cNvPr>
          <p:cNvSpPr/>
          <p:nvPr/>
        </p:nvSpPr>
        <p:spPr>
          <a:xfrm>
            <a:off x="365559" y="2474912"/>
            <a:ext cx="1890622" cy="1753782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7" name="Triangle 264">
            <a:extLst>
              <a:ext uri="{FF2B5EF4-FFF2-40B4-BE49-F238E27FC236}">
                <a16:creationId xmlns:a16="http://schemas.microsoft.com/office/drawing/2014/main" id="{4389AF18-0912-2247-A721-7ED91BCAFA65}"/>
              </a:ext>
            </a:extLst>
          </p:cNvPr>
          <p:cNvSpPr/>
          <p:nvPr/>
        </p:nvSpPr>
        <p:spPr>
          <a:xfrm>
            <a:off x="482367" y="2285054"/>
            <a:ext cx="1596587" cy="121606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8" name="Triangle 27">
            <a:extLst>
              <a:ext uri="{FF2B5EF4-FFF2-40B4-BE49-F238E27FC236}">
                <a16:creationId xmlns:a16="http://schemas.microsoft.com/office/drawing/2014/main" id="{B05540B2-9BBF-0342-8191-EDE514A7975C}"/>
              </a:ext>
            </a:extLst>
          </p:cNvPr>
          <p:cNvSpPr/>
          <p:nvPr/>
        </p:nvSpPr>
        <p:spPr>
          <a:xfrm>
            <a:off x="374906" y="4215481"/>
            <a:ext cx="1998741" cy="1327590"/>
          </a:xfrm>
          <a:prstGeom prst="triangle">
            <a:avLst/>
          </a:pr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9" name="Triangle 263">
            <a:extLst>
              <a:ext uri="{FF2B5EF4-FFF2-40B4-BE49-F238E27FC236}">
                <a16:creationId xmlns:a16="http://schemas.microsoft.com/office/drawing/2014/main" id="{87B79F8C-22EB-2744-8718-3F5FB9128ACF}"/>
              </a:ext>
            </a:extLst>
          </p:cNvPr>
          <p:cNvSpPr/>
          <p:nvPr/>
        </p:nvSpPr>
        <p:spPr>
          <a:xfrm>
            <a:off x="511717" y="3503525"/>
            <a:ext cx="1668304" cy="1322046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30" name="Triangle 264">
            <a:extLst>
              <a:ext uri="{FF2B5EF4-FFF2-40B4-BE49-F238E27FC236}">
                <a16:creationId xmlns:a16="http://schemas.microsoft.com/office/drawing/2014/main" id="{E7D30E79-7CDF-894B-9276-599D7E8AE1C7}"/>
              </a:ext>
            </a:extLst>
          </p:cNvPr>
          <p:cNvSpPr/>
          <p:nvPr/>
        </p:nvSpPr>
        <p:spPr>
          <a:xfrm>
            <a:off x="631820" y="2765877"/>
            <a:ext cx="1397781" cy="1296611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31" name="Freeform 30">
            <a:extLst>
              <a:ext uri="{FF2B5EF4-FFF2-40B4-BE49-F238E27FC236}">
                <a16:creationId xmlns:a16="http://schemas.microsoft.com/office/drawing/2014/main" id="{7FE5F77C-D391-AF4F-B888-D87805091F3B}"/>
              </a:ext>
            </a:extLst>
          </p:cNvPr>
          <p:cNvSpPr/>
          <p:nvPr/>
        </p:nvSpPr>
        <p:spPr>
          <a:xfrm>
            <a:off x="1247063" y="6264333"/>
            <a:ext cx="268370" cy="593667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32" name="Triangle 264">
            <a:extLst>
              <a:ext uri="{FF2B5EF4-FFF2-40B4-BE49-F238E27FC236}">
                <a16:creationId xmlns:a16="http://schemas.microsoft.com/office/drawing/2014/main" id="{4B0CFD76-D207-374C-BF01-DBBDAAF15018}"/>
              </a:ext>
            </a:extLst>
          </p:cNvPr>
          <p:cNvSpPr/>
          <p:nvPr/>
        </p:nvSpPr>
        <p:spPr>
          <a:xfrm>
            <a:off x="658511" y="2104437"/>
            <a:ext cx="1153193" cy="742942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33" name="Triangle 264">
            <a:extLst>
              <a:ext uri="{FF2B5EF4-FFF2-40B4-BE49-F238E27FC236}">
                <a16:creationId xmlns:a16="http://schemas.microsoft.com/office/drawing/2014/main" id="{1191E594-C3BB-3F41-A45E-66764BE8D7AA}"/>
              </a:ext>
            </a:extLst>
          </p:cNvPr>
          <p:cNvSpPr/>
          <p:nvPr/>
        </p:nvSpPr>
        <p:spPr>
          <a:xfrm>
            <a:off x="879158" y="2281557"/>
            <a:ext cx="711007" cy="458065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3956 w 1376149"/>
              <a:gd name="connsiteY3" fmla="*/ 104751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1872 w 1376149"/>
              <a:gd name="connsiteY3" fmla="*/ 1001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34" name="Triangle 264">
            <a:extLst>
              <a:ext uri="{FF2B5EF4-FFF2-40B4-BE49-F238E27FC236}">
                <a16:creationId xmlns:a16="http://schemas.microsoft.com/office/drawing/2014/main" id="{56B94B99-F8AE-1A4D-92D7-30C883F854EF}"/>
              </a:ext>
            </a:extLst>
          </p:cNvPr>
          <p:cNvSpPr/>
          <p:nvPr/>
        </p:nvSpPr>
        <p:spPr>
          <a:xfrm>
            <a:off x="749878" y="2535341"/>
            <a:ext cx="1084966" cy="826380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10711CB0-6DBF-0F41-BB6C-CDB8408EB734}"/>
              </a:ext>
            </a:extLst>
          </p:cNvPr>
          <p:cNvSpPr/>
          <p:nvPr/>
        </p:nvSpPr>
        <p:spPr>
          <a:xfrm rot="10800000">
            <a:off x="1258949" y="5531118"/>
            <a:ext cx="268370" cy="786653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953B3EDB-DE34-F043-BA70-3900BAB77914}"/>
              </a:ext>
            </a:extLst>
          </p:cNvPr>
          <p:cNvGrpSpPr/>
          <p:nvPr/>
        </p:nvGrpSpPr>
        <p:grpSpPr>
          <a:xfrm rot="20275914">
            <a:off x="1427145" y="4603921"/>
            <a:ext cx="202364" cy="373937"/>
            <a:chOff x="3510479" y="1211170"/>
            <a:chExt cx="2079479" cy="2629470"/>
          </a:xfrm>
        </p:grpSpPr>
        <p:sp>
          <p:nvSpPr>
            <p:cNvPr id="37" name="Oval 1">
              <a:extLst>
                <a:ext uri="{FF2B5EF4-FFF2-40B4-BE49-F238E27FC236}">
                  <a16:creationId xmlns:a16="http://schemas.microsoft.com/office/drawing/2014/main" id="{9174F3CB-76F1-AF4A-95B9-7002CE0EC286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8" name="Teardrop 37">
              <a:extLst>
                <a:ext uri="{FF2B5EF4-FFF2-40B4-BE49-F238E27FC236}">
                  <a16:creationId xmlns:a16="http://schemas.microsoft.com/office/drawing/2014/main" id="{88F0C1A5-8C87-DE4C-82CB-9DCDF46DD866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9" name="Teardrop 38">
              <a:extLst>
                <a:ext uri="{FF2B5EF4-FFF2-40B4-BE49-F238E27FC236}">
                  <a16:creationId xmlns:a16="http://schemas.microsoft.com/office/drawing/2014/main" id="{DDC30837-117B-094E-8291-A3C5FAAC2958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0" name="Teardrop 39">
              <a:extLst>
                <a:ext uri="{FF2B5EF4-FFF2-40B4-BE49-F238E27FC236}">
                  <a16:creationId xmlns:a16="http://schemas.microsoft.com/office/drawing/2014/main" id="{1B0B12A2-28B4-D74F-AD06-675B996D9BC4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1" name="Teardrop 40">
              <a:extLst>
                <a:ext uri="{FF2B5EF4-FFF2-40B4-BE49-F238E27FC236}">
                  <a16:creationId xmlns:a16="http://schemas.microsoft.com/office/drawing/2014/main" id="{4BFCB07A-47B0-5643-A074-B4E0E5D05621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2" name="Teardrop 41">
              <a:extLst>
                <a:ext uri="{FF2B5EF4-FFF2-40B4-BE49-F238E27FC236}">
                  <a16:creationId xmlns:a16="http://schemas.microsoft.com/office/drawing/2014/main" id="{E1D9CB20-AFCD-8C4C-BC0C-CDCC19AF3B1B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3" name="Teardrop 42">
              <a:extLst>
                <a:ext uri="{FF2B5EF4-FFF2-40B4-BE49-F238E27FC236}">
                  <a16:creationId xmlns:a16="http://schemas.microsoft.com/office/drawing/2014/main" id="{02CEDE14-5F7E-E34E-A22E-F2ACBB16AA1D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4" name="Teardrop 43">
              <a:extLst>
                <a:ext uri="{FF2B5EF4-FFF2-40B4-BE49-F238E27FC236}">
                  <a16:creationId xmlns:a16="http://schemas.microsoft.com/office/drawing/2014/main" id="{33112552-81EE-1F45-9699-BDFE3A08141A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5" name="Teardrop 44">
              <a:extLst>
                <a:ext uri="{FF2B5EF4-FFF2-40B4-BE49-F238E27FC236}">
                  <a16:creationId xmlns:a16="http://schemas.microsoft.com/office/drawing/2014/main" id="{D2D7BEFE-5E8A-6C49-928D-F31B7A0E527C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6" name="Teardrop 45">
              <a:extLst>
                <a:ext uri="{FF2B5EF4-FFF2-40B4-BE49-F238E27FC236}">
                  <a16:creationId xmlns:a16="http://schemas.microsoft.com/office/drawing/2014/main" id="{01EDECB4-6AD9-F347-AF05-E697F50C681F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7" name="Teardrop 46">
              <a:extLst>
                <a:ext uri="{FF2B5EF4-FFF2-40B4-BE49-F238E27FC236}">
                  <a16:creationId xmlns:a16="http://schemas.microsoft.com/office/drawing/2014/main" id="{DC9CA667-C0BA-3848-A2B2-4249C5AA632B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8" name="Teardrop 47">
              <a:extLst>
                <a:ext uri="{FF2B5EF4-FFF2-40B4-BE49-F238E27FC236}">
                  <a16:creationId xmlns:a16="http://schemas.microsoft.com/office/drawing/2014/main" id="{ADB2C85D-A8E2-B04B-981E-8F0E51F15851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9" name="Teardrop 48">
              <a:extLst>
                <a:ext uri="{FF2B5EF4-FFF2-40B4-BE49-F238E27FC236}">
                  <a16:creationId xmlns:a16="http://schemas.microsoft.com/office/drawing/2014/main" id="{CCBEA9A4-AC86-1E4E-92C6-E4A16F217CDE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0" name="Teardrop 49">
              <a:extLst>
                <a:ext uri="{FF2B5EF4-FFF2-40B4-BE49-F238E27FC236}">
                  <a16:creationId xmlns:a16="http://schemas.microsoft.com/office/drawing/2014/main" id="{710CD3D8-A503-8E4E-B4BE-BE15F1F12F4D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1" name="Teardrop 50">
              <a:extLst>
                <a:ext uri="{FF2B5EF4-FFF2-40B4-BE49-F238E27FC236}">
                  <a16:creationId xmlns:a16="http://schemas.microsoft.com/office/drawing/2014/main" id="{EFB041DB-A2AB-6E42-83AC-6D02C8D00D3F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2" name="Teardrop 51">
              <a:extLst>
                <a:ext uri="{FF2B5EF4-FFF2-40B4-BE49-F238E27FC236}">
                  <a16:creationId xmlns:a16="http://schemas.microsoft.com/office/drawing/2014/main" id="{9089483C-2DA5-2543-8381-5F5BA85C1C9F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3" name="Teardrop 52">
              <a:extLst>
                <a:ext uri="{FF2B5EF4-FFF2-40B4-BE49-F238E27FC236}">
                  <a16:creationId xmlns:a16="http://schemas.microsoft.com/office/drawing/2014/main" id="{F862B57A-93DD-2D40-85F3-8EC83FE4553D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4" name="Teardrop 53">
              <a:extLst>
                <a:ext uri="{FF2B5EF4-FFF2-40B4-BE49-F238E27FC236}">
                  <a16:creationId xmlns:a16="http://schemas.microsoft.com/office/drawing/2014/main" id="{4090CBBB-56F5-3444-8B6B-C5F9999DD545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Teardrop 54">
              <a:extLst>
                <a:ext uri="{FF2B5EF4-FFF2-40B4-BE49-F238E27FC236}">
                  <a16:creationId xmlns:a16="http://schemas.microsoft.com/office/drawing/2014/main" id="{A5B3F2D4-4DE6-244C-8625-74A75034AEF8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6" name="Teardrop 55">
              <a:extLst>
                <a:ext uri="{FF2B5EF4-FFF2-40B4-BE49-F238E27FC236}">
                  <a16:creationId xmlns:a16="http://schemas.microsoft.com/office/drawing/2014/main" id="{2ADD232F-1B6F-C541-8650-BC63F4BEB4C8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7" name="Teardrop 56">
              <a:extLst>
                <a:ext uri="{FF2B5EF4-FFF2-40B4-BE49-F238E27FC236}">
                  <a16:creationId xmlns:a16="http://schemas.microsoft.com/office/drawing/2014/main" id="{45B4115D-CAEE-014B-9958-3E96E5564171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8" name="Teardrop 57">
              <a:extLst>
                <a:ext uri="{FF2B5EF4-FFF2-40B4-BE49-F238E27FC236}">
                  <a16:creationId xmlns:a16="http://schemas.microsoft.com/office/drawing/2014/main" id="{22F53385-672F-D841-A35E-B31782378EDB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9" name="Teardrop 58">
              <a:extLst>
                <a:ext uri="{FF2B5EF4-FFF2-40B4-BE49-F238E27FC236}">
                  <a16:creationId xmlns:a16="http://schemas.microsoft.com/office/drawing/2014/main" id="{BC9AA2FF-2EC2-4145-932D-59E63601EFC5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0" name="Teardrop 59">
              <a:extLst>
                <a:ext uri="{FF2B5EF4-FFF2-40B4-BE49-F238E27FC236}">
                  <a16:creationId xmlns:a16="http://schemas.microsoft.com/office/drawing/2014/main" id="{87B761E4-5E42-B44F-9984-C06B0215A2BE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1" name="Teardrop 60">
              <a:extLst>
                <a:ext uri="{FF2B5EF4-FFF2-40B4-BE49-F238E27FC236}">
                  <a16:creationId xmlns:a16="http://schemas.microsoft.com/office/drawing/2014/main" id="{3B40E842-BB67-E445-8858-2AC3268399CB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2" name="Teardrop 61">
              <a:extLst>
                <a:ext uri="{FF2B5EF4-FFF2-40B4-BE49-F238E27FC236}">
                  <a16:creationId xmlns:a16="http://schemas.microsoft.com/office/drawing/2014/main" id="{7D039DE5-172D-034F-92F5-45F0B2767533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3" name="Teardrop 62">
              <a:extLst>
                <a:ext uri="{FF2B5EF4-FFF2-40B4-BE49-F238E27FC236}">
                  <a16:creationId xmlns:a16="http://schemas.microsoft.com/office/drawing/2014/main" id="{CE37E5E6-2B1A-AA42-9982-4DB0F091B6E2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4" name="Teardrop 63">
              <a:extLst>
                <a:ext uri="{FF2B5EF4-FFF2-40B4-BE49-F238E27FC236}">
                  <a16:creationId xmlns:a16="http://schemas.microsoft.com/office/drawing/2014/main" id="{88E94C15-D4B3-E14F-9B58-D289D5FCD8A1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5" name="Teardrop 64">
              <a:extLst>
                <a:ext uri="{FF2B5EF4-FFF2-40B4-BE49-F238E27FC236}">
                  <a16:creationId xmlns:a16="http://schemas.microsoft.com/office/drawing/2014/main" id="{B015A344-F892-B944-A7B8-455C8E077C94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6" name="Teardrop 65">
              <a:extLst>
                <a:ext uri="{FF2B5EF4-FFF2-40B4-BE49-F238E27FC236}">
                  <a16:creationId xmlns:a16="http://schemas.microsoft.com/office/drawing/2014/main" id="{26587BE2-5A0D-6449-8274-9B9A7C4C3853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2B9D4D28-4B94-4741-83AC-64A632294B90}"/>
              </a:ext>
            </a:extLst>
          </p:cNvPr>
          <p:cNvGrpSpPr/>
          <p:nvPr/>
        </p:nvGrpSpPr>
        <p:grpSpPr>
          <a:xfrm rot="20726076">
            <a:off x="1446017" y="3550744"/>
            <a:ext cx="202364" cy="373937"/>
            <a:chOff x="3510479" y="1211170"/>
            <a:chExt cx="2079479" cy="2629470"/>
          </a:xfrm>
        </p:grpSpPr>
        <p:sp>
          <p:nvSpPr>
            <p:cNvPr id="68" name="Oval 1">
              <a:extLst>
                <a:ext uri="{FF2B5EF4-FFF2-40B4-BE49-F238E27FC236}">
                  <a16:creationId xmlns:a16="http://schemas.microsoft.com/office/drawing/2014/main" id="{E3FA0A3D-62A2-1C4E-9D79-D539689AA515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Teardrop 68">
              <a:extLst>
                <a:ext uri="{FF2B5EF4-FFF2-40B4-BE49-F238E27FC236}">
                  <a16:creationId xmlns:a16="http://schemas.microsoft.com/office/drawing/2014/main" id="{B355D1E7-BD6E-694A-9768-82ECF1FA6B02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0" name="Teardrop 69">
              <a:extLst>
                <a:ext uri="{FF2B5EF4-FFF2-40B4-BE49-F238E27FC236}">
                  <a16:creationId xmlns:a16="http://schemas.microsoft.com/office/drawing/2014/main" id="{D323B870-6737-844D-8CD0-29F68234D4D2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1" name="Teardrop 70">
              <a:extLst>
                <a:ext uri="{FF2B5EF4-FFF2-40B4-BE49-F238E27FC236}">
                  <a16:creationId xmlns:a16="http://schemas.microsoft.com/office/drawing/2014/main" id="{E14FC765-2DEF-0742-AA30-61BF605DFA33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2" name="Teardrop 71">
              <a:extLst>
                <a:ext uri="{FF2B5EF4-FFF2-40B4-BE49-F238E27FC236}">
                  <a16:creationId xmlns:a16="http://schemas.microsoft.com/office/drawing/2014/main" id="{22D9228B-4746-5249-8530-88EAC47F3F8D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3" name="Teardrop 72">
              <a:extLst>
                <a:ext uri="{FF2B5EF4-FFF2-40B4-BE49-F238E27FC236}">
                  <a16:creationId xmlns:a16="http://schemas.microsoft.com/office/drawing/2014/main" id="{C1E3D033-6874-1D4A-9770-051CEE9E4A7C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4" name="Teardrop 73">
              <a:extLst>
                <a:ext uri="{FF2B5EF4-FFF2-40B4-BE49-F238E27FC236}">
                  <a16:creationId xmlns:a16="http://schemas.microsoft.com/office/drawing/2014/main" id="{44246084-F38E-B943-9FF6-2A700AAA18CE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5" name="Teardrop 74">
              <a:extLst>
                <a:ext uri="{FF2B5EF4-FFF2-40B4-BE49-F238E27FC236}">
                  <a16:creationId xmlns:a16="http://schemas.microsoft.com/office/drawing/2014/main" id="{0D5492BA-4099-3B4F-9542-479ED8CA4192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6" name="Teardrop 75">
              <a:extLst>
                <a:ext uri="{FF2B5EF4-FFF2-40B4-BE49-F238E27FC236}">
                  <a16:creationId xmlns:a16="http://schemas.microsoft.com/office/drawing/2014/main" id="{D9F6E4DF-4BCD-B14B-BA57-083EA1041EC7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7" name="Teardrop 76">
              <a:extLst>
                <a:ext uri="{FF2B5EF4-FFF2-40B4-BE49-F238E27FC236}">
                  <a16:creationId xmlns:a16="http://schemas.microsoft.com/office/drawing/2014/main" id="{78EAFEA0-27B7-F445-A873-538CE32CB9A4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8" name="Teardrop 77">
              <a:extLst>
                <a:ext uri="{FF2B5EF4-FFF2-40B4-BE49-F238E27FC236}">
                  <a16:creationId xmlns:a16="http://schemas.microsoft.com/office/drawing/2014/main" id="{48DD5D68-9E8B-9547-A886-62B3890F713C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Teardrop 78">
              <a:extLst>
                <a:ext uri="{FF2B5EF4-FFF2-40B4-BE49-F238E27FC236}">
                  <a16:creationId xmlns:a16="http://schemas.microsoft.com/office/drawing/2014/main" id="{93AED056-363A-FD4A-83B8-BA897C518352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0" name="Teardrop 79">
              <a:extLst>
                <a:ext uri="{FF2B5EF4-FFF2-40B4-BE49-F238E27FC236}">
                  <a16:creationId xmlns:a16="http://schemas.microsoft.com/office/drawing/2014/main" id="{0BF5EFE5-EF6A-4A46-B4AE-F9D9539D62CD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1" name="Teardrop 80">
              <a:extLst>
                <a:ext uri="{FF2B5EF4-FFF2-40B4-BE49-F238E27FC236}">
                  <a16:creationId xmlns:a16="http://schemas.microsoft.com/office/drawing/2014/main" id="{B708B412-A4F9-F643-9AFB-7247D129E809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2" name="Teardrop 81">
              <a:extLst>
                <a:ext uri="{FF2B5EF4-FFF2-40B4-BE49-F238E27FC236}">
                  <a16:creationId xmlns:a16="http://schemas.microsoft.com/office/drawing/2014/main" id="{FC4C86EA-7BC7-D04C-B3B0-829535F7959A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3" name="Teardrop 82">
              <a:extLst>
                <a:ext uri="{FF2B5EF4-FFF2-40B4-BE49-F238E27FC236}">
                  <a16:creationId xmlns:a16="http://schemas.microsoft.com/office/drawing/2014/main" id="{CAB908E5-7C05-FF4A-B9D0-4892DF1F7BD8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4" name="Teardrop 83">
              <a:extLst>
                <a:ext uri="{FF2B5EF4-FFF2-40B4-BE49-F238E27FC236}">
                  <a16:creationId xmlns:a16="http://schemas.microsoft.com/office/drawing/2014/main" id="{BDB05F1E-8529-D344-96AF-E4ED073A756A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5" name="Teardrop 84">
              <a:extLst>
                <a:ext uri="{FF2B5EF4-FFF2-40B4-BE49-F238E27FC236}">
                  <a16:creationId xmlns:a16="http://schemas.microsoft.com/office/drawing/2014/main" id="{681AB97E-509B-EA49-8C34-6A8355460C09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6" name="Teardrop 85">
              <a:extLst>
                <a:ext uri="{FF2B5EF4-FFF2-40B4-BE49-F238E27FC236}">
                  <a16:creationId xmlns:a16="http://schemas.microsoft.com/office/drawing/2014/main" id="{D11ED1AD-7BCF-C84C-8253-EC4A20B3216F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7" name="Teardrop 86">
              <a:extLst>
                <a:ext uri="{FF2B5EF4-FFF2-40B4-BE49-F238E27FC236}">
                  <a16:creationId xmlns:a16="http://schemas.microsoft.com/office/drawing/2014/main" id="{B69B47D1-3F93-E842-9977-8488A2CBF672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8" name="Teardrop 87">
              <a:extLst>
                <a:ext uri="{FF2B5EF4-FFF2-40B4-BE49-F238E27FC236}">
                  <a16:creationId xmlns:a16="http://schemas.microsoft.com/office/drawing/2014/main" id="{A864B91F-3DEB-8B4E-A78B-A2BDFD40CB87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9" name="Teardrop 88">
              <a:extLst>
                <a:ext uri="{FF2B5EF4-FFF2-40B4-BE49-F238E27FC236}">
                  <a16:creationId xmlns:a16="http://schemas.microsoft.com/office/drawing/2014/main" id="{43832F44-0C77-B64E-B49E-6B3676DAAE81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0" name="Teardrop 89">
              <a:extLst>
                <a:ext uri="{FF2B5EF4-FFF2-40B4-BE49-F238E27FC236}">
                  <a16:creationId xmlns:a16="http://schemas.microsoft.com/office/drawing/2014/main" id="{3AD16C50-9B15-F049-A119-E2C4A867E644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1" name="Teardrop 90">
              <a:extLst>
                <a:ext uri="{FF2B5EF4-FFF2-40B4-BE49-F238E27FC236}">
                  <a16:creationId xmlns:a16="http://schemas.microsoft.com/office/drawing/2014/main" id="{00B284BE-36F2-1F42-BFC1-527CD90F5576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2" name="Teardrop 91">
              <a:extLst>
                <a:ext uri="{FF2B5EF4-FFF2-40B4-BE49-F238E27FC236}">
                  <a16:creationId xmlns:a16="http://schemas.microsoft.com/office/drawing/2014/main" id="{067817E7-F39C-7A49-8C39-1DFA601F7A9F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3" name="Teardrop 92">
              <a:extLst>
                <a:ext uri="{FF2B5EF4-FFF2-40B4-BE49-F238E27FC236}">
                  <a16:creationId xmlns:a16="http://schemas.microsoft.com/office/drawing/2014/main" id="{EF023A9E-6BC2-6B43-A9B2-A1D78DC9416A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4" name="Teardrop 93">
              <a:extLst>
                <a:ext uri="{FF2B5EF4-FFF2-40B4-BE49-F238E27FC236}">
                  <a16:creationId xmlns:a16="http://schemas.microsoft.com/office/drawing/2014/main" id="{98E96001-BE9B-E445-BE8E-989534C18D1F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5" name="Teardrop 94">
              <a:extLst>
                <a:ext uri="{FF2B5EF4-FFF2-40B4-BE49-F238E27FC236}">
                  <a16:creationId xmlns:a16="http://schemas.microsoft.com/office/drawing/2014/main" id="{34B4C02D-7D37-CA4A-90AE-01CF291249AF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6" name="Teardrop 95">
              <a:extLst>
                <a:ext uri="{FF2B5EF4-FFF2-40B4-BE49-F238E27FC236}">
                  <a16:creationId xmlns:a16="http://schemas.microsoft.com/office/drawing/2014/main" id="{6A9DAE1F-E0FE-6946-81B0-359F4B2AD691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7" name="Teardrop 96">
              <a:extLst>
                <a:ext uri="{FF2B5EF4-FFF2-40B4-BE49-F238E27FC236}">
                  <a16:creationId xmlns:a16="http://schemas.microsoft.com/office/drawing/2014/main" id="{0F54EE46-214F-9644-B667-64ADE35F1A62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1C2D2475-6F92-684F-9917-0F102F350CED}"/>
              </a:ext>
            </a:extLst>
          </p:cNvPr>
          <p:cNvGrpSpPr/>
          <p:nvPr/>
        </p:nvGrpSpPr>
        <p:grpSpPr>
          <a:xfrm rot="21065350">
            <a:off x="991743" y="3941925"/>
            <a:ext cx="202364" cy="373937"/>
            <a:chOff x="3510479" y="1211170"/>
            <a:chExt cx="2079479" cy="2629470"/>
          </a:xfrm>
        </p:grpSpPr>
        <p:sp>
          <p:nvSpPr>
            <p:cNvPr id="99" name="Oval 1">
              <a:extLst>
                <a:ext uri="{FF2B5EF4-FFF2-40B4-BE49-F238E27FC236}">
                  <a16:creationId xmlns:a16="http://schemas.microsoft.com/office/drawing/2014/main" id="{7D536A31-5B3D-4B48-ABE7-C342A5253069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0" name="Teardrop 99">
              <a:extLst>
                <a:ext uri="{FF2B5EF4-FFF2-40B4-BE49-F238E27FC236}">
                  <a16:creationId xmlns:a16="http://schemas.microsoft.com/office/drawing/2014/main" id="{8F89E40E-3793-2247-A0D5-AA7780B76D3B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1" name="Teardrop 100">
              <a:extLst>
                <a:ext uri="{FF2B5EF4-FFF2-40B4-BE49-F238E27FC236}">
                  <a16:creationId xmlns:a16="http://schemas.microsoft.com/office/drawing/2014/main" id="{BC26AEE3-0694-034A-A41E-4834454ABC5E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2" name="Teardrop 101">
              <a:extLst>
                <a:ext uri="{FF2B5EF4-FFF2-40B4-BE49-F238E27FC236}">
                  <a16:creationId xmlns:a16="http://schemas.microsoft.com/office/drawing/2014/main" id="{60100F03-20C7-434A-9DDC-FFCB929D83B6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3" name="Teardrop 102">
              <a:extLst>
                <a:ext uri="{FF2B5EF4-FFF2-40B4-BE49-F238E27FC236}">
                  <a16:creationId xmlns:a16="http://schemas.microsoft.com/office/drawing/2014/main" id="{3D097F63-C426-0542-8B84-69D88C3D15CF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4" name="Teardrop 103">
              <a:extLst>
                <a:ext uri="{FF2B5EF4-FFF2-40B4-BE49-F238E27FC236}">
                  <a16:creationId xmlns:a16="http://schemas.microsoft.com/office/drawing/2014/main" id="{939646F7-C9C8-E943-98F1-6959136FAFE4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5" name="Teardrop 104">
              <a:extLst>
                <a:ext uri="{FF2B5EF4-FFF2-40B4-BE49-F238E27FC236}">
                  <a16:creationId xmlns:a16="http://schemas.microsoft.com/office/drawing/2014/main" id="{4FFF7900-EFF3-BE46-A8E1-2FBFE05AC91E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6" name="Teardrop 105">
              <a:extLst>
                <a:ext uri="{FF2B5EF4-FFF2-40B4-BE49-F238E27FC236}">
                  <a16:creationId xmlns:a16="http://schemas.microsoft.com/office/drawing/2014/main" id="{35833CE2-BB92-C143-A6C8-C5477CAA69F4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7" name="Teardrop 106">
              <a:extLst>
                <a:ext uri="{FF2B5EF4-FFF2-40B4-BE49-F238E27FC236}">
                  <a16:creationId xmlns:a16="http://schemas.microsoft.com/office/drawing/2014/main" id="{A8BFDEEA-EB3F-6D44-B176-C36A7FB46500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8" name="Teardrop 107">
              <a:extLst>
                <a:ext uri="{FF2B5EF4-FFF2-40B4-BE49-F238E27FC236}">
                  <a16:creationId xmlns:a16="http://schemas.microsoft.com/office/drawing/2014/main" id="{DC732C34-9C22-D74F-87FA-5F4335CBE0E4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9" name="Teardrop 108">
              <a:extLst>
                <a:ext uri="{FF2B5EF4-FFF2-40B4-BE49-F238E27FC236}">
                  <a16:creationId xmlns:a16="http://schemas.microsoft.com/office/drawing/2014/main" id="{3F5DB8F9-1E9E-A84D-9A6E-72CEAEE3C67C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0" name="Teardrop 109">
              <a:extLst>
                <a:ext uri="{FF2B5EF4-FFF2-40B4-BE49-F238E27FC236}">
                  <a16:creationId xmlns:a16="http://schemas.microsoft.com/office/drawing/2014/main" id="{0B709FFA-1BD2-CD44-914F-361481CE377D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1" name="Teardrop 110">
              <a:extLst>
                <a:ext uri="{FF2B5EF4-FFF2-40B4-BE49-F238E27FC236}">
                  <a16:creationId xmlns:a16="http://schemas.microsoft.com/office/drawing/2014/main" id="{A6B5DEB9-4C8A-274A-85EE-158677A2A6BE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2" name="Teardrop 111">
              <a:extLst>
                <a:ext uri="{FF2B5EF4-FFF2-40B4-BE49-F238E27FC236}">
                  <a16:creationId xmlns:a16="http://schemas.microsoft.com/office/drawing/2014/main" id="{2EDD4362-B5C6-1343-93A5-1701908049D5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3" name="Teardrop 112">
              <a:extLst>
                <a:ext uri="{FF2B5EF4-FFF2-40B4-BE49-F238E27FC236}">
                  <a16:creationId xmlns:a16="http://schemas.microsoft.com/office/drawing/2014/main" id="{0B2AEA8A-45E7-BE47-B69F-D28AD478430D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4" name="Teardrop 113">
              <a:extLst>
                <a:ext uri="{FF2B5EF4-FFF2-40B4-BE49-F238E27FC236}">
                  <a16:creationId xmlns:a16="http://schemas.microsoft.com/office/drawing/2014/main" id="{9742FB0D-6694-AD41-9D6F-0A8167B2BC21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5" name="Teardrop 114">
              <a:extLst>
                <a:ext uri="{FF2B5EF4-FFF2-40B4-BE49-F238E27FC236}">
                  <a16:creationId xmlns:a16="http://schemas.microsoft.com/office/drawing/2014/main" id="{9596DF88-057F-1B4A-83F7-E0D42297F900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6" name="Teardrop 115">
              <a:extLst>
                <a:ext uri="{FF2B5EF4-FFF2-40B4-BE49-F238E27FC236}">
                  <a16:creationId xmlns:a16="http://schemas.microsoft.com/office/drawing/2014/main" id="{FF914766-2448-6847-A518-88C1D082565C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7" name="Teardrop 116">
              <a:extLst>
                <a:ext uri="{FF2B5EF4-FFF2-40B4-BE49-F238E27FC236}">
                  <a16:creationId xmlns:a16="http://schemas.microsoft.com/office/drawing/2014/main" id="{C2F44384-16C5-D946-8FE3-3512D4C6585A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8" name="Teardrop 117">
              <a:extLst>
                <a:ext uri="{FF2B5EF4-FFF2-40B4-BE49-F238E27FC236}">
                  <a16:creationId xmlns:a16="http://schemas.microsoft.com/office/drawing/2014/main" id="{CBCED3F6-E467-0541-A594-FB79DF29B003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9" name="Teardrop 118">
              <a:extLst>
                <a:ext uri="{FF2B5EF4-FFF2-40B4-BE49-F238E27FC236}">
                  <a16:creationId xmlns:a16="http://schemas.microsoft.com/office/drawing/2014/main" id="{84B2DBD5-D9D7-A742-A68E-026C20F528A4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20" name="Teardrop 119">
              <a:extLst>
                <a:ext uri="{FF2B5EF4-FFF2-40B4-BE49-F238E27FC236}">
                  <a16:creationId xmlns:a16="http://schemas.microsoft.com/office/drawing/2014/main" id="{924B9F71-8716-F447-9889-4E1D6CD9F916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21" name="Teardrop 120">
              <a:extLst>
                <a:ext uri="{FF2B5EF4-FFF2-40B4-BE49-F238E27FC236}">
                  <a16:creationId xmlns:a16="http://schemas.microsoft.com/office/drawing/2014/main" id="{D7622932-186B-2F49-B74E-830E7676C8F9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22" name="Teardrop 121">
              <a:extLst>
                <a:ext uri="{FF2B5EF4-FFF2-40B4-BE49-F238E27FC236}">
                  <a16:creationId xmlns:a16="http://schemas.microsoft.com/office/drawing/2014/main" id="{EA4D52FE-1ABE-6A44-B36F-3316CBD15664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23" name="Teardrop 122">
              <a:extLst>
                <a:ext uri="{FF2B5EF4-FFF2-40B4-BE49-F238E27FC236}">
                  <a16:creationId xmlns:a16="http://schemas.microsoft.com/office/drawing/2014/main" id="{A920D763-D0C4-1541-AEF3-A7CB8D613D5A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24" name="Teardrop 123">
              <a:extLst>
                <a:ext uri="{FF2B5EF4-FFF2-40B4-BE49-F238E27FC236}">
                  <a16:creationId xmlns:a16="http://schemas.microsoft.com/office/drawing/2014/main" id="{6FD85FA3-B153-674F-B289-1E5730D8F478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25" name="Teardrop 124">
              <a:extLst>
                <a:ext uri="{FF2B5EF4-FFF2-40B4-BE49-F238E27FC236}">
                  <a16:creationId xmlns:a16="http://schemas.microsoft.com/office/drawing/2014/main" id="{695C7F1A-5F33-444B-B13E-4E8D46831ABA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26" name="Teardrop 125">
              <a:extLst>
                <a:ext uri="{FF2B5EF4-FFF2-40B4-BE49-F238E27FC236}">
                  <a16:creationId xmlns:a16="http://schemas.microsoft.com/office/drawing/2014/main" id="{483F7692-C980-ED40-9769-73A8DE992FDC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27" name="Teardrop 126">
              <a:extLst>
                <a:ext uri="{FF2B5EF4-FFF2-40B4-BE49-F238E27FC236}">
                  <a16:creationId xmlns:a16="http://schemas.microsoft.com/office/drawing/2014/main" id="{E99C5DB0-05D1-D848-BDA8-21393E79B4A4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28" name="Teardrop 127">
              <a:extLst>
                <a:ext uri="{FF2B5EF4-FFF2-40B4-BE49-F238E27FC236}">
                  <a16:creationId xmlns:a16="http://schemas.microsoft.com/office/drawing/2014/main" id="{1EDE2796-7E51-B648-B324-5D7B98456A0A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29" name="Triangle 128">
            <a:extLst>
              <a:ext uri="{FF2B5EF4-FFF2-40B4-BE49-F238E27FC236}">
                <a16:creationId xmlns:a16="http://schemas.microsoft.com/office/drawing/2014/main" id="{63A7E985-E4A5-EE43-9FE7-0135C86B9079}"/>
              </a:ext>
            </a:extLst>
          </p:cNvPr>
          <p:cNvSpPr/>
          <p:nvPr/>
        </p:nvSpPr>
        <p:spPr>
          <a:xfrm>
            <a:off x="6486104" y="3942829"/>
            <a:ext cx="2586029" cy="1753782"/>
          </a:xfrm>
          <a:prstGeom prst="triangle">
            <a:avLst/>
          </a:pr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130" name="Triangle 263">
            <a:extLst>
              <a:ext uri="{FF2B5EF4-FFF2-40B4-BE49-F238E27FC236}">
                <a16:creationId xmlns:a16="http://schemas.microsoft.com/office/drawing/2014/main" id="{05890AEB-B947-FC46-83C0-E4121F2D3F45}"/>
              </a:ext>
            </a:extLst>
          </p:cNvPr>
          <p:cNvSpPr/>
          <p:nvPr/>
        </p:nvSpPr>
        <p:spPr>
          <a:xfrm>
            <a:off x="6634248" y="3210454"/>
            <a:ext cx="2213114" cy="1753782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131" name="Triangle 264">
            <a:extLst>
              <a:ext uri="{FF2B5EF4-FFF2-40B4-BE49-F238E27FC236}">
                <a16:creationId xmlns:a16="http://schemas.microsoft.com/office/drawing/2014/main" id="{CA2406CB-8D1F-8744-8F36-DD9F99ADB4EB}"/>
              </a:ext>
            </a:extLst>
          </p:cNvPr>
          <p:cNvSpPr/>
          <p:nvPr/>
        </p:nvSpPr>
        <p:spPr>
          <a:xfrm>
            <a:off x="6762361" y="2476049"/>
            <a:ext cx="1890622" cy="1753782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132" name="Triangle 264">
            <a:extLst>
              <a:ext uri="{FF2B5EF4-FFF2-40B4-BE49-F238E27FC236}">
                <a16:creationId xmlns:a16="http://schemas.microsoft.com/office/drawing/2014/main" id="{1728DD95-F6BF-EA40-85E2-BB19DF8B948F}"/>
              </a:ext>
            </a:extLst>
          </p:cNvPr>
          <p:cNvSpPr/>
          <p:nvPr/>
        </p:nvSpPr>
        <p:spPr>
          <a:xfrm>
            <a:off x="6879169" y="2286191"/>
            <a:ext cx="1596587" cy="121606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133" name="Triangle 132">
            <a:extLst>
              <a:ext uri="{FF2B5EF4-FFF2-40B4-BE49-F238E27FC236}">
                <a16:creationId xmlns:a16="http://schemas.microsoft.com/office/drawing/2014/main" id="{73A5F2CF-1847-0C4A-9260-46949E3A1AAF}"/>
              </a:ext>
            </a:extLst>
          </p:cNvPr>
          <p:cNvSpPr/>
          <p:nvPr/>
        </p:nvSpPr>
        <p:spPr>
          <a:xfrm>
            <a:off x="6771708" y="4216618"/>
            <a:ext cx="1998741" cy="1327590"/>
          </a:xfrm>
          <a:prstGeom prst="triangle">
            <a:avLst/>
          </a:pr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134" name="Triangle 263">
            <a:extLst>
              <a:ext uri="{FF2B5EF4-FFF2-40B4-BE49-F238E27FC236}">
                <a16:creationId xmlns:a16="http://schemas.microsoft.com/office/drawing/2014/main" id="{B33CA938-3177-4A4C-9029-0F1F2667187B}"/>
              </a:ext>
            </a:extLst>
          </p:cNvPr>
          <p:cNvSpPr/>
          <p:nvPr/>
        </p:nvSpPr>
        <p:spPr>
          <a:xfrm>
            <a:off x="6908519" y="3504662"/>
            <a:ext cx="1668304" cy="1322046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135" name="Triangle 264">
            <a:extLst>
              <a:ext uri="{FF2B5EF4-FFF2-40B4-BE49-F238E27FC236}">
                <a16:creationId xmlns:a16="http://schemas.microsoft.com/office/drawing/2014/main" id="{B0F55CA5-8F62-3A46-9F1D-E425F743919B}"/>
              </a:ext>
            </a:extLst>
          </p:cNvPr>
          <p:cNvSpPr/>
          <p:nvPr/>
        </p:nvSpPr>
        <p:spPr>
          <a:xfrm>
            <a:off x="7028622" y="2767014"/>
            <a:ext cx="1397781" cy="1296611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136" name="Freeform 135">
            <a:extLst>
              <a:ext uri="{FF2B5EF4-FFF2-40B4-BE49-F238E27FC236}">
                <a16:creationId xmlns:a16="http://schemas.microsoft.com/office/drawing/2014/main" id="{CD3F85EA-4A44-B847-88B3-0AA18451E283}"/>
              </a:ext>
            </a:extLst>
          </p:cNvPr>
          <p:cNvSpPr/>
          <p:nvPr/>
        </p:nvSpPr>
        <p:spPr>
          <a:xfrm>
            <a:off x="7643865" y="6265470"/>
            <a:ext cx="268370" cy="593667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137" name="Triangle 264">
            <a:extLst>
              <a:ext uri="{FF2B5EF4-FFF2-40B4-BE49-F238E27FC236}">
                <a16:creationId xmlns:a16="http://schemas.microsoft.com/office/drawing/2014/main" id="{3F47D5F8-14CE-6B4D-95FD-B895253CB7BE}"/>
              </a:ext>
            </a:extLst>
          </p:cNvPr>
          <p:cNvSpPr/>
          <p:nvPr/>
        </p:nvSpPr>
        <p:spPr>
          <a:xfrm>
            <a:off x="7055313" y="2105574"/>
            <a:ext cx="1153193" cy="742942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138" name="Triangle 264">
            <a:extLst>
              <a:ext uri="{FF2B5EF4-FFF2-40B4-BE49-F238E27FC236}">
                <a16:creationId xmlns:a16="http://schemas.microsoft.com/office/drawing/2014/main" id="{F9A3725B-4D4F-964C-AD99-30FE55564F92}"/>
              </a:ext>
            </a:extLst>
          </p:cNvPr>
          <p:cNvSpPr/>
          <p:nvPr/>
        </p:nvSpPr>
        <p:spPr>
          <a:xfrm>
            <a:off x="7275960" y="2282694"/>
            <a:ext cx="711007" cy="458065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3956 w 1376149"/>
              <a:gd name="connsiteY3" fmla="*/ 104751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1872 w 1376149"/>
              <a:gd name="connsiteY3" fmla="*/ 1001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139" name="Triangle 264">
            <a:extLst>
              <a:ext uri="{FF2B5EF4-FFF2-40B4-BE49-F238E27FC236}">
                <a16:creationId xmlns:a16="http://schemas.microsoft.com/office/drawing/2014/main" id="{38384805-8E9F-D246-99D0-A0ED31D6E4E0}"/>
              </a:ext>
            </a:extLst>
          </p:cNvPr>
          <p:cNvSpPr/>
          <p:nvPr/>
        </p:nvSpPr>
        <p:spPr>
          <a:xfrm>
            <a:off x="7146680" y="2536478"/>
            <a:ext cx="1084966" cy="826380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140" name="Freeform 139">
            <a:extLst>
              <a:ext uri="{FF2B5EF4-FFF2-40B4-BE49-F238E27FC236}">
                <a16:creationId xmlns:a16="http://schemas.microsoft.com/office/drawing/2014/main" id="{6D98CCA2-9962-E64D-9E92-78A1159DFE8F}"/>
              </a:ext>
            </a:extLst>
          </p:cNvPr>
          <p:cNvSpPr/>
          <p:nvPr/>
        </p:nvSpPr>
        <p:spPr>
          <a:xfrm rot="10800000">
            <a:off x="7655751" y="5532255"/>
            <a:ext cx="268370" cy="786653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91B0E9B4-4EEA-5B48-981B-0585BE6D5EDF}"/>
              </a:ext>
            </a:extLst>
          </p:cNvPr>
          <p:cNvGrpSpPr/>
          <p:nvPr/>
        </p:nvGrpSpPr>
        <p:grpSpPr>
          <a:xfrm rot="20275914">
            <a:off x="7823947" y="4605058"/>
            <a:ext cx="202364" cy="373937"/>
            <a:chOff x="3510479" y="1211170"/>
            <a:chExt cx="2079479" cy="2629470"/>
          </a:xfrm>
        </p:grpSpPr>
        <p:sp>
          <p:nvSpPr>
            <p:cNvPr id="142" name="Oval 1">
              <a:extLst>
                <a:ext uri="{FF2B5EF4-FFF2-40B4-BE49-F238E27FC236}">
                  <a16:creationId xmlns:a16="http://schemas.microsoft.com/office/drawing/2014/main" id="{2C8BAE78-F5E4-3549-956E-DAB72748B359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43" name="Teardrop 142">
              <a:extLst>
                <a:ext uri="{FF2B5EF4-FFF2-40B4-BE49-F238E27FC236}">
                  <a16:creationId xmlns:a16="http://schemas.microsoft.com/office/drawing/2014/main" id="{11CE356E-A7E9-8A4A-BD64-E0D249B50F51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44" name="Teardrop 143">
              <a:extLst>
                <a:ext uri="{FF2B5EF4-FFF2-40B4-BE49-F238E27FC236}">
                  <a16:creationId xmlns:a16="http://schemas.microsoft.com/office/drawing/2014/main" id="{7D5416BA-2088-8940-9E53-E336568ED53B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45" name="Teardrop 144">
              <a:extLst>
                <a:ext uri="{FF2B5EF4-FFF2-40B4-BE49-F238E27FC236}">
                  <a16:creationId xmlns:a16="http://schemas.microsoft.com/office/drawing/2014/main" id="{2B8D60E6-3D18-1F46-B7FA-3DB5BC0EC4FF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46" name="Teardrop 145">
              <a:extLst>
                <a:ext uri="{FF2B5EF4-FFF2-40B4-BE49-F238E27FC236}">
                  <a16:creationId xmlns:a16="http://schemas.microsoft.com/office/drawing/2014/main" id="{53B6DAC6-50E6-004F-960C-B7C8CA27DD32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47" name="Teardrop 146">
              <a:extLst>
                <a:ext uri="{FF2B5EF4-FFF2-40B4-BE49-F238E27FC236}">
                  <a16:creationId xmlns:a16="http://schemas.microsoft.com/office/drawing/2014/main" id="{9EB9DFAE-1888-8042-8472-E952B938B49E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48" name="Teardrop 147">
              <a:extLst>
                <a:ext uri="{FF2B5EF4-FFF2-40B4-BE49-F238E27FC236}">
                  <a16:creationId xmlns:a16="http://schemas.microsoft.com/office/drawing/2014/main" id="{EF9CD292-AF59-924A-9535-64DF4FD53CFB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49" name="Teardrop 148">
              <a:extLst>
                <a:ext uri="{FF2B5EF4-FFF2-40B4-BE49-F238E27FC236}">
                  <a16:creationId xmlns:a16="http://schemas.microsoft.com/office/drawing/2014/main" id="{25C18705-5AB9-0144-AFBA-A02162D6610C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0" name="Teardrop 149">
              <a:extLst>
                <a:ext uri="{FF2B5EF4-FFF2-40B4-BE49-F238E27FC236}">
                  <a16:creationId xmlns:a16="http://schemas.microsoft.com/office/drawing/2014/main" id="{1CF3BE7B-B73C-124E-900A-FDB4A8515095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1" name="Teardrop 150">
              <a:extLst>
                <a:ext uri="{FF2B5EF4-FFF2-40B4-BE49-F238E27FC236}">
                  <a16:creationId xmlns:a16="http://schemas.microsoft.com/office/drawing/2014/main" id="{BB52D8F9-6508-294F-809F-1393D7F9A6B4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2" name="Teardrop 151">
              <a:extLst>
                <a:ext uri="{FF2B5EF4-FFF2-40B4-BE49-F238E27FC236}">
                  <a16:creationId xmlns:a16="http://schemas.microsoft.com/office/drawing/2014/main" id="{876CE77D-49F3-4C43-80E5-9D2F05880EE5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3" name="Teardrop 152">
              <a:extLst>
                <a:ext uri="{FF2B5EF4-FFF2-40B4-BE49-F238E27FC236}">
                  <a16:creationId xmlns:a16="http://schemas.microsoft.com/office/drawing/2014/main" id="{9BC257D9-9267-9C47-8D55-67A3A78E68AC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4" name="Teardrop 153">
              <a:extLst>
                <a:ext uri="{FF2B5EF4-FFF2-40B4-BE49-F238E27FC236}">
                  <a16:creationId xmlns:a16="http://schemas.microsoft.com/office/drawing/2014/main" id="{5ACC1814-3405-BC4F-88A1-285884E9BA5A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5" name="Teardrop 154">
              <a:extLst>
                <a:ext uri="{FF2B5EF4-FFF2-40B4-BE49-F238E27FC236}">
                  <a16:creationId xmlns:a16="http://schemas.microsoft.com/office/drawing/2014/main" id="{940D4896-2289-3944-8C23-51F465AC541B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6" name="Teardrop 155">
              <a:extLst>
                <a:ext uri="{FF2B5EF4-FFF2-40B4-BE49-F238E27FC236}">
                  <a16:creationId xmlns:a16="http://schemas.microsoft.com/office/drawing/2014/main" id="{67B68C48-33EB-1A4F-AE6D-940640D68C7B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7" name="Teardrop 156">
              <a:extLst>
                <a:ext uri="{FF2B5EF4-FFF2-40B4-BE49-F238E27FC236}">
                  <a16:creationId xmlns:a16="http://schemas.microsoft.com/office/drawing/2014/main" id="{7EC7F718-8B5E-5847-9292-4CC2EE0E9A25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8" name="Teardrop 157">
              <a:extLst>
                <a:ext uri="{FF2B5EF4-FFF2-40B4-BE49-F238E27FC236}">
                  <a16:creationId xmlns:a16="http://schemas.microsoft.com/office/drawing/2014/main" id="{1C3538B1-E10E-224E-87BE-68C0922C43C0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9" name="Teardrop 158">
              <a:extLst>
                <a:ext uri="{FF2B5EF4-FFF2-40B4-BE49-F238E27FC236}">
                  <a16:creationId xmlns:a16="http://schemas.microsoft.com/office/drawing/2014/main" id="{4389F79A-C926-024A-8E88-81356BA2A833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0" name="Teardrop 159">
              <a:extLst>
                <a:ext uri="{FF2B5EF4-FFF2-40B4-BE49-F238E27FC236}">
                  <a16:creationId xmlns:a16="http://schemas.microsoft.com/office/drawing/2014/main" id="{481C6D4E-618C-994C-951C-45681A1D8261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1" name="Teardrop 160">
              <a:extLst>
                <a:ext uri="{FF2B5EF4-FFF2-40B4-BE49-F238E27FC236}">
                  <a16:creationId xmlns:a16="http://schemas.microsoft.com/office/drawing/2014/main" id="{2C16A18D-CF1B-814F-9086-2FAA227A3D0A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2" name="Teardrop 161">
              <a:extLst>
                <a:ext uri="{FF2B5EF4-FFF2-40B4-BE49-F238E27FC236}">
                  <a16:creationId xmlns:a16="http://schemas.microsoft.com/office/drawing/2014/main" id="{B87F52AC-7460-AC44-A560-55EC8F0F6657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3" name="Teardrop 162">
              <a:extLst>
                <a:ext uri="{FF2B5EF4-FFF2-40B4-BE49-F238E27FC236}">
                  <a16:creationId xmlns:a16="http://schemas.microsoft.com/office/drawing/2014/main" id="{0DE9D9B6-1C58-C949-BB36-64CCEA0EA389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4" name="Teardrop 163">
              <a:extLst>
                <a:ext uri="{FF2B5EF4-FFF2-40B4-BE49-F238E27FC236}">
                  <a16:creationId xmlns:a16="http://schemas.microsoft.com/office/drawing/2014/main" id="{A814D82C-D3CB-204E-AA90-2952B64C6CDB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5" name="Teardrop 164">
              <a:extLst>
                <a:ext uri="{FF2B5EF4-FFF2-40B4-BE49-F238E27FC236}">
                  <a16:creationId xmlns:a16="http://schemas.microsoft.com/office/drawing/2014/main" id="{618046A8-539E-7440-B9AA-9D37B112CA8F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6" name="Teardrop 165">
              <a:extLst>
                <a:ext uri="{FF2B5EF4-FFF2-40B4-BE49-F238E27FC236}">
                  <a16:creationId xmlns:a16="http://schemas.microsoft.com/office/drawing/2014/main" id="{853B4C85-26F6-EC48-AAEE-C7115194F38C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7" name="Teardrop 166">
              <a:extLst>
                <a:ext uri="{FF2B5EF4-FFF2-40B4-BE49-F238E27FC236}">
                  <a16:creationId xmlns:a16="http://schemas.microsoft.com/office/drawing/2014/main" id="{154E655F-E1C8-654B-B705-EB6906077EF4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8" name="Teardrop 167">
              <a:extLst>
                <a:ext uri="{FF2B5EF4-FFF2-40B4-BE49-F238E27FC236}">
                  <a16:creationId xmlns:a16="http://schemas.microsoft.com/office/drawing/2014/main" id="{623B25C9-7E45-0C4E-9223-2C506B792FE7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9" name="Teardrop 168">
              <a:extLst>
                <a:ext uri="{FF2B5EF4-FFF2-40B4-BE49-F238E27FC236}">
                  <a16:creationId xmlns:a16="http://schemas.microsoft.com/office/drawing/2014/main" id="{FAB81942-C424-7941-9463-E72290170439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0" name="Teardrop 169">
              <a:extLst>
                <a:ext uri="{FF2B5EF4-FFF2-40B4-BE49-F238E27FC236}">
                  <a16:creationId xmlns:a16="http://schemas.microsoft.com/office/drawing/2014/main" id="{68DB8689-6F22-AD43-8FAA-431DB5E58055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1" name="Teardrop 170">
              <a:extLst>
                <a:ext uri="{FF2B5EF4-FFF2-40B4-BE49-F238E27FC236}">
                  <a16:creationId xmlns:a16="http://schemas.microsoft.com/office/drawing/2014/main" id="{4455D998-3E16-3F45-9F2F-5590B6D41ADF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0B906345-DF54-CE4A-B0FF-8AF59BA015DE}"/>
              </a:ext>
            </a:extLst>
          </p:cNvPr>
          <p:cNvGrpSpPr/>
          <p:nvPr/>
        </p:nvGrpSpPr>
        <p:grpSpPr>
          <a:xfrm rot="20726076">
            <a:off x="7842819" y="3551881"/>
            <a:ext cx="202364" cy="373937"/>
            <a:chOff x="3510479" y="1211170"/>
            <a:chExt cx="2079479" cy="2629470"/>
          </a:xfrm>
        </p:grpSpPr>
        <p:sp>
          <p:nvSpPr>
            <p:cNvPr id="173" name="Oval 1">
              <a:extLst>
                <a:ext uri="{FF2B5EF4-FFF2-40B4-BE49-F238E27FC236}">
                  <a16:creationId xmlns:a16="http://schemas.microsoft.com/office/drawing/2014/main" id="{785971C9-C01D-4F41-9C62-F477EED8CF17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4" name="Teardrop 173">
              <a:extLst>
                <a:ext uri="{FF2B5EF4-FFF2-40B4-BE49-F238E27FC236}">
                  <a16:creationId xmlns:a16="http://schemas.microsoft.com/office/drawing/2014/main" id="{FE949821-8E7F-3B44-AC3D-929EA40EC297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5" name="Teardrop 174">
              <a:extLst>
                <a:ext uri="{FF2B5EF4-FFF2-40B4-BE49-F238E27FC236}">
                  <a16:creationId xmlns:a16="http://schemas.microsoft.com/office/drawing/2014/main" id="{A398AB99-4547-A34B-A432-13361A06C60C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6" name="Teardrop 175">
              <a:extLst>
                <a:ext uri="{FF2B5EF4-FFF2-40B4-BE49-F238E27FC236}">
                  <a16:creationId xmlns:a16="http://schemas.microsoft.com/office/drawing/2014/main" id="{FEB61F76-2FD0-2A44-AD0E-1A073EA097E9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7" name="Teardrop 176">
              <a:extLst>
                <a:ext uri="{FF2B5EF4-FFF2-40B4-BE49-F238E27FC236}">
                  <a16:creationId xmlns:a16="http://schemas.microsoft.com/office/drawing/2014/main" id="{76DD4EA9-9B46-1D4B-A80F-9E10A0534020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8" name="Teardrop 177">
              <a:extLst>
                <a:ext uri="{FF2B5EF4-FFF2-40B4-BE49-F238E27FC236}">
                  <a16:creationId xmlns:a16="http://schemas.microsoft.com/office/drawing/2014/main" id="{9780840C-1EF9-D643-93D8-EC23D11EE398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9" name="Teardrop 178">
              <a:extLst>
                <a:ext uri="{FF2B5EF4-FFF2-40B4-BE49-F238E27FC236}">
                  <a16:creationId xmlns:a16="http://schemas.microsoft.com/office/drawing/2014/main" id="{2806B6AE-F39F-0941-9003-E5975EA120E8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0" name="Teardrop 179">
              <a:extLst>
                <a:ext uri="{FF2B5EF4-FFF2-40B4-BE49-F238E27FC236}">
                  <a16:creationId xmlns:a16="http://schemas.microsoft.com/office/drawing/2014/main" id="{42EEA82F-F32F-2D48-AB22-7F8933199776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1" name="Teardrop 180">
              <a:extLst>
                <a:ext uri="{FF2B5EF4-FFF2-40B4-BE49-F238E27FC236}">
                  <a16:creationId xmlns:a16="http://schemas.microsoft.com/office/drawing/2014/main" id="{143BB20A-C2D9-0842-BD63-B92BB2B55F64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2" name="Teardrop 181">
              <a:extLst>
                <a:ext uri="{FF2B5EF4-FFF2-40B4-BE49-F238E27FC236}">
                  <a16:creationId xmlns:a16="http://schemas.microsoft.com/office/drawing/2014/main" id="{94FC6F1C-3986-FB44-8778-8863CE4607A3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3" name="Teardrop 182">
              <a:extLst>
                <a:ext uri="{FF2B5EF4-FFF2-40B4-BE49-F238E27FC236}">
                  <a16:creationId xmlns:a16="http://schemas.microsoft.com/office/drawing/2014/main" id="{E886CAF1-16A4-CB42-A070-B137E543388A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4" name="Teardrop 183">
              <a:extLst>
                <a:ext uri="{FF2B5EF4-FFF2-40B4-BE49-F238E27FC236}">
                  <a16:creationId xmlns:a16="http://schemas.microsoft.com/office/drawing/2014/main" id="{CFD620DC-DF7A-F949-904E-0979C0331355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5" name="Teardrop 184">
              <a:extLst>
                <a:ext uri="{FF2B5EF4-FFF2-40B4-BE49-F238E27FC236}">
                  <a16:creationId xmlns:a16="http://schemas.microsoft.com/office/drawing/2014/main" id="{B6BDDC5B-BE7E-334F-BF2F-DF68335233F0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6" name="Teardrop 185">
              <a:extLst>
                <a:ext uri="{FF2B5EF4-FFF2-40B4-BE49-F238E27FC236}">
                  <a16:creationId xmlns:a16="http://schemas.microsoft.com/office/drawing/2014/main" id="{995366DF-8744-AD44-B0CF-2543146C4850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7" name="Teardrop 186">
              <a:extLst>
                <a:ext uri="{FF2B5EF4-FFF2-40B4-BE49-F238E27FC236}">
                  <a16:creationId xmlns:a16="http://schemas.microsoft.com/office/drawing/2014/main" id="{BF2D0981-FA1C-174E-B2B7-30D24262C283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8" name="Teardrop 187">
              <a:extLst>
                <a:ext uri="{FF2B5EF4-FFF2-40B4-BE49-F238E27FC236}">
                  <a16:creationId xmlns:a16="http://schemas.microsoft.com/office/drawing/2014/main" id="{60860F68-1FF2-D24A-A7C1-8032A0D8BCD9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9" name="Teardrop 188">
              <a:extLst>
                <a:ext uri="{FF2B5EF4-FFF2-40B4-BE49-F238E27FC236}">
                  <a16:creationId xmlns:a16="http://schemas.microsoft.com/office/drawing/2014/main" id="{D7769ACA-8FC3-E04F-8C21-ED7D8CDB2943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Teardrop 189">
              <a:extLst>
                <a:ext uri="{FF2B5EF4-FFF2-40B4-BE49-F238E27FC236}">
                  <a16:creationId xmlns:a16="http://schemas.microsoft.com/office/drawing/2014/main" id="{0E9B4248-CEFD-1342-990D-A30A28187E3E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1" name="Teardrop 190">
              <a:extLst>
                <a:ext uri="{FF2B5EF4-FFF2-40B4-BE49-F238E27FC236}">
                  <a16:creationId xmlns:a16="http://schemas.microsoft.com/office/drawing/2014/main" id="{89C00348-A984-2745-BAEB-50275BCB2ABC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2" name="Teardrop 191">
              <a:extLst>
                <a:ext uri="{FF2B5EF4-FFF2-40B4-BE49-F238E27FC236}">
                  <a16:creationId xmlns:a16="http://schemas.microsoft.com/office/drawing/2014/main" id="{F53F027B-42E4-6F4E-BD69-0EC42F21032F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3" name="Teardrop 192">
              <a:extLst>
                <a:ext uri="{FF2B5EF4-FFF2-40B4-BE49-F238E27FC236}">
                  <a16:creationId xmlns:a16="http://schemas.microsoft.com/office/drawing/2014/main" id="{0D03D59D-2616-2241-9BEC-6666C5CAE1DE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4" name="Teardrop 193">
              <a:extLst>
                <a:ext uri="{FF2B5EF4-FFF2-40B4-BE49-F238E27FC236}">
                  <a16:creationId xmlns:a16="http://schemas.microsoft.com/office/drawing/2014/main" id="{81AE74ED-CC1B-124C-B371-748371648541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5" name="Teardrop 194">
              <a:extLst>
                <a:ext uri="{FF2B5EF4-FFF2-40B4-BE49-F238E27FC236}">
                  <a16:creationId xmlns:a16="http://schemas.microsoft.com/office/drawing/2014/main" id="{F9967C47-CE56-5048-A421-30FFA6EB199F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6" name="Teardrop 195">
              <a:extLst>
                <a:ext uri="{FF2B5EF4-FFF2-40B4-BE49-F238E27FC236}">
                  <a16:creationId xmlns:a16="http://schemas.microsoft.com/office/drawing/2014/main" id="{78B5F379-65A0-3C42-8C21-41CD9CB867BA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7" name="Teardrop 196">
              <a:extLst>
                <a:ext uri="{FF2B5EF4-FFF2-40B4-BE49-F238E27FC236}">
                  <a16:creationId xmlns:a16="http://schemas.microsoft.com/office/drawing/2014/main" id="{C78D5842-07A5-034F-B019-B02A820E12A2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8" name="Teardrop 197">
              <a:extLst>
                <a:ext uri="{FF2B5EF4-FFF2-40B4-BE49-F238E27FC236}">
                  <a16:creationId xmlns:a16="http://schemas.microsoft.com/office/drawing/2014/main" id="{F54A9CA0-2C9B-8B47-B378-F31AAB74D1B2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9" name="Teardrop 198">
              <a:extLst>
                <a:ext uri="{FF2B5EF4-FFF2-40B4-BE49-F238E27FC236}">
                  <a16:creationId xmlns:a16="http://schemas.microsoft.com/office/drawing/2014/main" id="{9BB24693-429C-394C-91B1-B1B7D39B755E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0" name="Teardrop 199">
              <a:extLst>
                <a:ext uri="{FF2B5EF4-FFF2-40B4-BE49-F238E27FC236}">
                  <a16:creationId xmlns:a16="http://schemas.microsoft.com/office/drawing/2014/main" id="{FDDB13D6-451F-BD4F-AB86-096CA57F8B94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1" name="Teardrop 200">
              <a:extLst>
                <a:ext uri="{FF2B5EF4-FFF2-40B4-BE49-F238E27FC236}">
                  <a16:creationId xmlns:a16="http://schemas.microsoft.com/office/drawing/2014/main" id="{5DEA3AC9-C3A2-234C-AA01-B57C42930152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2" name="Teardrop 201">
              <a:extLst>
                <a:ext uri="{FF2B5EF4-FFF2-40B4-BE49-F238E27FC236}">
                  <a16:creationId xmlns:a16="http://schemas.microsoft.com/office/drawing/2014/main" id="{6EC529CA-B1E4-7546-B25E-0AE70ACB6632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78B2A0D6-C304-B044-9AC0-47565E2DDC4F}"/>
              </a:ext>
            </a:extLst>
          </p:cNvPr>
          <p:cNvGrpSpPr/>
          <p:nvPr/>
        </p:nvGrpSpPr>
        <p:grpSpPr>
          <a:xfrm rot="21065350">
            <a:off x="7388545" y="3943062"/>
            <a:ext cx="202364" cy="373937"/>
            <a:chOff x="3510479" y="1211170"/>
            <a:chExt cx="2079479" cy="2629470"/>
          </a:xfrm>
        </p:grpSpPr>
        <p:sp>
          <p:nvSpPr>
            <p:cNvPr id="204" name="Oval 1">
              <a:extLst>
                <a:ext uri="{FF2B5EF4-FFF2-40B4-BE49-F238E27FC236}">
                  <a16:creationId xmlns:a16="http://schemas.microsoft.com/office/drawing/2014/main" id="{F267BBF0-EA4C-064C-9050-62B9408EE7B0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5" name="Teardrop 204">
              <a:extLst>
                <a:ext uri="{FF2B5EF4-FFF2-40B4-BE49-F238E27FC236}">
                  <a16:creationId xmlns:a16="http://schemas.microsoft.com/office/drawing/2014/main" id="{6C776FB7-982B-184F-A9CE-DD6B60112215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6" name="Teardrop 205">
              <a:extLst>
                <a:ext uri="{FF2B5EF4-FFF2-40B4-BE49-F238E27FC236}">
                  <a16:creationId xmlns:a16="http://schemas.microsoft.com/office/drawing/2014/main" id="{2237A637-0A11-7843-ADD5-4D8B7FE6F653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7" name="Teardrop 206">
              <a:extLst>
                <a:ext uri="{FF2B5EF4-FFF2-40B4-BE49-F238E27FC236}">
                  <a16:creationId xmlns:a16="http://schemas.microsoft.com/office/drawing/2014/main" id="{DD0EA7C3-EA5E-F644-9240-81185F26D465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8" name="Teardrop 207">
              <a:extLst>
                <a:ext uri="{FF2B5EF4-FFF2-40B4-BE49-F238E27FC236}">
                  <a16:creationId xmlns:a16="http://schemas.microsoft.com/office/drawing/2014/main" id="{F748E2A5-5059-4844-9FFA-8F88A4EA4476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9" name="Teardrop 208">
              <a:extLst>
                <a:ext uri="{FF2B5EF4-FFF2-40B4-BE49-F238E27FC236}">
                  <a16:creationId xmlns:a16="http://schemas.microsoft.com/office/drawing/2014/main" id="{31CAF178-5FAB-814F-8CC9-25BD53F0C5FA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0" name="Teardrop 209">
              <a:extLst>
                <a:ext uri="{FF2B5EF4-FFF2-40B4-BE49-F238E27FC236}">
                  <a16:creationId xmlns:a16="http://schemas.microsoft.com/office/drawing/2014/main" id="{458BCBF6-4D24-3C42-AE7C-3AC2D62E0FBA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1" name="Teardrop 210">
              <a:extLst>
                <a:ext uri="{FF2B5EF4-FFF2-40B4-BE49-F238E27FC236}">
                  <a16:creationId xmlns:a16="http://schemas.microsoft.com/office/drawing/2014/main" id="{F098F933-2570-144C-8D2F-693C62D27D87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2" name="Teardrop 211">
              <a:extLst>
                <a:ext uri="{FF2B5EF4-FFF2-40B4-BE49-F238E27FC236}">
                  <a16:creationId xmlns:a16="http://schemas.microsoft.com/office/drawing/2014/main" id="{4BD7B2AD-C1FA-1342-95D2-F2A564D70D58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3" name="Teardrop 212">
              <a:extLst>
                <a:ext uri="{FF2B5EF4-FFF2-40B4-BE49-F238E27FC236}">
                  <a16:creationId xmlns:a16="http://schemas.microsoft.com/office/drawing/2014/main" id="{DED16D04-28A6-9048-BB2B-8D9D663982CE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4" name="Teardrop 213">
              <a:extLst>
                <a:ext uri="{FF2B5EF4-FFF2-40B4-BE49-F238E27FC236}">
                  <a16:creationId xmlns:a16="http://schemas.microsoft.com/office/drawing/2014/main" id="{271B3A66-ACEE-654C-945E-4E6957D7B2C0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5" name="Teardrop 214">
              <a:extLst>
                <a:ext uri="{FF2B5EF4-FFF2-40B4-BE49-F238E27FC236}">
                  <a16:creationId xmlns:a16="http://schemas.microsoft.com/office/drawing/2014/main" id="{47DA1648-E57E-8B49-8D2E-160C66019F37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6" name="Teardrop 215">
              <a:extLst>
                <a:ext uri="{FF2B5EF4-FFF2-40B4-BE49-F238E27FC236}">
                  <a16:creationId xmlns:a16="http://schemas.microsoft.com/office/drawing/2014/main" id="{25B55F4E-676D-4543-9CBC-3EBFFB2F12F9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7" name="Teardrop 216">
              <a:extLst>
                <a:ext uri="{FF2B5EF4-FFF2-40B4-BE49-F238E27FC236}">
                  <a16:creationId xmlns:a16="http://schemas.microsoft.com/office/drawing/2014/main" id="{F8ABD91B-3F1D-8C48-A098-EE14548519FA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8" name="Teardrop 217">
              <a:extLst>
                <a:ext uri="{FF2B5EF4-FFF2-40B4-BE49-F238E27FC236}">
                  <a16:creationId xmlns:a16="http://schemas.microsoft.com/office/drawing/2014/main" id="{6A4A90A8-81DC-0B4A-92DB-8E1A2E68BE1B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9" name="Teardrop 218">
              <a:extLst>
                <a:ext uri="{FF2B5EF4-FFF2-40B4-BE49-F238E27FC236}">
                  <a16:creationId xmlns:a16="http://schemas.microsoft.com/office/drawing/2014/main" id="{73F0B652-149D-A347-B370-8D0EFA3A3497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0" name="Teardrop 219">
              <a:extLst>
                <a:ext uri="{FF2B5EF4-FFF2-40B4-BE49-F238E27FC236}">
                  <a16:creationId xmlns:a16="http://schemas.microsoft.com/office/drawing/2014/main" id="{3AFB8EAA-7280-894A-A3C5-E408382C5E22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1" name="Teardrop 220">
              <a:extLst>
                <a:ext uri="{FF2B5EF4-FFF2-40B4-BE49-F238E27FC236}">
                  <a16:creationId xmlns:a16="http://schemas.microsoft.com/office/drawing/2014/main" id="{E032B86F-CCBD-034C-BB8B-09F4E2A71B8C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2" name="Teardrop 221">
              <a:extLst>
                <a:ext uri="{FF2B5EF4-FFF2-40B4-BE49-F238E27FC236}">
                  <a16:creationId xmlns:a16="http://schemas.microsoft.com/office/drawing/2014/main" id="{75C7E43C-CCF1-DE4B-AF45-5C3F272074D5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3" name="Teardrop 222">
              <a:extLst>
                <a:ext uri="{FF2B5EF4-FFF2-40B4-BE49-F238E27FC236}">
                  <a16:creationId xmlns:a16="http://schemas.microsoft.com/office/drawing/2014/main" id="{786589A5-B3C0-3F40-ABEE-4AA2FFBAD425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4" name="Teardrop 223">
              <a:extLst>
                <a:ext uri="{FF2B5EF4-FFF2-40B4-BE49-F238E27FC236}">
                  <a16:creationId xmlns:a16="http://schemas.microsoft.com/office/drawing/2014/main" id="{045A5437-F3E7-DE4C-9CED-4CE4C1FAAB96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5" name="Teardrop 224">
              <a:extLst>
                <a:ext uri="{FF2B5EF4-FFF2-40B4-BE49-F238E27FC236}">
                  <a16:creationId xmlns:a16="http://schemas.microsoft.com/office/drawing/2014/main" id="{222AAD8E-54B0-FF48-97BD-16D16C885826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6" name="Teardrop 225">
              <a:extLst>
                <a:ext uri="{FF2B5EF4-FFF2-40B4-BE49-F238E27FC236}">
                  <a16:creationId xmlns:a16="http://schemas.microsoft.com/office/drawing/2014/main" id="{1918C30C-0EB8-7C45-9345-73E5A093CE6B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7" name="Teardrop 226">
              <a:extLst>
                <a:ext uri="{FF2B5EF4-FFF2-40B4-BE49-F238E27FC236}">
                  <a16:creationId xmlns:a16="http://schemas.microsoft.com/office/drawing/2014/main" id="{D6C0C3ED-EDD1-B646-B40F-9212AC1DA82F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8" name="Teardrop 227">
              <a:extLst>
                <a:ext uri="{FF2B5EF4-FFF2-40B4-BE49-F238E27FC236}">
                  <a16:creationId xmlns:a16="http://schemas.microsoft.com/office/drawing/2014/main" id="{83C71C5E-002A-4244-8E32-16370DEC7DAF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9" name="Teardrop 228">
              <a:extLst>
                <a:ext uri="{FF2B5EF4-FFF2-40B4-BE49-F238E27FC236}">
                  <a16:creationId xmlns:a16="http://schemas.microsoft.com/office/drawing/2014/main" id="{AA1BBE17-7A41-9745-8ECA-C17CD8AF1D21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0" name="Teardrop 229">
              <a:extLst>
                <a:ext uri="{FF2B5EF4-FFF2-40B4-BE49-F238E27FC236}">
                  <a16:creationId xmlns:a16="http://schemas.microsoft.com/office/drawing/2014/main" id="{86D678FE-2025-CD42-B6D2-ACAE166CB9E3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1" name="Teardrop 230">
              <a:extLst>
                <a:ext uri="{FF2B5EF4-FFF2-40B4-BE49-F238E27FC236}">
                  <a16:creationId xmlns:a16="http://schemas.microsoft.com/office/drawing/2014/main" id="{ADC82396-8E6F-EA42-92C7-198B521C5B6B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2" name="Teardrop 231">
              <a:extLst>
                <a:ext uri="{FF2B5EF4-FFF2-40B4-BE49-F238E27FC236}">
                  <a16:creationId xmlns:a16="http://schemas.microsoft.com/office/drawing/2014/main" id="{6CED8D25-D869-D647-B4D1-72D33E724E2E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3" name="Teardrop 232">
              <a:extLst>
                <a:ext uri="{FF2B5EF4-FFF2-40B4-BE49-F238E27FC236}">
                  <a16:creationId xmlns:a16="http://schemas.microsoft.com/office/drawing/2014/main" id="{C476579F-68E5-6C43-8591-E8856A40995B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34" name="Group 233">
            <a:extLst>
              <a:ext uri="{FF2B5EF4-FFF2-40B4-BE49-F238E27FC236}">
                <a16:creationId xmlns:a16="http://schemas.microsoft.com/office/drawing/2014/main" id="{85685BBE-E081-9640-A552-35B068E1845D}"/>
              </a:ext>
            </a:extLst>
          </p:cNvPr>
          <p:cNvGrpSpPr/>
          <p:nvPr/>
        </p:nvGrpSpPr>
        <p:grpSpPr>
          <a:xfrm>
            <a:off x="7672774" y="6101368"/>
            <a:ext cx="566451" cy="783440"/>
            <a:chOff x="1250506" y="2811144"/>
            <a:chExt cx="3409311" cy="3457052"/>
          </a:xfrm>
          <a:solidFill>
            <a:srgbClr val="B5B06C"/>
          </a:solidFill>
        </p:grpSpPr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B5D909AC-247D-2649-8E3F-7D18A48C7EBC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" name="Freeform 235">
              <a:extLst>
                <a:ext uri="{FF2B5EF4-FFF2-40B4-BE49-F238E27FC236}">
                  <a16:creationId xmlns:a16="http://schemas.microsoft.com/office/drawing/2014/main" id="{3DEEDC3D-7CCE-7A44-97CC-65A90443F238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21236968-719B-CE43-8E62-2E36CA574F00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D7DAB733-240D-A54F-B325-036BC461C156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9" name="Freeform 238">
              <a:extLst>
                <a:ext uri="{FF2B5EF4-FFF2-40B4-BE49-F238E27FC236}">
                  <a16:creationId xmlns:a16="http://schemas.microsoft.com/office/drawing/2014/main" id="{31416D10-CA30-D243-8B44-8F366AAD37C4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62787951-34CA-154E-BE0C-6E979F6BA536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52C3A0EF-F23D-3241-8FE8-1435AEDE0F8F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3185C42C-BDCB-F144-8E27-AF856A03DB41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72060CD0-50CF-8F47-97C3-6F62018AE4DB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4" name="Freeform 243">
              <a:extLst>
                <a:ext uri="{FF2B5EF4-FFF2-40B4-BE49-F238E27FC236}">
                  <a16:creationId xmlns:a16="http://schemas.microsoft.com/office/drawing/2014/main" id="{29BA2652-FCEC-4643-9730-F921B07FA19C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" name="Freeform 244">
              <a:extLst>
                <a:ext uri="{FF2B5EF4-FFF2-40B4-BE49-F238E27FC236}">
                  <a16:creationId xmlns:a16="http://schemas.microsoft.com/office/drawing/2014/main" id="{79504D78-B53D-BA42-BE0D-39DB0207A012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" name="Freeform 245">
              <a:extLst>
                <a:ext uri="{FF2B5EF4-FFF2-40B4-BE49-F238E27FC236}">
                  <a16:creationId xmlns:a16="http://schemas.microsoft.com/office/drawing/2014/main" id="{E315C670-AE30-9A4C-9188-F236E80C4E80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7" name="Freeform 246">
              <a:extLst>
                <a:ext uri="{FF2B5EF4-FFF2-40B4-BE49-F238E27FC236}">
                  <a16:creationId xmlns:a16="http://schemas.microsoft.com/office/drawing/2014/main" id="{687CD31D-8DBC-E947-AD14-4672A4BAB43A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B82A396D-8251-134F-B4DC-FBE165DF4A1B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Freeform 248">
              <a:extLst>
                <a:ext uri="{FF2B5EF4-FFF2-40B4-BE49-F238E27FC236}">
                  <a16:creationId xmlns:a16="http://schemas.microsoft.com/office/drawing/2014/main" id="{014085FB-90F3-8548-ABF1-4C053D9E995E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Freeform 249">
              <a:extLst>
                <a:ext uri="{FF2B5EF4-FFF2-40B4-BE49-F238E27FC236}">
                  <a16:creationId xmlns:a16="http://schemas.microsoft.com/office/drawing/2014/main" id="{21BFED3D-6256-C446-9AFD-1AE456A48C1E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22C396E7-70B2-CE49-A977-6FA58244C875}"/>
              </a:ext>
            </a:extLst>
          </p:cNvPr>
          <p:cNvGrpSpPr/>
          <p:nvPr/>
        </p:nvGrpSpPr>
        <p:grpSpPr>
          <a:xfrm>
            <a:off x="4706998" y="4762940"/>
            <a:ext cx="1549804" cy="2168026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ABBFAE13-C3EF-964C-A949-03FE10D56005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306CF953-CD66-294C-B55D-74B9483754BA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D4FBF018-F058-EF49-8759-7BCD089E8E52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254">
              <a:extLst>
                <a:ext uri="{FF2B5EF4-FFF2-40B4-BE49-F238E27FC236}">
                  <a16:creationId xmlns:a16="http://schemas.microsoft.com/office/drawing/2014/main" id="{687317A5-D2AE-D544-B4CC-94BDC7AF9F67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61951D67-E2C4-624E-8110-2B8493B1AF01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 256">
              <a:extLst>
                <a:ext uri="{FF2B5EF4-FFF2-40B4-BE49-F238E27FC236}">
                  <a16:creationId xmlns:a16="http://schemas.microsoft.com/office/drawing/2014/main" id="{6A6D465E-D868-2848-BD66-3A472AE3AA1C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 257">
              <a:extLst>
                <a:ext uri="{FF2B5EF4-FFF2-40B4-BE49-F238E27FC236}">
                  <a16:creationId xmlns:a16="http://schemas.microsoft.com/office/drawing/2014/main" id="{01A83E68-D184-AA4A-AC78-830E19941885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 258">
              <a:extLst>
                <a:ext uri="{FF2B5EF4-FFF2-40B4-BE49-F238E27FC236}">
                  <a16:creationId xmlns:a16="http://schemas.microsoft.com/office/drawing/2014/main" id="{64730763-2A86-B84E-8BCC-409DEF7A8C48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" name="Freeform 259">
              <a:extLst>
                <a:ext uri="{FF2B5EF4-FFF2-40B4-BE49-F238E27FC236}">
                  <a16:creationId xmlns:a16="http://schemas.microsoft.com/office/drawing/2014/main" id="{75EFCC4B-49B8-B343-B76B-BF1D113525AB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E55BC08D-9445-054B-AFB2-D089F8E5167A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A4D1E8DE-901E-1E49-858F-8FB04510CA62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4CAF53FC-224B-4142-9112-5BDA77E0F23F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FA9CA414-0F55-F249-B81D-89B4022FD34A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264">
              <a:extLst>
                <a:ext uri="{FF2B5EF4-FFF2-40B4-BE49-F238E27FC236}">
                  <a16:creationId xmlns:a16="http://schemas.microsoft.com/office/drawing/2014/main" id="{69E23DD6-E627-174E-9B4F-9E7F54584F7B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 265">
              <a:extLst>
                <a:ext uri="{FF2B5EF4-FFF2-40B4-BE49-F238E27FC236}">
                  <a16:creationId xmlns:a16="http://schemas.microsoft.com/office/drawing/2014/main" id="{4D9C86DC-B394-3647-B826-1DE0AEF9E9BD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" name="Freeform 266">
              <a:extLst>
                <a:ext uri="{FF2B5EF4-FFF2-40B4-BE49-F238E27FC236}">
                  <a16:creationId xmlns:a16="http://schemas.microsoft.com/office/drawing/2014/main" id="{7007027F-5784-9040-A50D-44AD4167F44A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40E2DD50-C356-634B-9CF1-A9349D64D148}"/>
              </a:ext>
            </a:extLst>
          </p:cNvPr>
          <p:cNvGrpSpPr/>
          <p:nvPr/>
        </p:nvGrpSpPr>
        <p:grpSpPr>
          <a:xfrm>
            <a:off x="3602473" y="4753839"/>
            <a:ext cx="2078612" cy="2180199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269" name="Freeform 268">
              <a:extLst>
                <a:ext uri="{FF2B5EF4-FFF2-40B4-BE49-F238E27FC236}">
                  <a16:creationId xmlns:a16="http://schemas.microsoft.com/office/drawing/2014/main" id="{141C65F8-6164-D541-973C-65B88CC9E10E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0" name="Freeform 269">
              <a:extLst>
                <a:ext uri="{FF2B5EF4-FFF2-40B4-BE49-F238E27FC236}">
                  <a16:creationId xmlns:a16="http://schemas.microsoft.com/office/drawing/2014/main" id="{D32B6A7D-B2A3-844B-A235-09DB19E06A4E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9F027813-4C26-574D-9C19-0F60DDCCE33A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268D4438-24AE-5245-A37B-6297910AC36A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A91D9EB5-6B7B-7749-A20D-4CAD77639E50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E13AF42A-C104-AD4B-8EBE-EEA47544900F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5" name="Freeform 274">
              <a:extLst>
                <a:ext uri="{FF2B5EF4-FFF2-40B4-BE49-F238E27FC236}">
                  <a16:creationId xmlns:a16="http://schemas.microsoft.com/office/drawing/2014/main" id="{056D9FB6-66C3-414F-8548-9BC6FF73ACCE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EF266447-8448-FA42-BD06-72280A24D9F7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7" name="Freeform 276">
              <a:extLst>
                <a:ext uri="{FF2B5EF4-FFF2-40B4-BE49-F238E27FC236}">
                  <a16:creationId xmlns:a16="http://schemas.microsoft.com/office/drawing/2014/main" id="{E3D052D6-CCF8-CC4A-A10A-E04DFB278999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8" name="Freeform 277">
              <a:extLst>
                <a:ext uri="{FF2B5EF4-FFF2-40B4-BE49-F238E27FC236}">
                  <a16:creationId xmlns:a16="http://schemas.microsoft.com/office/drawing/2014/main" id="{54CD6DFF-D740-AB40-9EE3-579DD839FB41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DD69D771-9ED2-4541-954A-6DDF1E138EA5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AE6992DD-B0F6-2642-A35D-840D9CE29478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02008A06-F3B4-EB4C-93C2-9F269855B319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E9EEEA12-B910-7546-910F-209FBE7EB4E4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EB5D8EC6-3839-B04C-8C0B-5C6A5EC50CF4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71C16888-D061-3B48-8E61-193D757FDF90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E205C85A-8EA5-1140-B1CE-D76DDA28FF6E}"/>
              </a:ext>
            </a:extLst>
          </p:cNvPr>
          <p:cNvGrpSpPr/>
          <p:nvPr/>
        </p:nvGrpSpPr>
        <p:grpSpPr>
          <a:xfrm>
            <a:off x="6254456" y="5599512"/>
            <a:ext cx="1234471" cy="1307072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F0DF0B8F-146C-5C49-859F-00061518AA71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7" name="Freeform 286">
              <a:extLst>
                <a:ext uri="{FF2B5EF4-FFF2-40B4-BE49-F238E27FC236}">
                  <a16:creationId xmlns:a16="http://schemas.microsoft.com/office/drawing/2014/main" id="{961D6E59-28D3-7549-8AC9-56F19A6285C0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285E559C-6C94-6E44-BAE1-35B90127FEEA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248E7077-72D7-1E46-BA43-5523A7AB27DB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FFBED0CF-A10C-2545-9BC5-287276B1031B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2A4E5104-1A81-8C44-92E4-61A342E4A3E0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BD1EE6D8-76E1-1B4B-9F49-63B9D8C02951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3" name="Freeform 292">
              <a:extLst>
                <a:ext uri="{FF2B5EF4-FFF2-40B4-BE49-F238E27FC236}">
                  <a16:creationId xmlns:a16="http://schemas.microsoft.com/office/drawing/2014/main" id="{4E70F6EF-971E-7F48-9D86-7C3E66823A21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59A136F1-3C97-C043-879B-00E597E532A1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5" name="Freeform 294">
              <a:extLst>
                <a:ext uri="{FF2B5EF4-FFF2-40B4-BE49-F238E27FC236}">
                  <a16:creationId xmlns:a16="http://schemas.microsoft.com/office/drawing/2014/main" id="{1C80C5DB-687A-A44C-81F4-DF6BC5E0D326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0B7B3130-CE32-5A4F-87AE-97A5B302C69C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7" name="Freeform 296">
              <a:extLst>
                <a:ext uri="{FF2B5EF4-FFF2-40B4-BE49-F238E27FC236}">
                  <a16:creationId xmlns:a16="http://schemas.microsoft.com/office/drawing/2014/main" id="{35336DDB-093F-6040-9196-2FB2E79D9440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B1B3F0CA-1A0C-B14A-8D51-53EDCFC3E9C6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9" name="Freeform 298">
              <a:extLst>
                <a:ext uri="{FF2B5EF4-FFF2-40B4-BE49-F238E27FC236}">
                  <a16:creationId xmlns:a16="http://schemas.microsoft.com/office/drawing/2014/main" id="{8EC23FC4-75C6-B249-9617-3CC3FF406D2C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0" name="Freeform 299">
              <a:extLst>
                <a:ext uri="{FF2B5EF4-FFF2-40B4-BE49-F238E27FC236}">
                  <a16:creationId xmlns:a16="http://schemas.microsoft.com/office/drawing/2014/main" id="{D3AF1A1B-6AE7-3F46-BA01-CE2ADA396883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1" name="Freeform 300">
              <a:extLst>
                <a:ext uri="{FF2B5EF4-FFF2-40B4-BE49-F238E27FC236}">
                  <a16:creationId xmlns:a16="http://schemas.microsoft.com/office/drawing/2014/main" id="{C5BFEBAD-26AF-4B4C-81E2-8D4C745EC2F8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715ED053-AEAF-D549-B056-2D5AC05BA31A}"/>
              </a:ext>
            </a:extLst>
          </p:cNvPr>
          <p:cNvGrpSpPr/>
          <p:nvPr/>
        </p:nvGrpSpPr>
        <p:grpSpPr>
          <a:xfrm>
            <a:off x="5793857" y="5429980"/>
            <a:ext cx="1421717" cy="1448073"/>
            <a:chOff x="1250506" y="2811144"/>
            <a:chExt cx="3409311" cy="3457052"/>
          </a:xfrm>
          <a:solidFill>
            <a:srgbClr val="B5B06C"/>
          </a:solidFill>
        </p:grpSpPr>
        <p:sp>
          <p:nvSpPr>
            <p:cNvPr id="303" name="Freeform 302">
              <a:extLst>
                <a:ext uri="{FF2B5EF4-FFF2-40B4-BE49-F238E27FC236}">
                  <a16:creationId xmlns:a16="http://schemas.microsoft.com/office/drawing/2014/main" id="{632E2A84-057A-EA44-84A2-F17FA54569A4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4" name="Freeform 303">
              <a:extLst>
                <a:ext uri="{FF2B5EF4-FFF2-40B4-BE49-F238E27FC236}">
                  <a16:creationId xmlns:a16="http://schemas.microsoft.com/office/drawing/2014/main" id="{3117B058-1AE2-8140-A895-0DFF281B7B1C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5" name="Freeform 304">
              <a:extLst>
                <a:ext uri="{FF2B5EF4-FFF2-40B4-BE49-F238E27FC236}">
                  <a16:creationId xmlns:a16="http://schemas.microsoft.com/office/drawing/2014/main" id="{05E0B11D-A492-E147-81E9-4D037DA94616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6" name="Freeform 305">
              <a:extLst>
                <a:ext uri="{FF2B5EF4-FFF2-40B4-BE49-F238E27FC236}">
                  <a16:creationId xmlns:a16="http://schemas.microsoft.com/office/drawing/2014/main" id="{68202ED1-C758-4E4F-8141-A446CBDAE5DD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id="{6F7DF684-4DAA-5542-8D27-340C3ED74934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8" name="Freeform 307">
              <a:extLst>
                <a:ext uri="{FF2B5EF4-FFF2-40B4-BE49-F238E27FC236}">
                  <a16:creationId xmlns:a16="http://schemas.microsoft.com/office/drawing/2014/main" id="{295B8460-AE39-9948-9A44-8E67DA2BA197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9" name="Freeform 308">
              <a:extLst>
                <a:ext uri="{FF2B5EF4-FFF2-40B4-BE49-F238E27FC236}">
                  <a16:creationId xmlns:a16="http://schemas.microsoft.com/office/drawing/2014/main" id="{01EC5D9A-A3B3-934C-9311-C7A2CFA4A532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0" name="Freeform 309">
              <a:extLst>
                <a:ext uri="{FF2B5EF4-FFF2-40B4-BE49-F238E27FC236}">
                  <a16:creationId xmlns:a16="http://schemas.microsoft.com/office/drawing/2014/main" id="{639D7B96-AD5F-874B-A97B-E3DADF046107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1" name="Freeform 310">
              <a:extLst>
                <a:ext uri="{FF2B5EF4-FFF2-40B4-BE49-F238E27FC236}">
                  <a16:creationId xmlns:a16="http://schemas.microsoft.com/office/drawing/2014/main" id="{255B3489-F5FB-8043-A9C7-44380C1F7CDD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2" name="Freeform 311">
              <a:extLst>
                <a:ext uri="{FF2B5EF4-FFF2-40B4-BE49-F238E27FC236}">
                  <a16:creationId xmlns:a16="http://schemas.microsoft.com/office/drawing/2014/main" id="{6DAC0B1D-7D60-394E-9527-4F83308F7F85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3" name="Freeform 312">
              <a:extLst>
                <a:ext uri="{FF2B5EF4-FFF2-40B4-BE49-F238E27FC236}">
                  <a16:creationId xmlns:a16="http://schemas.microsoft.com/office/drawing/2014/main" id="{22A89334-1CC5-1849-9707-03AB75E2A5A6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06050DBE-8CDC-7C45-B344-17D51FDF4623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5" name="Freeform 314">
              <a:extLst>
                <a:ext uri="{FF2B5EF4-FFF2-40B4-BE49-F238E27FC236}">
                  <a16:creationId xmlns:a16="http://schemas.microsoft.com/office/drawing/2014/main" id="{6BF6A83E-D8F8-B843-A278-76EF4F9AFECA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6" name="Freeform 315">
              <a:extLst>
                <a:ext uri="{FF2B5EF4-FFF2-40B4-BE49-F238E27FC236}">
                  <a16:creationId xmlns:a16="http://schemas.microsoft.com/office/drawing/2014/main" id="{0373FB79-6F56-AE4C-94F0-F6F4B52E9F1E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7" name="Freeform 316">
              <a:extLst>
                <a:ext uri="{FF2B5EF4-FFF2-40B4-BE49-F238E27FC236}">
                  <a16:creationId xmlns:a16="http://schemas.microsoft.com/office/drawing/2014/main" id="{DBDDCD60-2CDA-0049-AB2A-456C022EB80E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8" name="Freeform 317">
              <a:extLst>
                <a:ext uri="{FF2B5EF4-FFF2-40B4-BE49-F238E27FC236}">
                  <a16:creationId xmlns:a16="http://schemas.microsoft.com/office/drawing/2014/main" id="{FFDE4351-B0D7-214E-9753-DBFFF9E2FAE3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19" name="Group 318">
            <a:extLst>
              <a:ext uri="{FF2B5EF4-FFF2-40B4-BE49-F238E27FC236}">
                <a16:creationId xmlns:a16="http://schemas.microsoft.com/office/drawing/2014/main" id="{D71BFE6D-9BFB-2546-BA68-347882C5B82D}"/>
              </a:ext>
            </a:extLst>
          </p:cNvPr>
          <p:cNvGrpSpPr/>
          <p:nvPr/>
        </p:nvGrpSpPr>
        <p:grpSpPr>
          <a:xfrm>
            <a:off x="6783543" y="5735441"/>
            <a:ext cx="1215921" cy="1131159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320" name="Freeform 319">
              <a:extLst>
                <a:ext uri="{FF2B5EF4-FFF2-40B4-BE49-F238E27FC236}">
                  <a16:creationId xmlns:a16="http://schemas.microsoft.com/office/drawing/2014/main" id="{A9F324BD-9939-264C-9FA6-01EECE883E53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1" name="Freeform 320">
              <a:extLst>
                <a:ext uri="{FF2B5EF4-FFF2-40B4-BE49-F238E27FC236}">
                  <a16:creationId xmlns:a16="http://schemas.microsoft.com/office/drawing/2014/main" id="{D9AC3497-4EDA-1C47-8884-B712D4480A54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E2D3ACD8-BEBB-9A4D-A12A-347A5D9EC7ED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3" name="Freeform 322">
              <a:extLst>
                <a:ext uri="{FF2B5EF4-FFF2-40B4-BE49-F238E27FC236}">
                  <a16:creationId xmlns:a16="http://schemas.microsoft.com/office/drawing/2014/main" id="{DDA3D36C-89EE-CF4C-92CE-4B01255629A2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4" name="Freeform 323">
              <a:extLst>
                <a:ext uri="{FF2B5EF4-FFF2-40B4-BE49-F238E27FC236}">
                  <a16:creationId xmlns:a16="http://schemas.microsoft.com/office/drawing/2014/main" id="{E9DBC0BD-51A1-A544-8B56-3AEF1FE531B7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Freeform 324">
              <a:extLst>
                <a:ext uri="{FF2B5EF4-FFF2-40B4-BE49-F238E27FC236}">
                  <a16:creationId xmlns:a16="http://schemas.microsoft.com/office/drawing/2014/main" id="{9C1F13EE-65A2-C449-B972-F7084A814CF2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6" name="Freeform 325">
              <a:extLst>
                <a:ext uri="{FF2B5EF4-FFF2-40B4-BE49-F238E27FC236}">
                  <a16:creationId xmlns:a16="http://schemas.microsoft.com/office/drawing/2014/main" id="{19104BA4-DD65-BB40-85F0-6D7AAEE44DE6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Freeform 326">
              <a:extLst>
                <a:ext uri="{FF2B5EF4-FFF2-40B4-BE49-F238E27FC236}">
                  <a16:creationId xmlns:a16="http://schemas.microsoft.com/office/drawing/2014/main" id="{D379FCA2-0C6C-094C-B620-8EE1A972D919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8" name="Freeform 327">
              <a:extLst>
                <a:ext uri="{FF2B5EF4-FFF2-40B4-BE49-F238E27FC236}">
                  <a16:creationId xmlns:a16="http://schemas.microsoft.com/office/drawing/2014/main" id="{1AD4099A-B949-0649-83C1-5AF52B7517BC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9" name="Freeform 328">
              <a:extLst>
                <a:ext uri="{FF2B5EF4-FFF2-40B4-BE49-F238E27FC236}">
                  <a16:creationId xmlns:a16="http://schemas.microsoft.com/office/drawing/2014/main" id="{8DB2A725-DDA9-6946-89C2-9706D3F100D4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0" name="Freeform 329">
              <a:extLst>
                <a:ext uri="{FF2B5EF4-FFF2-40B4-BE49-F238E27FC236}">
                  <a16:creationId xmlns:a16="http://schemas.microsoft.com/office/drawing/2014/main" id="{F482073A-7D39-B144-8F4C-21C5D98AB612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Freeform 330">
              <a:extLst>
                <a:ext uri="{FF2B5EF4-FFF2-40B4-BE49-F238E27FC236}">
                  <a16:creationId xmlns:a16="http://schemas.microsoft.com/office/drawing/2014/main" id="{5C1D3336-BAC1-BA4C-A5E4-0560086E9D24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2" name="Freeform 331">
              <a:extLst>
                <a:ext uri="{FF2B5EF4-FFF2-40B4-BE49-F238E27FC236}">
                  <a16:creationId xmlns:a16="http://schemas.microsoft.com/office/drawing/2014/main" id="{4928C0B9-C941-4948-8410-C6056C385E1A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3" name="Freeform 332">
              <a:extLst>
                <a:ext uri="{FF2B5EF4-FFF2-40B4-BE49-F238E27FC236}">
                  <a16:creationId xmlns:a16="http://schemas.microsoft.com/office/drawing/2014/main" id="{0C905BA9-4210-8E4C-8F1F-B053E3558CE1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4" name="Freeform 333">
              <a:extLst>
                <a:ext uri="{FF2B5EF4-FFF2-40B4-BE49-F238E27FC236}">
                  <a16:creationId xmlns:a16="http://schemas.microsoft.com/office/drawing/2014/main" id="{DE5DBBDA-F6E3-7E47-96F6-05329AFC7CE1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5" name="Freeform 334">
              <a:extLst>
                <a:ext uri="{FF2B5EF4-FFF2-40B4-BE49-F238E27FC236}">
                  <a16:creationId xmlns:a16="http://schemas.microsoft.com/office/drawing/2014/main" id="{DE2CE9E8-6C4A-544D-B017-25BF82A329CA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36" name="Group 335">
            <a:extLst>
              <a:ext uri="{FF2B5EF4-FFF2-40B4-BE49-F238E27FC236}">
                <a16:creationId xmlns:a16="http://schemas.microsoft.com/office/drawing/2014/main" id="{47E396B8-5E28-E142-9839-7A65D38DFD37}"/>
              </a:ext>
            </a:extLst>
          </p:cNvPr>
          <p:cNvGrpSpPr/>
          <p:nvPr/>
        </p:nvGrpSpPr>
        <p:grpSpPr>
          <a:xfrm>
            <a:off x="5233965" y="5031379"/>
            <a:ext cx="1330464" cy="1874423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337" name="Freeform 336">
              <a:extLst>
                <a:ext uri="{FF2B5EF4-FFF2-40B4-BE49-F238E27FC236}">
                  <a16:creationId xmlns:a16="http://schemas.microsoft.com/office/drawing/2014/main" id="{A01DA455-7B12-0B49-924A-8E6EE02D9DC1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33148A07-EE19-DB4D-9153-5D25240924CE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9" name="Freeform 338">
              <a:extLst>
                <a:ext uri="{FF2B5EF4-FFF2-40B4-BE49-F238E27FC236}">
                  <a16:creationId xmlns:a16="http://schemas.microsoft.com/office/drawing/2014/main" id="{E2549857-2D2A-B94F-AF3E-2BCFBE62AA4A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Freeform 339">
              <a:extLst>
                <a:ext uri="{FF2B5EF4-FFF2-40B4-BE49-F238E27FC236}">
                  <a16:creationId xmlns:a16="http://schemas.microsoft.com/office/drawing/2014/main" id="{EC9D1D94-9B57-1148-AB39-E79C94832ED2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1" name="Freeform 340">
              <a:extLst>
                <a:ext uri="{FF2B5EF4-FFF2-40B4-BE49-F238E27FC236}">
                  <a16:creationId xmlns:a16="http://schemas.microsoft.com/office/drawing/2014/main" id="{F0395194-2D44-F549-A726-67FEEC0A37B4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2" name="Freeform 341">
              <a:extLst>
                <a:ext uri="{FF2B5EF4-FFF2-40B4-BE49-F238E27FC236}">
                  <a16:creationId xmlns:a16="http://schemas.microsoft.com/office/drawing/2014/main" id="{68E39EBD-B111-D245-B805-E3DE9C55C221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3" name="Freeform 342">
              <a:extLst>
                <a:ext uri="{FF2B5EF4-FFF2-40B4-BE49-F238E27FC236}">
                  <a16:creationId xmlns:a16="http://schemas.microsoft.com/office/drawing/2014/main" id="{04DDEC7C-CDB4-AC47-9E2A-9DE557E3D349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4" name="Freeform 343">
              <a:extLst>
                <a:ext uri="{FF2B5EF4-FFF2-40B4-BE49-F238E27FC236}">
                  <a16:creationId xmlns:a16="http://schemas.microsoft.com/office/drawing/2014/main" id="{F6AB9F45-8F97-E44C-BA71-C9A05FDD8322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5" name="Freeform 344">
              <a:extLst>
                <a:ext uri="{FF2B5EF4-FFF2-40B4-BE49-F238E27FC236}">
                  <a16:creationId xmlns:a16="http://schemas.microsoft.com/office/drawing/2014/main" id="{BA41156F-F857-6047-9F5A-3BFAD04EC1A4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6" name="Freeform 345">
              <a:extLst>
                <a:ext uri="{FF2B5EF4-FFF2-40B4-BE49-F238E27FC236}">
                  <a16:creationId xmlns:a16="http://schemas.microsoft.com/office/drawing/2014/main" id="{59BC5D09-F784-DA48-8968-87EDD41A3031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7" name="Freeform 346">
              <a:extLst>
                <a:ext uri="{FF2B5EF4-FFF2-40B4-BE49-F238E27FC236}">
                  <a16:creationId xmlns:a16="http://schemas.microsoft.com/office/drawing/2014/main" id="{082FBA0D-C990-3740-AC2A-BC524636C247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8" name="Freeform 347">
              <a:extLst>
                <a:ext uri="{FF2B5EF4-FFF2-40B4-BE49-F238E27FC236}">
                  <a16:creationId xmlns:a16="http://schemas.microsoft.com/office/drawing/2014/main" id="{201E0264-6FAF-1A40-A24A-8A3E5FAC3353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9" name="Freeform 348">
              <a:extLst>
                <a:ext uri="{FF2B5EF4-FFF2-40B4-BE49-F238E27FC236}">
                  <a16:creationId xmlns:a16="http://schemas.microsoft.com/office/drawing/2014/main" id="{C5F489F0-3AE5-BA45-873E-49EEF49D1778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0" name="Freeform 349">
              <a:extLst>
                <a:ext uri="{FF2B5EF4-FFF2-40B4-BE49-F238E27FC236}">
                  <a16:creationId xmlns:a16="http://schemas.microsoft.com/office/drawing/2014/main" id="{2E0C77F0-9D4E-8A4E-A097-5886BA7780EF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BC48D7EE-E1D4-F042-9706-F23DEA09CA3C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2" name="Freeform 351">
              <a:extLst>
                <a:ext uri="{FF2B5EF4-FFF2-40B4-BE49-F238E27FC236}">
                  <a16:creationId xmlns:a16="http://schemas.microsoft.com/office/drawing/2014/main" id="{B3FFAD9A-137D-8846-8559-0F771600EA78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8FB74F26-B1FB-0244-AC3E-5F73D23ACBE7}"/>
              </a:ext>
            </a:extLst>
          </p:cNvPr>
          <p:cNvGrpSpPr/>
          <p:nvPr/>
        </p:nvGrpSpPr>
        <p:grpSpPr>
          <a:xfrm>
            <a:off x="3931399" y="4749307"/>
            <a:ext cx="1928362" cy="2136348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354" name="Freeform 353">
              <a:extLst>
                <a:ext uri="{FF2B5EF4-FFF2-40B4-BE49-F238E27FC236}">
                  <a16:creationId xmlns:a16="http://schemas.microsoft.com/office/drawing/2014/main" id="{55D1A544-914B-A749-9BE5-5FBDD7CED027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3642A30B-7AD3-CA45-A106-96C6FFFCD4EB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6" name="Freeform 355">
              <a:extLst>
                <a:ext uri="{FF2B5EF4-FFF2-40B4-BE49-F238E27FC236}">
                  <a16:creationId xmlns:a16="http://schemas.microsoft.com/office/drawing/2014/main" id="{841804A2-8EB8-BD4F-96BE-53A842F5F8A4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7" name="Freeform 356">
              <a:extLst>
                <a:ext uri="{FF2B5EF4-FFF2-40B4-BE49-F238E27FC236}">
                  <a16:creationId xmlns:a16="http://schemas.microsoft.com/office/drawing/2014/main" id="{1545F0D5-74F2-5544-B1A7-823286794B32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0BFC91F2-C8B9-DB4D-B82E-9C89FB1C6938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CBF35C7D-3902-1840-9B4C-C6CDFA447B42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0" name="Freeform 359">
              <a:extLst>
                <a:ext uri="{FF2B5EF4-FFF2-40B4-BE49-F238E27FC236}">
                  <a16:creationId xmlns:a16="http://schemas.microsoft.com/office/drawing/2014/main" id="{5077543D-430E-C04D-BBCE-A280FDA8302D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1" name="Freeform 360">
              <a:extLst>
                <a:ext uri="{FF2B5EF4-FFF2-40B4-BE49-F238E27FC236}">
                  <a16:creationId xmlns:a16="http://schemas.microsoft.com/office/drawing/2014/main" id="{AEB9881C-5441-714F-BF15-4DBA94321A7B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9D53BD3B-7621-EF40-AAAA-C2BEBD56E00D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33E479FF-289F-F940-B5B9-1D32ABFAD82F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9467ED3B-FE96-6145-ACF5-2E9176FE2350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5" name="Freeform 364">
              <a:extLst>
                <a:ext uri="{FF2B5EF4-FFF2-40B4-BE49-F238E27FC236}">
                  <a16:creationId xmlns:a16="http://schemas.microsoft.com/office/drawing/2014/main" id="{29525175-50FF-F542-9112-4D9594121506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D3BC3108-694C-5645-ACC6-362ECEACAF61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7" name="Freeform 366">
              <a:extLst>
                <a:ext uri="{FF2B5EF4-FFF2-40B4-BE49-F238E27FC236}">
                  <a16:creationId xmlns:a16="http://schemas.microsoft.com/office/drawing/2014/main" id="{AB3CA5AF-BB20-D548-906F-F8298B77DC58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367">
              <a:extLst>
                <a:ext uri="{FF2B5EF4-FFF2-40B4-BE49-F238E27FC236}">
                  <a16:creationId xmlns:a16="http://schemas.microsoft.com/office/drawing/2014/main" id="{C7EC354C-AE89-2447-9B14-AD44EC25CCE5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Freeform 368">
              <a:extLst>
                <a:ext uri="{FF2B5EF4-FFF2-40B4-BE49-F238E27FC236}">
                  <a16:creationId xmlns:a16="http://schemas.microsoft.com/office/drawing/2014/main" id="{3F2D2299-52B8-844C-9AC0-2D6D3D7F970E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0" name="Group 369">
            <a:extLst>
              <a:ext uri="{FF2B5EF4-FFF2-40B4-BE49-F238E27FC236}">
                <a16:creationId xmlns:a16="http://schemas.microsoft.com/office/drawing/2014/main" id="{180D4209-CA1F-8448-B958-2E0505575CF9}"/>
              </a:ext>
            </a:extLst>
          </p:cNvPr>
          <p:cNvGrpSpPr/>
          <p:nvPr/>
        </p:nvGrpSpPr>
        <p:grpSpPr>
          <a:xfrm>
            <a:off x="3161289" y="4848049"/>
            <a:ext cx="2022045" cy="2082905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35A7899E-A9A3-4044-B2DA-98DF6DCCD4FD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33FCBCD0-7969-744B-A772-5549BB21CF7F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B3A76316-10E7-9A4C-9B1A-0DC69BCF6821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9831FE0F-38AC-494D-86FE-FBC65F0BD076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374">
              <a:extLst>
                <a:ext uri="{FF2B5EF4-FFF2-40B4-BE49-F238E27FC236}">
                  <a16:creationId xmlns:a16="http://schemas.microsoft.com/office/drawing/2014/main" id="{9FAC5BC6-7ED5-294A-92AB-9EED00C058C1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Freeform 375">
              <a:extLst>
                <a:ext uri="{FF2B5EF4-FFF2-40B4-BE49-F238E27FC236}">
                  <a16:creationId xmlns:a16="http://schemas.microsoft.com/office/drawing/2014/main" id="{E27A9B25-B04E-A74F-A34E-F412B4C32A41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7" name="Freeform 376">
              <a:extLst>
                <a:ext uri="{FF2B5EF4-FFF2-40B4-BE49-F238E27FC236}">
                  <a16:creationId xmlns:a16="http://schemas.microsoft.com/office/drawing/2014/main" id="{7E0EFD07-8F0A-7C44-91CD-24F81BE2278B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8" name="Freeform 377">
              <a:extLst>
                <a:ext uri="{FF2B5EF4-FFF2-40B4-BE49-F238E27FC236}">
                  <a16:creationId xmlns:a16="http://schemas.microsoft.com/office/drawing/2014/main" id="{B0E10B2A-E969-6349-904F-D783EF57A6BB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9" name="Freeform 378">
              <a:extLst>
                <a:ext uri="{FF2B5EF4-FFF2-40B4-BE49-F238E27FC236}">
                  <a16:creationId xmlns:a16="http://schemas.microsoft.com/office/drawing/2014/main" id="{9C5966C1-B344-E748-9CA2-B80998809C40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A1AC23CF-35D4-564E-95CE-549AE2FD24CF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1" name="Freeform 380">
              <a:extLst>
                <a:ext uri="{FF2B5EF4-FFF2-40B4-BE49-F238E27FC236}">
                  <a16:creationId xmlns:a16="http://schemas.microsoft.com/office/drawing/2014/main" id="{07BC2C65-97B3-E34B-B1FA-5F898750714D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23229138-D02F-A44F-85EE-92455EB12589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7A5C2E06-646B-1A4B-9683-674241EA73A1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4" name="Freeform 383">
              <a:extLst>
                <a:ext uri="{FF2B5EF4-FFF2-40B4-BE49-F238E27FC236}">
                  <a16:creationId xmlns:a16="http://schemas.microsoft.com/office/drawing/2014/main" id="{3AC1A655-AF6B-9143-B225-7F3FD60A37F2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5" name="Freeform 384">
              <a:extLst>
                <a:ext uri="{FF2B5EF4-FFF2-40B4-BE49-F238E27FC236}">
                  <a16:creationId xmlns:a16="http://schemas.microsoft.com/office/drawing/2014/main" id="{C5193CAF-0DB5-5440-BC3E-C7FC84DC866E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6" name="Freeform 385">
              <a:extLst>
                <a:ext uri="{FF2B5EF4-FFF2-40B4-BE49-F238E27FC236}">
                  <a16:creationId xmlns:a16="http://schemas.microsoft.com/office/drawing/2014/main" id="{40CBA026-AF08-AC46-8163-DE3051394745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7" name="Group 386">
            <a:extLst>
              <a:ext uri="{FF2B5EF4-FFF2-40B4-BE49-F238E27FC236}">
                <a16:creationId xmlns:a16="http://schemas.microsoft.com/office/drawing/2014/main" id="{E2BA6628-7209-CD48-8863-B437D5369C0C}"/>
              </a:ext>
            </a:extLst>
          </p:cNvPr>
          <p:cNvGrpSpPr/>
          <p:nvPr/>
        </p:nvGrpSpPr>
        <p:grpSpPr>
          <a:xfrm>
            <a:off x="5519544" y="5243540"/>
            <a:ext cx="1480750" cy="1663942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388" name="Freeform 387">
              <a:extLst>
                <a:ext uri="{FF2B5EF4-FFF2-40B4-BE49-F238E27FC236}">
                  <a16:creationId xmlns:a16="http://schemas.microsoft.com/office/drawing/2014/main" id="{63236F41-4EC1-A748-8C1C-7FB46FFA6A09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9" name="Freeform 388">
              <a:extLst>
                <a:ext uri="{FF2B5EF4-FFF2-40B4-BE49-F238E27FC236}">
                  <a16:creationId xmlns:a16="http://schemas.microsoft.com/office/drawing/2014/main" id="{438D9B0E-FAF8-4B42-B4ED-981B87108C06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319DCB46-5B86-3E44-B965-F20828391D73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1" name="Freeform 390">
              <a:extLst>
                <a:ext uri="{FF2B5EF4-FFF2-40B4-BE49-F238E27FC236}">
                  <a16:creationId xmlns:a16="http://schemas.microsoft.com/office/drawing/2014/main" id="{E578467D-1D0D-E44E-AA00-CCE24BF18D57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2" name="Freeform 391">
              <a:extLst>
                <a:ext uri="{FF2B5EF4-FFF2-40B4-BE49-F238E27FC236}">
                  <a16:creationId xmlns:a16="http://schemas.microsoft.com/office/drawing/2014/main" id="{021BCCE8-DD95-244C-8742-B0C4702225A1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3" name="Freeform 392">
              <a:extLst>
                <a:ext uri="{FF2B5EF4-FFF2-40B4-BE49-F238E27FC236}">
                  <a16:creationId xmlns:a16="http://schemas.microsoft.com/office/drawing/2014/main" id="{1B46CF2C-9990-884B-B56D-5F7C2315E60E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1885CB72-C076-354E-8AD1-8513854D0050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5" name="Freeform 394">
              <a:extLst>
                <a:ext uri="{FF2B5EF4-FFF2-40B4-BE49-F238E27FC236}">
                  <a16:creationId xmlns:a16="http://schemas.microsoft.com/office/drawing/2014/main" id="{8561905F-CB34-5E48-8667-48CF45B7E9CB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6" name="Freeform 395">
              <a:extLst>
                <a:ext uri="{FF2B5EF4-FFF2-40B4-BE49-F238E27FC236}">
                  <a16:creationId xmlns:a16="http://schemas.microsoft.com/office/drawing/2014/main" id="{844CD7D9-2A06-AF4D-BD61-BBB8C7FFD179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7" name="Freeform 396">
              <a:extLst>
                <a:ext uri="{FF2B5EF4-FFF2-40B4-BE49-F238E27FC236}">
                  <a16:creationId xmlns:a16="http://schemas.microsoft.com/office/drawing/2014/main" id="{6CE8794B-2932-7549-99CE-8C096271DD06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D7DDBD14-E103-CE47-B7E0-89D0617BDBA5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914AA0DF-435F-B141-87C6-E739E68CB7B3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E71A3F1B-3DB7-0347-B7D2-5FFD29430D6B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1" name="Freeform 400">
              <a:extLst>
                <a:ext uri="{FF2B5EF4-FFF2-40B4-BE49-F238E27FC236}">
                  <a16:creationId xmlns:a16="http://schemas.microsoft.com/office/drawing/2014/main" id="{E8EE2674-764D-3849-8F71-9FC978FE603A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2" name="Freeform 401">
              <a:extLst>
                <a:ext uri="{FF2B5EF4-FFF2-40B4-BE49-F238E27FC236}">
                  <a16:creationId xmlns:a16="http://schemas.microsoft.com/office/drawing/2014/main" id="{15C6B7D6-FF2A-7343-9247-BA4E2E0A97B8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3" name="Freeform 402">
              <a:extLst>
                <a:ext uri="{FF2B5EF4-FFF2-40B4-BE49-F238E27FC236}">
                  <a16:creationId xmlns:a16="http://schemas.microsoft.com/office/drawing/2014/main" id="{51779731-7D59-3B49-96E4-E4FD93C9439F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FAED6E11-C55A-2247-8E01-E001977F9365}"/>
              </a:ext>
            </a:extLst>
          </p:cNvPr>
          <p:cNvGrpSpPr/>
          <p:nvPr/>
        </p:nvGrpSpPr>
        <p:grpSpPr>
          <a:xfrm>
            <a:off x="7507737" y="5970894"/>
            <a:ext cx="836947" cy="671175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405" name="Freeform 404">
              <a:extLst>
                <a:ext uri="{FF2B5EF4-FFF2-40B4-BE49-F238E27FC236}">
                  <a16:creationId xmlns:a16="http://schemas.microsoft.com/office/drawing/2014/main" id="{24AAB6CA-C034-CB44-8D90-225A262CDBB5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6" name="Freeform 405">
              <a:extLst>
                <a:ext uri="{FF2B5EF4-FFF2-40B4-BE49-F238E27FC236}">
                  <a16:creationId xmlns:a16="http://schemas.microsoft.com/office/drawing/2014/main" id="{3834A8E6-7AF4-2C44-9173-723FB504F13F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7" name="Freeform 406">
              <a:extLst>
                <a:ext uri="{FF2B5EF4-FFF2-40B4-BE49-F238E27FC236}">
                  <a16:creationId xmlns:a16="http://schemas.microsoft.com/office/drawing/2014/main" id="{A4B43A59-7668-EA4E-AFB3-C3DAE66779C7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B77C0B53-0C33-D940-BE7C-1625F433CA18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9" name="Freeform 408">
              <a:extLst>
                <a:ext uri="{FF2B5EF4-FFF2-40B4-BE49-F238E27FC236}">
                  <a16:creationId xmlns:a16="http://schemas.microsoft.com/office/drawing/2014/main" id="{26AE5094-B66F-934B-9620-083F48D7316D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0" name="Freeform 409">
              <a:extLst>
                <a:ext uri="{FF2B5EF4-FFF2-40B4-BE49-F238E27FC236}">
                  <a16:creationId xmlns:a16="http://schemas.microsoft.com/office/drawing/2014/main" id="{5F2560EA-F038-B94E-BF15-206DF36B8216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1" name="Freeform 410">
              <a:extLst>
                <a:ext uri="{FF2B5EF4-FFF2-40B4-BE49-F238E27FC236}">
                  <a16:creationId xmlns:a16="http://schemas.microsoft.com/office/drawing/2014/main" id="{E44D9BE4-6178-D64C-B6AE-DEB787886122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2" name="Freeform 411">
              <a:extLst>
                <a:ext uri="{FF2B5EF4-FFF2-40B4-BE49-F238E27FC236}">
                  <a16:creationId xmlns:a16="http://schemas.microsoft.com/office/drawing/2014/main" id="{19FF966A-9447-2548-BF02-D87C677FF935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3" name="Freeform 412">
              <a:extLst>
                <a:ext uri="{FF2B5EF4-FFF2-40B4-BE49-F238E27FC236}">
                  <a16:creationId xmlns:a16="http://schemas.microsoft.com/office/drawing/2014/main" id="{3B6FA174-12D7-2D47-A09E-F6851535022B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4" name="Freeform 413">
              <a:extLst>
                <a:ext uri="{FF2B5EF4-FFF2-40B4-BE49-F238E27FC236}">
                  <a16:creationId xmlns:a16="http://schemas.microsoft.com/office/drawing/2014/main" id="{7AE10908-67EE-A545-A418-023D6C70BC6C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5" name="Freeform 414">
              <a:extLst>
                <a:ext uri="{FF2B5EF4-FFF2-40B4-BE49-F238E27FC236}">
                  <a16:creationId xmlns:a16="http://schemas.microsoft.com/office/drawing/2014/main" id="{2499AB13-EB50-A542-B0C9-E14199ADE61A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EF3C9458-108A-E645-805E-5C457807550B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7" name="Freeform 416">
              <a:extLst>
                <a:ext uri="{FF2B5EF4-FFF2-40B4-BE49-F238E27FC236}">
                  <a16:creationId xmlns:a16="http://schemas.microsoft.com/office/drawing/2014/main" id="{308278D6-E468-F543-B1E5-900A3C5DB5CF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8" name="Freeform 417">
              <a:extLst>
                <a:ext uri="{FF2B5EF4-FFF2-40B4-BE49-F238E27FC236}">
                  <a16:creationId xmlns:a16="http://schemas.microsoft.com/office/drawing/2014/main" id="{9D5A0E01-FE5A-9844-8167-6AA03D12394B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9" name="Freeform 418">
              <a:extLst>
                <a:ext uri="{FF2B5EF4-FFF2-40B4-BE49-F238E27FC236}">
                  <a16:creationId xmlns:a16="http://schemas.microsoft.com/office/drawing/2014/main" id="{699BD671-4840-D240-B7DA-85A800D057E8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0" name="Freeform 419">
              <a:extLst>
                <a:ext uri="{FF2B5EF4-FFF2-40B4-BE49-F238E27FC236}">
                  <a16:creationId xmlns:a16="http://schemas.microsoft.com/office/drawing/2014/main" id="{3C61A323-0320-4C4C-B333-82B5A01BEAE9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21" name="Group 420">
            <a:extLst>
              <a:ext uri="{FF2B5EF4-FFF2-40B4-BE49-F238E27FC236}">
                <a16:creationId xmlns:a16="http://schemas.microsoft.com/office/drawing/2014/main" id="{477265C1-4E3C-7440-B197-90B8F01925D6}"/>
              </a:ext>
            </a:extLst>
          </p:cNvPr>
          <p:cNvGrpSpPr/>
          <p:nvPr/>
        </p:nvGrpSpPr>
        <p:grpSpPr>
          <a:xfrm>
            <a:off x="6602931" y="5842155"/>
            <a:ext cx="1187259" cy="1001551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422" name="Freeform 421">
              <a:extLst>
                <a:ext uri="{FF2B5EF4-FFF2-40B4-BE49-F238E27FC236}">
                  <a16:creationId xmlns:a16="http://schemas.microsoft.com/office/drawing/2014/main" id="{F05C580C-3626-1041-8843-20C7B1D4724E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3" name="Freeform 422">
              <a:extLst>
                <a:ext uri="{FF2B5EF4-FFF2-40B4-BE49-F238E27FC236}">
                  <a16:creationId xmlns:a16="http://schemas.microsoft.com/office/drawing/2014/main" id="{27357A23-7217-EA42-BF37-31EF84781F80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4" name="Freeform 423">
              <a:extLst>
                <a:ext uri="{FF2B5EF4-FFF2-40B4-BE49-F238E27FC236}">
                  <a16:creationId xmlns:a16="http://schemas.microsoft.com/office/drawing/2014/main" id="{13DB07F5-87F2-8541-A940-89441D453A56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5" name="Freeform 424">
              <a:extLst>
                <a:ext uri="{FF2B5EF4-FFF2-40B4-BE49-F238E27FC236}">
                  <a16:creationId xmlns:a16="http://schemas.microsoft.com/office/drawing/2014/main" id="{A1285FC1-61F3-BB4F-AA63-DAC53434F7A6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6" name="Freeform 425">
              <a:extLst>
                <a:ext uri="{FF2B5EF4-FFF2-40B4-BE49-F238E27FC236}">
                  <a16:creationId xmlns:a16="http://schemas.microsoft.com/office/drawing/2014/main" id="{CBECAB86-612E-B841-9EA4-6F7C83DCBB5C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7" name="Freeform 426">
              <a:extLst>
                <a:ext uri="{FF2B5EF4-FFF2-40B4-BE49-F238E27FC236}">
                  <a16:creationId xmlns:a16="http://schemas.microsoft.com/office/drawing/2014/main" id="{9DC3523A-BBBE-8D4A-AA93-F0F3B81DD598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6C0FA3F9-5A70-2145-8018-9B2F4531495C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9" name="Freeform 428">
              <a:extLst>
                <a:ext uri="{FF2B5EF4-FFF2-40B4-BE49-F238E27FC236}">
                  <a16:creationId xmlns:a16="http://schemas.microsoft.com/office/drawing/2014/main" id="{FDDAFB57-FB1F-6C42-8407-6C2AE4A3135B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0" name="Freeform 429">
              <a:extLst>
                <a:ext uri="{FF2B5EF4-FFF2-40B4-BE49-F238E27FC236}">
                  <a16:creationId xmlns:a16="http://schemas.microsoft.com/office/drawing/2014/main" id="{E911FCD2-9B10-EE40-9346-5E70269C6B4B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1" name="Freeform 430">
              <a:extLst>
                <a:ext uri="{FF2B5EF4-FFF2-40B4-BE49-F238E27FC236}">
                  <a16:creationId xmlns:a16="http://schemas.microsoft.com/office/drawing/2014/main" id="{42E8F890-371B-A14D-A272-BFA18EF8158A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2" name="Freeform 431">
              <a:extLst>
                <a:ext uri="{FF2B5EF4-FFF2-40B4-BE49-F238E27FC236}">
                  <a16:creationId xmlns:a16="http://schemas.microsoft.com/office/drawing/2014/main" id="{F8435AA0-DCB4-3C41-999B-D820A37807A4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3" name="Freeform 432">
              <a:extLst>
                <a:ext uri="{FF2B5EF4-FFF2-40B4-BE49-F238E27FC236}">
                  <a16:creationId xmlns:a16="http://schemas.microsoft.com/office/drawing/2014/main" id="{3ADBF996-A344-D940-8268-7C5E74576DDF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4" name="Freeform 433">
              <a:extLst>
                <a:ext uri="{FF2B5EF4-FFF2-40B4-BE49-F238E27FC236}">
                  <a16:creationId xmlns:a16="http://schemas.microsoft.com/office/drawing/2014/main" id="{24CE5E8E-C6D2-B444-B33F-D3E0C87EC6BF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5" name="Freeform 434">
              <a:extLst>
                <a:ext uri="{FF2B5EF4-FFF2-40B4-BE49-F238E27FC236}">
                  <a16:creationId xmlns:a16="http://schemas.microsoft.com/office/drawing/2014/main" id="{784BAFCB-2F5B-DC47-81AC-7EC9F69B723B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2EE009F0-BD44-D44D-B5E4-E0727575FB2A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7" name="Freeform 436">
              <a:extLst>
                <a:ext uri="{FF2B5EF4-FFF2-40B4-BE49-F238E27FC236}">
                  <a16:creationId xmlns:a16="http://schemas.microsoft.com/office/drawing/2014/main" id="{A97751A3-3C7B-CF4F-B14F-BFD53713B9E7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27664555-5CF1-724B-9579-DD98FD04640F}"/>
              </a:ext>
            </a:extLst>
          </p:cNvPr>
          <p:cNvGrpSpPr/>
          <p:nvPr/>
        </p:nvGrpSpPr>
        <p:grpSpPr>
          <a:xfrm>
            <a:off x="7782199" y="6162220"/>
            <a:ext cx="836947" cy="671175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439" name="Freeform 438">
              <a:extLst>
                <a:ext uri="{FF2B5EF4-FFF2-40B4-BE49-F238E27FC236}">
                  <a16:creationId xmlns:a16="http://schemas.microsoft.com/office/drawing/2014/main" id="{BC8CB2DE-B44B-C04B-A3C0-3686E9793647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0" name="Freeform 439">
              <a:extLst>
                <a:ext uri="{FF2B5EF4-FFF2-40B4-BE49-F238E27FC236}">
                  <a16:creationId xmlns:a16="http://schemas.microsoft.com/office/drawing/2014/main" id="{3081611C-EA92-DB4A-8EE1-D86B4464A484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1" name="Freeform 440">
              <a:extLst>
                <a:ext uri="{FF2B5EF4-FFF2-40B4-BE49-F238E27FC236}">
                  <a16:creationId xmlns:a16="http://schemas.microsoft.com/office/drawing/2014/main" id="{50D8B122-B5C6-2840-AB8B-C3727AC3D863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2" name="Freeform 441">
              <a:extLst>
                <a:ext uri="{FF2B5EF4-FFF2-40B4-BE49-F238E27FC236}">
                  <a16:creationId xmlns:a16="http://schemas.microsoft.com/office/drawing/2014/main" id="{F57A8B18-1DA8-BF4F-A0E5-293FBF9A408C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3" name="Freeform 442">
              <a:extLst>
                <a:ext uri="{FF2B5EF4-FFF2-40B4-BE49-F238E27FC236}">
                  <a16:creationId xmlns:a16="http://schemas.microsoft.com/office/drawing/2014/main" id="{0C98C1AF-CAD5-A14F-9921-66FB74246400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4" name="Freeform 443">
              <a:extLst>
                <a:ext uri="{FF2B5EF4-FFF2-40B4-BE49-F238E27FC236}">
                  <a16:creationId xmlns:a16="http://schemas.microsoft.com/office/drawing/2014/main" id="{602D8377-6F28-344D-9571-FD90DC0CCB04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987732FF-3F77-1A44-BC66-E5E72A6A0182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242F3C05-53CC-5542-8ADF-03ED3D8B253B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6040219A-EF12-A748-9B16-81B2CC0E9111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E6332B5F-D1DC-3443-94A0-E1CFD6DA457C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9" name="Freeform 448">
              <a:extLst>
                <a:ext uri="{FF2B5EF4-FFF2-40B4-BE49-F238E27FC236}">
                  <a16:creationId xmlns:a16="http://schemas.microsoft.com/office/drawing/2014/main" id="{C5E51F22-E7B4-5D42-BA3E-5AD963A1384D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0" name="Freeform 449">
              <a:extLst>
                <a:ext uri="{FF2B5EF4-FFF2-40B4-BE49-F238E27FC236}">
                  <a16:creationId xmlns:a16="http://schemas.microsoft.com/office/drawing/2014/main" id="{0E7F2AD3-4B11-5948-B189-5FA70D0471FD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1" name="Freeform 450">
              <a:extLst>
                <a:ext uri="{FF2B5EF4-FFF2-40B4-BE49-F238E27FC236}">
                  <a16:creationId xmlns:a16="http://schemas.microsoft.com/office/drawing/2014/main" id="{D90BAFBD-2F77-5640-8D91-ED609CC4A9E1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2" name="Freeform 451">
              <a:extLst>
                <a:ext uri="{FF2B5EF4-FFF2-40B4-BE49-F238E27FC236}">
                  <a16:creationId xmlns:a16="http://schemas.microsoft.com/office/drawing/2014/main" id="{EA04354C-8BE6-2840-BC49-75D65A0FFB46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3" name="Freeform 452">
              <a:extLst>
                <a:ext uri="{FF2B5EF4-FFF2-40B4-BE49-F238E27FC236}">
                  <a16:creationId xmlns:a16="http://schemas.microsoft.com/office/drawing/2014/main" id="{E6980B16-3D9C-8146-83D7-9A6CBD104583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4" name="Freeform 453">
              <a:extLst>
                <a:ext uri="{FF2B5EF4-FFF2-40B4-BE49-F238E27FC236}">
                  <a16:creationId xmlns:a16="http://schemas.microsoft.com/office/drawing/2014/main" id="{CDC76F68-1DD6-8047-89AB-5BBA9A16EE06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C58D6EC1-602D-6045-844D-683A15FBBA8C}"/>
              </a:ext>
            </a:extLst>
          </p:cNvPr>
          <p:cNvGrpSpPr/>
          <p:nvPr/>
        </p:nvGrpSpPr>
        <p:grpSpPr>
          <a:xfrm>
            <a:off x="7620196" y="6139671"/>
            <a:ext cx="836947" cy="671175"/>
            <a:chOff x="1250506" y="2811144"/>
            <a:chExt cx="3409311" cy="3457052"/>
          </a:xfrm>
          <a:solidFill>
            <a:srgbClr val="AB7942"/>
          </a:solidFill>
        </p:grpSpPr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3EF41B22-EE19-8340-ABB8-E2074947F4B0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7" name="Freeform 456">
              <a:extLst>
                <a:ext uri="{FF2B5EF4-FFF2-40B4-BE49-F238E27FC236}">
                  <a16:creationId xmlns:a16="http://schemas.microsoft.com/office/drawing/2014/main" id="{8546676D-AF66-A340-AFA3-167E178106BB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8" name="Freeform 457">
              <a:extLst>
                <a:ext uri="{FF2B5EF4-FFF2-40B4-BE49-F238E27FC236}">
                  <a16:creationId xmlns:a16="http://schemas.microsoft.com/office/drawing/2014/main" id="{811A59AD-7142-9C4B-976B-F54A3F989A61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9" name="Freeform 458">
              <a:extLst>
                <a:ext uri="{FF2B5EF4-FFF2-40B4-BE49-F238E27FC236}">
                  <a16:creationId xmlns:a16="http://schemas.microsoft.com/office/drawing/2014/main" id="{26FBCF18-A64E-5F4C-A929-AFA7A3E94EC7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0" name="Freeform 459">
              <a:extLst>
                <a:ext uri="{FF2B5EF4-FFF2-40B4-BE49-F238E27FC236}">
                  <a16:creationId xmlns:a16="http://schemas.microsoft.com/office/drawing/2014/main" id="{DF850B86-FBC0-7346-98C8-ADE57F59DF24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1" name="Freeform 460">
              <a:extLst>
                <a:ext uri="{FF2B5EF4-FFF2-40B4-BE49-F238E27FC236}">
                  <a16:creationId xmlns:a16="http://schemas.microsoft.com/office/drawing/2014/main" id="{97D7B444-6E62-2843-BD3A-F1AABDBB255F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2" name="Freeform 461">
              <a:extLst>
                <a:ext uri="{FF2B5EF4-FFF2-40B4-BE49-F238E27FC236}">
                  <a16:creationId xmlns:a16="http://schemas.microsoft.com/office/drawing/2014/main" id="{F86FA3E4-CC1F-DC45-8121-3832F04DB5A4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D897FD36-1813-514B-897B-598854EA60EA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2F26141B-3819-9B4B-9CEE-012630C8AE6D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18808EA7-7F6F-8D43-BCFF-6AA5CE8E8B3F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5DED7001-AB3F-F74C-A393-38D25AEED640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7" name="Freeform 466">
              <a:extLst>
                <a:ext uri="{FF2B5EF4-FFF2-40B4-BE49-F238E27FC236}">
                  <a16:creationId xmlns:a16="http://schemas.microsoft.com/office/drawing/2014/main" id="{B2DD371B-AFFF-4543-A624-51AE43B316BA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8" name="Freeform 467">
              <a:extLst>
                <a:ext uri="{FF2B5EF4-FFF2-40B4-BE49-F238E27FC236}">
                  <a16:creationId xmlns:a16="http://schemas.microsoft.com/office/drawing/2014/main" id="{2CCFB6D5-4133-5846-9B56-C59D9B3FAA4B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9" name="Freeform 468">
              <a:extLst>
                <a:ext uri="{FF2B5EF4-FFF2-40B4-BE49-F238E27FC236}">
                  <a16:creationId xmlns:a16="http://schemas.microsoft.com/office/drawing/2014/main" id="{2C680223-99CE-4540-A6B3-B8C4E48976DD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0" name="Freeform 469">
              <a:extLst>
                <a:ext uri="{FF2B5EF4-FFF2-40B4-BE49-F238E27FC236}">
                  <a16:creationId xmlns:a16="http://schemas.microsoft.com/office/drawing/2014/main" id="{DA2E999C-59C2-8F40-9BC3-B91858396CBE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1" name="Freeform 470">
              <a:extLst>
                <a:ext uri="{FF2B5EF4-FFF2-40B4-BE49-F238E27FC236}">
                  <a16:creationId xmlns:a16="http://schemas.microsoft.com/office/drawing/2014/main" id="{5C32FB5D-C7E3-9E40-A838-C0A01B8867EA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72" name="Group 471">
            <a:extLst>
              <a:ext uri="{FF2B5EF4-FFF2-40B4-BE49-F238E27FC236}">
                <a16:creationId xmlns:a16="http://schemas.microsoft.com/office/drawing/2014/main" id="{52BC5DAA-E1C3-AA46-9008-46556C3988F3}"/>
              </a:ext>
            </a:extLst>
          </p:cNvPr>
          <p:cNvGrpSpPr/>
          <p:nvPr/>
        </p:nvGrpSpPr>
        <p:grpSpPr>
          <a:xfrm>
            <a:off x="7149807" y="5847249"/>
            <a:ext cx="1181893" cy="1016676"/>
            <a:chOff x="1250506" y="2811144"/>
            <a:chExt cx="3409311" cy="3457052"/>
          </a:xfrm>
          <a:solidFill>
            <a:srgbClr val="B5B06C"/>
          </a:solidFill>
        </p:grpSpPr>
        <p:sp>
          <p:nvSpPr>
            <p:cNvPr id="473" name="Freeform 472">
              <a:extLst>
                <a:ext uri="{FF2B5EF4-FFF2-40B4-BE49-F238E27FC236}">
                  <a16:creationId xmlns:a16="http://schemas.microsoft.com/office/drawing/2014/main" id="{8F5619CC-BA5F-B547-AA62-72DD513C2B05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8138E579-C872-FF44-A4C7-B5E6E2AED07B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5" name="Freeform 474">
              <a:extLst>
                <a:ext uri="{FF2B5EF4-FFF2-40B4-BE49-F238E27FC236}">
                  <a16:creationId xmlns:a16="http://schemas.microsoft.com/office/drawing/2014/main" id="{7A344949-9888-574B-913A-00F36662D12C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6" name="Freeform 475">
              <a:extLst>
                <a:ext uri="{FF2B5EF4-FFF2-40B4-BE49-F238E27FC236}">
                  <a16:creationId xmlns:a16="http://schemas.microsoft.com/office/drawing/2014/main" id="{ABB17D46-3FBF-7548-AC00-8D2380D1495F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7" name="Freeform 476">
              <a:extLst>
                <a:ext uri="{FF2B5EF4-FFF2-40B4-BE49-F238E27FC236}">
                  <a16:creationId xmlns:a16="http://schemas.microsoft.com/office/drawing/2014/main" id="{2F8F3C74-7200-584A-8545-83358F778C37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8" name="Freeform 477">
              <a:extLst>
                <a:ext uri="{FF2B5EF4-FFF2-40B4-BE49-F238E27FC236}">
                  <a16:creationId xmlns:a16="http://schemas.microsoft.com/office/drawing/2014/main" id="{912F9AD3-ADCF-BD46-84DC-8DCA80ABB2C6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9" name="Freeform 478">
              <a:extLst>
                <a:ext uri="{FF2B5EF4-FFF2-40B4-BE49-F238E27FC236}">
                  <a16:creationId xmlns:a16="http://schemas.microsoft.com/office/drawing/2014/main" id="{C58EAF6E-B6CC-5A4F-9300-B73B41F5F3E1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0" name="Freeform 479">
              <a:extLst>
                <a:ext uri="{FF2B5EF4-FFF2-40B4-BE49-F238E27FC236}">
                  <a16:creationId xmlns:a16="http://schemas.microsoft.com/office/drawing/2014/main" id="{59D9C479-2F9D-3743-B858-26CD55BC048F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1" name="Freeform 480">
              <a:extLst>
                <a:ext uri="{FF2B5EF4-FFF2-40B4-BE49-F238E27FC236}">
                  <a16:creationId xmlns:a16="http://schemas.microsoft.com/office/drawing/2014/main" id="{64C924F0-8089-0B46-A610-6E3523BE6FF7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09C6AF49-7376-604A-BC56-FAF0817BA903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3" name="Freeform 482">
              <a:extLst>
                <a:ext uri="{FF2B5EF4-FFF2-40B4-BE49-F238E27FC236}">
                  <a16:creationId xmlns:a16="http://schemas.microsoft.com/office/drawing/2014/main" id="{64E66494-0090-A448-94CF-1096C95291A3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4" name="Freeform 483">
              <a:extLst>
                <a:ext uri="{FF2B5EF4-FFF2-40B4-BE49-F238E27FC236}">
                  <a16:creationId xmlns:a16="http://schemas.microsoft.com/office/drawing/2014/main" id="{769FE073-E560-1E43-947C-04C57220F42A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5" name="Freeform 484">
              <a:extLst>
                <a:ext uri="{FF2B5EF4-FFF2-40B4-BE49-F238E27FC236}">
                  <a16:creationId xmlns:a16="http://schemas.microsoft.com/office/drawing/2014/main" id="{C421D208-4CD0-8F43-888E-21711206114A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6" name="Freeform 485">
              <a:extLst>
                <a:ext uri="{FF2B5EF4-FFF2-40B4-BE49-F238E27FC236}">
                  <a16:creationId xmlns:a16="http://schemas.microsoft.com/office/drawing/2014/main" id="{611D2C9F-EE6A-B147-A1B3-C5943241BD17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7" name="Freeform 486">
              <a:extLst>
                <a:ext uri="{FF2B5EF4-FFF2-40B4-BE49-F238E27FC236}">
                  <a16:creationId xmlns:a16="http://schemas.microsoft.com/office/drawing/2014/main" id="{9FBBA6BB-AAA3-1D47-8B79-8398C6C31BD7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8" name="Freeform 487">
              <a:extLst>
                <a:ext uri="{FF2B5EF4-FFF2-40B4-BE49-F238E27FC236}">
                  <a16:creationId xmlns:a16="http://schemas.microsoft.com/office/drawing/2014/main" id="{76221DCB-6DB3-B04A-AD3B-F37BC7ECA52D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C1DC0630-7A0C-8045-BEC1-B29CE3A56860}"/>
              </a:ext>
            </a:extLst>
          </p:cNvPr>
          <p:cNvGrpSpPr/>
          <p:nvPr/>
        </p:nvGrpSpPr>
        <p:grpSpPr>
          <a:xfrm>
            <a:off x="8283678" y="6159235"/>
            <a:ext cx="836947" cy="671175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490" name="Freeform 489">
              <a:extLst>
                <a:ext uri="{FF2B5EF4-FFF2-40B4-BE49-F238E27FC236}">
                  <a16:creationId xmlns:a16="http://schemas.microsoft.com/office/drawing/2014/main" id="{9BC19886-8CEC-DE4D-8D98-AFC6E2982B77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1" name="Freeform 490">
              <a:extLst>
                <a:ext uri="{FF2B5EF4-FFF2-40B4-BE49-F238E27FC236}">
                  <a16:creationId xmlns:a16="http://schemas.microsoft.com/office/drawing/2014/main" id="{5EBF81D0-DD0A-A745-9F03-3852E3EDF692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2" name="Freeform 491">
              <a:extLst>
                <a:ext uri="{FF2B5EF4-FFF2-40B4-BE49-F238E27FC236}">
                  <a16:creationId xmlns:a16="http://schemas.microsoft.com/office/drawing/2014/main" id="{8E8EB6CE-2C34-004F-B7C3-819F5FC0581E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3" name="Freeform 492">
              <a:extLst>
                <a:ext uri="{FF2B5EF4-FFF2-40B4-BE49-F238E27FC236}">
                  <a16:creationId xmlns:a16="http://schemas.microsoft.com/office/drawing/2014/main" id="{19A42B77-4771-1E42-90D8-36701FBA2519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4" name="Freeform 493">
              <a:extLst>
                <a:ext uri="{FF2B5EF4-FFF2-40B4-BE49-F238E27FC236}">
                  <a16:creationId xmlns:a16="http://schemas.microsoft.com/office/drawing/2014/main" id="{615E0C7A-1EE9-6544-B771-549835389280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5" name="Freeform 494">
              <a:extLst>
                <a:ext uri="{FF2B5EF4-FFF2-40B4-BE49-F238E27FC236}">
                  <a16:creationId xmlns:a16="http://schemas.microsoft.com/office/drawing/2014/main" id="{F899F80C-8B6E-D14C-B309-75F8A6B80A68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6" name="Freeform 495">
              <a:extLst>
                <a:ext uri="{FF2B5EF4-FFF2-40B4-BE49-F238E27FC236}">
                  <a16:creationId xmlns:a16="http://schemas.microsoft.com/office/drawing/2014/main" id="{E9D2C09D-B599-1942-952D-0D363750B79A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7" name="Freeform 496">
              <a:extLst>
                <a:ext uri="{FF2B5EF4-FFF2-40B4-BE49-F238E27FC236}">
                  <a16:creationId xmlns:a16="http://schemas.microsoft.com/office/drawing/2014/main" id="{75757191-97B7-A149-A19C-E266EFB09334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8" name="Freeform 497">
              <a:extLst>
                <a:ext uri="{FF2B5EF4-FFF2-40B4-BE49-F238E27FC236}">
                  <a16:creationId xmlns:a16="http://schemas.microsoft.com/office/drawing/2014/main" id="{87C14166-CE61-D541-9CBE-9AEFDC9872FD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9" name="Freeform 498">
              <a:extLst>
                <a:ext uri="{FF2B5EF4-FFF2-40B4-BE49-F238E27FC236}">
                  <a16:creationId xmlns:a16="http://schemas.microsoft.com/office/drawing/2014/main" id="{1C51A434-F10D-A54C-A236-CEFA26748D30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0" name="Freeform 499">
              <a:extLst>
                <a:ext uri="{FF2B5EF4-FFF2-40B4-BE49-F238E27FC236}">
                  <a16:creationId xmlns:a16="http://schemas.microsoft.com/office/drawing/2014/main" id="{AA2EA60C-6FEF-1746-A2DF-811552042834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1" name="Freeform 500">
              <a:extLst>
                <a:ext uri="{FF2B5EF4-FFF2-40B4-BE49-F238E27FC236}">
                  <a16:creationId xmlns:a16="http://schemas.microsoft.com/office/drawing/2014/main" id="{5F995AD3-CF92-EB4F-8571-64E60147A451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2" name="Freeform 501">
              <a:extLst>
                <a:ext uri="{FF2B5EF4-FFF2-40B4-BE49-F238E27FC236}">
                  <a16:creationId xmlns:a16="http://schemas.microsoft.com/office/drawing/2014/main" id="{DF46C17C-9A3C-C04C-B7A4-C962B32630DD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3" name="Freeform 502">
              <a:extLst>
                <a:ext uri="{FF2B5EF4-FFF2-40B4-BE49-F238E27FC236}">
                  <a16:creationId xmlns:a16="http://schemas.microsoft.com/office/drawing/2014/main" id="{21EF67E1-CB90-1743-B202-68941E0871A4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4" name="Freeform 503">
              <a:extLst>
                <a:ext uri="{FF2B5EF4-FFF2-40B4-BE49-F238E27FC236}">
                  <a16:creationId xmlns:a16="http://schemas.microsoft.com/office/drawing/2014/main" id="{EFDE15D7-3676-3C41-BED3-3C47B19FDD06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5" name="Freeform 504">
              <a:extLst>
                <a:ext uri="{FF2B5EF4-FFF2-40B4-BE49-F238E27FC236}">
                  <a16:creationId xmlns:a16="http://schemas.microsoft.com/office/drawing/2014/main" id="{71C85643-5A14-A74D-8531-9CACF538C985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06" name="Group 505">
            <a:extLst>
              <a:ext uri="{FF2B5EF4-FFF2-40B4-BE49-F238E27FC236}">
                <a16:creationId xmlns:a16="http://schemas.microsoft.com/office/drawing/2014/main" id="{E4B3AF8C-BEDD-9D43-A898-5E42ECE9CB0F}"/>
              </a:ext>
            </a:extLst>
          </p:cNvPr>
          <p:cNvGrpSpPr/>
          <p:nvPr/>
        </p:nvGrpSpPr>
        <p:grpSpPr>
          <a:xfrm>
            <a:off x="8061676" y="6196408"/>
            <a:ext cx="836947" cy="671175"/>
            <a:chOff x="1250506" y="2811144"/>
            <a:chExt cx="3409311" cy="3457052"/>
          </a:xfrm>
          <a:solidFill>
            <a:srgbClr val="D0CA7A"/>
          </a:solidFill>
        </p:grpSpPr>
        <p:sp>
          <p:nvSpPr>
            <p:cNvPr id="507" name="Freeform 506">
              <a:extLst>
                <a:ext uri="{FF2B5EF4-FFF2-40B4-BE49-F238E27FC236}">
                  <a16:creationId xmlns:a16="http://schemas.microsoft.com/office/drawing/2014/main" id="{71CE372C-81A9-714A-BF00-C38D4A328FD5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8" name="Freeform 507">
              <a:extLst>
                <a:ext uri="{FF2B5EF4-FFF2-40B4-BE49-F238E27FC236}">
                  <a16:creationId xmlns:a16="http://schemas.microsoft.com/office/drawing/2014/main" id="{34C5B776-C70A-6642-9A7B-1815B87500D5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9" name="Freeform 508">
              <a:extLst>
                <a:ext uri="{FF2B5EF4-FFF2-40B4-BE49-F238E27FC236}">
                  <a16:creationId xmlns:a16="http://schemas.microsoft.com/office/drawing/2014/main" id="{687E1C82-3BBB-1D44-8B60-DA8EDB5A07ED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0" name="Freeform 509">
              <a:extLst>
                <a:ext uri="{FF2B5EF4-FFF2-40B4-BE49-F238E27FC236}">
                  <a16:creationId xmlns:a16="http://schemas.microsoft.com/office/drawing/2014/main" id="{173EC6F1-5DBA-8D48-9BF5-B536971AD6C4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7921FC8F-9220-BE43-ADDF-03FD7D15A6C6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2" name="Freeform 511">
              <a:extLst>
                <a:ext uri="{FF2B5EF4-FFF2-40B4-BE49-F238E27FC236}">
                  <a16:creationId xmlns:a16="http://schemas.microsoft.com/office/drawing/2014/main" id="{1AC6969C-EE64-F346-B44F-11FC5543D947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3" name="Freeform 512">
              <a:extLst>
                <a:ext uri="{FF2B5EF4-FFF2-40B4-BE49-F238E27FC236}">
                  <a16:creationId xmlns:a16="http://schemas.microsoft.com/office/drawing/2014/main" id="{3F102103-5E75-DC46-966B-38EE9B85B31B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4" name="Freeform 513">
              <a:extLst>
                <a:ext uri="{FF2B5EF4-FFF2-40B4-BE49-F238E27FC236}">
                  <a16:creationId xmlns:a16="http://schemas.microsoft.com/office/drawing/2014/main" id="{600431DB-C13B-1E4E-A7FC-4C4D887EEDB5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514">
              <a:extLst>
                <a:ext uri="{FF2B5EF4-FFF2-40B4-BE49-F238E27FC236}">
                  <a16:creationId xmlns:a16="http://schemas.microsoft.com/office/drawing/2014/main" id="{4D6A6EF8-8E1C-FF4F-9249-96FF1F99216B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515">
              <a:extLst>
                <a:ext uri="{FF2B5EF4-FFF2-40B4-BE49-F238E27FC236}">
                  <a16:creationId xmlns:a16="http://schemas.microsoft.com/office/drawing/2014/main" id="{2B1EBE66-CEB1-C440-B3CB-4D4C04B9F64F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516">
              <a:extLst>
                <a:ext uri="{FF2B5EF4-FFF2-40B4-BE49-F238E27FC236}">
                  <a16:creationId xmlns:a16="http://schemas.microsoft.com/office/drawing/2014/main" id="{ABB794D1-3590-1A49-9299-4361F908C793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517">
              <a:extLst>
                <a:ext uri="{FF2B5EF4-FFF2-40B4-BE49-F238E27FC236}">
                  <a16:creationId xmlns:a16="http://schemas.microsoft.com/office/drawing/2014/main" id="{2800944B-C9B3-EE4D-B3E7-447B42E31828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518">
              <a:extLst>
                <a:ext uri="{FF2B5EF4-FFF2-40B4-BE49-F238E27FC236}">
                  <a16:creationId xmlns:a16="http://schemas.microsoft.com/office/drawing/2014/main" id="{CF3F5BB0-E426-C04D-91CA-3AB779796F53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0" name="Freeform 519">
              <a:extLst>
                <a:ext uri="{FF2B5EF4-FFF2-40B4-BE49-F238E27FC236}">
                  <a16:creationId xmlns:a16="http://schemas.microsoft.com/office/drawing/2014/main" id="{2240A5F5-6444-9F43-A116-86CE7245601F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1" name="Freeform 520">
              <a:extLst>
                <a:ext uri="{FF2B5EF4-FFF2-40B4-BE49-F238E27FC236}">
                  <a16:creationId xmlns:a16="http://schemas.microsoft.com/office/drawing/2014/main" id="{E4ECA1C5-D755-304C-B8B5-F0AFEEDBC2E7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6BD7EA36-A99E-8341-8865-665B58FC3A39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8786BE4E-8C76-7A42-90A7-CD38B7BB5EC0}"/>
              </a:ext>
            </a:extLst>
          </p:cNvPr>
          <p:cNvGrpSpPr/>
          <p:nvPr/>
        </p:nvGrpSpPr>
        <p:grpSpPr>
          <a:xfrm>
            <a:off x="7197763" y="6165920"/>
            <a:ext cx="836947" cy="671175"/>
            <a:chOff x="1250506" y="2811144"/>
            <a:chExt cx="3409311" cy="3457052"/>
          </a:xfrm>
          <a:solidFill>
            <a:srgbClr val="B5B06C"/>
          </a:solidFill>
        </p:grpSpPr>
        <p:sp>
          <p:nvSpPr>
            <p:cNvPr id="524" name="Freeform 523">
              <a:extLst>
                <a:ext uri="{FF2B5EF4-FFF2-40B4-BE49-F238E27FC236}">
                  <a16:creationId xmlns:a16="http://schemas.microsoft.com/office/drawing/2014/main" id="{5650EDF2-1F05-2D45-A167-8BABD79B9637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5" name="Freeform 524">
              <a:extLst>
                <a:ext uri="{FF2B5EF4-FFF2-40B4-BE49-F238E27FC236}">
                  <a16:creationId xmlns:a16="http://schemas.microsoft.com/office/drawing/2014/main" id="{F249E70F-E7C1-9A4A-A6B0-866CF75E1C0B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6" name="Freeform 525">
              <a:extLst>
                <a:ext uri="{FF2B5EF4-FFF2-40B4-BE49-F238E27FC236}">
                  <a16:creationId xmlns:a16="http://schemas.microsoft.com/office/drawing/2014/main" id="{CAF158DC-CCB4-4649-BB4C-71C987838C3C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7" name="Freeform 526">
              <a:extLst>
                <a:ext uri="{FF2B5EF4-FFF2-40B4-BE49-F238E27FC236}">
                  <a16:creationId xmlns:a16="http://schemas.microsoft.com/office/drawing/2014/main" id="{AC204477-3F80-8A41-9999-1B77327AD0A0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8" name="Freeform 527">
              <a:extLst>
                <a:ext uri="{FF2B5EF4-FFF2-40B4-BE49-F238E27FC236}">
                  <a16:creationId xmlns:a16="http://schemas.microsoft.com/office/drawing/2014/main" id="{E225DD55-E9AF-0F44-903D-FDD5FC444069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9" name="Freeform 528">
              <a:extLst>
                <a:ext uri="{FF2B5EF4-FFF2-40B4-BE49-F238E27FC236}">
                  <a16:creationId xmlns:a16="http://schemas.microsoft.com/office/drawing/2014/main" id="{22004BE1-23C6-AE4A-948B-C0BBBABDC63C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0" name="Freeform 529">
              <a:extLst>
                <a:ext uri="{FF2B5EF4-FFF2-40B4-BE49-F238E27FC236}">
                  <a16:creationId xmlns:a16="http://schemas.microsoft.com/office/drawing/2014/main" id="{77E31857-F67C-B74E-AA9A-71FFDEB09046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30EF64A3-8078-F64A-937A-A8F1E12C3180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2" name="Freeform 531">
              <a:extLst>
                <a:ext uri="{FF2B5EF4-FFF2-40B4-BE49-F238E27FC236}">
                  <a16:creationId xmlns:a16="http://schemas.microsoft.com/office/drawing/2014/main" id="{976B8FE2-A6D3-2041-A34B-8A8F973F49F4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3" name="Freeform 532">
              <a:extLst>
                <a:ext uri="{FF2B5EF4-FFF2-40B4-BE49-F238E27FC236}">
                  <a16:creationId xmlns:a16="http://schemas.microsoft.com/office/drawing/2014/main" id="{B39B2CD4-EF37-594B-97ED-263D8AC71391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4" name="Freeform 533">
              <a:extLst>
                <a:ext uri="{FF2B5EF4-FFF2-40B4-BE49-F238E27FC236}">
                  <a16:creationId xmlns:a16="http://schemas.microsoft.com/office/drawing/2014/main" id="{6BDCC48F-3A31-C048-AAFB-2A1D7A8E9AA8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5" name="Freeform 534">
              <a:extLst>
                <a:ext uri="{FF2B5EF4-FFF2-40B4-BE49-F238E27FC236}">
                  <a16:creationId xmlns:a16="http://schemas.microsoft.com/office/drawing/2014/main" id="{53C40609-0BDE-5749-A04A-68B74F31F518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6" name="Freeform 535">
              <a:extLst>
                <a:ext uri="{FF2B5EF4-FFF2-40B4-BE49-F238E27FC236}">
                  <a16:creationId xmlns:a16="http://schemas.microsoft.com/office/drawing/2014/main" id="{86501918-8579-FD4B-83F2-B86D0AD5EAA7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7" name="Freeform 536">
              <a:extLst>
                <a:ext uri="{FF2B5EF4-FFF2-40B4-BE49-F238E27FC236}">
                  <a16:creationId xmlns:a16="http://schemas.microsoft.com/office/drawing/2014/main" id="{961E4FE6-F2DE-8E44-844F-DAEA88B7EF03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8" name="Freeform 537">
              <a:extLst>
                <a:ext uri="{FF2B5EF4-FFF2-40B4-BE49-F238E27FC236}">
                  <a16:creationId xmlns:a16="http://schemas.microsoft.com/office/drawing/2014/main" id="{A9D1C6D6-DF4C-5346-AC37-854D9685F1DE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984B444E-C4F0-1C4E-942F-750878C9B7D1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40" name="Group 539">
            <a:extLst>
              <a:ext uri="{FF2B5EF4-FFF2-40B4-BE49-F238E27FC236}">
                <a16:creationId xmlns:a16="http://schemas.microsoft.com/office/drawing/2014/main" id="{9535F276-4990-B248-9DFD-4C54BF532834}"/>
              </a:ext>
            </a:extLst>
          </p:cNvPr>
          <p:cNvGrpSpPr/>
          <p:nvPr/>
        </p:nvGrpSpPr>
        <p:grpSpPr>
          <a:xfrm>
            <a:off x="1223705" y="5417979"/>
            <a:ext cx="1162333" cy="1499644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541" name="Freeform 540">
              <a:extLst>
                <a:ext uri="{FF2B5EF4-FFF2-40B4-BE49-F238E27FC236}">
                  <a16:creationId xmlns:a16="http://schemas.microsoft.com/office/drawing/2014/main" id="{616F2F4A-F329-374C-B67A-C56A7DCAE808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2" name="Freeform 541">
              <a:extLst>
                <a:ext uri="{FF2B5EF4-FFF2-40B4-BE49-F238E27FC236}">
                  <a16:creationId xmlns:a16="http://schemas.microsoft.com/office/drawing/2014/main" id="{BCB630B9-9FD2-8340-B6D4-F781BE0AC722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3" name="Freeform 542">
              <a:extLst>
                <a:ext uri="{FF2B5EF4-FFF2-40B4-BE49-F238E27FC236}">
                  <a16:creationId xmlns:a16="http://schemas.microsoft.com/office/drawing/2014/main" id="{B1F80D05-4754-1244-B84D-E5C1081A7EDB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4" name="Freeform 543">
              <a:extLst>
                <a:ext uri="{FF2B5EF4-FFF2-40B4-BE49-F238E27FC236}">
                  <a16:creationId xmlns:a16="http://schemas.microsoft.com/office/drawing/2014/main" id="{E0544C5F-2E1D-0B4E-9DFD-2489443CF8AE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5" name="Freeform 544">
              <a:extLst>
                <a:ext uri="{FF2B5EF4-FFF2-40B4-BE49-F238E27FC236}">
                  <a16:creationId xmlns:a16="http://schemas.microsoft.com/office/drawing/2014/main" id="{A7DE31AB-D755-894D-9084-7332406ABAB6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6" name="Freeform 545">
              <a:extLst>
                <a:ext uri="{FF2B5EF4-FFF2-40B4-BE49-F238E27FC236}">
                  <a16:creationId xmlns:a16="http://schemas.microsoft.com/office/drawing/2014/main" id="{345A17F0-86AC-5A4F-8A85-0FEE067FD1FE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51316B45-F7A9-394C-84AB-C14F13447894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8" name="Freeform 547">
              <a:extLst>
                <a:ext uri="{FF2B5EF4-FFF2-40B4-BE49-F238E27FC236}">
                  <a16:creationId xmlns:a16="http://schemas.microsoft.com/office/drawing/2014/main" id="{06AB5271-1C03-C049-9C75-C7E969D03665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9" name="Freeform 548">
              <a:extLst>
                <a:ext uri="{FF2B5EF4-FFF2-40B4-BE49-F238E27FC236}">
                  <a16:creationId xmlns:a16="http://schemas.microsoft.com/office/drawing/2014/main" id="{4E6FA8FE-2E61-E247-872A-DBF82FB2E825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0" name="Freeform 549">
              <a:extLst>
                <a:ext uri="{FF2B5EF4-FFF2-40B4-BE49-F238E27FC236}">
                  <a16:creationId xmlns:a16="http://schemas.microsoft.com/office/drawing/2014/main" id="{0BB228C4-264E-0145-8221-F4A02E840F34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1" name="Freeform 550">
              <a:extLst>
                <a:ext uri="{FF2B5EF4-FFF2-40B4-BE49-F238E27FC236}">
                  <a16:creationId xmlns:a16="http://schemas.microsoft.com/office/drawing/2014/main" id="{B390592B-3AB2-B648-936B-93844207C311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2" name="Freeform 551">
              <a:extLst>
                <a:ext uri="{FF2B5EF4-FFF2-40B4-BE49-F238E27FC236}">
                  <a16:creationId xmlns:a16="http://schemas.microsoft.com/office/drawing/2014/main" id="{990A555D-80AF-1046-9202-466B0451EF39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3" name="Freeform 552">
              <a:extLst>
                <a:ext uri="{FF2B5EF4-FFF2-40B4-BE49-F238E27FC236}">
                  <a16:creationId xmlns:a16="http://schemas.microsoft.com/office/drawing/2014/main" id="{08E5C017-8272-D143-B505-78628E2BCE67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4" name="Freeform 553">
              <a:extLst>
                <a:ext uri="{FF2B5EF4-FFF2-40B4-BE49-F238E27FC236}">
                  <a16:creationId xmlns:a16="http://schemas.microsoft.com/office/drawing/2014/main" id="{4CBF3417-4668-994E-BA8C-669B79F305FD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1D086673-255F-064D-A41D-DA3B7AFFDF6F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6" name="Freeform 555">
              <a:extLst>
                <a:ext uri="{FF2B5EF4-FFF2-40B4-BE49-F238E27FC236}">
                  <a16:creationId xmlns:a16="http://schemas.microsoft.com/office/drawing/2014/main" id="{B4A0719C-CDE1-6440-A696-2660F1136FDC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57" name="Group 556">
            <a:extLst>
              <a:ext uri="{FF2B5EF4-FFF2-40B4-BE49-F238E27FC236}">
                <a16:creationId xmlns:a16="http://schemas.microsoft.com/office/drawing/2014/main" id="{78A8BA9E-90F0-934C-B34F-46408563F784}"/>
              </a:ext>
            </a:extLst>
          </p:cNvPr>
          <p:cNvGrpSpPr/>
          <p:nvPr/>
        </p:nvGrpSpPr>
        <p:grpSpPr>
          <a:xfrm>
            <a:off x="1434164" y="5201603"/>
            <a:ext cx="1614274" cy="1722623"/>
            <a:chOff x="1250506" y="2811144"/>
            <a:chExt cx="3409311" cy="3457052"/>
          </a:xfrm>
          <a:solidFill>
            <a:srgbClr val="70AD47">
              <a:lumMod val="75000"/>
            </a:srgbClr>
          </a:solidFill>
        </p:grpSpPr>
        <p:sp>
          <p:nvSpPr>
            <p:cNvPr id="558" name="Freeform 557">
              <a:extLst>
                <a:ext uri="{FF2B5EF4-FFF2-40B4-BE49-F238E27FC236}">
                  <a16:creationId xmlns:a16="http://schemas.microsoft.com/office/drawing/2014/main" id="{C2B5A082-A5B5-1F48-8348-295AF0F51556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9" name="Freeform 558">
              <a:extLst>
                <a:ext uri="{FF2B5EF4-FFF2-40B4-BE49-F238E27FC236}">
                  <a16:creationId xmlns:a16="http://schemas.microsoft.com/office/drawing/2014/main" id="{DF78C198-5504-4045-9099-2B7AF6C3E732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0" name="Freeform 559">
              <a:extLst>
                <a:ext uri="{FF2B5EF4-FFF2-40B4-BE49-F238E27FC236}">
                  <a16:creationId xmlns:a16="http://schemas.microsoft.com/office/drawing/2014/main" id="{C5F2E6AB-D7E8-D94C-9A11-BFF177852B9B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1" name="Freeform 560">
              <a:extLst>
                <a:ext uri="{FF2B5EF4-FFF2-40B4-BE49-F238E27FC236}">
                  <a16:creationId xmlns:a16="http://schemas.microsoft.com/office/drawing/2014/main" id="{27C57234-E31E-544D-A9B7-8CD266F129A0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19FE171F-1522-7044-B51A-31B90B8E0F22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3" name="Freeform 562">
              <a:extLst>
                <a:ext uri="{FF2B5EF4-FFF2-40B4-BE49-F238E27FC236}">
                  <a16:creationId xmlns:a16="http://schemas.microsoft.com/office/drawing/2014/main" id="{8BB910D0-8604-5244-A639-72EBE2AF58A7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4" name="Freeform 563">
              <a:extLst>
                <a:ext uri="{FF2B5EF4-FFF2-40B4-BE49-F238E27FC236}">
                  <a16:creationId xmlns:a16="http://schemas.microsoft.com/office/drawing/2014/main" id="{DD4D020E-5A44-4144-B902-2A6D76DFD42C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5" name="Freeform 564">
              <a:extLst>
                <a:ext uri="{FF2B5EF4-FFF2-40B4-BE49-F238E27FC236}">
                  <a16:creationId xmlns:a16="http://schemas.microsoft.com/office/drawing/2014/main" id="{D43005F9-00AF-0B4A-917F-F3C4816B69AE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6" name="Freeform 565">
              <a:extLst>
                <a:ext uri="{FF2B5EF4-FFF2-40B4-BE49-F238E27FC236}">
                  <a16:creationId xmlns:a16="http://schemas.microsoft.com/office/drawing/2014/main" id="{CA1AFF58-B92D-C743-8DFF-17E7B548DCF8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7" name="Freeform 566">
              <a:extLst>
                <a:ext uri="{FF2B5EF4-FFF2-40B4-BE49-F238E27FC236}">
                  <a16:creationId xmlns:a16="http://schemas.microsoft.com/office/drawing/2014/main" id="{A1128269-094C-C44C-929E-05D001D08AD4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8" name="Freeform 567">
              <a:extLst>
                <a:ext uri="{FF2B5EF4-FFF2-40B4-BE49-F238E27FC236}">
                  <a16:creationId xmlns:a16="http://schemas.microsoft.com/office/drawing/2014/main" id="{6093EFFE-B7D3-AC40-A185-0E023C806C74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9" name="Freeform 568">
              <a:extLst>
                <a:ext uri="{FF2B5EF4-FFF2-40B4-BE49-F238E27FC236}">
                  <a16:creationId xmlns:a16="http://schemas.microsoft.com/office/drawing/2014/main" id="{9EC1AB5D-EBD7-2841-8F08-01253506F8A2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0" name="Freeform 569">
              <a:extLst>
                <a:ext uri="{FF2B5EF4-FFF2-40B4-BE49-F238E27FC236}">
                  <a16:creationId xmlns:a16="http://schemas.microsoft.com/office/drawing/2014/main" id="{3A4146AB-5C84-6D47-9BDD-24C13AB39CC1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Freeform 570">
              <a:extLst>
                <a:ext uri="{FF2B5EF4-FFF2-40B4-BE49-F238E27FC236}">
                  <a16:creationId xmlns:a16="http://schemas.microsoft.com/office/drawing/2014/main" id="{F0C17B9A-FBA4-8A40-BBD2-A46D5AB7907D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Freeform 571">
              <a:extLst>
                <a:ext uri="{FF2B5EF4-FFF2-40B4-BE49-F238E27FC236}">
                  <a16:creationId xmlns:a16="http://schemas.microsoft.com/office/drawing/2014/main" id="{E1DCC51C-22FA-5544-BC42-B308B45A2E44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Freeform 572">
              <a:extLst>
                <a:ext uri="{FF2B5EF4-FFF2-40B4-BE49-F238E27FC236}">
                  <a16:creationId xmlns:a16="http://schemas.microsoft.com/office/drawing/2014/main" id="{CAA35364-1B7B-534C-97B7-C3D2DB90F57A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F74E9D90-952C-3943-842F-B1AF7CC0A580}"/>
              </a:ext>
            </a:extLst>
          </p:cNvPr>
          <p:cNvGrpSpPr/>
          <p:nvPr/>
        </p:nvGrpSpPr>
        <p:grpSpPr>
          <a:xfrm>
            <a:off x="1733551" y="4805777"/>
            <a:ext cx="1928362" cy="2136348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575" name="Freeform 574">
              <a:extLst>
                <a:ext uri="{FF2B5EF4-FFF2-40B4-BE49-F238E27FC236}">
                  <a16:creationId xmlns:a16="http://schemas.microsoft.com/office/drawing/2014/main" id="{13D0CD29-2A93-B441-AC32-500329215027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Freeform 575">
              <a:extLst>
                <a:ext uri="{FF2B5EF4-FFF2-40B4-BE49-F238E27FC236}">
                  <a16:creationId xmlns:a16="http://schemas.microsoft.com/office/drawing/2014/main" id="{260C1E21-4621-3E4A-947E-93E6A0A80BBE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7" name="Freeform 576">
              <a:extLst>
                <a:ext uri="{FF2B5EF4-FFF2-40B4-BE49-F238E27FC236}">
                  <a16:creationId xmlns:a16="http://schemas.microsoft.com/office/drawing/2014/main" id="{F261B541-6773-1649-8C58-C341A8A67F68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D77DCDD5-71C3-164F-BD85-34388241AFDF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9" name="Freeform 578">
              <a:extLst>
                <a:ext uri="{FF2B5EF4-FFF2-40B4-BE49-F238E27FC236}">
                  <a16:creationId xmlns:a16="http://schemas.microsoft.com/office/drawing/2014/main" id="{FC2503F5-AF4F-9642-9F4B-3F84AF524A9A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0" name="Freeform 579">
              <a:extLst>
                <a:ext uri="{FF2B5EF4-FFF2-40B4-BE49-F238E27FC236}">
                  <a16:creationId xmlns:a16="http://schemas.microsoft.com/office/drawing/2014/main" id="{22022D56-E802-1746-9E2F-7476EFB1F73D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1" name="Freeform 580">
              <a:extLst>
                <a:ext uri="{FF2B5EF4-FFF2-40B4-BE49-F238E27FC236}">
                  <a16:creationId xmlns:a16="http://schemas.microsoft.com/office/drawing/2014/main" id="{13630248-7607-8843-80AE-6E8DCC6F102F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2" name="Freeform 581">
              <a:extLst>
                <a:ext uri="{FF2B5EF4-FFF2-40B4-BE49-F238E27FC236}">
                  <a16:creationId xmlns:a16="http://schemas.microsoft.com/office/drawing/2014/main" id="{C85751FF-148C-E443-ABEF-6A775DD9FD28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8FF18EB9-5565-A040-B00F-232FF1CDAA7E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4" name="Freeform 583">
              <a:extLst>
                <a:ext uri="{FF2B5EF4-FFF2-40B4-BE49-F238E27FC236}">
                  <a16:creationId xmlns:a16="http://schemas.microsoft.com/office/drawing/2014/main" id="{78BC4C74-BF87-AE45-93D5-9D1BF28A2428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5" name="Freeform 584">
              <a:extLst>
                <a:ext uri="{FF2B5EF4-FFF2-40B4-BE49-F238E27FC236}">
                  <a16:creationId xmlns:a16="http://schemas.microsoft.com/office/drawing/2014/main" id="{FB283FED-37FC-2546-8820-2D63FA8D22B0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2D47E3C7-9803-D847-BFF0-FF82BC567CD4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7" name="Freeform 586">
              <a:extLst>
                <a:ext uri="{FF2B5EF4-FFF2-40B4-BE49-F238E27FC236}">
                  <a16:creationId xmlns:a16="http://schemas.microsoft.com/office/drawing/2014/main" id="{D37E0074-92A0-A14C-9E1A-65A29BC33E58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8" name="Freeform 587">
              <a:extLst>
                <a:ext uri="{FF2B5EF4-FFF2-40B4-BE49-F238E27FC236}">
                  <a16:creationId xmlns:a16="http://schemas.microsoft.com/office/drawing/2014/main" id="{A76CDFEF-CD84-9346-9649-2A9C12AEA194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9" name="Freeform 588">
              <a:extLst>
                <a:ext uri="{FF2B5EF4-FFF2-40B4-BE49-F238E27FC236}">
                  <a16:creationId xmlns:a16="http://schemas.microsoft.com/office/drawing/2014/main" id="{D07666ED-39DE-3242-B038-9BE3DFD0D133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93314EA-2A1C-5B47-8DB0-8FA5EAC5D717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91" name="Group 590">
            <a:extLst>
              <a:ext uri="{FF2B5EF4-FFF2-40B4-BE49-F238E27FC236}">
                <a16:creationId xmlns:a16="http://schemas.microsoft.com/office/drawing/2014/main" id="{401E280B-B2B3-EB40-A41C-2B5D3519E8BD}"/>
              </a:ext>
            </a:extLst>
          </p:cNvPr>
          <p:cNvGrpSpPr/>
          <p:nvPr/>
        </p:nvGrpSpPr>
        <p:grpSpPr>
          <a:xfrm>
            <a:off x="2583675" y="4791039"/>
            <a:ext cx="1928362" cy="2136348"/>
            <a:chOff x="1250506" y="2811144"/>
            <a:chExt cx="3409311" cy="3457052"/>
          </a:xfrm>
          <a:solidFill>
            <a:srgbClr val="70AD47">
              <a:lumMod val="75000"/>
            </a:srgbClr>
          </a:solidFill>
        </p:grpSpPr>
        <p:sp>
          <p:nvSpPr>
            <p:cNvPr id="592" name="Freeform 591">
              <a:extLst>
                <a:ext uri="{FF2B5EF4-FFF2-40B4-BE49-F238E27FC236}">
                  <a16:creationId xmlns:a16="http://schemas.microsoft.com/office/drawing/2014/main" id="{8334F315-D966-424F-BFE1-6E8DD708FC7E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3" name="Freeform 592">
              <a:extLst>
                <a:ext uri="{FF2B5EF4-FFF2-40B4-BE49-F238E27FC236}">
                  <a16:creationId xmlns:a16="http://schemas.microsoft.com/office/drawing/2014/main" id="{49B11A74-98C9-194A-8CCF-9A56BB6B1DC7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5D9CFE86-F3F5-F741-9C36-09CA0AFE6FC1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5" name="Freeform 594">
              <a:extLst>
                <a:ext uri="{FF2B5EF4-FFF2-40B4-BE49-F238E27FC236}">
                  <a16:creationId xmlns:a16="http://schemas.microsoft.com/office/drawing/2014/main" id="{357438D0-5F19-FC49-99D3-9C6EA9E91A4A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6" name="Freeform 595">
              <a:extLst>
                <a:ext uri="{FF2B5EF4-FFF2-40B4-BE49-F238E27FC236}">
                  <a16:creationId xmlns:a16="http://schemas.microsoft.com/office/drawing/2014/main" id="{9C2925DA-2FEB-A943-B968-7D3901CAF8A5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7" name="Freeform 596">
              <a:extLst>
                <a:ext uri="{FF2B5EF4-FFF2-40B4-BE49-F238E27FC236}">
                  <a16:creationId xmlns:a16="http://schemas.microsoft.com/office/drawing/2014/main" id="{C57CAB30-723E-1043-97F4-0F0E5FD44EA7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8" name="Freeform 597">
              <a:extLst>
                <a:ext uri="{FF2B5EF4-FFF2-40B4-BE49-F238E27FC236}">
                  <a16:creationId xmlns:a16="http://schemas.microsoft.com/office/drawing/2014/main" id="{F28AFFE5-136E-F84F-9D30-A18E4C914FB1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9" name="Freeform 598">
              <a:extLst>
                <a:ext uri="{FF2B5EF4-FFF2-40B4-BE49-F238E27FC236}">
                  <a16:creationId xmlns:a16="http://schemas.microsoft.com/office/drawing/2014/main" id="{26F99F0D-1451-4447-B9FA-431D2DBEE25D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0" name="Freeform 599">
              <a:extLst>
                <a:ext uri="{FF2B5EF4-FFF2-40B4-BE49-F238E27FC236}">
                  <a16:creationId xmlns:a16="http://schemas.microsoft.com/office/drawing/2014/main" id="{5264CB50-7562-6444-A886-D457D84E88A0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1" name="Freeform 600">
              <a:extLst>
                <a:ext uri="{FF2B5EF4-FFF2-40B4-BE49-F238E27FC236}">
                  <a16:creationId xmlns:a16="http://schemas.microsoft.com/office/drawing/2014/main" id="{19E20F32-4D91-4241-B013-73CD0852C8C7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32C5DEA4-9FAA-E74B-80A4-93D967297CB3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3" name="Freeform 602">
              <a:extLst>
                <a:ext uri="{FF2B5EF4-FFF2-40B4-BE49-F238E27FC236}">
                  <a16:creationId xmlns:a16="http://schemas.microsoft.com/office/drawing/2014/main" id="{4EC1C207-4017-0843-BBE0-AB6CE0DCFE36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4" name="Freeform 603">
              <a:extLst>
                <a:ext uri="{FF2B5EF4-FFF2-40B4-BE49-F238E27FC236}">
                  <a16:creationId xmlns:a16="http://schemas.microsoft.com/office/drawing/2014/main" id="{B061D128-4886-C445-9B1B-33232D374838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5" name="Freeform 604">
              <a:extLst>
                <a:ext uri="{FF2B5EF4-FFF2-40B4-BE49-F238E27FC236}">
                  <a16:creationId xmlns:a16="http://schemas.microsoft.com/office/drawing/2014/main" id="{5E84E965-7DC3-9A44-896D-9EC0AA810F58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6" name="Freeform 605">
              <a:extLst>
                <a:ext uri="{FF2B5EF4-FFF2-40B4-BE49-F238E27FC236}">
                  <a16:creationId xmlns:a16="http://schemas.microsoft.com/office/drawing/2014/main" id="{075B612E-A119-7C49-BC7F-1B823127F538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7" name="Freeform 606">
              <a:extLst>
                <a:ext uri="{FF2B5EF4-FFF2-40B4-BE49-F238E27FC236}">
                  <a16:creationId xmlns:a16="http://schemas.microsoft.com/office/drawing/2014/main" id="{4AD71D99-C6A0-EF40-9852-B6E07F1AB870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08" name="Group 607">
            <a:extLst>
              <a:ext uri="{FF2B5EF4-FFF2-40B4-BE49-F238E27FC236}">
                <a16:creationId xmlns:a16="http://schemas.microsoft.com/office/drawing/2014/main" id="{9530A639-377C-3C45-97CF-87FDF76B15C6}"/>
              </a:ext>
            </a:extLst>
          </p:cNvPr>
          <p:cNvGrpSpPr/>
          <p:nvPr/>
        </p:nvGrpSpPr>
        <p:grpSpPr>
          <a:xfrm>
            <a:off x="2141164" y="4803971"/>
            <a:ext cx="1928362" cy="2136348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609" name="Freeform 608">
              <a:extLst>
                <a:ext uri="{FF2B5EF4-FFF2-40B4-BE49-F238E27FC236}">
                  <a16:creationId xmlns:a16="http://schemas.microsoft.com/office/drawing/2014/main" id="{8914DED4-5506-7342-A324-A26C2AE6FA02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Freeform 609">
              <a:extLst>
                <a:ext uri="{FF2B5EF4-FFF2-40B4-BE49-F238E27FC236}">
                  <a16:creationId xmlns:a16="http://schemas.microsoft.com/office/drawing/2014/main" id="{56609B2E-F398-6842-94D7-B74111CD355B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Freeform 610">
              <a:extLst>
                <a:ext uri="{FF2B5EF4-FFF2-40B4-BE49-F238E27FC236}">
                  <a16:creationId xmlns:a16="http://schemas.microsoft.com/office/drawing/2014/main" id="{3734DCF7-F353-EA4B-99DF-99DB185E5E4C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2" name="Freeform 611">
              <a:extLst>
                <a:ext uri="{FF2B5EF4-FFF2-40B4-BE49-F238E27FC236}">
                  <a16:creationId xmlns:a16="http://schemas.microsoft.com/office/drawing/2014/main" id="{19EB08E7-4A24-D34D-B569-A561D06D6B4E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Freeform 612">
              <a:extLst>
                <a:ext uri="{FF2B5EF4-FFF2-40B4-BE49-F238E27FC236}">
                  <a16:creationId xmlns:a16="http://schemas.microsoft.com/office/drawing/2014/main" id="{C5FA00F2-C270-424E-989E-86BAF487CEAA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4" name="Freeform 613">
              <a:extLst>
                <a:ext uri="{FF2B5EF4-FFF2-40B4-BE49-F238E27FC236}">
                  <a16:creationId xmlns:a16="http://schemas.microsoft.com/office/drawing/2014/main" id="{C1CB114B-EE0F-7846-8DBD-C737F7582BC1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5" name="Freeform 614">
              <a:extLst>
                <a:ext uri="{FF2B5EF4-FFF2-40B4-BE49-F238E27FC236}">
                  <a16:creationId xmlns:a16="http://schemas.microsoft.com/office/drawing/2014/main" id="{20586FAD-BA1D-A740-8B6F-FCBE85603713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F9107D4A-6CDB-D44D-BEC9-47B37850415C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7" name="Freeform 616">
              <a:extLst>
                <a:ext uri="{FF2B5EF4-FFF2-40B4-BE49-F238E27FC236}">
                  <a16:creationId xmlns:a16="http://schemas.microsoft.com/office/drawing/2014/main" id="{EEF8A444-56F0-7B4E-AAF4-4904D1287A0C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8" name="Freeform 617">
              <a:extLst>
                <a:ext uri="{FF2B5EF4-FFF2-40B4-BE49-F238E27FC236}">
                  <a16:creationId xmlns:a16="http://schemas.microsoft.com/office/drawing/2014/main" id="{E4347BE2-EC58-194D-9788-E1FCE1E3BAD3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9" name="Freeform 618">
              <a:extLst>
                <a:ext uri="{FF2B5EF4-FFF2-40B4-BE49-F238E27FC236}">
                  <a16:creationId xmlns:a16="http://schemas.microsoft.com/office/drawing/2014/main" id="{CFF8E247-1A67-8949-A4E1-39D984600391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0" name="Freeform 619">
              <a:extLst>
                <a:ext uri="{FF2B5EF4-FFF2-40B4-BE49-F238E27FC236}">
                  <a16:creationId xmlns:a16="http://schemas.microsoft.com/office/drawing/2014/main" id="{DBFC8059-A937-AA4A-ABE4-954CD9402992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1" name="Freeform 620">
              <a:extLst>
                <a:ext uri="{FF2B5EF4-FFF2-40B4-BE49-F238E27FC236}">
                  <a16:creationId xmlns:a16="http://schemas.microsoft.com/office/drawing/2014/main" id="{61799403-E867-0641-A1D7-A666BA3F60F8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2" name="Freeform 621">
              <a:extLst>
                <a:ext uri="{FF2B5EF4-FFF2-40B4-BE49-F238E27FC236}">
                  <a16:creationId xmlns:a16="http://schemas.microsoft.com/office/drawing/2014/main" id="{C0FDF2AB-139E-8641-90ED-9F2B26685571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3" name="Freeform 622">
              <a:extLst>
                <a:ext uri="{FF2B5EF4-FFF2-40B4-BE49-F238E27FC236}">
                  <a16:creationId xmlns:a16="http://schemas.microsoft.com/office/drawing/2014/main" id="{85F5FB79-822D-9846-9252-FC7AEED5447F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884A361F-3E00-A943-A6E5-C896281002CD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25" name="Group 624">
            <a:extLst>
              <a:ext uri="{FF2B5EF4-FFF2-40B4-BE49-F238E27FC236}">
                <a16:creationId xmlns:a16="http://schemas.microsoft.com/office/drawing/2014/main" id="{83283528-157A-EC4E-ACBF-03A8C9AC0342}"/>
              </a:ext>
            </a:extLst>
          </p:cNvPr>
          <p:cNvGrpSpPr/>
          <p:nvPr/>
        </p:nvGrpSpPr>
        <p:grpSpPr>
          <a:xfrm>
            <a:off x="663427" y="5810129"/>
            <a:ext cx="727277" cy="1085036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626" name="Freeform 625">
              <a:extLst>
                <a:ext uri="{FF2B5EF4-FFF2-40B4-BE49-F238E27FC236}">
                  <a16:creationId xmlns:a16="http://schemas.microsoft.com/office/drawing/2014/main" id="{A77B033A-842A-A446-B26D-1BE300CB4BAB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7" name="Freeform 626">
              <a:extLst>
                <a:ext uri="{FF2B5EF4-FFF2-40B4-BE49-F238E27FC236}">
                  <a16:creationId xmlns:a16="http://schemas.microsoft.com/office/drawing/2014/main" id="{82E8E4D0-DC8E-1146-B31E-8116C9C52664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8" name="Freeform 627">
              <a:extLst>
                <a:ext uri="{FF2B5EF4-FFF2-40B4-BE49-F238E27FC236}">
                  <a16:creationId xmlns:a16="http://schemas.microsoft.com/office/drawing/2014/main" id="{084D8068-5AD2-C64A-A3AB-F8D38BF75FC3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9" name="Freeform 628">
              <a:extLst>
                <a:ext uri="{FF2B5EF4-FFF2-40B4-BE49-F238E27FC236}">
                  <a16:creationId xmlns:a16="http://schemas.microsoft.com/office/drawing/2014/main" id="{AB62C225-9D2E-8340-BE2A-2DC03FF56DDB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0" name="Freeform 629">
              <a:extLst>
                <a:ext uri="{FF2B5EF4-FFF2-40B4-BE49-F238E27FC236}">
                  <a16:creationId xmlns:a16="http://schemas.microsoft.com/office/drawing/2014/main" id="{30E846D2-8D9E-7449-8D39-6069B38BFB5A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1" name="Freeform 630">
              <a:extLst>
                <a:ext uri="{FF2B5EF4-FFF2-40B4-BE49-F238E27FC236}">
                  <a16:creationId xmlns:a16="http://schemas.microsoft.com/office/drawing/2014/main" id="{253722ED-7225-C64D-8284-0DADB164655F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2" name="Freeform 631">
              <a:extLst>
                <a:ext uri="{FF2B5EF4-FFF2-40B4-BE49-F238E27FC236}">
                  <a16:creationId xmlns:a16="http://schemas.microsoft.com/office/drawing/2014/main" id="{D6283845-CA68-0C46-BC20-051D582D06FB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Freeform 632">
              <a:extLst>
                <a:ext uri="{FF2B5EF4-FFF2-40B4-BE49-F238E27FC236}">
                  <a16:creationId xmlns:a16="http://schemas.microsoft.com/office/drawing/2014/main" id="{2707CE23-A442-8747-ADF1-FF082D6A4C70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4" name="Freeform 633">
              <a:extLst>
                <a:ext uri="{FF2B5EF4-FFF2-40B4-BE49-F238E27FC236}">
                  <a16:creationId xmlns:a16="http://schemas.microsoft.com/office/drawing/2014/main" id="{2888C636-3645-D34F-9D3F-5CA1177F1B21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Freeform 634">
              <a:extLst>
                <a:ext uri="{FF2B5EF4-FFF2-40B4-BE49-F238E27FC236}">
                  <a16:creationId xmlns:a16="http://schemas.microsoft.com/office/drawing/2014/main" id="{B08E36B9-EB2D-4B4D-9BA5-2A5AD3C24F4B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Freeform 635">
              <a:extLst>
                <a:ext uri="{FF2B5EF4-FFF2-40B4-BE49-F238E27FC236}">
                  <a16:creationId xmlns:a16="http://schemas.microsoft.com/office/drawing/2014/main" id="{0B51EDC9-67A3-A941-A15E-3842ADE9423B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Freeform 636">
              <a:extLst>
                <a:ext uri="{FF2B5EF4-FFF2-40B4-BE49-F238E27FC236}">
                  <a16:creationId xmlns:a16="http://schemas.microsoft.com/office/drawing/2014/main" id="{C9015BBE-3179-7A40-ACCF-A1CC62870ACC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Freeform 637">
              <a:extLst>
                <a:ext uri="{FF2B5EF4-FFF2-40B4-BE49-F238E27FC236}">
                  <a16:creationId xmlns:a16="http://schemas.microsoft.com/office/drawing/2014/main" id="{7C5D7910-7339-0047-804F-CB9B78D68ABE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Freeform 638">
              <a:extLst>
                <a:ext uri="{FF2B5EF4-FFF2-40B4-BE49-F238E27FC236}">
                  <a16:creationId xmlns:a16="http://schemas.microsoft.com/office/drawing/2014/main" id="{C6F078F5-C5FB-054E-BDDF-CD683B07A384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Freeform 639">
              <a:extLst>
                <a:ext uri="{FF2B5EF4-FFF2-40B4-BE49-F238E27FC236}">
                  <a16:creationId xmlns:a16="http://schemas.microsoft.com/office/drawing/2014/main" id="{BDEFEF5A-7D53-0F4E-8390-BB8665C9EA36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Freeform 640">
              <a:extLst>
                <a:ext uri="{FF2B5EF4-FFF2-40B4-BE49-F238E27FC236}">
                  <a16:creationId xmlns:a16="http://schemas.microsoft.com/office/drawing/2014/main" id="{C52553E1-72C8-5749-A173-92E92DDF85ED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42" name="Group 641">
            <a:extLst>
              <a:ext uri="{FF2B5EF4-FFF2-40B4-BE49-F238E27FC236}">
                <a16:creationId xmlns:a16="http://schemas.microsoft.com/office/drawing/2014/main" id="{7DB8F102-CE1D-EE41-A232-884B11C584CE}"/>
              </a:ext>
            </a:extLst>
          </p:cNvPr>
          <p:cNvGrpSpPr/>
          <p:nvPr/>
        </p:nvGrpSpPr>
        <p:grpSpPr>
          <a:xfrm>
            <a:off x="4044814" y="4798146"/>
            <a:ext cx="1928362" cy="2136348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643" name="Freeform 642">
              <a:extLst>
                <a:ext uri="{FF2B5EF4-FFF2-40B4-BE49-F238E27FC236}">
                  <a16:creationId xmlns:a16="http://schemas.microsoft.com/office/drawing/2014/main" id="{448358AF-84EF-BD4A-ABD1-C1D22B2995A3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4" name="Freeform 643">
              <a:extLst>
                <a:ext uri="{FF2B5EF4-FFF2-40B4-BE49-F238E27FC236}">
                  <a16:creationId xmlns:a16="http://schemas.microsoft.com/office/drawing/2014/main" id="{00CD99EA-9E55-064C-9E6E-9DA051698850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5" name="Freeform 644">
              <a:extLst>
                <a:ext uri="{FF2B5EF4-FFF2-40B4-BE49-F238E27FC236}">
                  <a16:creationId xmlns:a16="http://schemas.microsoft.com/office/drawing/2014/main" id="{6C6AE0BC-EF77-F04F-8694-0F6D2FF656B6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6" name="Freeform 645">
              <a:extLst>
                <a:ext uri="{FF2B5EF4-FFF2-40B4-BE49-F238E27FC236}">
                  <a16:creationId xmlns:a16="http://schemas.microsoft.com/office/drawing/2014/main" id="{A150327C-A935-BA42-8B09-874828324CAD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7" name="Freeform 646">
              <a:extLst>
                <a:ext uri="{FF2B5EF4-FFF2-40B4-BE49-F238E27FC236}">
                  <a16:creationId xmlns:a16="http://schemas.microsoft.com/office/drawing/2014/main" id="{C89049BA-13D3-6448-BFF2-7BF0470337CE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8" name="Freeform 647">
              <a:extLst>
                <a:ext uri="{FF2B5EF4-FFF2-40B4-BE49-F238E27FC236}">
                  <a16:creationId xmlns:a16="http://schemas.microsoft.com/office/drawing/2014/main" id="{C30691FC-D287-BB44-A526-2AE22EB81B1C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9" name="Freeform 648">
              <a:extLst>
                <a:ext uri="{FF2B5EF4-FFF2-40B4-BE49-F238E27FC236}">
                  <a16:creationId xmlns:a16="http://schemas.microsoft.com/office/drawing/2014/main" id="{BBE49984-075C-F048-8432-EF9BC8B5DE0F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0" name="Freeform 649">
              <a:extLst>
                <a:ext uri="{FF2B5EF4-FFF2-40B4-BE49-F238E27FC236}">
                  <a16:creationId xmlns:a16="http://schemas.microsoft.com/office/drawing/2014/main" id="{98974F81-1F34-034F-B67B-EFACF9749D98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1" name="Freeform 650">
              <a:extLst>
                <a:ext uri="{FF2B5EF4-FFF2-40B4-BE49-F238E27FC236}">
                  <a16:creationId xmlns:a16="http://schemas.microsoft.com/office/drawing/2014/main" id="{1E8EC504-5385-5446-8D55-9E121E6FBACD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2" name="Freeform 651">
              <a:extLst>
                <a:ext uri="{FF2B5EF4-FFF2-40B4-BE49-F238E27FC236}">
                  <a16:creationId xmlns:a16="http://schemas.microsoft.com/office/drawing/2014/main" id="{026B33EF-B7DF-B54F-B8C9-626EA73786D2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3" name="Freeform 652">
              <a:extLst>
                <a:ext uri="{FF2B5EF4-FFF2-40B4-BE49-F238E27FC236}">
                  <a16:creationId xmlns:a16="http://schemas.microsoft.com/office/drawing/2014/main" id="{673C2474-7523-DE4C-94F1-EA31EA87F534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solidFill>
              <a:srgbClr val="7F5A3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653">
              <a:extLst>
                <a:ext uri="{FF2B5EF4-FFF2-40B4-BE49-F238E27FC236}">
                  <a16:creationId xmlns:a16="http://schemas.microsoft.com/office/drawing/2014/main" id="{DCB134B0-38D1-C24C-BDFA-F3F2A7EAF923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654">
              <a:extLst>
                <a:ext uri="{FF2B5EF4-FFF2-40B4-BE49-F238E27FC236}">
                  <a16:creationId xmlns:a16="http://schemas.microsoft.com/office/drawing/2014/main" id="{320DA884-6221-704E-9FDF-8E5ACFBFD580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655">
              <a:extLst>
                <a:ext uri="{FF2B5EF4-FFF2-40B4-BE49-F238E27FC236}">
                  <a16:creationId xmlns:a16="http://schemas.microsoft.com/office/drawing/2014/main" id="{EA9BB6C7-EBDB-D54D-BE0F-0B02E437005A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656">
              <a:extLst>
                <a:ext uri="{FF2B5EF4-FFF2-40B4-BE49-F238E27FC236}">
                  <a16:creationId xmlns:a16="http://schemas.microsoft.com/office/drawing/2014/main" id="{F0BBB3C9-6FD1-E84F-A09F-7C6AAEC92338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657">
              <a:extLst>
                <a:ext uri="{FF2B5EF4-FFF2-40B4-BE49-F238E27FC236}">
                  <a16:creationId xmlns:a16="http://schemas.microsoft.com/office/drawing/2014/main" id="{3413390C-39E9-034C-9DAC-1BCED9960923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59" name="Group 658">
            <a:extLst>
              <a:ext uri="{FF2B5EF4-FFF2-40B4-BE49-F238E27FC236}">
                <a16:creationId xmlns:a16="http://schemas.microsoft.com/office/drawing/2014/main" id="{34AC3A77-F093-154C-8291-CE5F556273C8}"/>
              </a:ext>
            </a:extLst>
          </p:cNvPr>
          <p:cNvGrpSpPr/>
          <p:nvPr/>
        </p:nvGrpSpPr>
        <p:grpSpPr>
          <a:xfrm>
            <a:off x="917511" y="5493901"/>
            <a:ext cx="990352" cy="1434747"/>
            <a:chOff x="1250506" y="2811144"/>
            <a:chExt cx="3409311" cy="3457052"/>
          </a:xfrm>
          <a:solidFill>
            <a:srgbClr val="70AD47">
              <a:lumMod val="75000"/>
            </a:srgbClr>
          </a:solidFill>
        </p:grpSpPr>
        <p:sp>
          <p:nvSpPr>
            <p:cNvPr id="660" name="Freeform 659">
              <a:extLst>
                <a:ext uri="{FF2B5EF4-FFF2-40B4-BE49-F238E27FC236}">
                  <a16:creationId xmlns:a16="http://schemas.microsoft.com/office/drawing/2014/main" id="{F6D14EAF-6325-434E-81F3-C205005782EC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660">
              <a:extLst>
                <a:ext uri="{FF2B5EF4-FFF2-40B4-BE49-F238E27FC236}">
                  <a16:creationId xmlns:a16="http://schemas.microsoft.com/office/drawing/2014/main" id="{E4611901-18A3-924F-88E9-741E6E799C42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661">
              <a:extLst>
                <a:ext uri="{FF2B5EF4-FFF2-40B4-BE49-F238E27FC236}">
                  <a16:creationId xmlns:a16="http://schemas.microsoft.com/office/drawing/2014/main" id="{225B9BDB-674E-BF42-AB2C-C9D13BB3D897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662">
              <a:extLst>
                <a:ext uri="{FF2B5EF4-FFF2-40B4-BE49-F238E27FC236}">
                  <a16:creationId xmlns:a16="http://schemas.microsoft.com/office/drawing/2014/main" id="{9BB9EC07-458E-2140-B857-374E5A7128FC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663">
              <a:extLst>
                <a:ext uri="{FF2B5EF4-FFF2-40B4-BE49-F238E27FC236}">
                  <a16:creationId xmlns:a16="http://schemas.microsoft.com/office/drawing/2014/main" id="{97FC271F-A69B-214D-AB65-9C17E3185339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664">
              <a:extLst>
                <a:ext uri="{FF2B5EF4-FFF2-40B4-BE49-F238E27FC236}">
                  <a16:creationId xmlns:a16="http://schemas.microsoft.com/office/drawing/2014/main" id="{118D1222-6FBE-BF45-9CC6-398AF66F525D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6" name="Freeform 665">
              <a:extLst>
                <a:ext uri="{FF2B5EF4-FFF2-40B4-BE49-F238E27FC236}">
                  <a16:creationId xmlns:a16="http://schemas.microsoft.com/office/drawing/2014/main" id="{5FE5FA6C-DC26-2644-9EFC-E9CB174A6470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7" name="Freeform 666">
              <a:extLst>
                <a:ext uri="{FF2B5EF4-FFF2-40B4-BE49-F238E27FC236}">
                  <a16:creationId xmlns:a16="http://schemas.microsoft.com/office/drawing/2014/main" id="{351B56F7-DC99-BC48-BB83-D65F86BF5892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8" name="Freeform 667">
              <a:extLst>
                <a:ext uri="{FF2B5EF4-FFF2-40B4-BE49-F238E27FC236}">
                  <a16:creationId xmlns:a16="http://schemas.microsoft.com/office/drawing/2014/main" id="{4B3F4337-D4ED-AF49-AAF7-D897B977CECA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9" name="Freeform 668">
              <a:extLst>
                <a:ext uri="{FF2B5EF4-FFF2-40B4-BE49-F238E27FC236}">
                  <a16:creationId xmlns:a16="http://schemas.microsoft.com/office/drawing/2014/main" id="{86ADCAF1-681F-4A4E-A7BA-9AE25342B2D3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0" name="Freeform 669">
              <a:extLst>
                <a:ext uri="{FF2B5EF4-FFF2-40B4-BE49-F238E27FC236}">
                  <a16:creationId xmlns:a16="http://schemas.microsoft.com/office/drawing/2014/main" id="{9CA9152D-2FDC-3346-975F-DE67CE1151FB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1" name="Freeform 670">
              <a:extLst>
                <a:ext uri="{FF2B5EF4-FFF2-40B4-BE49-F238E27FC236}">
                  <a16:creationId xmlns:a16="http://schemas.microsoft.com/office/drawing/2014/main" id="{E85B1F38-646E-6E4E-B559-0116A0EEDF57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2" name="Freeform 671">
              <a:extLst>
                <a:ext uri="{FF2B5EF4-FFF2-40B4-BE49-F238E27FC236}">
                  <a16:creationId xmlns:a16="http://schemas.microsoft.com/office/drawing/2014/main" id="{16576429-FF29-0F48-A451-548C3F9EEAC6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3" name="Freeform 672">
              <a:extLst>
                <a:ext uri="{FF2B5EF4-FFF2-40B4-BE49-F238E27FC236}">
                  <a16:creationId xmlns:a16="http://schemas.microsoft.com/office/drawing/2014/main" id="{3731684D-BB50-F34B-B19A-5AC24AE1D4D1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4" name="Freeform 673">
              <a:extLst>
                <a:ext uri="{FF2B5EF4-FFF2-40B4-BE49-F238E27FC236}">
                  <a16:creationId xmlns:a16="http://schemas.microsoft.com/office/drawing/2014/main" id="{77523496-E2AA-CF47-8C71-6A43999EF124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5" name="Freeform 674">
              <a:extLst>
                <a:ext uri="{FF2B5EF4-FFF2-40B4-BE49-F238E27FC236}">
                  <a16:creationId xmlns:a16="http://schemas.microsoft.com/office/drawing/2014/main" id="{DFCD244D-B343-2D47-9996-5A6F701E4B35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76" name="Group 675">
            <a:extLst>
              <a:ext uri="{FF2B5EF4-FFF2-40B4-BE49-F238E27FC236}">
                <a16:creationId xmlns:a16="http://schemas.microsoft.com/office/drawing/2014/main" id="{B8880B77-AB4B-BF4E-A323-92E2DC193FB6}"/>
              </a:ext>
            </a:extLst>
          </p:cNvPr>
          <p:cNvGrpSpPr/>
          <p:nvPr/>
        </p:nvGrpSpPr>
        <p:grpSpPr>
          <a:xfrm>
            <a:off x="254768" y="6582024"/>
            <a:ext cx="288758" cy="261558"/>
            <a:chOff x="1250506" y="2811144"/>
            <a:chExt cx="3409311" cy="3457052"/>
          </a:xfrm>
          <a:solidFill>
            <a:srgbClr val="70AD47">
              <a:lumMod val="75000"/>
            </a:srgbClr>
          </a:solidFill>
        </p:grpSpPr>
        <p:sp>
          <p:nvSpPr>
            <p:cNvPr id="677" name="Freeform 676">
              <a:extLst>
                <a:ext uri="{FF2B5EF4-FFF2-40B4-BE49-F238E27FC236}">
                  <a16:creationId xmlns:a16="http://schemas.microsoft.com/office/drawing/2014/main" id="{1AE06C5C-C7EE-9E46-9EE9-8CA7CBD02B25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8" name="Freeform 677">
              <a:extLst>
                <a:ext uri="{FF2B5EF4-FFF2-40B4-BE49-F238E27FC236}">
                  <a16:creationId xmlns:a16="http://schemas.microsoft.com/office/drawing/2014/main" id="{60AECAF6-43C1-DE4E-BDF1-5F70789623BC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9" name="Freeform 678">
              <a:extLst>
                <a:ext uri="{FF2B5EF4-FFF2-40B4-BE49-F238E27FC236}">
                  <a16:creationId xmlns:a16="http://schemas.microsoft.com/office/drawing/2014/main" id="{1F15FBE0-FAE5-A543-8949-C483A4A7DA0D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0" name="Freeform 679">
              <a:extLst>
                <a:ext uri="{FF2B5EF4-FFF2-40B4-BE49-F238E27FC236}">
                  <a16:creationId xmlns:a16="http://schemas.microsoft.com/office/drawing/2014/main" id="{559C6303-E4E3-9046-A947-8201CBBC87E1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1" name="Freeform 680">
              <a:extLst>
                <a:ext uri="{FF2B5EF4-FFF2-40B4-BE49-F238E27FC236}">
                  <a16:creationId xmlns:a16="http://schemas.microsoft.com/office/drawing/2014/main" id="{9B84F9B9-A371-8A45-BE8B-C435943313A5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2" name="Freeform 681">
              <a:extLst>
                <a:ext uri="{FF2B5EF4-FFF2-40B4-BE49-F238E27FC236}">
                  <a16:creationId xmlns:a16="http://schemas.microsoft.com/office/drawing/2014/main" id="{00D9A427-BB91-AC44-B3D2-1649EC4648D4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3" name="Freeform 682">
              <a:extLst>
                <a:ext uri="{FF2B5EF4-FFF2-40B4-BE49-F238E27FC236}">
                  <a16:creationId xmlns:a16="http://schemas.microsoft.com/office/drawing/2014/main" id="{67A12B42-08B2-2143-8B1E-97DDF0D9FF64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4" name="Freeform 683">
              <a:extLst>
                <a:ext uri="{FF2B5EF4-FFF2-40B4-BE49-F238E27FC236}">
                  <a16:creationId xmlns:a16="http://schemas.microsoft.com/office/drawing/2014/main" id="{238F9046-7902-E741-9068-46011CAADD8C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5" name="Freeform 684">
              <a:extLst>
                <a:ext uri="{FF2B5EF4-FFF2-40B4-BE49-F238E27FC236}">
                  <a16:creationId xmlns:a16="http://schemas.microsoft.com/office/drawing/2014/main" id="{4AC54E90-3EA7-7940-95CB-016BB392A069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6" name="Freeform 685">
              <a:extLst>
                <a:ext uri="{FF2B5EF4-FFF2-40B4-BE49-F238E27FC236}">
                  <a16:creationId xmlns:a16="http://schemas.microsoft.com/office/drawing/2014/main" id="{CEDC3538-EFFB-0C44-9511-693C23E5839E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7" name="Freeform 686">
              <a:extLst>
                <a:ext uri="{FF2B5EF4-FFF2-40B4-BE49-F238E27FC236}">
                  <a16:creationId xmlns:a16="http://schemas.microsoft.com/office/drawing/2014/main" id="{404D0033-EAC0-D143-B223-B64C107C6DD3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8" name="Freeform 687">
              <a:extLst>
                <a:ext uri="{FF2B5EF4-FFF2-40B4-BE49-F238E27FC236}">
                  <a16:creationId xmlns:a16="http://schemas.microsoft.com/office/drawing/2014/main" id="{9359897B-AB32-A94D-A9FC-2C0FFC8B6436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9" name="Freeform 688">
              <a:extLst>
                <a:ext uri="{FF2B5EF4-FFF2-40B4-BE49-F238E27FC236}">
                  <a16:creationId xmlns:a16="http://schemas.microsoft.com/office/drawing/2014/main" id="{04C8F82A-507F-9547-B587-F8CFDC291E1B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90" name="Freeform 689">
              <a:extLst>
                <a:ext uri="{FF2B5EF4-FFF2-40B4-BE49-F238E27FC236}">
                  <a16:creationId xmlns:a16="http://schemas.microsoft.com/office/drawing/2014/main" id="{669A6451-816C-BD41-8DBA-7724231ABC18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91" name="Freeform 690">
              <a:extLst>
                <a:ext uri="{FF2B5EF4-FFF2-40B4-BE49-F238E27FC236}">
                  <a16:creationId xmlns:a16="http://schemas.microsoft.com/office/drawing/2014/main" id="{92F24001-C3E6-8249-96A1-AA7A51A111D0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92" name="Freeform 691">
              <a:extLst>
                <a:ext uri="{FF2B5EF4-FFF2-40B4-BE49-F238E27FC236}">
                  <a16:creationId xmlns:a16="http://schemas.microsoft.com/office/drawing/2014/main" id="{B75A5911-49EE-CF46-BD2B-F127A510D586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C0258FC4-88F7-7F45-8DA5-B005D7307FDC}"/>
              </a:ext>
            </a:extLst>
          </p:cNvPr>
          <p:cNvGrpSpPr/>
          <p:nvPr/>
        </p:nvGrpSpPr>
        <p:grpSpPr>
          <a:xfrm>
            <a:off x="518596" y="6248271"/>
            <a:ext cx="470885" cy="624768"/>
            <a:chOff x="1250506" y="2811144"/>
            <a:chExt cx="3409311" cy="3457052"/>
          </a:xfrm>
          <a:solidFill>
            <a:srgbClr val="70AD47">
              <a:lumMod val="75000"/>
            </a:srgbClr>
          </a:solidFill>
        </p:grpSpPr>
        <p:sp>
          <p:nvSpPr>
            <p:cNvPr id="694" name="Freeform 693">
              <a:extLst>
                <a:ext uri="{FF2B5EF4-FFF2-40B4-BE49-F238E27FC236}">
                  <a16:creationId xmlns:a16="http://schemas.microsoft.com/office/drawing/2014/main" id="{8CD41553-5A17-7A4F-B850-AE05FAADD625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95" name="Freeform 694">
              <a:extLst>
                <a:ext uri="{FF2B5EF4-FFF2-40B4-BE49-F238E27FC236}">
                  <a16:creationId xmlns:a16="http://schemas.microsoft.com/office/drawing/2014/main" id="{ADEE35B9-7DFF-094F-B1C5-A5F9CD5DEA1B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96" name="Freeform 695">
              <a:extLst>
                <a:ext uri="{FF2B5EF4-FFF2-40B4-BE49-F238E27FC236}">
                  <a16:creationId xmlns:a16="http://schemas.microsoft.com/office/drawing/2014/main" id="{D0DBAAD5-30EE-B644-A7F0-D20C2E0C092F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97" name="Freeform 696">
              <a:extLst>
                <a:ext uri="{FF2B5EF4-FFF2-40B4-BE49-F238E27FC236}">
                  <a16:creationId xmlns:a16="http://schemas.microsoft.com/office/drawing/2014/main" id="{4E373071-7684-E444-8894-953FC48EC65B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98" name="Freeform 697">
              <a:extLst>
                <a:ext uri="{FF2B5EF4-FFF2-40B4-BE49-F238E27FC236}">
                  <a16:creationId xmlns:a16="http://schemas.microsoft.com/office/drawing/2014/main" id="{0AACF55C-6F34-A24A-AA5C-D31C494FABCE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99" name="Freeform 698">
              <a:extLst>
                <a:ext uri="{FF2B5EF4-FFF2-40B4-BE49-F238E27FC236}">
                  <a16:creationId xmlns:a16="http://schemas.microsoft.com/office/drawing/2014/main" id="{C887962B-4330-3448-AAC0-1BAFB2698A23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0" name="Freeform 699">
              <a:extLst>
                <a:ext uri="{FF2B5EF4-FFF2-40B4-BE49-F238E27FC236}">
                  <a16:creationId xmlns:a16="http://schemas.microsoft.com/office/drawing/2014/main" id="{98DC3FAD-658C-9E41-9A43-7C6EFC847272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1" name="Freeform 700">
              <a:extLst>
                <a:ext uri="{FF2B5EF4-FFF2-40B4-BE49-F238E27FC236}">
                  <a16:creationId xmlns:a16="http://schemas.microsoft.com/office/drawing/2014/main" id="{2A517653-1DD8-334F-806E-D3459A238140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2" name="Freeform 701">
              <a:extLst>
                <a:ext uri="{FF2B5EF4-FFF2-40B4-BE49-F238E27FC236}">
                  <a16:creationId xmlns:a16="http://schemas.microsoft.com/office/drawing/2014/main" id="{4B7B6B69-B697-8344-BBD1-C4B730C00E03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3" name="Freeform 702">
              <a:extLst>
                <a:ext uri="{FF2B5EF4-FFF2-40B4-BE49-F238E27FC236}">
                  <a16:creationId xmlns:a16="http://schemas.microsoft.com/office/drawing/2014/main" id="{D0A771B6-5C10-E640-A59E-72301193F102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4" name="Freeform 703">
              <a:extLst>
                <a:ext uri="{FF2B5EF4-FFF2-40B4-BE49-F238E27FC236}">
                  <a16:creationId xmlns:a16="http://schemas.microsoft.com/office/drawing/2014/main" id="{3658101A-B76B-8142-8886-A7E2849EC7FD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5" name="Freeform 704">
              <a:extLst>
                <a:ext uri="{FF2B5EF4-FFF2-40B4-BE49-F238E27FC236}">
                  <a16:creationId xmlns:a16="http://schemas.microsoft.com/office/drawing/2014/main" id="{7C2A8A85-67CE-204F-9F8B-A313CF3D9C6C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6" name="Freeform 705">
              <a:extLst>
                <a:ext uri="{FF2B5EF4-FFF2-40B4-BE49-F238E27FC236}">
                  <a16:creationId xmlns:a16="http://schemas.microsoft.com/office/drawing/2014/main" id="{F12C1E69-C612-5049-AE3B-89C18FC78555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7" name="Freeform 706">
              <a:extLst>
                <a:ext uri="{FF2B5EF4-FFF2-40B4-BE49-F238E27FC236}">
                  <a16:creationId xmlns:a16="http://schemas.microsoft.com/office/drawing/2014/main" id="{6217B883-8B08-7D47-9D29-C1D5F758B874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8" name="Freeform 707">
              <a:extLst>
                <a:ext uri="{FF2B5EF4-FFF2-40B4-BE49-F238E27FC236}">
                  <a16:creationId xmlns:a16="http://schemas.microsoft.com/office/drawing/2014/main" id="{400A442E-36DB-284B-A449-92EAAB892D8B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9" name="Freeform 708">
              <a:extLst>
                <a:ext uri="{FF2B5EF4-FFF2-40B4-BE49-F238E27FC236}">
                  <a16:creationId xmlns:a16="http://schemas.microsoft.com/office/drawing/2014/main" id="{76216F85-377B-514C-A5D8-A7F20F1F19D1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10" name="Group 709">
            <a:extLst>
              <a:ext uri="{FF2B5EF4-FFF2-40B4-BE49-F238E27FC236}">
                <a16:creationId xmlns:a16="http://schemas.microsoft.com/office/drawing/2014/main" id="{B599BE62-91BC-DE4A-8390-E9D746E241B0}"/>
              </a:ext>
            </a:extLst>
          </p:cNvPr>
          <p:cNvGrpSpPr/>
          <p:nvPr/>
        </p:nvGrpSpPr>
        <p:grpSpPr>
          <a:xfrm>
            <a:off x="381995" y="6321729"/>
            <a:ext cx="323062" cy="542518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711" name="Freeform 710">
              <a:extLst>
                <a:ext uri="{FF2B5EF4-FFF2-40B4-BE49-F238E27FC236}">
                  <a16:creationId xmlns:a16="http://schemas.microsoft.com/office/drawing/2014/main" id="{CEBA8906-ED32-3B48-8F9F-47E1C99DB89A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2" name="Freeform 711">
              <a:extLst>
                <a:ext uri="{FF2B5EF4-FFF2-40B4-BE49-F238E27FC236}">
                  <a16:creationId xmlns:a16="http://schemas.microsoft.com/office/drawing/2014/main" id="{15B0321B-64A0-5548-89DE-87AA784AD350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3" name="Freeform 712">
              <a:extLst>
                <a:ext uri="{FF2B5EF4-FFF2-40B4-BE49-F238E27FC236}">
                  <a16:creationId xmlns:a16="http://schemas.microsoft.com/office/drawing/2014/main" id="{CDD3C4EA-3060-7541-AB4F-2250A8562084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4" name="Freeform 713">
              <a:extLst>
                <a:ext uri="{FF2B5EF4-FFF2-40B4-BE49-F238E27FC236}">
                  <a16:creationId xmlns:a16="http://schemas.microsoft.com/office/drawing/2014/main" id="{D50804CF-316C-5D4E-9232-7D6D4E9C9A31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5" name="Freeform 714">
              <a:extLst>
                <a:ext uri="{FF2B5EF4-FFF2-40B4-BE49-F238E27FC236}">
                  <a16:creationId xmlns:a16="http://schemas.microsoft.com/office/drawing/2014/main" id="{E3ECBE36-B1C8-1A4D-AF6B-375B9F53B748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6" name="Freeform 715">
              <a:extLst>
                <a:ext uri="{FF2B5EF4-FFF2-40B4-BE49-F238E27FC236}">
                  <a16:creationId xmlns:a16="http://schemas.microsoft.com/office/drawing/2014/main" id="{8511101A-298B-3B43-896B-4D4D81D76A73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7" name="Freeform 716">
              <a:extLst>
                <a:ext uri="{FF2B5EF4-FFF2-40B4-BE49-F238E27FC236}">
                  <a16:creationId xmlns:a16="http://schemas.microsoft.com/office/drawing/2014/main" id="{DD8941C0-5FB7-4F4E-BFA5-819268055BCE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8" name="Freeform 717">
              <a:extLst>
                <a:ext uri="{FF2B5EF4-FFF2-40B4-BE49-F238E27FC236}">
                  <a16:creationId xmlns:a16="http://schemas.microsoft.com/office/drawing/2014/main" id="{64A8E55C-5253-0D46-A924-75BADA49EA8D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9" name="Freeform 718">
              <a:extLst>
                <a:ext uri="{FF2B5EF4-FFF2-40B4-BE49-F238E27FC236}">
                  <a16:creationId xmlns:a16="http://schemas.microsoft.com/office/drawing/2014/main" id="{74995890-9938-074D-B352-89DD2C3F0DF9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0" name="Freeform 719">
              <a:extLst>
                <a:ext uri="{FF2B5EF4-FFF2-40B4-BE49-F238E27FC236}">
                  <a16:creationId xmlns:a16="http://schemas.microsoft.com/office/drawing/2014/main" id="{A137F72F-2AC8-2C49-8A95-AB30A4256E8D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1" name="Freeform 720">
              <a:extLst>
                <a:ext uri="{FF2B5EF4-FFF2-40B4-BE49-F238E27FC236}">
                  <a16:creationId xmlns:a16="http://schemas.microsoft.com/office/drawing/2014/main" id="{7CD436AD-D759-6B48-8BAF-F8024D4BA809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2" name="Freeform 721">
              <a:extLst>
                <a:ext uri="{FF2B5EF4-FFF2-40B4-BE49-F238E27FC236}">
                  <a16:creationId xmlns:a16="http://schemas.microsoft.com/office/drawing/2014/main" id="{41D90C29-E7D3-2D4E-94E1-D1A494A9CE5F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3" name="Freeform 722">
              <a:extLst>
                <a:ext uri="{FF2B5EF4-FFF2-40B4-BE49-F238E27FC236}">
                  <a16:creationId xmlns:a16="http://schemas.microsoft.com/office/drawing/2014/main" id="{AE847F15-DC03-8941-9325-697DB0EA8A6E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4" name="Freeform 723">
              <a:extLst>
                <a:ext uri="{FF2B5EF4-FFF2-40B4-BE49-F238E27FC236}">
                  <a16:creationId xmlns:a16="http://schemas.microsoft.com/office/drawing/2014/main" id="{0ECC73BA-C7F0-8146-BF95-9C1032B87BF7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5" name="Freeform 724">
              <a:extLst>
                <a:ext uri="{FF2B5EF4-FFF2-40B4-BE49-F238E27FC236}">
                  <a16:creationId xmlns:a16="http://schemas.microsoft.com/office/drawing/2014/main" id="{FCCB14CE-E74F-C84B-BC0A-379692A6C586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6" name="Freeform 725">
              <a:extLst>
                <a:ext uri="{FF2B5EF4-FFF2-40B4-BE49-F238E27FC236}">
                  <a16:creationId xmlns:a16="http://schemas.microsoft.com/office/drawing/2014/main" id="{05CAE5D5-BCAE-7140-A2AA-91B1D58DEBB2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7" name="Group 726">
            <a:extLst>
              <a:ext uri="{FF2B5EF4-FFF2-40B4-BE49-F238E27FC236}">
                <a16:creationId xmlns:a16="http://schemas.microsoft.com/office/drawing/2014/main" id="{DB769356-8961-CD47-BD0A-D1831A971714}"/>
              </a:ext>
            </a:extLst>
          </p:cNvPr>
          <p:cNvGrpSpPr/>
          <p:nvPr/>
        </p:nvGrpSpPr>
        <p:grpSpPr>
          <a:xfrm>
            <a:off x="-66158" y="-7377"/>
            <a:ext cx="2606739" cy="1742784"/>
            <a:chOff x="-66158" y="-7377"/>
            <a:chExt cx="2606739" cy="1742784"/>
          </a:xfrm>
        </p:grpSpPr>
        <p:pic>
          <p:nvPicPr>
            <p:cNvPr id="728" name="Picture 727">
              <a:extLst>
                <a:ext uri="{FF2B5EF4-FFF2-40B4-BE49-F238E27FC236}">
                  <a16:creationId xmlns:a16="http://schemas.microsoft.com/office/drawing/2014/main" id="{C59DE0EC-1794-DF49-ABB0-A3D53EBE55E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729" name="Picture 728">
              <a:extLst>
                <a:ext uri="{FF2B5EF4-FFF2-40B4-BE49-F238E27FC236}">
                  <a16:creationId xmlns:a16="http://schemas.microsoft.com/office/drawing/2014/main" id="{7172A5D2-2DFB-1D42-B89D-8E4912890E7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0" y="-7377"/>
              <a:ext cx="2540581" cy="1413104"/>
            </a:xfrm>
            <a:prstGeom prst="rect">
              <a:avLst/>
            </a:prstGeom>
          </p:spPr>
        </p:pic>
        <p:pic>
          <p:nvPicPr>
            <p:cNvPr id="730" name="Picture 729">
              <a:extLst>
                <a:ext uri="{FF2B5EF4-FFF2-40B4-BE49-F238E27FC236}">
                  <a16:creationId xmlns:a16="http://schemas.microsoft.com/office/drawing/2014/main" id="{D643E910-D10D-6A4F-AF8F-88158AF9FC7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pic>
        <p:nvPicPr>
          <p:cNvPr id="731" name="Picture 730">
            <a:extLst>
              <a:ext uri="{FF2B5EF4-FFF2-40B4-BE49-F238E27FC236}">
                <a16:creationId xmlns:a16="http://schemas.microsoft.com/office/drawing/2014/main" id="{77292EE2-0C14-6C43-9518-A67762A955C3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alphaModFix amt="92000"/>
          </a:blip>
          <a:srcRect b="4138"/>
          <a:stretch/>
        </p:blipFill>
        <p:spPr>
          <a:xfrm>
            <a:off x="0" y="4587824"/>
            <a:ext cx="9144000" cy="22690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915101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>
          <a:xfrm>
            <a:off x="2794910" y="378684"/>
            <a:ext cx="3554178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Disturbance: Fire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8DD1223-01ED-FD4B-8375-9544F632E08A}"/>
              </a:ext>
            </a:extLst>
          </p:cNvPr>
          <p:cNvSpPr txBox="1"/>
          <p:nvPr/>
        </p:nvSpPr>
        <p:spPr>
          <a:xfrm>
            <a:off x="145004" y="1427484"/>
            <a:ext cx="8853991" cy="4467057"/>
          </a:xfrm>
          <a:prstGeom prst="rect">
            <a:avLst/>
          </a:prstGeom>
          <a:solidFill>
            <a:srgbClr val="FFFEF1"/>
          </a:solidFill>
          <a:ln w="1905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marL="342900" indent="-342900">
              <a:lnSpc>
                <a:spcPct val="150000"/>
              </a:lnSpc>
              <a:buAutoNum type="arabicPeriod"/>
            </a:pPr>
            <a:r>
              <a:rPr lang="en-US" sz="2400" dirty="0"/>
              <a:t>Calculate aboveground and total biomass</a:t>
            </a:r>
          </a:p>
          <a:p>
            <a:pPr marL="342900" indent="-342900">
              <a:lnSpc>
                <a:spcPct val="150000"/>
              </a:lnSpc>
              <a:buAutoNum type="arabicPeriod"/>
            </a:pPr>
            <a:r>
              <a:rPr lang="en-US" sz="2400" dirty="0"/>
              <a:t>Rank the PFTs by aboveground biomass</a:t>
            </a:r>
          </a:p>
          <a:p>
            <a:pPr marL="342900" indent="-342900">
              <a:lnSpc>
                <a:spcPct val="150000"/>
              </a:lnSpc>
              <a:buAutoNum type="arabicPeriod"/>
            </a:pPr>
            <a:r>
              <a:rPr lang="en-US" sz="2400" dirty="0"/>
              <a:t>Remove carbon from top PFTs</a:t>
            </a:r>
          </a:p>
          <a:p>
            <a:pPr marL="342900" indent="-342900">
              <a:lnSpc>
                <a:spcPct val="150000"/>
              </a:lnSpc>
              <a:buAutoNum type="arabicPeriod"/>
            </a:pPr>
            <a:r>
              <a:rPr lang="en-US" sz="2400" dirty="0"/>
              <a:t>Add any fire emissions that exceed modeled biomass to </a:t>
            </a:r>
            <a:r>
              <a:rPr lang="en-US" sz="2400" i="1" dirty="0" err="1"/>
              <a:t>Rmvd</a:t>
            </a:r>
            <a:r>
              <a:rPr lang="en-US" sz="2400" i="1" baseline="-25000" dirty="0" err="1"/>
              <a:t>Fire</a:t>
            </a:r>
            <a:endParaRPr lang="en-US" sz="2400" i="1" baseline="-25000" dirty="0"/>
          </a:p>
          <a:p>
            <a:pPr marL="342900" indent="-342900">
              <a:lnSpc>
                <a:spcPct val="150000"/>
              </a:lnSpc>
              <a:buAutoNum type="arabicPeriod"/>
            </a:pPr>
            <a:r>
              <a:rPr lang="en-US" sz="2400" dirty="0"/>
              <a:t>Set carbon loss (</a:t>
            </a:r>
            <a:r>
              <a:rPr lang="en-US" sz="2400" i="1" dirty="0" err="1"/>
              <a:t>Loss</a:t>
            </a:r>
            <a:r>
              <a:rPr lang="en-US" sz="2400" i="1" baseline="-25000" dirty="0" err="1"/>
              <a:t>Fire</a:t>
            </a:r>
            <a:r>
              <a:rPr lang="en-US" sz="2400" dirty="0"/>
              <a:t>) to calculated fire loss per pool</a:t>
            </a:r>
          </a:p>
          <a:p>
            <a:pPr marL="342900" indent="-342900">
              <a:lnSpc>
                <a:spcPct val="150000"/>
              </a:lnSpc>
              <a:buAutoNum type="arabicPeriod"/>
            </a:pPr>
            <a:r>
              <a:rPr lang="en-US" sz="2400" dirty="0"/>
              <a:t>Set fire respiration (</a:t>
            </a:r>
            <a:r>
              <a:rPr lang="en-US" sz="2400" i="1" dirty="0" err="1"/>
              <a:t>Resp</a:t>
            </a:r>
            <a:r>
              <a:rPr lang="en-US" sz="2400" i="1" baseline="-25000" dirty="0" err="1"/>
              <a:t>Fire</a:t>
            </a:r>
            <a:r>
              <a:rPr lang="en-US" sz="2400" dirty="0"/>
              <a:t>) to total carbon loss from fire (</a:t>
            </a:r>
            <a:r>
              <a:rPr lang="en-US" sz="2400" i="1" dirty="0" err="1"/>
              <a:t>Fire</a:t>
            </a:r>
            <a:r>
              <a:rPr lang="en-US" sz="2400" i="1" baseline="-25000" dirty="0" err="1"/>
              <a:t>C</a:t>
            </a:r>
            <a:r>
              <a:rPr lang="en-US" sz="2400" dirty="0"/>
              <a:t>)</a:t>
            </a:r>
          </a:p>
          <a:p>
            <a:pPr marL="342900" indent="-342900">
              <a:lnSpc>
                <a:spcPct val="150000"/>
              </a:lnSpc>
              <a:buAutoNum type="arabicPeriod"/>
            </a:pPr>
            <a:r>
              <a:rPr lang="en-US" sz="2400" dirty="0"/>
              <a:t>Check the fire carbon balance</a:t>
            </a:r>
          </a:p>
          <a:p>
            <a:pPr>
              <a:lnSpc>
                <a:spcPct val="150000"/>
              </a:lnSpc>
            </a:pPr>
            <a:r>
              <a:rPr lang="en-US" sz="2400" dirty="0"/>
              <a:t>       - Ensure provided C emissions = C burned and removed</a:t>
            </a:r>
          </a:p>
        </p:txBody>
      </p:sp>
    </p:spTree>
    <p:extLst>
      <p:ext uri="{BB962C8B-B14F-4D97-AF65-F5344CB8AC3E}">
        <p14:creationId xmlns:p14="http://schemas.microsoft.com/office/powerpoint/2010/main" val="31019418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1227311" y="127081"/>
            <a:ext cx="6689377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Daily Carbon Pool Exchanges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A6834B3A-9BE1-CD42-8CBE-5EA698D74C5B}"/>
                  </a:ext>
                </a:extLst>
              </p:cNvPr>
              <p:cNvSpPr txBox="1"/>
              <p:nvPr/>
            </p:nvSpPr>
            <p:spPr>
              <a:xfrm>
                <a:off x="126999" y="3132360"/>
                <a:ext cx="8890000" cy="1279453"/>
              </a:xfrm>
              <a:prstGeom prst="rect">
                <a:avLst/>
              </a:prstGeom>
              <a:solidFill>
                <a:srgbClr val="FFFEF1"/>
              </a:solidFill>
              <a:ln w="25400">
                <a:solidFill>
                  <a:srgbClr val="A01300"/>
                </a:solidFill>
              </a:ln>
            </p:spPr>
            <p:txBody>
              <a:bodyPr wrap="square" rtlCol="0">
                <a:spAutoFit/>
              </a:bodyPr>
              <a:lstStyle/>
              <a:p>
                <a:endParaRPr lang="en-US" sz="1200" dirty="0"/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2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200" b="0" i="1" smtClean="0">
                              <a:latin typeface="Cambria Math" panose="02040503050406030204" pitchFamily="18" charset="0"/>
                            </a:rPr>
                            <m:t>𝐺𝑎𝑖𝑛</m:t>
                          </m:r>
                        </m:e>
                        <m:sub>
                          <m:r>
                            <a:rPr lang="en-US" sz="2200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</m:sub>
                      </m:sSub>
                      <m:r>
                        <a:rPr lang="en-US" sz="2200" b="0" i="1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US" sz="2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2200" b="0" i="1" smtClean="0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  <m:t>𝐺𝑎𝑖𝑛</m:t>
                                    </m:r>
                                  </m:e>
                                  <m:sub>
                                    <m: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  <m:t>𝐴</m:t>
                                    </m:r>
                                    <m: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  <m:t>,</m:t>
                                    </m:r>
                                    <m: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  <m:t>𝑝</m:t>
                                    </m:r>
                                  </m:sub>
                                </m:sSub>
                                <m:r>
                                  <m:rPr>
                                    <m:brk m:alnAt="7"/>
                                  </m:rPr>
                                  <a:rPr lang="en-US" sz="2200" i="1"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b>
                                  <m:sSubPr>
                                    <m:ctrlP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  <m:t>𝐺𝑎𝑖𝑛</m:t>
                                    </m:r>
                                  </m:e>
                                  <m:sub>
                                    <m: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  <m:t>𝑆𝑒𝑒𝑑</m:t>
                                    </m:r>
                                    <m: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  <m:t>,</m:t>
                                    </m:r>
                                    <m: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  <m:t>𝑝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lang="en-US" sz="2200" b="0" i="1" smtClean="0"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  <m:r>
                                  <a:rPr lang="en-US" sz="2200" b="0" i="1" smtClean="0">
                                    <a:latin typeface="Cambria Math" panose="02040503050406030204" pitchFamily="18" charset="0"/>
                                  </a:rPr>
                                  <m:t>=</m:t>
                                </m:r>
                                <m:r>
                                  <a:rPr lang="en-US" sz="2200" b="0" i="1" smtClean="0">
                                    <a:latin typeface="Cambria Math" panose="02040503050406030204" pitchFamily="18" charset="0"/>
                                  </a:rPr>
                                  <m:t>𝑙𝑖𝑣𝑒</m:t>
                                </m:r>
                                <m:r>
                                  <a:rPr lang="en-US" sz="2200" b="0" i="1" smtClean="0"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US" sz="2200" b="0" i="1" smtClean="0">
                                    <a:latin typeface="Cambria Math" panose="02040503050406030204" pitchFamily="18" charset="0"/>
                                  </a:rPr>
                                  <m:t>𝑝𝑜𝑜𝑙𝑠</m:t>
                                </m:r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  <m:t>𝐺𝑎𝑖𝑛</m:t>
                                    </m:r>
                                  </m:e>
                                  <m:sub>
                                    <m: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  <m:t>𝐻𝑟𝑣</m:t>
                                    </m:r>
                                    <m: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  <m:t>,</m:t>
                                    </m:r>
                                    <m: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  <m:t>𝑝</m:t>
                                    </m:r>
                                  </m:sub>
                                </m:sSub>
                                <m:r>
                                  <a:rPr lang="en-US" sz="2200" i="1"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b>
                                  <m:sSubPr>
                                    <m:ctrlP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  <m:t>𝐺𝑎𝑖𝑛</m:t>
                                    </m:r>
                                  </m:e>
                                  <m:sub>
                                    <m: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  <m:t>𝐺𝑟𝑧</m:t>
                                    </m:r>
                                    <m: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  <m:t>,</m:t>
                                    </m:r>
                                    <m: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  <m:t>𝑝</m:t>
                                    </m:r>
                                  </m:sub>
                                </m:sSub>
                                <m:r>
                                  <a:rPr lang="en-US" sz="2200" i="1"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b>
                                  <m:sSubPr>
                                    <m:ctrlP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  <m:t>𝐺𝑎𝑖𝑛</m:t>
                                    </m:r>
                                  </m:e>
                                  <m:sub>
                                    <m: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  <m:t>𝑇𝐷</m:t>
                                    </m:r>
                                    <m: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  <m:t>,</m:t>
                                    </m:r>
                                    <m: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  <m:t>𝑝</m:t>
                                    </m:r>
                                  </m:sub>
                                </m:sSub>
                                <m:r>
                                  <a:rPr lang="en-US" sz="2200" i="1"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b>
                                  <m:sSubPr>
                                    <m:ctrlP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  <m:t>𝐺𝑎𝑖𝑛</m:t>
                                    </m:r>
                                  </m:e>
                                  <m:sub>
                                    <m: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  <m:t>𝑇𝐿</m:t>
                                    </m:r>
                                    <m: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  <m:t>,</m:t>
                                    </m:r>
                                    <m:r>
                                      <a:rPr lang="en-US" sz="2200" i="1">
                                        <a:latin typeface="Cambria Math" panose="02040503050406030204" pitchFamily="18" charset="0"/>
                                      </a:rPr>
                                      <m:t>𝑝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lang="en-US" sz="2200" b="0" i="1" smtClean="0"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  <m:r>
                                  <a:rPr lang="en-US" sz="2200" b="0" i="1" smtClean="0">
                                    <a:latin typeface="Cambria Math" panose="02040503050406030204" pitchFamily="18" charset="0"/>
                                  </a:rPr>
                                  <m:t>=</m:t>
                                </m:r>
                                <m:r>
                                  <a:rPr lang="en-US" sz="2200" b="0" i="1" smtClean="0">
                                    <a:latin typeface="Cambria Math" panose="02040503050406030204" pitchFamily="18" charset="0"/>
                                  </a:rPr>
                                  <m:t>𝑑𝑒𝑎𝑑</m:t>
                                </m:r>
                                <m:r>
                                  <a:rPr lang="en-US" sz="2200" b="0" i="1" smtClean="0"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US" sz="2200" b="0" i="1" smtClean="0">
                                    <a:latin typeface="Cambria Math" panose="02040503050406030204" pitchFamily="18" charset="0"/>
                                  </a:rPr>
                                  <m:t>𝑝𝑜𝑜𝑙𝑠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2200" b="0" dirty="0"/>
              </a:p>
              <a:p>
                <a:endParaRPr lang="en-US" sz="800" b="0" dirty="0"/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A6834B3A-9BE1-CD42-8CBE-5EA698D74C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6999" y="3132360"/>
                <a:ext cx="8890000" cy="1279453"/>
              </a:xfrm>
              <a:prstGeom prst="rect">
                <a:avLst/>
              </a:prstGeom>
              <a:blipFill>
                <a:blip r:embed="rId2"/>
                <a:stretch>
                  <a:fillRect l="-4836" t="-134951" r="-142" b="-206796"/>
                </a:stretch>
              </a:blipFill>
              <a:ln w="25400">
                <a:solidFill>
                  <a:srgbClr val="A01300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TextBox 5">
            <a:extLst>
              <a:ext uri="{FF2B5EF4-FFF2-40B4-BE49-F238E27FC236}">
                <a16:creationId xmlns:a16="http://schemas.microsoft.com/office/drawing/2014/main" id="{39557F57-4AA9-984E-ABA4-447A47DAE8B9}"/>
              </a:ext>
            </a:extLst>
          </p:cNvPr>
          <p:cNvSpPr txBox="1"/>
          <p:nvPr/>
        </p:nvSpPr>
        <p:spPr>
          <a:xfrm>
            <a:off x="1888052" y="4505675"/>
            <a:ext cx="4629922" cy="2231445"/>
          </a:xfrm>
          <a:prstGeom prst="rect">
            <a:avLst/>
          </a:prstGeom>
          <a:solidFill>
            <a:srgbClr val="FFFDF0"/>
          </a:solidFill>
          <a:ln w="1905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pPr>
              <a:lnSpc>
                <a:spcPts val="2840"/>
              </a:lnSpc>
            </a:pPr>
            <a:r>
              <a:rPr lang="en-US" sz="2200" dirty="0" err="1"/>
              <a:t>Gain</a:t>
            </a:r>
            <a:r>
              <a:rPr lang="en-US" sz="2200" baseline="-25000" dirty="0" err="1"/>
              <a:t>A</a:t>
            </a:r>
            <a:r>
              <a:rPr lang="en-US" sz="2200" baseline="-25000" dirty="0"/>
              <a:t> </a:t>
            </a:r>
            <a:r>
              <a:rPr lang="en-US" sz="2200" dirty="0"/>
              <a:t>= Assimilation Gain</a:t>
            </a:r>
          </a:p>
          <a:p>
            <a:pPr>
              <a:lnSpc>
                <a:spcPts val="2840"/>
              </a:lnSpc>
            </a:pPr>
            <a:r>
              <a:rPr lang="en-US" sz="2200" dirty="0" err="1"/>
              <a:t>Gain</a:t>
            </a:r>
            <a:r>
              <a:rPr lang="en-US" sz="2200" baseline="-25000" dirty="0" err="1"/>
              <a:t>Grz</a:t>
            </a:r>
            <a:r>
              <a:rPr lang="en-US" sz="2200" baseline="-25000" dirty="0"/>
              <a:t> </a:t>
            </a:r>
            <a:r>
              <a:rPr lang="en-US" sz="2200" dirty="0"/>
              <a:t>= Grazing Gain</a:t>
            </a:r>
          </a:p>
          <a:p>
            <a:pPr>
              <a:lnSpc>
                <a:spcPts val="2840"/>
              </a:lnSpc>
            </a:pPr>
            <a:r>
              <a:rPr lang="en-US" sz="2200" dirty="0" err="1"/>
              <a:t>Grain</a:t>
            </a:r>
            <a:r>
              <a:rPr lang="en-US" sz="2200" baseline="-25000" dirty="0" err="1"/>
              <a:t>Hrv</a:t>
            </a:r>
            <a:r>
              <a:rPr lang="en-US" sz="2200" baseline="-25000" dirty="0"/>
              <a:t> </a:t>
            </a:r>
            <a:r>
              <a:rPr lang="en-US" sz="2200" dirty="0"/>
              <a:t>= Harvest Gain</a:t>
            </a:r>
          </a:p>
          <a:p>
            <a:pPr>
              <a:lnSpc>
                <a:spcPts val="2840"/>
              </a:lnSpc>
            </a:pPr>
            <a:r>
              <a:rPr lang="en-US" sz="2200" dirty="0" err="1"/>
              <a:t>Gain</a:t>
            </a:r>
            <a:r>
              <a:rPr lang="en-US" sz="2200" baseline="-25000" dirty="0" err="1"/>
              <a:t>Seed</a:t>
            </a:r>
            <a:r>
              <a:rPr lang="en-US" sz="2200" dirty="0"/>
              <a:t> = Seed Gain</a:t>
            </a:r>
          </a:p>
          <a:p>
            <a:pPr>
              <a:lnSpc>
                <a:spcPts val="2840"/>
              </a:lnSpc>
            </a:pPr>
            <a:r>
              <a:rPr lang="en-US" sz="2200" dirty="0" err="1"/>
              <a:t>Gain</a:t>
            </a:r>
            <a:r>
              <a:rPr lang="en-US" sz="2200" baseline="-25000" dirty="0" err="1"/>
              <a:t>TD</a:t>
            </a:r>
            <a:r>
              <a:rPr lang="en-US" sz="2200" baseline="-25000" dirty="0"/>
              <a:t> </a:t>
            </a:r>
            <a:r>
              <a:rPr lang="en-US" sz="2200" dirty="0"/>
              <a:t>= Transfer Gain from Dead Pools</a:t>
            </a:r>
          </a:p>
          <a:p>
            <a:pPr>
              <a:lnSpc>
                <a:spcPts val="2840"/>
              </a:lnSpc>
            </a:pPr>
            <a:r>
              <a:rPr lang="en-US" sz="2200" dirty="0" err="1"/>
              <a:t>Gain</a:t>
            </a:r>
            <a:r>
              <a:rPr lang="en-US" sz="2200" baseline="-25000" dirty="0" err="1"/>
              <a:t>TL</a:t>
            </a:r>
            <a:r>
              <a:rPr lang="en-US" sz="2200" dirty="0"/>
              <a:t> = Transfer Gain from Live Pools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D518FE80-5352-AE41-B421-7B1F6B68D134}"/>
                  </a:ext>
                </a:extLst>
              </p:cNvPr>
              <p:cNvSpPr txBox="1"/>
              <p:nvPr/>
            </p:nvSpPr>
            <p:spPr>
              <a:xfrm>
                <a:off x="4543996" y="997912"/>
                <a:ext cx="3237361" cy="738215"/>
              </a:xfrm>
              <a:prstGeom prst="rect">
                <a:avLst/>
              </a:prstGeom>
              <a:solidFill>
                <a:srgbClr val="FFFDF0"/>
              </a:solidFill>
              <a:ln w="25400">
                <a:solidFill>
                  <a:srgbClr val="A01300"/>
                </a:solidFill>
              </a:ln>
            </p:spPr>
            <p:txBody>
              <a:bodyPr wrap="none" rtlCol="0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f>
                      <m:fPr>
                        <m:ctrlPr>
                          <a:rPr lang="en-US" sz="2800" i="1" smtClean="0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sSubPr>
                            <m:ctrlPr>
                              <a:rPr lang="en-US" sz="2800" i="1">
                                <a:solidFill>
                                  <a:srgbClr val="4B3118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2800" i="1">
                                <a:solidFill>
                                  <a:srgbClr val="4B3118"/>
                                </a:solidFill>
                                <a:latin typeface="Cambria Math" panose="02040503050406030204" pitchFamily="18" charset="0"/>
                              </a:rPr>
                              <m:t>𝑑𝐶</m:t>
                            </m:r>
                          </m:e>
                          <m:sub>
                            <m:r>
                              <a:rPr lang="en-US" sz="2800" i="1">
                                <a:solidFill>
                                  <a:srgbClr val="4B3118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sub>
                        </m:sSub>
                      </m:num>
                      <m:den>
                        <m:r>
                          <a:rPr lang="en-US" sz="2800" i="1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  <m:t>𝑑𝑡</m:t>
                        </m:r>
                      </m:den>
                    </m:f>
                  </m:oMath>
                </a14:m>
                <a:r>
                  <a:rPr lang="en-US" sz="2800" dirty="0">
                    <a:solidFill>
                      <a:srgbClr val="4B3118"/>
                    </a:solidFill>
                  </a:rPr>
                  <a:t> =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2800" i="1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2800" i="1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  <m:t>𝐺𝑎𝑖𝑛</m:t>
                        </m:r>
                      </m:e>
                      <m:sub>
                        <m:r>
                          <a:rPr lang="en-US" sz="2800" i="1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a:rPr lang="en-US" sz="2800" i="1">
                        <a:solidFill>
                          <a:srgbClr val="4B3118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sSubPr>
                        <m:ctrlPr>
                          <a:rPr lang="en-US" sz="2800" i="1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2800" i="1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  <m:t>𝐿𝑜𝑠𝑠</m:t>
                        </m:r>
                      </m:e>
                      <m:sub>
                        <m:r>
                          <a:rPr lang="en-US" sz="2800" i="1">
                            <a:solidFill>
                              <a:srgbClr val="4B3118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</m:oMath>
                </a14:m>
                <a:endParaRPr lang="en-US" sz="2800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D518FE80-5352-AE41-B421-7B1F6B68D1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3996" y="997912"/>
                <a:ext cx="3237361" cy="738215"/>
              </a:xfrm>
              <a:prstGeom prst="rect">
                <a:avLst/>
              </a:prstGeom>
              <a:blipFill>
                <a:blip r:embed="rId3"/>
                <a:stretch>
                  <a:fillRect b="-6557"/>
                </a:stretch>
              </a:blipFill>
              <a:ln w="25400">
                <a:solidFill>
                  <a:srgbClr val="A01300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TextBox 8">
            <a:extLst>
              <a:ext uri="{FF2B5EF4-FFF2-40B4-BE49-F238E27FC236}">
                <a16:creationId xmlns:a16="http://schemas.microsoft.com/office/drawing/2014/main" id="{E8DD5877-2563-EC4E-8E09-F6A7C4985359}"/>
              </a:ext>
            </a:extLst>
          </p:cNvPr>
          <p:cNvSpPr txBox="1"/>
          <p:nvPr/>
        </p:nvSpPr>
        <p:spPr>
          <a:xfrm>
            <a:off x="1413294" y="1175108"/>
            <a:ext cx="2835776" cy="461665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2400" b="1" dirty="0">
                <a:solidFill>
                  <a:srgbClr val="4B3118"/>
                </a:solidFill>
              </a:rPr>
              <a:t>Carbon Pool Change: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86409D25-F716-CB40-915F-43E9AE8F6B05}"/>
              </a:ext>
            </a:extLst>
          </p:cNvPr>
          <p:cNvSpPr txBox="1"/>
          <p:nvPr/>
        </p:nvSpPr>
        <p:spPr>
          <a:xfrm>
            <a:off x="2358167" y="2424638"/>
            <a:ext cx="3781805" cy="584775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 pitchFamily="2" charset="0"/>
              </a:rPr>
              <a:t>Carbon Pool Gain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8C45519-1920-1B4F-A7FA-CCB50897AFC1}"/>
              </a:ext>
            </a:extLst>
          </p:cNvPr>
          <p:cNvCxnSpPr>
            <a:cxnSpLocks/>
          </p:cNvCxnSpPr>
          <p:nvPr/>
        </p:nvCxnSpPr>
        <p:spPr>
          <a:xfrm>
            <a:off x="219987" y="1968285"/>
            <a:ext cx="8645042" cy="0"/>
          </a:xfrm>
          <a:prstGeom prst="line">
            <a:avLst/>
          </a:prstGeom>
          <a:ln w="73025">
            <a:solidFill>
              <a:srgbClr val="9E160D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7688192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2643932" y="300547"/>
            <a:ext cx="3856133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Carbon Pool Loss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43FC47D5-39E0-BD47-811F-35752A4EC65C}"/>
                  </a:ext>
                </a:extLst>
              </p:cNvPr>
              <p:cNvSpPr txBox="1"/>
              <p:nvPr/>
            </p:nvSpPr>
            <p:spPr>
              <a:xfrm>
                <a:off x="1073444" y="1092537"/>
                <a:ext cx="6800901" cy="2122504"/>
              </a:xfrm>
              <a:prstGeom prst="rect">
                <a:avLst/>
              </a:prstGeom>
              <a:solidFill>
                <a:srgbClr val="FFFDF0"/>
              </a:solidFill>
              <a:ln w="25400">
                <a:solidFill>
                  <a:srgbClr val="A01300"/>
                </a:solidFill>
              </a:ln>
            </p:spPr>
            <p:txBody>
              <a:bodyPr wrap="none" rtlCol="0">
                <a:spAutoFit/>
              </a:bodyPr>
              <a:lstStyle/>
              <a:p>
                <a:endParaRPr lang="en-US" sz="800" i="1" dirty="0">
                  <a:latin typeface="Cambria Math" panose="02040503050406030204" pitchFamily="18" charset="0"/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𝐿𝑜𝑠𝑠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𝑝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𝐿𝑜𝑠𝑠</m:t>
                                    </m:r>
                                  </m:e>
                                  <m:sub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𝑅𝑒𝑠𝑝</m:t>
                                    </m:r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,</m:t>
                                    </m:r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𝑝</m:t>
                                    </m:r>
                                  </m:sub>
                                </m:sSub>
                                <m:r>
                                  <a:rPr lang="en-US" i="1"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b>
                                  <m:sSubPr>
                                    <m:ctrlP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𝐿𝑜𝑠𝑠</m:t>
                                    </m:r>
                                  </m:e>
                                  <m:sub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𝑇𝑟𝑎𝑛𝑠</m:t>
                                    </m:r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,</m:t>
                                    </m:r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𝑝</m:t>
                                    </m:r>
                                  </m:sub>
                                </m:sSub>
                                <m:r>
                                  <a:rPr lang="en-US" i="1"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b>
                                  <m:sSubPr>
                                    <m:ctrlP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𝐿𝑜𝑠𝑠</m:t>
                                    </m:r>
                                  </m:e>
                                  <m:sub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𝐷𝑖𝑠𝑡</m:t>
                                    </m:r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,</m:t>
                                    </m:r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𝑝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lang="en-US" i="1"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  <m:r>
                                  <a:rPr lang="en-US" i="1">
                                    <a:latin typeface="Cambria Math" panose="02040503050406030204" pitchFamily="18" charset="0"/>
                                  </a:rPr>
                                  <m:t>=</m:t>
                                </m:r>
                                <m:r>
                                  <a:rPr lang="en-US" i="1">
                                    <a:latin typeface="Cambria Math" panose="02040503050406030204" pitchFamily="18" charset="0"/>
                                  </a:rPr>
                                  <m:t>𝑙𝑖𝑣𝑒</m:t>
                                </m:r>
                                <m:r>
                                  <a:rPr lang="en-US" i="1"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US" i="1">
                                    <a:latin typeface="Cambria Math" panose="02040503050406030204" pitchFamily="18" charset="0"/>
                                  </a:rPr>
                                  <m:t>𝑝𝑜𝑜𝑙𝑠</m:t>
                                </m:r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𝐿𝑜𝑠𝑠</m:t>
                                    </m:r>
                                  </m:e>
                                  <m:sub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𝐻𝑅</m:t>
                                    </m:r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,</m:t>
                                    </m:r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𝑝</m:t>
                                    </m:r>
                                  </m:sub>
                                </m:sSub>
                                <m:r>
                                  <a:rPr lang="en-US" i="1"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b>
                                  <m:sSubPr>
                                    <m:ctrlP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𝐿𝑜𝑠𝑠</m:t>
                                    </m:r>
                                  </m:e>
                                  <m:sub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𝐻𝑇</m:t>
                                    </m:r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,</m:t>
                                    </m:r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𝑝</m:t>
                                    </m:r>
                                  </m:sub>
                                </m:sSub>
                                <m:r>
                                  <a:rPr lang="en-US" i="1"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b>
                                  <m:sSubPr>
                                    <m:ctrlP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𝐿𝑜𝑠𝑠</m:t>
                                    </m:r>
                                  </m:e>
                                  <m:sub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𝐹𝑖𝑟𝑒</m:t>
                                    </m:r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,</m:t>
                                    </m:r>
                                    <m:r>
                                      <a:rPr lang="en-US" i="1">
                                        <a:latin typeface="Cambria Math" panose="02040503050406030204" pitchFamily="18" charset="0"/>
                                      </a:rPr>
                                      <m:t>𝑝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lang="en-US" i="1"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  <m:r>
                                  <a:rPr lang="en-US" i="1">
                                    <a:latin typeface="Cambria Math" panose="02040503050406030204" pitchFamily="18" charset="0"/>
                                  </a:rPr>
                                  <m:t>=</m:t>
                                </m:r>
                                <m:r>
                                  <a:rPr lang="en-US" i="1">
                                    <a:latin typeface="Cambria Math" panose="02040503050406030204" pitchFamily="18" charset="0"/>
                                  </a:rPr>
                                  <m:t>𝑑𝑒𝑎𝑑</m:t>
                                </m:r>
                                <m:r>
                                  <a:rPr lang="en-US" i="1"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US" i="1">
                                    <a:latin typeface="Cambria Math" panose="02040503050406030204" pitchFamily="18" charset="0"/>
                                  </a:rPr>
                                  <m:t>𝑝𝑜𝑜𝑙𝑠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dirty="0"/>
              </a:p>
              <a:p>
                <a:endParaRPr lang="en-US" sz="1100" dirty="0"/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𝐿𝑜𝑠𝑠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𝑅𝑒𝑠𝑝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𝑝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𝐿𝑜𝑠𝑠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𝐺𝑅𝑒𝑠𝑝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𝑝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𝐿𝑜𝑠𝑠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𝑀𝑅𝑒𝑠𝑝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𝑝</m:t>
                          </m:r>
                        </m:sub>
                      </m:sSub>
                    </m:oMath>
                  </m:oMathPara>
                </a14:m>
                <a:endParaRPr lang="en-US" dirty="0"/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𝐿𝑜𝑠𝑠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𝑇𝑟𝑎𝑛𝑠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𝑝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𝐿𝑜𝑠𝑠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𝐿𝐹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𝑝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𝐿𝑜𝑠𝑠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𝑇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𝑝</m:t>
                          </m:r>
                        </m:sub>
                      </m:sSub>
                    </m:oMath>
                  </m:oMathPara>
                </a14:m>
                <a:endParaRPr lang="en-US" dirty="0"/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𝐿𝑜𝑠𝑠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𝐷𝑖𝑠𝑡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𝑝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𝐿𝑜𝑠𝑠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𝐹𝑖𝑟𝑒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𝑝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𝐿𝑜𝑠𝑠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𝐺𝑟𝑧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𝑝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𝐿𝑜𝑠𝑠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𝐻𝑟𝑣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𝑝</m:t>
                          </m:r>
                        </m:sub>
                      </m:sSub>
                    </m:oMath>
                  </m:oMathPara>
                </a14:m>
                <a:endParaRPr lang="en-US" dirty="0"/>
              </a:p>
              <a:p>
                <a:endParaRPr lang="en-US" sz="800" dirty="0"/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43FC47D5-39E0-BD47-811F-35752A4EC6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3444" y="1092537"/>
                <a:ext cx="6800901" cy="2122504"/>
              </a:xfrm>
              <a:prstGeom prst="rect">
                <a:avLst/>
              </a:prstGeom>
              <a:blipFill>
                <a:blip r:embed="rId2"/>
                <a:stretch>
                  <a:fillRect l="-3538" t="-67059" b="-50588"/>
                </a:stretch>
              </a:blipFill>
              <a:ln w="25400">
                <a:solidFill>
                  <a:srgbClr val="A01300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" name="TextBox 9">
            <a:extLst>
              <a:ext uri="{FF2B5EF4-FFF2-40B4-BE49-F238E27FC236}">
                <a16:creationId xmlns:a16="http://schemas.microsoft.com/office/drawing/2014/main" id="{D82D04CE-8F32-834E-BD4D-18A764A8093E}"/>
              </a:ext>
            </a:extLst>
          </p:cNvPr>
          <p:cNvSpPr txBox="1"/>
          <p:nvPr/>
        </p:nvSpPr>
        <p:spPr>
          <a:xfrm>
            <a:off x="2130401" y="3422256"/>
            <a:ext cx="4883196" cy="3308663"/>
          </a:xfrm>
          <a:prstGeom prst="rect">
            <a:avLst/>
          </a:prstGeom>
          <a:solidFill>
            <a:srgbClr val="FFFDF0"/>
          </a:solidFill>
          <a:ln w="1905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pPr>
              <a:lnSpc>
                <a:spcPts val="2840"/>
              </a:lnSpc>
            </a:pPr>
            <a:r>
              <a:rPr lang="en-US" sz="2200" dirty="0" err="1"/>
              <a:t>Loss</a:t>
            </a:r>
            <a:r>
              <a:rPr lang="en-US" sz="2200" baseline="-25000" dirty="0" err="1"/>
              <a:t>Fire</a:t>
            </a:r>
            <a:r>
              <a:rPr lang="en-US" sz="2200" dirty="0"/>
              <a:t> = Fire Loss</a:t>
            </a:r>
          </a:p>
          <a:p>
            <a:pPr>
              <a:lnSpc>
                <a:spcPts val="2840"/>
              </a:lnSpc>
            </a:pPr>
            <a:r>
              <a:rPr lang="en-US" sz="2200" dirty="0" err="1"/>
              <a:t>Loss</a:t>
            </a:r>
            <a:r>
              <a:rPr lang="en-US" sz="2200" baseline="-25000" dirty="0" err="1"/>
              <a:t>GResp</a:t>
            </a:r>
            <a:r>
              <a:rPr lang="en-US" sz="2200" dirty="0"/>
              <a:t> = Growth Respiration Loss</a:t>
            </a:r>
          </a:p>
          <a:p>
            <a:pPr>
              <a:lnSpc>
                <a:spcPts val="2840"/>
              </a:lnSpc>
            </a:pPr>
            <a:r>
              <a:rPr lang="en-US" sz="2200" dirty="0" err="1"/>
              <a:t>Loss</a:t>
            </a:r>
            <a:r>
              <a:rPr lang="en-US" sz="2200" baseline="-25000" dirty="0" err="1"/>
              <a:t>Grz</a:t>
            </a:r>
            <a:r>
              <a:rPr lang="en-US" sz="2200" dirty="0"/>
              <a:t> = Grazing Loss</a:t>
            </a:r>
          </a:p>
          <a:p>
            <a:pPr>
              <a:lnSpc>
                <a:spcPts val="2840"/>
              </a:lnSpc>
            </a:pPr>
            <a:r>
              <a:rPr lang="en-US" sz="2200" dirty="0" err="1"/>
              <a:t>Loss</a:t>
            </a:r>
            <a:r>
              <a:rPr lang="en-US" sz="2200" baseline="-25000" dirty="0" err="1"/>
              <a:t>Hrv</a:t>
            </a:r>
            <a:r>
              <a:rPr lang="en-US" sz="2200" dirty="0"/>
              <a:t> = Harvest Loss</a:t>
            </a:r>
          </a:p>
          <a:p>
            <a:pPr>
              <a:lnSpc>
                <a:spcPts val="2840"/>
              </a:lnSpc>
            </a:pPr>
            <a:r>
              <a:rPr lang="en-US" sz="2200" dirty="0" err="1"/>
              <a:t>Loss</a:t>
            </a:r>
            <a:r>
              <a:rPr lang="en-US" sz="2200" baseline="-25000" dirty="0" err="1"/>
              <a:t>HR</a:t>
            </a:r>
            <a:r>
              <a:rPr lang="en-US" sz="2200" dirty="0"/>
              <a:t> = Heterotrophic Respiration Loss</a:t>
            </a:r>
          </a:p>
          <a:p>
            <a:pPr>
              <a:lnSpc>
                <a:spcPts val="2840"/>
              </a:lnSpc>
            </a:pPr>
            <a:r>
              <a:rPr lang="en-US" sz="2200" dirty="0" err="1"/>
              <a:t>Loss</a:t>
            </a:r>
            <a:r>
              <a:rPr lang="en-US" sz="2200" baseline="-25000" dirty="0" err="1"/>
              <a:t>HT</a:t>
            </a:r>
            <a:r>
              <a:rPr lang="en-US" sz="2200" baseline="-25000" dirty="0"/>
              <a:t> </a:t>
            </a:r>
            <a:r>
              <a:rPr lang="en-US" sz="2200" dirty="0"/>
              <a:t>= Dead Pool Decay Loss</a:t>
            </a:r>
          </a:p>
          <a:p>
            <a:pPr>
              <a:lnSpc>
                <a:spcPts val="2840"/>
              </a:lnSpc>
            </a:pPr>
            <a:r>
              <a:rPr lang="en-US" sz="2200" dirty="0" err="1"/>
              <a:t>Loss</a:t>
            </a:r>
            <a:r>
              <a:rPr lang="en-US" sz="2200" baseline="-25000" dirty="0" err="1"/>
              <a:t>LF</a:t>
            </a:r>
            <a:r>
              <a:rPr lang="en-US" sz="2200" dirty="0"/>
              <a:t> = Litterfall Loss</a:t>
            </a:r>
          </a:p>
          <a:p>
            <a:pPr>
              <a:lnSpc>
                <a:spcPts val="2840"/>
              </a:lnSpc>
            </a:pPr>
            <a:r>
              <a:rPr lang="en-US" sz="2200" dirty="0" err="1"/>
              <a:t>Loss</a:t>
            </a:r>
            <a:r>
              <a:rPr lang="en-US" sz="2200" baseline="-25000" dirty="0" err="1"/>
              <a:t>MResp</a:t>
            </a:r>
            <a:r>
              <a:rPr lang="en-US" sz="2200" dirty="0"/>
              <a:t> = Maintenance Respiration Loss</a:t>
            </a:r>
          </a:p>
          <a:p>
            <a:pPr>
              <a:lnSpc>
                <a:spcPts val="2840"/>
              </a:lnSpc>
            </a:pPr>
            <a:r>
              <a:rPr lang="en-US" sz="2200" dirty="0" err="1"/>
              <a:t>Loss</a:t>
            </a:r>
            <a:r>
              <a:rPr lang="en-US" sz="2200" baseline="-25000" dirty="0" err="1"/>
              <a:t>T</a:t>
            </a:r>
            <a:r>
              <a:rPr lang="en-US" sz="2200" dirty="0"/>
              <a:t> = Turnover Loss</a:t>
            </a:r>
          </a:p>
        </p:txBody>
      </p:sp>
    </p:spTree>
    <p:extLst>
      <p:ext uri="{BB962C8B-B14F-4D97-AF65-F5344CB8AC3E}">
        <p14:creationId xmlns:p14="http://schemas.microsoft.com/office/powerpoint/2010/main" val="3377110225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/>
          <p:cNvSpPr/>
          <p:nvPr/>
        </p:nvSpPr>
        <p:spPr>
          <a:xfrm>
            <a:off x="409223" y="4042126"/>
            <a:ext cx="5624085" cy="1415092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/>
          <p:cNvSpPr/>
          <p:nvPr/>
        </p:nvSpPr>
        <p:spPr>
          <a:xfrm>
            <a:off x="1524001" y="1848557"/>
            <a:ext cx="6110110" cy="1947332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/>
          <p:cNvSpPr txBox="1"/>
          <p:nvPr/>
        </p:nvSpPr>
        <p:spPr>
          <a:xfrm>
            <a:off x="892083" y="220850"/>
            <a:ext cx="7390565" cy="584776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SiB4 Vegetation State Daily Updating</a:t>
            </a:r>
          </a:p>
        </p:txBody>
      </p:sp>
      <p:graphicFrame>
        <p:nvGraphicFramePr>
          <p:cNvPr id="2" name="Object 1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484026558"/>
              </p:ext>
            </p:extLst>
          </p:nvPr>
        </p:nvGraphicFramePr>
        <p:xfrm>
          <a:off x="3177824" y="1985081"/>
          <a:ext cx="2689225" cy="4476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5030" name="Equation" r:id="rId3" imgW="1219200" imgH="203200" progId="Equation.3">
                  <p:embed/>
                </p:oleObj>
              </mc:Choice>
              <mc:Fallback>
                <p:oleObj name="Equation" r:id="rId3" imgW="1219200" imgH="203200" progId="Equation.3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3177824" y="1985081"/>
                        <a:ext cx="2689225" cy="44767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TextBox 5"/>
          <p:cNvSpPr txBox="1"/>
          <p:nvPr/>
        </p:nvSpPr>
        <p:spPr>
          <a:xfrm>
            <a:off x="1777263" y="962974"/>
            <a:ext cx="5645184" cy="646331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From the aboveground carbon pools, determine land surface characteristics:</a:t>
            </a:r>
          </a:p>
        </p:txBody>
      </p:sp>
      <p:graphicFrame>
        <p:nvGraphicFramePr>
          <p:cNvPr id="3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270576617"/>
              </p:ext>
            </p:extLst>
          </p:nvPr>
        </p:nvGraphicFramePr>
        <p:xfrm>
          <a:off x="1713162" y="2602088"/>
          <a:ext cx="5808060" cy="88335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5031" name="Equation" r:id="rId5" imgW="3340100" imgH="508000" progId="Equation.3">
                  <p:embed/>
                </p:oleObj>
              </mc:Choice>
              <mc:Fallback>
                <p:oleObj name="Equation" r:id="rId5" imgW="3340100" imgH="508000" progId="Equation.3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713162" y="2602088"/>
                        <a:ext cx="5808060" cy="88335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3322309" y="3444332"/>
            <a:ext cx="271099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solidFill>
                  <a:srgbClr val="654321"/>
                </a:solidFill>
                <a:latin typeface="Helvetica"/>
                <a:cs typeface="Helvetica"/>
              </a:rPr>
              <a:t>where SLA = Specific Leaf Area</a:t>
            </a:r>
          </a:p>
        </p:txBody>
      </p:sp>
      <p:graphicFrame>
        <p:nvGraphicFramePr>
          <p:cNvPr id="7" name="Object 6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235921298"/>
              </p:ext>
            </p:extLst>
          </p:nvPr>
        </p:nvGraphicFramePr>
        <p:xfrm>
          <a:off x="530345" y="4162779"/>
          <a:ext cx="5388843" cy="9302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5032" name="Equation" r:id="rId7" imgW="2133600" imgH="368300" progId="Equation.3">
                  <p:embed/>
                </p:oleObj>
              </mc:Choice>
              <mc:Fallback>
                <p:oleObj name="Equation" r:id="rId7" imgW="2133600" imgH="368300" progId="Equation.3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530345" y="4162779"/>
                        <a:ext cx="5388843" cy="9302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57590" y="5107107"/>
            <a:ext cx="508344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solidFill>
                  <a:srgbClr val="654321"/>
                </a:solidFill>
                <a:latin typeface="Helvetica"/>
                <a:cs typeface="Helvetica"/>
              </a:rPr>
              <a:t>where </a:t>
            </a:r>
            <a:r>
              <a:rPr lang="en-US" sz="1400" i="1" dirty="0" err="1">
                <a:solidFill>
                  <a:srgbClr val="654321"/>
                </a:solidFill>
                <a:latin typeface="Helvetica"/>
                <a:cs typeface="Helvetica"/>
              </a:rPr>
              <a:t>LAI</a:t>
            </a:r>
            <a:r>
              <a:rPr lang="en-US" sz="1400" i="1" baseline="-25000" dirty="0" err="1">
                <a:solidFill>
                  <a:srgbClr val="654321"/>
                </a:solidFill>
                <a:latin typeface="Helvetica"/>
                <a:cs typeface="Helvetica"/>
              </a:rPr>
              <a:t>Sat</a:t>
            </a:r>
            <a:r>
              <a:rPr lang="en-US" sz="1400" dirty="0">
                <a:solidFill>
                  <a:srgbClr val="654321"/>
                </a:solidFill>
                <a:latin typeface="Helvetica"/>
                <a:cs typeface="Helvetica"/>
              </a:rPr>
              <a:t> = Saturation LAI and </a:t>
            </a:r>
            <a:r>
              <a:rPr lang="en-US" sz="1400" i="1" dirty="0" err="1">
                <a:solidFill>
                  <a:srgbClr val="654321"/>
                </a:solidFill>
                <a:latin typeface="Helvetica"/>
                <a:cs typeface="Helvetica"/>
              </a:rPr>
              <a:t>FPAR</a:t>
            </a:r>
            <a:r>
              <a:rPr lang="en-US" sz="1400" i="1" baseline="-25000" dirty="0" err="1">
                <a:solidFill>
                  <a:srgbClr val="654321"/>
                </a:solidFill>
                <a:latin typeface="Helvetica"/>
                <a:cs typeface="Helvetica"/>
              </a:rPr>
              <a:t>Sat</a:t>
            </a:r>
            <a:r>
              <a:rPr lang="en-US" sz="1400" i="1" baseline="-25000" dirty="0">
                <a:solidFill>
                  <a:srgbClr val="654321"/>
                </a:solidFill>
                <a:latin typeface="Helvetica"/>
                <a:cs typeface="Helvetica"/>
              </a:rPr>
              <a:t> </a:t>
            </a:r>
            <a:r>
              <a:rPr lang="en-US" sz="1400" dirty="0">
                <a:solidFill>
                  <a:srgbClr val="654321"/>
                </a:solidFill>
                <a:latin typeface="Helvetica"/>
                <a:cs typeface="Helvetica"/>
              </a:rPr>
              <a:t>= Saturation FPAR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511917" y="4301775"/>
            <a:ext cx="2138186" cy="767943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20" name="Object 19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45019994"/>
              </p:ext>
            </p:extLst>
          </p:nvPr>
        </p:nvGraphicFramePr>
        <p:xfrm>
          <a:off x="6540139" y="4386441"/>
          <a:ext cx="2084388" cy="5778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5033" name="Equation" r:id="rId9" imgW="825500" imgH="228600" progId="Equation.3">
                  <p:embed/>
                </p:oleObj>
              </mc:Choice>
              <mc:Fallback>
                <p:oleObj name="Equation" r:id="rId9" imgW="825500" imgH="228600" progId="Equation.3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0"/>
                      <a:stretch>
                        <a:fillRect/>
                      </a:stretch>
                    </p:blipFill>
                    <p:spPr>
                      <a:xfrm>
                        <a:off x="6540139" y="4386441"/>
                        <a:ext cx="2084388" cy="57785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TextBox 7"/>
          <p:cNvSpPr txBox="1"/>
          <p:nvPr/>
        </p:nvSpPr>
        <p:spPr>
          <a:xfrm>
            <a:off x="403346" y="5700890"/>
            <a:ext cx="8382000" cy="954107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000" b="1" u="sng" dirty="0">
                <a:solidFill>
                  <a:srgbClr val="654321"/>
                </a:solidFill>
                <a:latin typeface="Helvetica"/>
                <a:cs typeface="Helvetica"/>
              </a:rPr>
              <a:t>Vegetation Properties</a:t>
            </a:r>
          </a:p>
          <a:p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Greenness Fraction, Fraction of Vegetation Cover, Time-Mean Leaf Projection, Solar Absorption Factor, Roughness Length, Zero-Plane Displacement</a:t>
            </a:r>
          </a:p>
        </p:txBody>
      </p:sp>
    </p:spTree>
    <p:extLst>
      <p:ext uri="{BB962C8B-B14F-4D97-AF65-F5344CB8AC3E}">
        <p14:creationId xmlns:p14="http://schemas.microsoft.com/office/powerpoint/2010/main" val="66367485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>
          <a:xfrm>
            <a:off x="1224769" y="409461"/>
            <a:ext cx="6694461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Solar-Induced Fluorescence (SIF)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8DD1223-01ED-FD4B-8375-9544F632E08A}"/>
              </a:ext>
            </a:extLst>
          </p:cNvPr>
          <p:cNvSpPr txBox="1"/>
          <p:nvPr/>
        </p:nvSpPr>
        <p:spPr>
          <a:xfrm>
            <a:off x="387459" y="1427484"/>
            <a:ext cx="8198602" cy="4708981"/>
          </a:xfrm>
          <a:prstGeom prst="rect">
            <a:avLst/>
          </a:prstGeom>
          <a:solidFill>
            <a:srgbClr val="FFFEF1"/>
          </a:solidFill>
          <a:ln w="1905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marL="342900" indent="-342900">
              <a:buClr>
                <a:srgbClr val="9E160D"/>
              </a:buClr>
              <a:buFont typeface="Wingdings" pitchFamily="2" charset="2"/>
              <a:buChar char="Ø"/>
            </a:pPr>
            <a:r>
              <a:rPr lang="en-US" sz="2400" dirty="0"/>
              <a:t>In using sunlight to produce glucose, the absorbed photosynthetically active radiation (APAR) has four fates:</a:t>
            </a:r>
          </a:p>
          <a:p>
            <a:pPr>
              <a:buClr>
                <a:srgbClr val="9E160D"/>
              </a:buClr>
            </a:pPr>
            <a:r>
              <a:rPr lang="en-US" sz="2400" dirty="0"/>
              <a:t>	1) Photochemistry (P)</a:t>
            </a:r>
          </a:p>
          <a:p>
            <a:pPr>
              <a:buClr>
                <a:srgbClr val="9E160D"/>
              </a:buClr>
            </a:pPr>
            <a:r>
              <a:rPr lang="en-US" sz="2400" dirty="0"/>
              <a:t>	2) Thermal Dissipation (D)</a:t>
            </a:r>
          </a:p>
          <a:p>
            <a:pPr>
              <a:buClr>
                <a:srgbClr val="9E160D"/>
              </a:buClr>
            </a:pPr>
            <a:r>
              <a:rPr lang="en-US" sz="2400" dirty="0"/>
              <a:t>	3) Energy-Dependent Heat Dissipation (N)</a:t>
            </a:r>
          </a:p>
          <a:p>
            <a:pPr>
              <a:buClr>
                <a:srgbClr val="9E160D"/>
              </a:buClr>
            </a:pPr>
            <a:r>
              <a:rPr lang="en-US" sz="2400" dirty="0"/>
              <a:t>	4) Fluorescence (F)</a:t>
            </a:r>
          </a:p>
          <a:p>
            <a:pPr marL="342900" indent="-342900">
              <a:lnSpc>
                <a:spcPct val="150000"/>
              </a:lnSpc>
              <a:buClr>
                <a:srgbClr val="9E160D"/>
              </a:buClr>
              <a:buFont typeface="Wingdings" pitchFamily="2" charset="2"/>
              <a:buChar char="Ø"/>
            </a:pPr>
            <a:r>
              <a:rPr lang="en-US" sz="2400" dirty="0"/>
              <a:t>Reemission of natural sunlight is SIF</a:t>
            </a:r>
          </a:p>
          <a:p>
            <a:pPr marL="342900" indent="-342900">
              <a:buClr>
                <a:srgbClr val="9E160D"/>
              </a:buClr>
              <a:buFont typeface="Wingdings" pitchFamily="2" charset="2"/>
              <a:buChar char="Ø"/>
            </a:pPr>
            <a:r>
              <a:rPr lang="en-US" sz="2400" dirty="0"/>
              <a:t>Using equations derived by van der Tol et al. (2014):</a:t>
            </a:r>
          </a:p>
          <a:p>
            <a:pPr>
              <a:buClr>
                <a:srgbClr val="9E160D"/>
              </a:buClr>
            </a:pPr>
            <a:r>
              <a:rPr lang="en-US" sz="2400" dirty="0"/>
              <a:t>	- Calculate probabilities for fate of absorbed photons</a:t>
            </a:r>
          </a:p>
          <a:p>
            <a:pPr>
              <a:buClr>
                <a:srgbClr val="9E160D"/>
              </a:buClr>
            </a:pPr>
            <a:r>
              <a:rPr lang="en-US" sz="2400" dirty="0"/>
              <a:t>	- Calculate yields for each of the four possible actions</a:t>
            </a:r>
          </a:p>
          <a:p>
            <a:pPr>
              <a:buClr>
                <a:srgbClr val="9E160D"/>
              </a:buClr>
            </a:pPr>
            <a:r>
              <a:rPr lang="en-US" sz="2400" dirty="0"/>
              <a:t>	- Use leaf-to-canopy scaling by Lee et al. (2015)</a:t>
            </a:r>
          </a:p>
          <a:p>
            <a:pPr>
              <a:buClr>
                <a:srgbClr val="9E160D"/>
              </a:buClr>
            </a:pPr>
            <a:r>
              <a:rPr lang="en-US" sz="2400" dirty="0"/>
              <a:t>	- Calculate SIF</a:t>
            </a:r>
          </a:p>
        </p:txBody>
      </p:sp>
    </p:spTree>
    <p:extLst>
      <p:ext uri="{BB962C8B-B14F-4D97-AF65-F5344CB8AC3E}">
        <p14:creationId xmlns:p14="http://schemas.microsoft.com/office/powerpoint/2010/main" val="464826951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>
          <a:xfrm>
            <a:off x="2213822" y="429147"/>
            <a:ext cx="4716356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Carbonyl Sulfide (COS)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8DD1223-01ED-FD4B-8375-9544F632E08A}"/>
              </a:ext>
            </a:extLst>
          </p:cNvPr>
          <p:cNvSpPr txBox="1"/>
          <p:nvPr/>
        </p:nvSpPr>
        <p:spPr>
          <a:xfrm>
            <a:off x="1170123" y="1749469"/>
            <a:ext cx="6563532" cy="3359061"/>
          </a:xfrm>
          <a:prstGeom prst="rect">
            <a:avLst/>
          </a:prstGeom>
          <a:solidFill>
            <a:srgbClr val="FFFEF1"/>
          </a:solidFill>
          <a:ln w="1905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marL="342900" indent="-342900">
              <a:lnSpc>
                <a:spcPct val="150000"/>
              </a:lnSpc>
              <a:buClr>
                <a:srgbClr val="9E160D"/>
              </a:buClr>
              <a:buFont typeface="Wingdings" pitchFamily="2" charset="2"/>
              <a:buChar char="Ø"/>
            </a:pPr>
            <a:r>
              <a:rPr lang="en-US" sz="2400" dirty="0"/>
              <a:t>Atmospheric trace gas that is an analog of CO</a:t>
            </a:r>
            <a:r>
              <a:rPr lang="en-US" sz="2400" baseline="-25000" dirty="0"/>
              <a:t>2</a:t>
            </a:r>
          </a:p>
          <a:p>
            <a:pPr marL="342900" indent="-342900">
              <a:lnSpc>
                <a:spcPct val="150000"/>
              </a:lnSpc>
              <a:buClr>
                <a:srgbClr val="9E160D"/>
              </a:buClr>
              <a:buFont typeface="Wingdings" pitchFamily="2" charset="2"/>
              <a:buChar char="Ø"/>
            </a:pPr>
            <a:r>
              <a:rPr lang="en-US" sz="2400" dirty="0"/>
              <a:t>Main Source: Ocean biogenic activity</a:t>
            </a:r>
          </a:p>
          <a:p>
            <a:pPr marL="342900" indent="-342900">
              <a:lnSpc>
                <a:spcPct val="150000"/>
              </a:lnSpc>
              <a:buClr>
                <a:srgbClr val="9E160D"/>
              </a:buClr>
              <a:buFont typeface="Wingdings" pitchFamily="2" charset="2"/>
              <a:buChar char="Ø"/>
            </a:pPr>
            <a:r>
              <a:rPr lang="en-US" sz="2400" dirty="0"/>
              <a:t>Sinks: </a:t>
            </a:r>
          </a:p>
          <a:p>
            <a:pPr>
              <a:lnSpc>
                <a:spcPct val="150000"/>
              </a:lnSpc>
              <a:buClr>
                <a:srgbClr val="9E160D"/>
              </a:buClr>
            </a:pPr>
            <a:r>
              <a:rPr lang="en-US" sz="2400" dirty="0"/>
              <a:t>          - Plants during photosynthesis </a:t>
            </a:r>
          </a:p>
          <a:p>
            <a:pPr>
              <a:lnSpc>
                <a:spcPct val="150000"/>
              </a:lnSpc>
              <a:buClr>
                <a:srgbClr val="9E160D"/>
              </a:buClr>
            </a:pPr>
            <a:r>
              <a:rPr lang="en-US" sz="2400" dirty="0"/>
              <a:t>          - Soils during microbial activity</a:t>
            </a:r>
          </a:p>
          <a:p>
            <a:pPr marL="342900" indent="-342900">
              <a:lnSpc>
                <a:spcPct val="150000"/>
              </a:lnSpc>
              <a:buClr>
                <a:srgbClr val="9E160D"/>
              </a:buClr>
              <a:buFont typeface="Wingdings" pitchFamily="2" charset="2"/>
              <a:buChar char="Ø"/>
            </a:pPr>
            <a:r>
              <a:rPr lang="en-US" sz="2400" dirty="0"/>
              <a:t>Implemented following Berry et al. (2013)</a:t>
            </a:r>
          </a:p>
        </p:txBody>
      </p:sp>
    </p:spTree>
    <p:extLst>
      <p:ext uri="{BB962C8B-B14F-4D97-AF65-F5344CB8AC3E}">
        <p14:creationId xmlns:p14="http://schemas.microsoft.com/office/powerpoint/2010/main" val="196116200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808D31FA-2BF4-0744-8F1F-6E07E0B8C8F0}"/>
              </a:ext>
            </a:extLst>
          </p:cNvPr>
          <p:cNvGrpSpPr/>
          <p:nvPr/>
        </p:nvGrpSpPr>
        <p:grpSpPr>
          <a:xfrm>
            <a:off x="2216336" y="289820"/>
            <a:ext cx="5596696" cy="6360282"/>
            <a:chOff x="1606734" y="289820"/>
            <a:chExt cx="5596696" cy="63602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19D00E02-72EF-2F4D-A0CB-34DFA11F27BD}"/>
                </a:ext>
              </a:extLst>
            </p:cNvPr>
            <p:cNvCxnSpPr>
              <a:cxnSpLocks/>
            </p:cNvCxnSpPr>
            <p:nvPr/>
          </p:nvCxnSpPr>
          <p:spPr>
            <a:xfrm>
              <a:off x="1606734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8D89B04B-28B9-6040-BB9F-792BF509F24E}"/>
                </a:ext>
              </a:extLst>
            </p:cNvPr>
            <p:cNvSpPr>
              <a:spLocks/>
            </p:cNvSpPr>
            <p:nvPr/>
          </p:nvSpPr>
          <p:spPr>
            <a:xfrm>
              <a:off x="1779019" y="5419472"/>
              <a:ext cx="5102083" cy="1230630"/>
            </a:xfrm>
            <a:custGeom>
              <a:avLst/>
              <a:gdLst>
                <a:gd name="connsiteX0" fmla="*/ 1573619 w 3622158"/>
                <a:gd name="connsiteY0" fmla="*/ 0 h 1509823"/>
                <a:gd name="connsiteX1" fmla="*/ 1453116 w 3622158"/>
                <a:gd name="connsiteY1" fmla="*/ 262270 h 1509823"/>
                <a:gd name="connsiteX2" fmla="*/ 1020726 w 3622158"/>
                <a:gd name="connsiteY2" fmla="*/ 311888 h 1509823"/>
                <a:gd name="connsiteX3" fmla="*/ 595423 w 3622158"/>
                <a:gd name="connsiteY3" fmla="*/ 248093 h 1509823"/>
                <a:gd name="connsiteX4" fmla="*/ 326065 w 3622158"/>
                <a:gd name="connsiteY4" fmla="*/ 120502 h 1509823"/>
                <a:gd name="connsiteX5" fmla="*/ 567070 w 3622158"/>
                <a:gd name="connsiteY5" fmla="*/ 297711 h 1509823"/>
                <a:gd name="connsiteX6" fmla="*/ 233916 w 3622158"/>
                <a:gd name="connsiteY6" fmla="*/ 432391 h 1509823"/>
                <a:gd name="connsiteX7" fmla="*/ 609600 w 3622158"/>
                <a:gd name="connsiteY7" fmla="*/ 340242 h 1509823"/>
                <a:gd name="connsiteX8" fmla="*/ 1020726 w 3622158"/>
                <a:gd name="connsiteY8" fmla="*/ 354418 h 1509823"/>
                <a:gd name="connsiteX9" fmla="*/ 786809 w 3622158"/>
                <a:gd name="connsiteY9" fmla="*/ 531628 h 1509823"/>
                <a:gd name="connsiteX10" fmla="*/ 1070344 w 3622158"/>
                <a:gd name="connsiteY10" fmla="*/ 382772 h 1509823"/>
                <a:gd name="connsiteX11" fmla="*/ 1502735 w 3622158"/>
                <a:gd name="connsiteY11" fmla="*/ 318977 h 1509823"/>
                <a:gd name="connsiteX12" fmla="*/ 1672856 w 3622158"/>
                <a:gd name="connsiteY12" fmla="*/ 14177 h 1509823"/>
                <a:gd name="connsiteX13" fmla="*/ 1616149 w 3622158"/>
                <a:gd name="connsiteY13" fmla="*/ 453656 h 1509823"/>
                <a:gd name="connsiteX14" fmla="*/ 1254642 w 3622158"/>
                <a:gd name="connsiteY14" fmla="*/ 708837 h 1509823"/>
                <a:gd name="connsiteX15" fmla="*/ 829340 w 3622158"/>
                <a:gd name="connsiteY15" fmla="*/ 808074 h 1509823"/>
                <a:gd name="connsiteX16" fmla="*/ 496186 w 3622158"/>
                <a:gd name="connsiteY16" fmla="*/ 659218 h 1509823"/>
                <a:gd name="connsiteX17" fmla="*/ 800986 w 3622158"/>
                <a:gd name="connsiteY17" fmla="*/ 871870 h 1509823"/>
                <a:gd name="connsiteX18" fmla="*/ 446568 w 3622158"/>
                <a:gd name="connsiteY18" fmla="*/ 907311 h 1509823"/>
                <a:gd name="connsiteX19" fmla="*/ 836428 w 3622158"/>
                <a:gd name="connsiteY19" fmla="*/ 935665 h 1509823"/>
                <a:gd name="connsiteX20" fmla="*/ 1119963 w 3622158"/>
                <a:gd name="connsiteY20" fmla="*/ 864781 h 1509823"/>
                <a:gd name="connsiteX21" fmla="*/ 730102 w 3622158"/>
                <a:gd name="connsiteY21" fmla="*/ 1148316 h 1509823"/>
                <a:gd name="connsiteX22" fmla="*/ 375684 w 3622158"/>
                <a:gd name="connsiteY22" fmla="*/ 1233377 h 1509823"/>
                <a:gd name="connsiteX23" fmla="*/ 106326 w 3622158"/>
                <a:gd name="connsiteY23" fmla="*/ 1020725 h 1509823"/>
                <a:gd name="connsiteX24" fmla="*/ 382772 w 3622158"/>
                <a:gd name="connsiteY24" fmla="*/ 1297172 h 1509823"/>
                <a:gd name="connsiteX25" fmla="*/ 0 w 3622158"/>
                <a:gd name="connsiteY25" fmla="*/ 1268818 h 1509823"/>
                <a:gd name="connsiteX26" fmla="*/ 389861 w 3622158"/>
                <a:gd name="connsiteY26" fmla="*/ 1353879 h 1509823"/>
                <a:gd name="connsiteX27" fmla="*/ 7088 w 3622158"/>
                <a:gd name="connsiteY27" fmla="*/ 1474381 h 1509823"/>
                <a:gd name="connsiteX28" fmla="*/ 418214 w 3622158"/>
                <a:gd name="connsiteY28" fmla="*/ 1396409 h 1509823"/>
                <a:gd name="connsiteX29" fmla="*/ 779721 w 3622158"/>
                <a:gd name="connsiteY29" fmla="*/ 1261730 h 1509823"/>
                <a:gd name="connsiteX30" fmla="*/ 1020726 w 3622158"/>
                <a:gd name="connsiteY30" fmla="*/ 1041991 h 1509823"/>
                <a:gd name="connsiteX31" fmla="*/ 964019 w 3622158"/>
                <a:gd name="connsiteY31" fmla="*/ 1431851 h 1509823"/>
                <a:gd name="connsiteX32" fmla="*/ 1077433 w 3622158"/>
                <a:gd name="connsiteY32" fmla="*/ 1034902 h 1509823"/>
                <a:gd name="connsiteX33" fmla="*/ 1297172 w 3622158"/>
                <a:gd name="connsiteY33" fmla="*/ 779721 h 1509823"/>
                <a:gd name="connsiteX34" fmla="*/ 1630326 w 3622158"/>
                <a:gd name="connsiteY34" fmla="*/ 545804 h 1509823"/>
                <a:gd name="connsiteX35" fmla="*/ 1566530 w 3622158"/>
                <a:gd name="connsiteY35" fmla="*/ 914400 h 1509823"/>
                <a:gd name="connsiteX36" fmla="*/ 1389321 w 3622158"/>
                <a:gd name="connsiteY36" fmla="*/ 1119963 h 1509823"/>
                <a:gd name="connsiteX37" fmla="*/ 1609061 w 3622158"/>
                <a:gd name="connsiteY37" fmla="*/ 949842 h 1509823"/>
                <a:gd name="connsiteX38" fmla="*/ 1538177 w 3622158"/>
                <a:gd name="connsiteY38" fmla="*/ 1304260 h 1509823"/>
                <a:gd name="connsiteX39" fmla="*/ 1304261 w 3622158"/>
                <a:gd name="connsiteY39" fmla="*/ 1375144 h 1509823"/>
                <a:gd name="connsiteX40" fmla="*/ 1552354 w 3622158"/>
                <a:gd name="connsiteY40" fmla="*/ 1346791 h 1509823"/>
                <a:gd name="connsiteX41" fmla="*/ 1545265 w 3622158"/>
                <a:gd name="connsiteY41" fmla="*/ 1509823 h 1509823"/>
                <a:gd name="connsiteX42" fmla="*/ 1601972 w 3622158"/>
                <a:gd name="connsiteY42" fmla="*/ 1339702 h 1509823"/>
                <a:gd name="connsiteX43" fmla="*/ 1772093 w 3622158"/>
                <a:gd name="connsiteY43" fmla="*/ 1453116 h 1509823"/>
                <a:gd name="connsiteX44" fmla="*/ 1601972 w 3622158"/>
                <a:gd name="connsiteY44" fmla="*/ 1282995 h 1509823"/>
                <a:gd name="connsiteX45" fmla="*/ 1679944 w 3622158"/>
                <a:gd name="connsiteY45" fmla="*/ 935665 h 1509823"/>
                <a:gd name="connsiteX46" fmla="*/ 1793358 w 3622158"/>
                <a:gd name="connsiteY46" fmla="*/ 1190846 h 1509823"/>
                <a:gd name="connsiteX47" fmla="*/ 1701209 w 3622158"/>
                <a:gd name="connsiteY47" fmla="*/ 850604 h 1509823"/>
                <a:gd name="connsiteX48" fmla="*/ 1757916 w 3622158"/>
                <a:gd name="connsiteY48" fmla="*/ 538716 h 1509823"/>
                <a:gd name="connsiteX49" fmla="*/ 2083982 w 3622158"/>
                <a:gd name="connsiteY49" fmla="*/ 1006549 h 1509823"/>
                <a:gd name="connsiteX50" fmla="*/ 2587256 w 3622158"/>
                <a:gd name="connsiteY50" fmla="*/ 1375144 h 1509823"/>
                <a:gd name="connsiteX51" fmla="*/ 2948763 w 3622158"/>
                <a:gd name="connsiteY51" fmla="*/ 1332614 h 1509823"/>
                <a:gd name="connsiteX52" fmla="*/ 2601433 w 3622158"/>
                <a:gd name="connsiteY52" fmla="*/ 1325525 h 1509823"/>
                <a:gd name="connsiteX53" fmla="*/ 2948763 w 3622158"/>
                <a:gd name="connsiteY53" fmla="*/ 1261730 h 1509823"/>
                <a:gd name="connsiteX54" fmla="*/ 2580168 w 3622158"/>
                <a:gd name="connsiteY54" fmla="*/ 1240465 h 1509823"/>
                <a:gd name="connsiteX55" fmla="*/ 2190307 w 3622158"/>
                <a:gd name="connsiteY55" fmla="*/ 921488 h 1509823"/>
                <a:gd name="connsiteX56" fmla="*/ 1835888 w 3622158"/>
                <a:gd name="connsiteY56" fmla="*/ 496186 h 1509823"/>
                <a:gd name="connsiteX57" fmla="*/ 2558902 w 3622158"/>
                <a:gd name="connsiteY57" fmla="*/ 914400 h 1509823"/>
                <a:gd name="connsiteX58" fmla="*/ 3274828 w 3622158"/>
                <a:gd name="connsiteY58" fmla="*/ 1027814 h 1509823"/>
                <a:gd name="connsiteX59" fmla="*/ 3622158 w 3622158"/>
                <a:gd name="connsiteY59" fmla="*/ 1261730 h 1509823"/>
                <a:gd name="connsiteX60" fmla="*/ 3310270 w 3622158"/>
                <a:gd name="connsiteY60" fmla="*/ 999460 h 1509823"/>
                <a:gd name="connsiteX61" fmla="*/ 3586716 w 3622158"/>
                <a:gd name="connsiteY61" fmla="*/ 893135 h 1509823"/>
                <a:gd name="connsiteX62" fmla="*/ 3246475 w 3622158"/>
                <a:gd name="connsiteY62" fmla="*/ 942753 h 1509823"/>
                <a:gd name="connsiteX63" fmla="*/ 2544726 w 3622158"/>
                <a:gd name="connsiteY63" fmla="*/ 829339 h 1509823"/>
                <a:gd name="connsiteX64" fmla="*/ 1842977 w 3622158"/>
                <a:gd name="connsiteY64" fmla="*/ 404037 h 1509823"/>
                <a:gd name="connsiteX65" fmla="*/ 1963479 w 3622158"/>
                <a:gd name="connsiteY65" fmla="*/ 198474 h 1509823"/>
                <a:gd name="connsiteX66" fmla="*/ 2587256 w 3622158"/>
                <a:gd name="connsiteY66" fmla="*/ 425302 h 1509823"/>
                <a:gd name="connsiteX67" fmla="*/ 3196856 w 3622158"/>
                <a:gd name="connsiteY67" fmla="*/ 446567 h 1509823"/>
                <a:gd name="connsiteX68" fmla="*/ 3579628 w 3622158"/>
                <a:gd name="connsiteY68" fmla="*/ 595423 h 1509823"/>
                <a:gd name="connsiteX69" fmla="*/ 3225209 w 3622158"/>
                <a:gd name="connsiteY69" fmla="*/ 432391 h 1509823"/>
                <a:gd name="connsiteX70" fmla="*/ 3600893 w 3622158"/>
                <a:gd name="connsiteY70" fmla="*/ 489097 h 1509823"/>
                <a:gd name="connsiteX71" fmla="*/ 3189768 w 3622158"/>
                <a:gd name="connsiteY71" fmla="*/ 368595 h 1509823"/>
                <a:gd name="connsiteX72" fmla="*/ 2580168 w 3622158"/>
                <a:gd name="connsiteY72" fmla="*/ 340242 h 1509823"/>
                <a:gd name="connsiteX73" fmla="*/ 1977656 w 3622158"/>
                <a:gd name="connsiteY73" fmla="*/ 63795 h 1509823"/>
                <a:gd name="connsiteX74" fmla="*/ 2013098 w 3622158"/>
                <a:gd name="connsiteY74" fmla="*/ 0 h 1509823"/>
                <a:gd name="connsiteX75" fmla="*/ 2013098 w 3622158"/>
                <a:gd name="connsiteY75" fmla="*/ 0 h 1509823"/>
                <a:gd name="connsiteX76" fmla="*/ 1573619 w 3622158"/>
                <a:gd name="connsiteY76" fmla="*/ 0 h 1509823"/>
                <a:gd name="connsiteX0" fmla="*/ 1573619 w 3622158"/>
                <a:gd name="connsiteY0" fmla="*/ 0 h 1573618"/>
                <a:gd name="connsiteX1" fmla="*/ 1453116 w 3622158"/>
                <a:gd name="connsiteY1" fmla="*/ 262270 h 1573618"/>
                <a:gd name="connsiteX2" fmla="*/ 1020726 w 3622158"/>
                <a:gd name="connsiteY2" fmla="*/ 311888 h 1573618"/>
                <a:gd name="connsiteX3" fmla="*/ 595423 w 3622158"/>
                <a:gd name="connsiteY3" fmla="*/ 248093 h 1573618"/>
                <a:gd name="connsiteX4" fmla="*/ 326065 w 3622158"/>
                <a:gd name="connsiteY4" fmla="*/ 120502 h 1573618"/>
                <a:gd name="connsiteX5" fmla="*/ 567070 w 3622158"/>
                <a:gd name="connsiteY5" fmla="*/ 297711 h 1573618"/>
                <a:gd name="connsiteX6" fmla="*/ 233916 w 3622158"/>
                <a:gd name="connsiteY6" fmla="*/ 432391 h 1573618"/>
                <a:gd name="connsiteX7" fmla="*/ 609600 w 3622158"/>
                <a:gd name="connsiteY7" fmla="*/ 340242 h 1573618"/>
                <a:gd name="connsiteX8" fmla="*/ 1020726 w 3622158"/>
                <a:gd name="connsiteY8" fmla="*/ 354418 h 1573618"/>
                <a:gd name="connsiteX9" fmla="*/ 786809 w 3622158"/>
                <a:gd name="connsiteY9" fmla="*/ 531628 h 1573618"/>
                <a:gd name="connsiteX10" fmla="*/ 1070344 w 3622158"/>
                <a:gd name="connsiteY10" fmla="*/ 382772 h 1573618"/>
                <a:gd name="connsiteX11" fmla="*/ 1502735 w 3622158"/>
                <a:gd name="connsiteY11" fmla="*/ 318977 h 1573618"/>
                <a:gd name="connsiteX12" fmla="*/ 1672856 w 3622158"/>
                <a:gd name="connsiteY12" fmla="*/ 14177 h 1573618"/>
                <a:gd name="connsiteX13" fmla="*/ 1616149 w 3622158"/>
                <a:gd name="connsiteY13" fmla="*/ 453656 h 1573618"/>
                <a:gd name="connsiteX14" fmla="*/ 1254642 w 3622158"/>
                <a:gd name="connsiteY14" fmla="*/ 708837 h 1573618"/>
                <a:gd name="connsiteX15" fmla="*/ 829340 w 3622158"/>
                <a:gd name="connsiteY15" fmla="*/ 808074 h 1573618"/>
                <a:gd name="connsiteX16" fmla="*/ 496186 w 3622158"/>
                <a:gd name="connsiteY16" fmla="*/ 659218 h 1573618"/>
                <a:gd name="connsiteX17" fmla="*/ 800986 w 3622158"/>
                <a:gd name="connsiteY17" fmla="*/ 871870 h 1573618"/>
                <a:gd name="connsiteX18" fmla="*/ 446568 w 3622158"/>
                <a:gd name="connsiteY18" fmla="*/ 907311 h 1573618"/>
                <a:gd name="connsiteX19" fmla="*/ 836428 w 3622158"/>
                <a:gd name="connsiteY19" fmla="*/ 935665 h 1573618"/>
                <a:gd name="connsiteX20" fmla="*/ 1119963 w 3622158"/>
                <a:gd name="connsiteY20" fmla="*/ 864781 h 1573618"/>
                <a:gd name="connsiteX21" fmla="*/ 730102 w 3622158"/>
                <a:gd name="connsiteY21" fmla="*/ 1148316 h 1573618"/>
                <a:gd name="connsiteX22" fmla="*/ 375684 w 3622158"/>
                <a:gd name="connsiteY22" fmla="*/ 1233377 h 1573618"/>
                <a:gd name="connsiteX23" fmla="*/ 106326 w 3622158"/>
                <a:gd name="connsiteY23" fmla="*/ 1020725 h 1573618"/>
                <a:gd name="connsiteX24" fmla="*/ 382772 w 3622158"/>
                <a:gd name="connsiteY24" fmla="*/ 1297172 h 1573618"/>
                <a:gd name="connsiteX25" fmla="*/ 0 w 3622158"/>
                <a:gd name="connsiteY25" fmla="*/ 1268818 h 1573618"/>
                <a:gd name="connsiteX26" fmla="*/ 389861 w 3622158"/>
                <a:gd name="connsiteY26" fmla="*/ 1353879 h 1573618"/>
                <a:gd name="connsiteX27" fmla="*/ 70883 w 3622158"/>
                <a:gd name="connsiteY27" fmla="*/ 1573618 h 1573618"/>
                <a:gd name="connsiteX28" fmla="*/ 418214 w 3622158"/>
                <a:gd name="connsiteY28" fmla="*/ 1396409 h 1573618"/>
                <a:gd name="connsiteX29" fmla="*/ 779721 w 3622158"/>
                <a:gd name="connsiteY29" fmla="*/ 1261730 h 1573618"/>
                <a:gd name="connsiteX30" fmla="*/ 1020726 w 3622158"/>
                <a:gd name="connsiteY30" fmla="*/ 1041991 h 1573618"/>
                <a:gd name="connsiteX31" fmla="*/ 964019 w 3622158"/>
                <a:gd name="connsiteY31" fmla="*/ 1431851 h 1573618"/>
                <a:gd name="connsiteX32" fmla="*/ 1077433 w 3622158"/>
                <a:gd name="connsiteY32" fmla="*/ 1034902 h 1573618"/>
                <a:gd name="connsiteX33" fmla="*/ 1297172 w 3622158"/>
                <a:gd name="connsiteY33" fmla="*/ 779721 h 1573618"/>
                <a:gd name="connsiteX34" fmla="*/ 1630326 w 3622158"/>
                <a:gd name="connsiteY34" fmla="*/ 545804 h 1573618"/>
                <a:gd name="connsiteX35" fmla="*/ 1566530 w 3622158"/>
                <a:gd name="connsiteY35" fmla="*/ 914400 h 1573618"/>
                <a:gd name="connsiteX36" fmla="*/ 1389321 w 3622158"/>
                <a:gd name="connsiteY36" fmla="*/ 1119963 h 1573618"/>
                <a:gd name="connsiteX37" fmla="*/ 1609061 w 3622158"/>
                <a:gd name="connsiteY37" fmla="*/ 949842 h 1573618"/>
                <a:gd name="connsiteX38" fmla="*/ 1538177 w 3622158"/>
                <a:gd name="connsiteY38" fmla="*/ 1304260 h 1573618"/>
                <a:gd name="connsiteX39" fmla="*/ 1304261 w 3622158"/>
                <a:gd name="connsiteY39" fmla="*/ 1375144 h 1573618"/>
                <a:gd name="connsiteX40" fmla="*/ 1552354 w 3622158"/>
                <a:gd name="connsiteY40" fmla="*/ 1346791 h 1573618"/>
                <a:gd name="connsiteX41" fmla="*/ 1545265 w 3622158"/>
                <a:gd name="connsiteY41" fmla="*/ 1509823 h 1573618"/>
                <a:gd name="connsiteX42" fmla="*/ 1601972 w 3622158"/>
                <a:gd name="connsiteY42" fmla="*/ 1339702 h 1573618"/>
                <a:gd name="connsiteX43" fmla="*/ 1772093 w 3622158"/>
                <a:gd name="connsiteY43" fmla="*/ 1453116 h 1573618"/>
                <a:gd name="connsiteX44" fmla="*/ 1601972 w 3622158"/>
                <a:gd name="connsiteY44" fmla="*/ 1282995 h 1573618"/>
                <a:gd name="connsiteX45" fmla="*/ 1679944 w 3622158"/>
                <a:gd name="connsiteY45" fmla="*/ 935665 h 1573618"/>
                <a:gd name="connsiteX46" fmla="*/ 1793358 w 3622158"/>
                <a:gd name="connsiteY46" fmla="*/ 1190846 h 1573618"/>
                <a:gd name="connsiteX47" fmla="*/ 1701209 w 3622158"/>
                <a:gd name="connsiteY47" fmla="*/ 850604 h 1573618"/>
                <a:gd name="connsiteX48" fmla="*/ 1757916 w 3622158"/>
                <a:gd name="connsiteY48" fmla="*/ 538716 h 1573618"/>
                <a:gd name="connsiteX49" fmla="*/ 2083982 w 3622158"/>
                <a:gd name="connsiteY49" fmla="*/ 1006549 h 1573618"/>
                <a:gd name="connsiteX50" fmla="*/ 2587256 w 3622158"/>
                <a:gd name="connsiteY50" fmla="*/ 1375144 h 1573618"/>
                <a:gd name="connsiteX51" fmla="*/ 2948763 w 3622158"/>
                <a:gd name="connsiteY51" fmla="*/ 1332614 h 1573618"/>
                <a:gd name="connsiteX52" fmla="*/ 2601433 w 3622158"/>
                <a:gd name="connsiteY52" fmla="*/ 1325525 h 1573618"/>
                <a:gd name="connsiteX53" fmla="*/ 2948763 w 3622158"/>
                <a:gd name="connsiteY53" fmla="*/ 1261730 h 1573618"/>
                <a:gd name="connsiteX54" fmla="*/ 2580168 w 3622158"/>
                <a:gd name="connsiteY54" fmla="*/ 1240465 h 1573618"/>
                <a:gd name="connsiteX55" fmla="*/ 2190307 w 3622158"/>
                <a:gd name="connsiteY55" fmla="*/ 921488 h 1573618"/>
                <a:gd name="connsiteX56" fmla="*/ 1835888 w 3622158"/>
                <a:gd name="connsiteY56" fmla="*/ 496186 h 1573618"/>
                <a:gd name="connsiteX57" fmla="*/ 2558902 w 3622158"/>
                <a:gd name="connsiteY57" fmla="*/ 914400 h 1573618"/>
                <a:gd name="connsiteX58" fmla="*/ 3274828 w 3622158"/>
                <a:gd name="connsiteY58" fmla="*/ 1027814 h 1573618"/>
                <a:gd name="connsiteX59" fmla="*/ 3622158 w 3622158"/>
                <a:gd name="connsiteY59" fmla="*/ 1261730 h 1573618"/>
                <a:gd name="connsiteX60" fmla="*/ 3310270 w 3622158"/>
                <a:gd name="connsiteY60" fmla="*/ 999460 h 1573618"/>
                <a:gd name="connsiteX61" fmla="*/ 3586716 w 3622158"/>
                <a:gd name="connsiteY61" fmla="*/ 893135 h 1573618"/>
                <a:gd name="connsiteX62" fmla="*/ 3246475 w 3622158"/>
                <a:gd name="connsiteY62" fmla="*/ 942753 h 1573618"/>
                <a:gd name="connsiteX63" fmla="*/ 2544726 w 3622158"/>
                <a:gd name="connsiteY63" fmla="*/ 829339 h 1573618"/>
                <a:gd name="connsiteX64" fmla="*/ 1842977 w 3622158"/>
                <a:gd name="connsiteY64" fmla="*/ 404037 h 1573618"/>
                <a:gd name="connsiteX65" fmla="*/ 1963479 w 3622158"/>
                <a:gd name="connsiteY65" fmla="*/ 198474 h 1573618"/>
                <a:gd name="connsiteX66" fmla="*/ 2587256 w 3622158"/>
                <a:gd name="connsiteY66" fmla="*/ 425302 h 1573618"/>
                <a:gd name="connsiteX67" fmla="*/ 3196856 w 3622158"/>
                <a:gd name="connsiteY67" fmla="*/ 446567 h 1573618"/>
                <a:gd name="connsiteX68" fmla="*/ 3579628 w 3622158"/>
                <a:gd name="connsiteY68" fmla="*/ 595423 h 1573618"/>
                <a:gd name="connsiteX69" fmla="*/ 3225209 w 3622158"/>
                <a:gd name="connsiteY69" fmla="*/ 432391 h 1573618"/>
                <a:gd name="connsiteX70" fmla="*/ 3600893 w 3622158"/>
                <a:gd name="connsiteY70" fmla="*/ 489097 h 1573618"/>
                <a:gd name="connsiteX71" fmla="*/ 3189768 w 3622158"/>
                <a:gd name="connsiteY71" fmla="*/ 368595 h 1573618"/>
                <a:gd name="connsiteX72" fmla="*/ 2580168 w 3622158"/>
                <a:gd name="connsiteY72" fmla="*/ 340242 h 1573618"/>
                <a:gd name="connsiteX73" fmla="*/ 1977656 w 3622158"/>
                <a:gd name="connsiteY73" fmla="*/ 63795 h 1573618"/>
                <a:gd name="connsiteX74" fmla="*/ 2013098 w 3622158"/>
                <a:gd name="connsiteY74" fmla="*/ 0 h 1573618"/>
                <a:gd name="connsiteX75" fmla="*/ 2013098 w 3622158"/>
                <a:gd name="connsiteY75" fmla="*/ 0 h 1573618"/>
                <a:gd name="connsiteX76" fmla="*/ 1573619 w 3622158"/>
                <a:gd name="connsiteY76" fmla="*/ 0 h 1573618"/>
                <a:gd name="connsiteX0" fmla="*/ 1552354 w 3600893"/>
                <a:gd name="connsiteY0" fmla="*/ 0 h 1573618"/>
                <a:gd name="connsiteX1" fmla="*/ 1431851 w 3600893"/>
                <a:gd name="connsiteY1" fmla="*/ 262270 h 1573618"/>
                <a:gd name="connsiteX2" fmla="*/ 999461 w 3600893"/>
                <a:gd name="connsiteY2" fmla="*/ 311888 h 1573618"/>
                <a:gd name="connsiteX3" fmla="*/ 574158 w 3600893"/>
                <a:gd name="connsiteY3" fmla="*/ 248093 h 1573618"/>
                <a:gd name="connsiteX4" fmla="*/ 304800 w 3600893"/>
                <a:gd name="connsiteY4" fmla="*/ 120502 h 1573618"/>
                <a:gd name="connsiteX5" fmla="*/ 545805 w 3600893"/>
                <a:gd name="connsiteY5" fmla="*/ 297711 h 1573618"/>
                <a:gd name="connsiteX6" fmla="*/ 212651 w 3600893"/>
                <a:gd name="connsiteY6" fmla="*/ 432391 h 1573618"/>
                <a:gd name="connsiteX7" fmla="*/ 588335 w 3600893"/>
                <a:gd name="connsiteY7" fmla="*/ 340242 h 1573618"/>
                <a:gd name="connsiteX8" fmla="*/ 999461 w 3600893"/>
                <a:gd name="connsiteY8" fmla="*/ 354418 h 1573618"/>
                <a:gd name="connsiteX9" fmla="*/ 765544 w 3600893"/>
                <a:gd name="connsiteY9" fmla="*/ 531628 h 1573618"/>
                <a:gd name="connsiteX10" fmla="*/ 1049079 w 3600893"/>
                <a:gd name="connsiteY10" fmla="*/ 382772 h 1573618"/>
                <a:gd name="connsiteX11" fmla="*/ 1481470 w 3600893"/>
                <a:gd name="connsiteY11" fmla="*/ 318977 h 1573618"/>
                <a:gd name="connsiteX12" fmla="*/ 1651591 w 3600893"/>
                <a:gd name="connsiteY12" fmla="*/ 14177 h 1573618"/>
                <a:gd name="connsiteX13" fmla="*/ 1594884 w 3600893"/>
                <a:gd name="connsiteY13" fmla="*/ 453656 h 1573618"/>
                <a:gd name="connsiteX14" fmla="*/ 1233377 w 3600893"/>
                <a:gd name="connsiteY14" fmla="*/ 708837 h 1573618"/>
                <a:gd name="connsiteX15" fmla="*/ 808075 w 3600893"/>
                <a:gd name="connsiteY15" fmla="*/ 808074 h 1573618"/>
                <a:gd name="connsiteX16" fmla="*/ 474921 w 3600893"/>
                <a:gd name="connsiteY16" fmla="*/ 659218 h 1573618"/>
                <a:gd name="connsiteX17" fmla="*/ 779721 w 3600893"/>
                <a:gd name="connsiteY17" fmla="*/ 871870 h 1573618"/>
                <a:gd name="connsiteX18" fmla="*/ 425303 w 3600893"/>
                <a:gd name="connsiteY18" fmla="*/ 907311 h 1573618"/>
                <a:gd name="connsiteX19" fmla="*/ 815163 w 3600893"/>
                <a:gd name="connsiteY19" fmla="*/ 935665 h 1573618"/>
                <a:gd name="connsiteX20" fmla="*/ 1098698 w 3600893"/>
                <a:gd name="connsiteY20" fmla="*/ 864781 h 1573618"/>
                <a:gd name="connsiteX21" fmla="*/ 708837 w 3600893"/>
                <a:gd name="connsiteY21" fmla="*/ 1148316 h 1573618"/>
                <a:gd name="connsiteX22" fmla="*/ 354419 w 3600893"/>
                <a:gd name="connsiteY22" fmla="*/ 1233377 h 1573618"/>
                <a:gd name="connsiteX23" fmla="*/ 85061 w 3600893"/>
                <a:gd name="connsiteY23" fmla="*/ 1020725 h 1573618"/>
                <a:gd name="connsiteX24" fmla="*/ 361507 w 3600893"/>
                <a:gd name="connsiteY24" fmla="*/ 1297172 h 1573618"/>
                <a:gd name="connsiteX25" fmla="*/ 0 w 3600893"/>
                <a:gd name="connsiteY25" fmla="*/ 1438939 h 1573618"/>
                <a:gd name="connsiteX26" fmla="*/ 368596 w 3600893"/>
                <a:gd name="connsiteY26" fmla="*/ 1353879 h 1573618"/>
                <a:gd name="connsiteX27" fmla="*/ 49618 w 3600893"/>
                <a:gd name="connsiteY27" fmla="*/ 1573618 h 1573618"/>
                <a:gd name="connsiteX28" fmla="*/ 396949 w 3600893"/>
                <a:gd name="connsiteY28" fmla="*/ 1396409 h 1573618"/>
                <a:gd name="connsiteX29" fmla="*/ 758456 w 3600893"/>
                <a:gd name="connsiteY29" fmla="*/ 1261730 h 1573618"/>
                <a:gd name="connsiteX30" fmla="*/ 999461 w 3600893"/>
                <a:gd name="connsiteY30" fmla="*/ 1041991 h 1573618"/>
                <a:gd name="connsiteX31" fmla="*/ 942754 w 3600893"/>
                <a:gd name="connsiteY31" fmla="*/ 1431851 h 1573618"/>
                <a:gd name="connsiteX32" fmla="*/ 1056168 w 3600893"/>
                <a:gd name="connsiteY32" fmla="*/ 1034902 h 1573618"/>
                <a:gd name="connsiteX33" fmla="*/ 1275907 w 3600893"/>
                <a:gd name="connsiteY33" fmla="*/ 779721 h 1573618"/>
                <a:gd name="connsiteX34" fmla="*/ 1609061 w 3600893"/>
                <a:gd name="connsiteY34" fmla="*/ 545804 h 1573618"/>
                <a:gd name="connsiteX35" fmla="*/ 1545265 w 3600893"/>
                <a:gd name="connsiteY35" fmla="*/ 914400 h 1573618"/>
                <a:gd name="connsiteX36" fmla="*/ 1368056 w 3600893"/>
                <a:gd name="connsiteY36" fmla="*/ 1119963 h 1573618"/>
                <a:gd name="connsiteX37" fmla="*/ 1587796 w 3600893"/>
                <a:gd name="connsiteY37" fmla="*/ 949842 h 1573618"/>
                <a:gd name="connsiteX38" fmla="*/ 1516912 w 3600893"/>
                <a:gd name="connsiteY38" fmla="*/ 1304260 h 1573618"/>
                <a:gd name="connsiteX39" fmla="*/ 1282996 w 3600893"/>
                <a:gd name="connsiteY39" fmla="*/ 1375144 h 1573618"/>
                <a:gd name="connsiteX40" fmla="*/ 1531089 w 3600893"/>
                <a:gd name="connsiteY40" fmla="*/ 1346791 h 1573618"/>
                <a:gd name="connsiteX41" fmla="*/ 1524000 w 3600893"/>
                <a:gd name="connsiteY41" fmla="*/ 1509823 h 1573618"/>
                <a:gd name="connsiteX42" fmla="*/ 1580707 w 3600893"/>
                <a:gd name="connsiteY42" fmla="*/ 1339702 h 1573618"/>
                <a:gd name="connsiteX43" fmla="*/ 1750828 w 3600893"/>
                <a:gd name="connsiteY43" fmla="*/ 1453116 h 1573618"/>
                <a:gd name="connsiteX44" fmla="*/ 1580707 w 3600893"/>
                <a:gd name="connsiteY44" fmla="*/ 1282995 h 1573618"/>
                <a:gd name="connsiteX45" fmla="*/ 1658679 w 3600893"/>
                <a:gd name="connsiteY45" fmla="*/ 935665 h 1573618"/>
                <a:gd name="connsiteX46" fmla="*/ 1772093 w 3600893"/>
                <a:gd name="connsiteY46" fmla="*/ 1190846 h 1573618"/>
                <a:gd name="connsiteX47" fmla="*/ 1679944 w 3600893"/>
                <a:gd name="connsiteY47" fmla="*/ 850604 h 1573618"/>
                <a:gd name="connsiteX48" fmla="*/ 1736651 w 3600893"/>
                <a:gd name="connsiteY48" fmla="*/ 538716 h 1573618"/>
                <a:gd name="connsiteX49" fmla="*/ 2062717 w 3600893"/>
                <a:gd name="connsiteY49" fmla="*/ 1006549 h 1573618"/>
                <a:gd name="connsiteX50" fmla="*/ 2565991 w 3600893"/>
                <a:gd name="connsiteY50" fmla="*/ 1375144 h 1573618"/>
                <a:gd name="connsiteX51" fmla="*/ 2927498 w 3600893"/>
                <a:gd name="connsiteY51" fmla="*/ 1332614 h 1573618"/>
                <a:gd name="connsiteX52" fmla="*/ 2580168 w 3600893"/>
                <a:gd name="connsiteY52" fmla="*/ 1325525 h 1573618"/>
                <a:gd name="connsiteX53" fmla="*/ 2927498 w 3600893"/>
                <a:gd name="connsiteY53" fmla="*/ 1261730 h 1573618"/>
                <a:gd name="connsiteX54" fmla="*/ 2558903 w 3600893"/>
                <a:gd name="connsiteY54" fmla="*/ 1240465 h 1573618"/>
                <a:gd name="connsiteX55" fmla="*/ 2169042 w 3600893"/>
                <a:gd name="connsiteY55" fmla="*/ 921488 h 1573618"/>
                <a:gd name="connsiteX56" fmla="*/ 1814623 w 3600893"/>
                <a:gd name="connsiteY56" fmla="*/ 496186 h 1573618"/>
                <a:gd name="connsiteX57" fmla="*/ 2537637 w 3600893"/>
                <a:gd name="connsiteY57" fmla="*/ 914400 h 1573618"/>
                <a:gd name="connsiteX58" fmla="*/ 3253563 w 3600893"/>
                <a:gd name="connsiteY58" fmla="*/ 1027814 h 1573618"/>
                <a:gd name="connsiteX59" fmla="*/ 3600893 w 3600893"/>
                <a:gd name="connsiteY59" fmla="*/ 1261730 h 1573618"/>
                <a:gd name="connsiteX60" fmla="*/ 3289005 w 3600893"/>
                <a:gd name="connsiteY60" fmla="*/ 999460 h 1573618"/>
                <a:gd name="connsiteX61" fmla="*/ 3565451 w 3600893"/>
                <a:gd name="connsiteY61" fmla="*/ 893135 h 1573618"/>
                <a:gd name="connsiteX62" fmla="*/ 3225210 w 3600893"/>
                <a:gd name="connsiteY62" fmla="*/ 942753 h 1573618"/>
                <a:gd name="connsiteX63" fmla="*/ 2523461 w 3600893"/>
                <a:gd name="connsiteY63" fmla="*/ 829339 h 1573618"/>
                <a:gd name="connsiteX64" fmla="*/ 1821712 w 3600893"/>
                <a:gd name="connsiteY64" fmla="*/ 404037 h 1573618"/>
                <a:gd name="connsiteX65" fmla="*/ 1942214 w 3600893"/>
                <a:gd name="connsiteY65" fmla="*/ 198474 h 1573618"/>
                <a:gd name="connsiteX66" fmla="*/ 2565991 w 3600893"/>
                <a:gd name="connsiteY66" fmla="*/ 425302 h 1573618"/>
                <a:gd name="connsiteX67" fmla="*/ 3175591 w 3600893"/>
                <a:gd name="connsiteY67" fmla="*/ 446567 h 1573618"/>
                <a:gd name="connsiteX68" fmla="*/ 3558363 w 3600893"/>
                <a:gd name="connsiteY68" fmla="*/ 595423 h 1573618"/>
                <a:gd name="connsiteX69" fmla="*/ 3203944 w 3600893"/>
                <a:gd name="connsiteY69" fmla="*/ 432391 h 1573618"/>
                <a:gd name="connsiteX70" fmla="*/ 3579628 w 3600893"/>
                <a:gd name="connsiteY70" fmla="*/ 489097 h 1573618"/>
                <a:gd name="connsiteX71" fmla="*/ 3168503 w 3600893"/>
                <a:gd name="connsiteY71" fmla="*/ 368595 h 1573618"/>
                <a:gd name="connsiteX72" fmla="*/ 2558903 w 3600893"/>
                <a:gd name="connsiteY72" fmla="*/ 340242 h 1573618"/>
                <a:gd name="connsiteX73" fmla="*/ 1956391 w 3600893"/>
                <a:gd name="connsiteY73" fmla="*/ 63795 h 1573618"/>
                <a:gd name="connsiteX74" fmla="*/ 1991833 w 3600893"/>
                <a:gd name="connsiteY74" fmla="*/ 0 h 1573618"/>
                <a:gd name="connsiteX75" fmla="*/ 1991833 w 3600893"/>
                <a:gd name="connsiteY75" fmla="*/ 0 h 1573618"/>
                <a:gd name="connsiteX76" fmla="*/ 1552354 w 3600893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715925 w 3607981"/>
                <a:gd name="connsiteY21" fmla="*/ 1148316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06232 w 3607981"/>
                <a:gd name="connsiteY51" fmla="*/ 1502735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73656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73656 w 3607981"/>
                <a:gd name="connsiteY76" fmla="*/ 0 h 157361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6130 w 3607981"/>
                <a:gd name="connsiteY55" fmla="*/ 927838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1922 w 3607981"/>
                <a:gd name="connsiteY25" fmla="*/ 1403960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94660 w 3607981"/>
                <a:gd name="connsiteY29" fmla="*/ 1296433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0092 w 3607981"/>
                <a:gd name="connsiteY71" fmla="*/ 395609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90368 w 3607981"/>
                <a:gd name="connsiteY69" fmla="*/ 428409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95300 w 3607981"/>
                <a:gd name="connsiteY51" fmla="*/ 1426547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63479 w 3607981"/>
                <a:gd name="connsiteY73" fmla="*/ 6379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73172 w 3607981"/>
                <a:gd name="connsiteY73" fmla="*/ 15103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53622 w 3607981"/>
                <a:gd name="connsiteY73" fmla="*/ 19303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28416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134833 w 3607981"/>
                <a:gd name="connsiteY73" fmla="*/ 215181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202686 w 3607981"/>
                <a:gd name="connsiteY73" fmla="*/ 173176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41295 w 3607981"/>
                <a:gd name="connsiteY66" fmla="*/ 292727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48905 w 3607981"/>
                <a:gd name="connsiteY73" fmla="*/ 344425 h 1516791"/>
                <a:gd name="connsiteX74" fmla="*/ 2565991 w 3607981"/>
                <a:gd name="connsiteY74" fmla="*/ 340242 h 1516791"/>
                <a:gd name="connsiteX75" fmla="*/ 2202686 w 3607981"/>
                <a:gd name="connsiteY75" fmla="*/ 173176 h 1516791"/>
                <a:gd name="connsiteX76" fmla="*/ 1834234 w 3607981"/>
                <a:gd name="connsiteY76" fmla="*/ 128416 h 1516791"/>
                <a:gd name="connsiteX77" fmla="*/ 1998921 w 3607981"/>
                <a:gd name="connsiteY77" fmla="*/ 0 h 1516791"/>
                <a:gd name="connsiteX78" fmla="*/ 1573656 w 3607981"/>
                <a:gd name="connsiteY78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84447 w 3607981"/>
                <a:gd name="connsiteY73" fmla="*/ 341193 h 1516791"/>
                <a:gd name="connsiteX74" fmla="*/ 2848905 w 3607981"/>
                <a:gd name="connsiteY74" fmla="*/ 344425 h 1516791"/>
                <a:gd name="connsiteX75" fmla="*/ 2565991 w 3607981"/>
                <a:gd name="connsiteY75" fmla="*/ 340242 h 1516791"/>
                <a:gd name="connsiteX76" fmla="*/ 2202686 w 3607981"/>
                <a:gd name="connsiteY76" fmla="*/ 173176 h 1516791"/>
                <a:gd name="connsiteX77" fmla="*/ 1834234 w 3607981"/>
                <a:gd name="connsiteY77" fmla="*/ 128416 h 1516791"/>
                <a:gd name="connsiteX78" fmla="*/ 1998921 w 3607981"/>
                <a:gd name="connsiteY78" fmla="*/ 0 h 1516791"/>
                <a:gd name="connsiteX79" fmla="*/ 1573656 w 3607981"/>
                <a:gd name="connsiteY79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884447 w 3607981"/>
                <a:gd name="connsiteY74" fmla="*/ 34119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961994 w 3607981"/>
                <a:gd name="connsiteY74" fmla="*/ 19256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78376 w 3607981"/>
                <a:gd name="connsiteY69" fmla="*/ 514646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54712 w 3607981"/>
                <a:gd name="connsiteY67" fmla="*/ 373504 h 1516791"/>
                <a:gd name="connsiteX68" fmla="*/ 2573079 w 3607981"/>
                <a:gd name="connsiteY68" fmla="*/ 425302 h 1516791"/>
                <a:gd name="connsiteX69" fmla="*/ 3117436 w 3607981"/>
                <a:gd name="connsiteY69" fmla="*/ 431708 h 1516791"/>
                <a:gd name="connsiteX70" fmla="*/ 3578376 w 3607981"/>
                <a:gd name="connsiteY70" fmla="*/ 514646 h 1516791"/>
                <a:gd name="connsiteX71" fmla="*/ 3180035 w 3607981"/>
                <a:gd name="connsiteY71" fmla="*/ 401394 h 1516791"/>
                <a:gd name="connsiteX72" fmla="*/ 3580254 w 3607981"/>
                <a:gd name="connsiteY72" fmla="*/ 279076 h 1516791"/>
                <a:gd name="connsiteX73" fmla="*/ 3165258 w 3607981"/>
                <a:gd name="connsiteY73" fmla="*/ 358263 h 1516791"/>
                <a:gd name="connsiteX74" fmla="*/ 2949069 w 3607981"/>
                <a:gd name="connsiteY74" fmla="*/ 357349 h 1516791"/>
                <a:gd name="connsiteX75" fmla="*/ 3000767 w 3607981"/>
                <a:gd name="connsiteY75" fmla="*/ 186101 h 1516791"/>
                <a:gd name="connsiteX76" fmla="*/ 2900603 w 3607981"/>
                <a:gd name="connsiteY76" fmla="*/ 357350 h 1516791"/>
                <a:gd name="connsiteX77" fmla="*/ 2565991 w 3607981"/>
                <a:gd name="connsiteY77" fmla="*/ 340242 h 1516791"/>
                <a:gd name="connsiteX78" fmla="*/ 2202686 w 3607981"/>
                <a:gd name="connsiteY78" fmla="*/ 173176 h 1516791"/>
                <a:gd name="connsiteX79" fmla="*/ 1834234 w 3607981"/>
                <a:gd name="connsiteY79" fmla="*/ 128416 h 1516791"/>
                <a:gd name="connsiteX80" fmla="*/ 1998921 w 3607981"/>
                <a:gd name="connsiteY80" fmla="*/ 0 h 1516791"/>
                <a:gd name="connsiteX81" fmla="*/ 1573656 w 3607981"/>
                <a:gd name="connsiteY81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15938 w 3607981"/>
                <a:gd name="connsiteY67" fmla="*/ 363811 h 1516791"/>
                <a:gd name="connsiteX68" fmla="*/ 2454712 w 3607981"/>
                <a:gd name="connsiteY68" fmla="*/ 373504 h 1516791"/>
                <a:gd name="connsiteX69" fmla="*/ 2573079 w 3607981"/>
                <a:gd name="connsiteY69" fmla="*/ 425302 h 1516791"/>
                <a:gd name="connsiteX70" fmla="*/ 3117436 w 3607981"/>
                <a:gd name="connsiteY70" fmla="*/ 431708 h 1516791"/>
                <a:gd name="connsiteX71" fmla="*/ 3578376 w 3607981"/>
                <a:gd name="connsiteY71" fmla="*/ 514646 h 1516791"/>
                <a:gd name="connsiteX72" fmla="*/ 3180035 w 3607981"/>
                <a:gd name="connsiteY72" fmla="*/ 401394 h 1516791"/>
                <a:gd name="connsiteX73" fmla="*/ 3580254 w 3607981"/>
                <a:gd name="connsiteY73" fmla="*/ 279076 h 1516791"/>
                <a:gd name="connsiteX74" fmla="*/ 3165258 w 3607981"/>
                <a:gd name="connsiteY74" fmla="*/ 358263 h 1516791"/>
                <a:gd name="connsiteX75" fmla="*/ 2949069 w 3607981"/>
                <a:gd name="connsiteY75" fmla="*/ 357349 h 1516791"/>
                <a:gd name="connsiteX76" fmla="*/ 3000767 w 3607981"/>
                <a:gd name="connsiteY76" fmla="*/ 186101 h 1516791"/>
                <a:gd name="connsiteX77" fmla="*/ 2900603 w 3607981"/>
                <a:gd name="connsiteY77" fmla="*/ 357350 h 1516791"/>
                <a:gd name="connsiteX78" fmla="*/ 2565991 w 3607981"/>
                <a:gd name="connsiteY78" fmla="*/ 340242 h 1516791"/>
                <a:gd name="connsiteX79" fmla="*/ 2202686 w 3607981"/>
                <a:gd name="connsiteY79" fmla="*/ 173176 h 1516791"/>
                <a:gd name="connsiteX80" fmla="*/ 1834234 w 3607981"/>
                <a:gd name="connsiteY80" fmla="*/ 128416 h 1516791"/>
                <a:gd name="connsiteX81" fmla="*/ 1998921 w 3607981"/>
                <a:gd name="connsiteY81" fmla="*/ 0 h 1516791"/>
                <a:gd name="connsiteX82" fmla="*/ 1573656 w 3607981"/>
                <a:gd name="connsiteY82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15938 w 3607981"/>
                <a:gd name="connsiteY68" fmla="*/ 36381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25631 w 3607981"/>
                <a:gd name="connsiteY67" fmla="*/ 367042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906306 w 3607981"/>
                <a:gd name="connsiteY65" fmla="*/ 185690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17176 w 3607981"/>
                <a:gd name="connsiteY65" fmla="*/ 169185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72624 w 3607981"/>
                <a:gd name="connsiteY64" fmla="*/ 434517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27330 w 3607981"/>
                <a:gd name="connsiteY13" fmla="*/ 25277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03255 w 3607981"/>
                <a:gd name="connsiteY13" fmla="*/ 279184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6761 w 3607981"/>
                <a:gd name="connsiteY67" fmla="*/ 26267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43169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0062 w 3607981"/>
                <a:gd name="connsiteY83" fmla="*/ 19443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0159 w 3607981"/>
                <a:gd name="connsiteY67" fmla="*/ 232968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76180 w 3607981"/>
                <a:gd name="connsiteY83" fmla="*/ 16472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80493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2825 w 3607981"/>
                <a:gd name="connsiteY18" fmla="*/ 767646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61903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40337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29916 w 3607981"/>
                <a:gd name="connsiteY29" fmla="*/ 1357590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60535 w 3580254"/>
                <a:gd name="connsiteY60" fmla="*/ 1227225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5504 w 3580254"/>
                <a:gd name="connsiteY12" fmla="*/ 93552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14229 w 3580254"/>
                <a:gd name="connsiteY12" fmla="*/ 12212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01529 w 3580254"/>
                <a:gd name="connsiteY12" fmla="*/ 1030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37461 w 3580254"/>
                <a:gd name="connsiteY66" fmla="*/ 199475 h 1516791"/>
                <a:gd name="connsiteX67" fmla="*/ 2199455 w 3580254"/>
                <a:gd name="connsiteY67" fmla="*/ 241029 h 1516791"/>
                <a:gd name="connsiteX68" fmla="*/ 2409476 w 3580254"/>
                <a:gd name="connsiteY68" fmla="*/ 363811 h 1516791"/>
                <a:gd name="connsiteX69" fmla="*/ 2470867 w 3580254"/>
                <a:gd name="connsiteY69" fmla="*/ 570601 h 1516791"/>
                <a:gd name="connsiteX70" fmla="*/ 2454712 w 3580254"/>
                <a:gd name="connsiteY70" fmla="*/ 373504 h 1516791"/>
                <a:gd name="connsiteX71" fmla="*/ 2573079 w 3580254"/>
                <a:gd name="connsiteY71" fmla="*/ 425302 h 1516791"/>
                <a:gd name="connsiteX72" fmla="*/ 3117436 w 3580254"/>
                <a:gd name="connsiteY72" fmla="*/ 431708 h 1516791"/>
                <a:gd name="connsiteX73" fmla="*/ 3578376 w 3580254"/>
                <a:gd name="connsiteY73" fmla="*/ 514646 h 1516791"/>
                <a:gd name="connsiteX74" fmla="*/ 3180035 w 3580254"/>
                <a:gd name="connsiteY74" fmla="*/ 401394 h 1516791"/>
                <a:gd name="connsiteX75" fmla="*/ 3580254 w 3580254"/>
                <a:gd name="connsiteY75" fmla="*/ 279076 h 1516791"/>
                <a:gd name="connsiteX76" fmla="*/ 3165258 w 3580254"/>
                <a:gd name="connsiteY76" fmla="*/ 358263 h 1516791"/>
                <a:gd name="connsiteX77" fmla="*/ 2949069 w 3580254"/>
                <a:gd name="connsiteY77" fmla="*/ 357349 h 1516791"/>
                <a:gd name="connsiteX78" fmla="*/ 3000767 w 3580254"/>
                <a:gd name="connsiteY78" fmla="*/ 186101 h 1516791"/>
                <a:gd name="connsiteX79" fmla="*/ 2900603 w 3580254"/>
                <a:gd name="connsiteY79" fmla="*/ 357350 h 1516791"/>
                <a:gd name="connsiteX80" fmla="*/ 2565991 w 3580254"/>
                <a:gd name="connsiteY80" fmla="*/ 340242 h 1516791"/>
                <a:gd name="connsiteX81" fmla="*/ 2202686 w 3580254"/>
                <a:gd name="connsiteY81" fmla="*/ 173176 h 1516791"/>
                <a:gd name="connsiteX82" fmla="*/ 1958927 w 3580254"/>
                <a:gd name="connsiteY82" fmla="*/ 143160 h 1516791"/>
                <a:gd name="connsiteX83" fmla="*/ 1998921 w 3580254"/>
                <a:gd name="connsiteY83" fmla="*/ 0 h 1516791"/>
                <a:gd name="connsiteX84" fmla="*/ 1573656 w 3580254"/>
                <a:gd name="connsiteY84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17007 w 3580254"/>
                <a:gd name="connsiteY15" fmla="*/ 709918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36359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32624 w 3580254"/>
                <a:gd name="connsiteY17" fmla="*/ 766071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44946 w 3580254"/>
                <a:gd name="connsiteY82" fmla="*/ 0 h 1516791"/>
                <a:gd name="connsiteX83" fmla="*/ 1573656 w 3580254"/>
                <a:gd name="connsiteY83" fmla="*/ 0 h 1516791"/>
                <a:gd name="connsiteX0" fmla="*/ 1646681 w 3580254"/>
                <a:gd name="connsiteY0" fmla="*/ 0 h 1519966"/>
                <a:gd name="connsiteX1" fmla="*/ 1438939 w 3580254"/>
                <a:gd name="connsiteY1" fmla="*/ 26544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854152 w 3580254"/>
                <a:gd name="connsiteY81" fmla="*/ 193960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33527 w 3580254"/>
                <a:gd name="connsiteY81" fmla="*/ 1717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72081 w 3580254"/>
                <a:gd name="connsiteY0" fmla="*/ 130175 h 1516791"/>
                <a:gd name="connsiteX1" fmla="*/ 1680239 w 3580254"/>
                <a:gd name="connsiteY1" fmla="*/ 19242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545708 w 3580254"/>
                <a:gd name="connsiteY11" fmla="*/ 290402 h 1516791"/>
                <a:gd name="connsiteX12" fmla="*/ 1601529 w 3580254"/>
                <a:gd name="connsiteY12" fmla="*/ 2713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33527 w 3580254"/>
                <a:gd name="connsiteY81" fmla="*/ 168560 h 1516791"/>
                <a:gd name="connsiteX82" fmla="*/ 1944946 w 3580254"/>
                <a:gd name="connsiteY82" fmla="*/ 0 h 1516791"/>
                <a:gd name="connsiteX83" fmla="*/ 1672081 w 3580254"/>
                <a:gd name="connsiteY83" fmla="*/ 130175 h 1516791"/>
                <a:gd name="connsiteX0" fmla="*/ 1672081 w 3580254"/>
                <a:gd name="connsiteY0" fmla="*/ 69850 h 1456466"/>
                <a:gd name="connsiteX1" fmla="*/ 1680239 w 3580254"/>
                <a:gd name="connsiteY1" fmla="*/ 132095 h 1456466"/>
                <a:gd name="connsiteX2" fmla="*/ 1015176 w 3580254"/>
                <a:gd name="connsiteY2" fmla="*/ 247250 h 1456466"/>
                <a:gd name="connsiteX3" fmla="*/ 581246 w 3580254"/>
                <a:gd name="connsiteY3" fmla="*/ 187768 h 1456466"/>
                <a:gd name="connsiteX4" fmla="*/ 311888 w 3580254"/>
                <a:gd name="connsiteY4" fmla="*/ 60177 h 1456466"/>
                <a:gd name="connsiteX5" fmla="*/ 552893 w 3580254"/>
                <a:gd name="connsiteY5" fmla="*/ 224446 h 1456466"/>
                <a:gd name="connsiteX6" fmla="*/ 232679 w 3580254"/>
                <a:gd name="connsiteY6" fmla="*/ 333247 h 1456466"/>
                <a:gd name="connsiteX7" fmla="*/ 573857 w 3580254"/>
                <a:gd name="connsiteY7" fmla="*/ 275604 h 1456466"/>
                <a:gd name="connsiteX8" fmla="*/ 1006549 w 3580254"/>
                <a:gd name="connsiteY8" fmla="*/ 294093 h 1456466"/>
                <a:gd name="connsiteX9" fmla="*/ 772632 w 3580254"/>
                <a:gd name="connsiteY9" fmla="*/ 471303 h 1456466"/>
                <a:gd name="connsiteX10" fmla="*/ 1064794 w 3580254"/>
                <a:gd name="connsiteY10" fmla="*/ 300881 h 1456466"/>
                <a:gd name="connsiteX11" fmla="*/ 1545708 w 3580254"/>
                <a:gd name="connsiteY11" fmla="*/ 230077 h 1456466"/>
                <a:gd name="connsiteX12" fmla="*/ 1601529 w 3580254"/>
                <a:gd name="connsiteY12" fmla="*/ 211027 h 1456466"/>
                <a:gd name="connsiteX13" fmla="*/ 1601972 w 3580254"/>
                <a:gd name="connsiteY13" fmla="*/ 393331 h 1456466"/>
                <a:gd name="connsiteX14" fmla="*/ 1152641 w 3580254"/>
                <a:gd name="connsiteY14" fmla="*/ 731170 h 1456466"/>
                <a:gd name="connsiteX15" fmla="*/ 789578 w 3580254"/>
                <a:gd name="connsiteY15" fmla="*/ 678622 h 1456466"/>
                <a:gd name="connsiteX16" fmla="*/ 378687 w 3580254"/>
                <a:gd name="connsiteY16" fmla="*/ 552398 h 1456466"/>
                <a:gd name="connsiteX17" fmla="*/ 718110 w 3580254"/>
                <a:gd name="connsiteY17" fmla="*/ 710584 h 1456466"/>
                <a:gd name="connsiteX18" fmla="*/ 339353 w 3580254"/>
                <a:gd name="connsiteY18" fmla="*/ 747977 h 1456466"/>
                <a:gd name="connsiteX19" fmla="*/ 787891 w 3580254"/>
                <a:gd name="connsiteY19" fmla="*/ 753863 h 1456466"/>
                <a:gd name="connsiteX20" fmla="*/ 1105786 w 3580254"/>
                <a:gd name="connsiteY20" fmla="*/ 804456 h 1456466"/>
                <a:gd name="connsiteX21" fmla="*/ 709678 w 3580254"/>
                <a:gd name="connsiteY21" fmla="*/ 1052310 h 1456466"/>
                <a:gd name="connsiteX22" fmla="*/ 480327 w 3580254"/>
                <a:gd name="connsiteY22" fmla="*/ 1121391 h 1456466"/>
                <a:gd name="connsiteX23" fmla="*/ 0 w 3580254"/>
                <a:gd name="connsiteY23" fmla="*/ 1194316 h 1456466"/>
                <a:gd name="connsiteX24" fmla="*/ 485758 w 3580254"/>
                <a:gd name="connsiteY24" fmla="*/ 1163620 h 1456466"/>
                <a:gd name="connsiteX25" fmla="*/ 1922 w 3580254"/>
                <a:gd name="connsiteY25" fmla="*/ 1337285 h 1456466"/>
                <a:gd name="connsiteX26" fmla="*/ 494553 w 3580254"/>
                <a:gd name="connsiteY26" fmla="*/ 1205682 h 1456466"/>
                <a:gd name="connsiteX27" fmla="*/ 41207 w 3580254"/>
                <a:gd name="connsiteY27" fmla="*/ 1456466 h 1456466"/>
                <a:gd name="connsiteX28" fmla="*/ 429916 w 3580254"/>
                <a:gd name="connsiteY28" fmla="*/ 1297265 h 1456466"/>
                <a:gd name="connsiteX29" fmla="*/ 632667 w 3580254"/>
                <a:gd name="connsiteY29" fmla="*/ 1161649 h 1456466"/>
                <a:gd name="connsiteX30" fmla="*/ 1006549 w 3580254"/>
                <a:gd name="connsiteY30" fmla="*/ 981666 h 1456466"/>
                <a:gd name="connsiteX31" fmla="*/ 949842 w 3580254"/>
                <a:gd name="connsiteY31" fmla="*/ 1371526 h 1456466"/>
                <a:gd name="connsiteX32" fmla="*/ 1063256 w 3580254"/>
                <a:gd name="connsiteY32" fmla="*/ 974577 h 1456466"/>
                <a:gd name="connsiteX33" fmla="*/ 1282995 w 3580254"/>
                <a:gd name="connsiteY33" fmla="*/ 719396 h 1456466"/>
                <a:gd name="connsiteX34" fmla="*/ 1616149 w 3580254"/>
                <a:gd name="connsiteY34" fmla="*/ 485479 h 1456466"/>
                <a:gd name="connsiteX35" fmla="*/ 1552353 w 3580254"/>
                <a:gd name="connsiteY35" fmla="*/ 854075 h 1456466"/>
                <a:gd name="connsiteX36" fmla="*/ 1375144 w 3580254"/>
                <a:gd name="connsiteY36" fmla="*/ 1059638 h 1456466"/>
                <a:gd name="connsiteX37" fmla="*/ 1594884 w 3580254"/>
                <a:gd name="connsiteY37" fmla="*/ 889517 h 1456466"/>
                <a:gd name="connsiteX38" fmla="*/ 1524000 w 3580254"/>
                <a:gd name="connsiteY38" fmla="*/ 1243935 h 1456466"/>
                <a:gd name="connsiteX39" fmla="*/ 1290084 w 3580254"/>
                <a:gd name="connsiteY39" fmla="*/ 1314819 h 1456466"/>
                <a:gd name="connsiteX40" fmla="*/ 1538177 w 3580254"/>
                <a:gd name="connsiteY40" fmla="*/ 1286466 h 1456466"/>
                <a:gd name="connsiteX41" fmla="*/ 1531088 w 3580254"/>
                <a:gd name="connsiteY41" fmla="*/ 1449498 h 1456466"/>
                <a:gd name="connsiteX42" fmla="*/ 1587795 w 3580254"/>
                <a:gd name="connsiteY42" fmla="*/ 1279377 h 1456466"/>
                <a:gd name="connsiteX43" fmla="*/ 1757916 w 3580254"/>
                <a:gd name="connsiteY43" fmla="*/ 1392791 h 1456466"/>
                <a:gd name="connsiteX44" fmla="*/ 1587795 w 3580254"/>
                <a:gd name="connsiteY44" fmla="*/ 1222670 h 1456466"/>
                <a:gd name="connsiteX45" fmla="*/ 1665767 w 3580254"/>
                <a:gd name="connsiteY45" fmla="*/ 875340 h 1456466"/>
                <a:gd name="connsiteX46" fmla="*/ 1779181 w 3580254"/>
                <a:gd name="connsiteY46" fmla="*/ 1130521 h 1456466"/>
                <a:gd name="connsiteX47" fmla="*/ 1687032 w 3580254"/>
                <a:gd name="connsiteY47" fmla="*/ 790279 h 1456466"/>
                <a:gd name="connsiteX48" fmla="*/ 1743739 w 3580254"/>
                <a:gd name="connsiteY48" fmla="*/ 478391 h 1456466"/>
                <a:gd name="connsiteX49" fmla="*/ 2121466 w 3580254"/>
                <a:gd name="connsiteY49" fmla="*/ 977220 h 1456466"/>
                <a:gd name="connsiteX50" fmla="*/ 2474924 w 3580254"/>
                <a:gd name="connsiteY50" fmla="*/ 1262436 h 1456466"/>
                <a:gd name="connsiteX51" fmla="*/ 2895300 w 3580254"/>
                <a:gd name="connsiteY51" fmla="*/ 1359872 h 1456466"/>
                <a:gd name="connsiteX52" fmla="*/ 2489100 w 3580254"/>
                <a:gd name="connsiteY52" fmla="*/ 1208373 h 1456466"/>
                <a:gd name="connsiteX53" fmla="*/ 2906233 w 3580254"/>
                <a:gd name="connsiteY53" fmla="*/ 1215582 h 1456466"/>
                <a:gd name="connsiteX54" fmla="*/ 2447171 w 3580254"/>
                <a:gd name="connsiteY54" fmla="*/ 1159476 h 1456466"/>
                <a:gd name="connsiteX55" fmla="*/ 2170964 w 3580254"/>
                <a:gd name="connsiteY55" fmla="*/ 933489 h 1456466"/>
                <a:gd name="connsiteX56" fmla="*/ 1821711 w 3580254"/>
                <a:gd name="connsiteY56" fmla="*/ 435861 h 1456466"/>
                <a:gd name="connsiteX57" fmla="*/ 2544725 w 3580254"/>
                <a:gd name="connsiteY57" fmla="*/ 854075 h 1456466"/>
                <a:gd name="connsiteX58" fmla="*/ 3260651 w 3580254"/>
                <a:gd name="connsiteY58" fmla="*/ 967489 h 1456466"/>
                <a:gd name="connsiteX59" fmla="*/ 3543282 w 3580254"/>
                <a:gd name="connsiteY59" fmla="*/ 1123768 h 1456466"/>
                <a:gd name="connsiteX60" fmla="*/ 3296093 w 3580254"/>
                <a:gd name="connsiteY60" fmla="*/ 939135 h 1456466"/>
                <a:gd name="connsiteX61" fmla="*/ 3572539 w 3580254"/>
                <a:gd name="connsiteY61" fmla="*/ 832810 h 1456466"/>
                <a:gd name="connsiteX62" fmla="*/ 3232298 w 3580254"/>
                <a:gd name="connsiteY62" fmla="*/ 882428 h 1456466"/>
                <a:gd name="connsiteX63" fmla="*/ 2530549 w 3580254"/>
                <a:gd name="connsiteY63" fmla="*/ 769014 h 1456466"/>
                <a:gd name="connsiteX64" fmla="*/ 1828174 w 3580254"/>
                <a:gd name="connsiteY64" fmla="*/ 355142 h 1456466"/>
                <a:gd name="connsiteX65" fmla="*/ 1937461 w 3580254"/>
                <a:gd name="connsiteY65" fmla="*/ 139150 h 1456466"/>
                <a:gd name="connsiteX66" fmla="*/ 2199455 w 3580254"/>
                <a:gd name="connsiteY66" fmla="*/ 180704 h 1456466"/>
                <a:gd name="connsiteX67" fmla="*/ 2409476 w 3580254"/>
                <a:gd name="connsiteY67" fmla="*/ 303486 h 1456466"/>
                <a:gd name="connsiteX68" fmla="*/ 2470867 w 3580254"/>
                <a:gd name="connsiteY68" fmla="*/ 510276 h 1456466"/>
                <a:gd name="connsiteX69" fmla="*/ 2454712 w 3580254"/>
                <a:gd name="connsiteY69" fmla="*/ 313179 h 1456466"/>
                <a:gd name="connsiteX70" fmla="*/ 2573079 w 3580254"/>
                <a:gd name="connsiteY70" fmla="*/ 364977 h 1456466"/>
                <a:gd name="connsiteX71" fmla="*/ 3117436 w 3580254"/>
                <a:gd name="connsiteY71" fmla="*/ 371383 h 1456466"/>
                <a:gd name="connsiteX72" fmla="*/ 3578376 w 3580254"/>
                <a:gd name="connsiteY72" fmla="*/ 454321 h 1456466"/>
                <a:gd name="connsiteX73" fmla="*/ 3180035 w 3580254"/>
                <a:gd name="connsiteY73" fmla="*/ 341069 h 1456466"/>
                <a:gd name="connsiteX74" fmla="*/ 3580254 w 3580254"/>
                <a:gd name="connsiteY74" fmla="*/ 218751 h 1456466"/>
                <a:gd name="connsiteX75" fmla="*/ 3165258 w 3580254"/>
                <a:gd name="connsiteY75" fmla="*/ 297938 h 1456466"/>
                <a:gd name="connsiteX76" fmla="*/ 2949069 w 3580254"/>
                <a:gd name="connsiteY76" fmla="*/ 297024 h 1456466"/>
                <a:gd name="connsiteX77" fmla="*/ 3000767 w 3580254"/>
                <a:gd name="connsiteY77" fmla="*/ 125776 h 1456466"/>
                <a:gd name="connsiteX78" fmla="*/ 2900603 w 3580254"/>
                <a:gd name="connsiteY78" fmla="*/ 297025 h 1456466"/>
                <a:gd name="connsiteX79" fmla="*/ 2565991 w 3580254"/>
                <a:gd name="connsiteY79" fmla="*/ 279917 h 1456466"/>
                <a:gd name="connsiteX80" fmla="*/ 2202686 w 3580254"/>
                <a:gd name="connsiteY80" fmla="*/ 112851 h 1456466"/>
                <a:gd name="connsiteX81" fmla="*/ 1933527 w 3580254"/>
                <a:gd name="connsiteY81" fmla="*/ 108235 h 1456466"/>
                <a:gd name="connsiteX82" fmla="*/ 1998921 w 3580254"/>
                <a:gd name="connsiteY82" fmla="*/ 0 h 1456466"/>
                <a:gd name="connsiteX83" fmla="*/ 1672081 w 3580254"/>
                <a:gd name="connsiteY83" fmla="*/ 69850 h 1456466"/>
                <a:gd name="connsiteX0" fmla="*/ 1672081 w 3580254"/>
                <a:gd name="connsiteY0" fmla="*/ 9673 h 1396289"/>
                <a:gd name="connsiteX1" fmla="*/ 1680239 w 3580254"/>
                <a:gd name="connsiteY1" fmla="*/ 71918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72081 w 3580254"/>
                <a:gd name="connsiteY0" fmla="*/ 9673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29439 w 3580254"/>
                <a:gd name="connsiteY1" fmla="*/ 8779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381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118769 w 3580254"/>
                <a:gd name="connsiteY10" fmla="*/ 2280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573857 w 3580254"/>
                <a:gd name="connsiteY7" fmla="*/ 205754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599056 w 3580254"/>
                <a:gd name="connsiteY0" fmla="*/ 635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599056 w 3580254"/>
                <a:gd name="connsiteY83" fmla="*/ 63500 h 1386616"/>
                <a:gd name="connsiteX0" fmla="*/ 1649856 w 3580254"/>
                <a:gd name="connsiteY0" fmla="*/ 127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49856 w 3580254"/>
                <a:gd name="connsiteY83" fmla="*/ 12700 h 1386616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16149 w 3580254"/>
                <a:gd name="connsiteY34" fmla="*/ 41245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85999 w 3580254"/>
                <a:gd name="connsiteY34" fmla="*/ 39975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86410 w 3580254"/>
                <a:gd name="connsiteY65" fmla="*/ 165652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74725 w 3580254"/>
                <a:gd name="connsiteY64" fmla="*/ 30206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06008 w 3580254"/>
                <a:gd name="connsiteY11" fmla="*/ 15387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51062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31713 w 3580254"/>
                <a:gd name="connsiteY64" fmla="*/ 127734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81936 w 3580254"/>
                <a:gd name="connsiteY64" fmla="*/ 3647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72446 w 3580254"/>
                <a:gd name="connsiteY65" fmla="*/ 123500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66949 w 3580254"/>
                <a:gd name="connsiteY33" fmla="*/ 380704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0866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70208 w 3580254"/>
                <a:gd name="connsiteY79" fmla="*/ 120200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883486 w 3580254"/>
                <a:gd name="connsiteY46" fmla="*/ 9806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73961 w 3580254"/>
                <a:gd name="connsiteY47" fmla="*/ 96796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20011 w 3580254"/>
                <a:gd name="connsiteY46" fmla="*/ 1012417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73986 w 3580254"/>
                <a:gd name="connsiteY47" fmla="*/ 100289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102561 w 3580254"/>
                <a:gd name="connsiteY47" fmla="*/ 106321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064931 w 3580254"/>
                <a:gd name="connsiteY45" fmla="*/ 1228946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3580254" h="1383441">
                  <a:moveTo>
                    <a:pt x="1649856" y="9525"/>
                  </a:moveTo>
                  <a:cubicBezTo>
                    <a:pt x="1650459" y="34507"/>
                    <a:pt x="1644652" y="33069"/>
                    <a:pt x="1645255" y="58051"/>
                  </a:cubicBezTo>
                  <a:lnTo>
                    <a:pt x="1015176" y="174225"/>
                  </a:lnTo>
                  <a:lnTo>
                    <a:pt x="581246" y="114743"/>
                  </a:lnTo>
                  <a:lnTo>
                    <a:pt x="226163" y="72877"/>
                  </a:lnTo>
                  <a:lnTo>
                    <a:pt x="565593" y="157771"/>
                  </a:lnTo>
                  <a:lnTo>
                    <a:pt x="232679" y="260222"/>
                  </a:lnTo>
                  <a:lnTo>
                    <a:pt x="624657" y="186704"/>
                  </a:lnTo>
                  <a:lnTo>
                    <a:pt x="1006549" y="221068"/>
                  </a:lnTo>
                  <a:lnTo>
                    <a:pt x="772632" y="398278"/>
                  </a:lnTo>
                  <a:lnTo>
                    <a:pt x="1118769" y="215156"/>
                  </a:lnTo>
                  <a:lnTo>
                    <a:pt x="1386958" y="147527"/>
                  </a:lnTo>
                  <a:lnTo>
                    <a:pt x="1651579" y="93852"/>
                  </a:lnTo>
                  <a:cubicBezTo>
                    <a:pt x="1612526" y="178955"/>
                    <a:pt x="1296308" y="572854"/>
                    <a:pt x="1152641" y="658145"/>
                  </a:cubicBezTo>
                  <a:lnTo>
                    <a:pt x="789578" y="605597"/>
                  </a:lnTo>
                  <a:lnTo>
                    <a:pt x="378687" y="479373"/>
                  </a:lnTo>
                  <a:lnTo>
                    <a:pt x="718110" y="637559"/>
                  </a:lnTo>
                  <a:lnTo>
                    <a:pt x="339353" y="674952"/>
                  </a:lnTo>
                  <a:lnTo>
                    <a:pt x="787891" y="680838"/>
                  </a:lnTo>
                  <a:lnTo>
                    <a:pt x="1129062" y="714805"/>
                  </a:lnTo>
                  <a:lnTo>
                    <a:pt x="709678" y="979285"/>
                  </a:lnTo>
                  <a:lnTo>
                    <a:pt x="480327" y="1048366"/>
                  </a:lnTo>
                  <a:lnTo>
                    <a:pt x="0" y="1121291"/>
                  </a:lnTo>
                  <a:lnTo>
                    <a:pt x="485758" y="1090595"/>
                  </a:lnTo>
                  <a:lnTo>
                    <a:pt x="1922" y="1264260"/>
                  </a:lnTo>
                  <a:lnTo>
                    <a:pt x="494553" y="1132657"/>
                  </a:lnTo>
                  <a:lnTo>
                    <a:pt x="41207" y="1383441"/>
                  </a:lnTo>
                  <a:lnTo>
                    <a:pt x="429916" y="1224240"/>
                  </a:lnTo>
                  <a:lnTo>
                    <a:pt x="632667" y="1088624"/>
                  </a:lnTo>
                  <a:lnTo>
                    <a:pt x="976623" y="875390"/>
                  </a:lnTo>
                  <a:lnTo>
                    <a:pt x="949842" y="1298501"/>
                  </a:lnTo>
                  <a:lnTo>
                    <a:pt x="1030006" y="871627"/>
                  </a:lnTo>
                  <a:lnTo>
                    <a:pt x="1282995" y="646371"/>
                  </a:lnTo>
                  <a:lnTo>
                    <a:pt x="1654009" y="290127"/>
                  </a:lnTo>
                  <a:lnTo>
                    <a:pt x="1619028" y="708025"/>
                  </a:lnTo>
                  <a:lnTo>
                    <a:pt x="1375144" y="986613"/>
                  </a:lnTo>
                  <a:lnTo>
                    <a:pt x="1620284" y="768867"/>
                  </a:lnTo>
                  <a:lnTo>
                    <a:pt x="1539875" y="1107410"/>
                  </a:lnTo>
                  <a:lnTo>
                    <a:pt x="1290084" y="1241794"/>
                  </a:lnTo>
                  <a:lnTo>
                    <a:pt x="1538177" y="1153116"/>
                  </a:lnTo>
                  <a:lnTo>
                    <a:pt x="1531088" y="1376473"/>
                  </a:lnTo>
                  <a:lnTo>
                    <a:pt x="1571920" y="1155552"/>
                  </a:lnTo>
                  <a:cubicBezTo>
                    <a:pt x="1628627" y="1193357"/>
                    <a:pt x="1756858" y="1328159"/>
                    <a:pt x="1757916" y="1319766"/>
                  </a:cubicBezTo>
                  <a:cubicBezTo>
                    <a:pt x="1758974" y="1311373"/>
                    <a:pt x="1638152" y="1176719"/>
                    <a:pt x="1578270" y="1105195"/>
                  </a:cubicBezTo>
                  <a:lnTo>
                    <a:pt x="1653067" y="764215"/>
                  </a:lnTo>
                  <a:lnTo>
                    <a:pt x="2064931" y="1228946"/>
                  </a:lnTo>
                  <a:lnTo>
                    <a:pt x="1908886" y="1002892"/>
                  </a:lnTo>
                  <a:lnTo>
                    <a:pt x="2061286" y="1021942"/>
                  </a:lnTo>
                  <a:lnTo>
                    <a:pt x="1873961" y="967967"/>
                  </a:lnTo>
                  <a:lnTo>
                    <a:pt x="1687032" y="717254"/>
                  </a:lnTo>
                  <a:lnTo>
                    <a:pt x="1735352" y="307540"/>
                  </a:lnTo>
                  <a:lnTo>
                    <a:pt x="2121466" y="904195"/>
                  </a:lnTo>
                  <a:lnTo>
                    <a:pt x="2474924" y="1189411"/>
                  </a:lnTo>
                  <a:lnTo>
                    <a:pt x="2895300" y="1286847"/>
                  </a:lnTo>
                  <a:lnTo>
                    <a:pt x="2489100" y="1135348"/>
                  </a:lnTo>
                  <a:lnTo>
                    <a:pt x="2906233" y="1142557"/>
                  </a:lnTo>
                  <a:lnTo>
                    <a:pt x="2447171" y="1086451"/>
                  </a:lnTo>
                  <a:lnTo>
                    <a:pt x="2170964" y="860464"/>
                  </a:lnTo>
                  <a:lnTo>
                    <a:pt x="1826025" y="280885"/>
                  </a:lnTo>
                  <a:lnTo>
                    <a:pt x="2544725" y="781050"/>
                  </a:lnTo>
                  <a:lnTo>
                    <a:pt x="3260651" y="894464"/>
                  </a:lnTo>
                  <a:lnTo>
                    <a:pt x="3543282" y="1050743"/>
                  </a:lnTo>
                  <a:lnTo>
                    <a:pt x="3282792" y="869435"/>
                  </a:lnTo>
                  <a:lnTo>
                    <a:pt x="3572539" y="759785"/>
                  </a:lnTo>
                  <a:lnTo>
                    <a:pt x="3252248" y="836004"/>
                  </a:lnTo>
                  <a:lnTo>
                    <a:pt x="2558138" y="721602"/>
                  </a:lnTo>
                  <a:cubicBezTo>
                    <a:pt x="2278033" y="546087"/>
                    <a:pt x="2373272" y="599470"/>
                    <a:pt x="2063322" y="300498"/>
                  </a:cubicBezTo>
                  <a:cubicBezTo>
                    <a:pt x="1949784" y="25078"/>
                    <a:pt x="1990330" y="153260"/>
                    <a:pt x="1995737" y="129155"/>
                  </a:cubicBezTo>
                  <a:lnTo>
                    <a:pt x="2250375" y="165071"/>
                  </a:lnTo>
                  <a:lnTo>
                    <a:pt x="2400662" y="209658"/>
                  </a:lnTo>
                  <a:lnTo>
                    <a:pt x="2470867" y="437251"/>
                  </a:lnTo>
                  <a:lnTo>
                    <a:pt x="2454712" y="240154"/>
                  </a:lnTo>
                  <a:lnTo>
                    <a:pt x="2595473" y="269559"/>
                  </a:lnTo>
                  <a:lnTo>
                    <a:pt x="3117436" y="298358"/>
                  </a:lnTo>
                  <a:lnTo>
                    <a:pt x="3578376" y="381296"/>
                  </a:lnTo>
                  <a:lnTo>
                    <a:pt x="3180035" y="268044"/>
                  </a:lnTo>
                  <a:lnTo>
                    <a:pt x="3580254" y="145726"/>
                  </a:lnTo>
                  <a:lnTo>
                    <a:pt x="3165258" y="224913"/>
                  </a:lnTo>
                  <a:lnTo>
                    <a:pt x="2949069" y="223999"/>
                  </a:lnTo>
                  <a:lnTo>
                    <a:pt x="3070617" y="68626"/>
                  </a:lnTo>
                  <a:lnTo>
                    <a:pt x="2900603" y="224000"/>
                  </a:lnTo>
                  <a:lnTo>
                    <a:pt x="2562461" y="192770"/>
                  </a:lnTo>
                  <a:lnTo>
                    <a:pt x="2280799" y="106078"/>
                  </a:lnTo>
                  <a:lnTo>
                    <a:pt x="1968452" y="66960"/>
                  </a:lnTo>
                  <a:cubicBezTo>
                    <a:pt x="1969083" y="45698"/>
                    <a:pt x="1953840" y="21262"/>
                    <a:pt x="1954471" y="0"/>
                  </a:cubicBezTo>
                  <a:lnTo>
                    <a:pt x="1649856" y="9525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" name="Triangle 6">
              <a:extLst>
                <a:ext uri="{FF2B5EF4-FFF2-40B4-BE49-F238E27FC236}">
                  <a16:creationId xmlns:a16="http://schemas.microsoft.com/office/drawing/2014/main" id="{9F165D59-F60C-AD4F-A7F7-53B4038B0129}"/>
                </a:ext>
              </a:extLst>
            </p:cNvPr>
            <p:cNvSpPr/>
            <p:nvPr/>
          </p:nvSpPr>
          <p:spPr>
            <a:xfrm>
              <a:off x="2300341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" name="Triangle 263">
              <a:extLst>
                <a:ext uri="{FF2B5EF4-FFF2-40B4-BE49-F238E27FC236}">
                  <a16:creationId xmlns:a16="http://schemas.microsoft.com/office/drawing/2014/main" id="{800ACAE4-EC0E-D840-8E7B-7716B24F6A08}"/>
                </a:ext>
              </a:extLst>
            </p:cNvPr>
            <p:cNvSpPr/>
            <p:nvPr/>
          </p:nvSpPr>
          <p:spPr>
            <a:xfrm>
              <a:off x="2534549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" name="Triangle 264">
              <a:extLst>
                <a:ext uri="{FF2B5EF4-FFF2-40B4-BE49-F238E27FC236}">
                  <a16:creationId xmlns:a16="http://schemas.microsoft.com/office/drawing/2014/main" id="{EB2FB997-22E4-8048-AE39-6FFB53CDD447}"/>
                </a:ext>
              </a:extLst>
            </p:cNvPr>
            <p:cNvSpPr/>
            <p:nvPr/>
          </p:nvSpPr>
          <p:spPr>
            <a:xfrm>
              <a:off x="2737088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" name="Triangle 264">
              <a:extLst>
                <a:ext uri="{FF2B5EF4-FFF2-40B4-BE49-F238E27FC236}">
                  <a16:creationId xmlns:a16="http://schemas.microsoft.com/office/drawing/2014/main" id="{D65CE060-CC6D-FA49-B310-2D8C293C59EF}"/>
                </a:ext>
              </a:extLst>
            </p:cNvPr>
            <p:cNvSpPr/>
            <p:nvPr/>
          </p:nvSpPr>
          <p:spPr>
            <a:xfrm>
              <a:off x="2921755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" name="Triangle 10">
              <a:extLst>
                <a:ext uri="{FF2B5EF4-FFF2-40B4-BE49-F238E27FC236}">
                  <a16:creationId xmlns:a16="http://schemas.microsoft.com/office/drawing/2014/main" id="{5E2EC6C6-8CA4-FB47-9ED9-0A3A6111B69C}"/>
                </a:ext>
              </a:extLst>
            </p:cNvPr>
            <p:cNvSpPr/>
            <p:nvPr/>
          </p:nvSpPr>
          <p:spPr>
            <a:xfrm>
              <a:off x="2751864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2" name="Triangle 263">
              <a:extLst>
                <a:ext uri="{FF2B5EF4-FFF2-40B4-BE49-F238E27FC236}">
                  <a16:creationId xmlns:a16="http://schemas.microsoft.com/office/drawing/2014/main" id="{25DC52FB-1A08-104B-8F02-D1CFD37D6208}"/>
                </a:ext>
              </a:extLst>
            </p:cNvPr>
            <p:cNvSpPr/>
            <p:nvPr/>
          </p:nvSpPr>
          <p:spPr>
            <a:xfrm>
              <a:off x="2968155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3" name="Triangle 264">
              <a:extLst>
                <a:ext uri="{FF2B5EF4-FFF2-40B4-BE49-F238E27FC236}">
                  <a16:creationId xmlns:a16="http://schemas.microsoft.com/office/drawing/2014/main" id="{3DD5BE3F-37A4-9D40-893E-49168C5A43D0}"/>
                </a:ext>
              </a:extLst>
            </p:cNvPr>
            <p:cNvSpPr/>
            <p:nvPr/>
          </p:nvSpPr>
          <p:spPr>
            <a:xfrm>
              <a:off x="3158031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C3B8244F-E4F7-764F-8970-08F685AAACD5}"/>
                </a:ext>
              </a:extLst>
            </p:cNvPr>
            <p:cNvSpPr/>
            <p:nvPr/>
          </p:nvSpPr>
          <p:spPr>
            <a:xfrm>
              <a:off x="4130695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" name="Triangle 264">
              <a:extLst>
                <a:ext uri="{FF2B5EF4-FFF2-40B4-BE49-F238E27FC236}">
                  <a16:creationId xmlns:a16="http://schemas.microsoft.com/office/drawing/2014/main" id="{41B1FBC4-7423-6C4B-A822-BCB23175BA08}"/>
                </a:ext>
              </a:extLst>
            </p:cNvPr>
            <p:cNvSpPr/>
            <p:nvPr/>
          </p:nvSpPr>
          <p:spPr>
            <a:xfrm>
              <a:off x="3200228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" name="Triangle 264">
              <a:extLst>
                <a:ext uri="{FF2B5EF4-FFF2-40B4-BE49-F238E27FC236}">
                  <a16:creationId xmlns:a16="http://schemas.microsoft.com/office/drawing/2014/main" id="{E89B96F6-580D-454E-B5D2-D7845F904CED}"/>
                </a:ext>
              </a:extLst>
            </p:cNvPr>
            <p:cNvSpPr/>
            <p:nvPr/>
          </p:nvSpPr>
          <p:spPr>
            <a:xfrm>
              <a:off x="3549059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" name="Triangle 264">
              <a:extLst>
                <a:ext uri="{FF2B5EF4-FFF2-40B4-BE49-F238E27FC236}">
                  <a16:creationId xmlns:a16="http://schemas.microsoft.com/office/drawing/2014/main" id="{61F41E89-008A-B74F-857E-424EB07FBFA8}"/>
                </a:ext>
              </a:extLst>
            </p:cNvPr>
            <p:cNvSpPr/>
            <p:nvPr/>
          </p:nvSpPr>
          <p:spPr>
            <a:xfrm>
              <a:off x="3344674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5645AACD-D007-B349-836B-DA519F2396F7}"/>
                </a:ext>
              </a:extLst>
            </p:cNvPr>
            <p:cNvSpPr/>
            <p:nvPr/>
          </p:nvSpPr>
          <p:spPr>
            <a:xfrm rot="10800000">
              <a:off x="4149487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78A56153-991E-1647-A977-F3E32BC0AA14}"/>
                </a:ext>
              </a:extLst>
            </p:cNvPr>
            <p:cNvGrpSpPr/>
            <p:nvPr/>
          </p:nvGrpSpPr>
          <p:grpSpPr>
            <a:xfrm rot="20275914">
              <a:off x="4415395" y="2993878"/>
              <a:ext cx="319926" cy="404542"/>
              <a:chOff x="3510479" y="1211170"/>
              <a:chExt cx="2079479" cy="2629470"/>
            </a:xfrm>
          </p:grpSpPr>
          <p:sp>
            <p:nvSpPr>
              <p:cNvPr id="82" name="Oval 1">
                <a:extLst>
                  <a:ext uri="{FF2B5EF4-FFF2-40B4-BE49-F238E27FC236}">
                    <a16:creationId xmlns:a16="http://schemas.microsoft.com/office/drawing/2014/main" id="{80194227-E6D5-134C-8979-EFBB43AB6960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" name="Teardrop 82">
                <a:extLst>
                  <a:ext uri="{FF2B5EF4-FFF2-40B4-BE49-F238E27FC236}">
                    <a16:creationId xmlns:a16="http://schemas.microsoft.com/office/drawing/2014/main" id="{DCB69560-D4F4-5B40-8DE6-E86BE13C86C0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" name="Teardrop 83">
                <a:extLst>
                  <a:ext uri="{FF2B5EF4-FFF2-40B4-BE49-F238E27FC236}">
                    <a16:creationId xmlns:a16="http://schemas.microsoft.com/office/drawing/2014/main" id="{3EF4B949-DDC8-7645-B4A0-5A8FAA4A7392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" name="Teardrop 84">
                <a:extLst>
                  <a:ext uri="{FF2B5EF4-FFF2-40B4-BE49-F238E27FC236}">
                    <a16:creationId xmlns:a16="http://schemas.microsoft.com/office/drawing/2014/main" id="{0B330868-0E8F-D947-9F83-21E61C3597F3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" name="Teardrop 85">
                <a:extLst>
                  <a:ext uri="{FF2B5EF4-FFF2-40B4-BE49-F238E27FC236}">
                    <a16:creationId xmlns:a16="http://schemas.microsoft.com/office/drawing/2014/main" id="{80D306A9-CB51-7848-B21D-1B12AAE45116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" name="Teardrop 86">
                <a:extLst>
                  <a:ext uri="{FF2B5EF4-FFF2-40B4-BE49-F238E27FC236}">
                    <a16:creationId xmlns:a16="http://schemas.microsoft.com/office/drawing/2014/main" id="{287624A0-51D0-FB4D-A74F-44E13F051347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" name="Teardrop 87">
                <a:extLst>
                  <a:ext uri="{FF2B5EF4-FFF2-40B4-BE49-F238E27FC236}">
                    <a16:creationId xmlns:a16="http://schemas.microsoft.com/office/drawing/2014/main" id="{1704299B-E23F-6A47-947F-C64ED540BF89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" name="Teardrop 88">
                <a:extLst>
                  <a:ext uri="{FF2B5EF4-FFF2-40B4-BE49-F238E27FC236}">
                    <a16:creationId xmlns:a16="http://schemas.microsoft.com/office/drawing/2014/main" id="{5946D287-FFFE-9648-A0A0-5F9D70144788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" name="Teardrop 89">
                <a:extLst>
                  <a:ext uri="{FF2B5EF4-FFF2-40B4-BE49-F238E27FC236}">
                    <a16:creationId xmlns:a16="http://schemas.microsoft.com/office/drawing/2014/main" id="{3B778631-1690-AB4C-95BD-D7BD84FDC633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" name="Teardrop 90">
                <a:extLst>
                  <a:ext uri="{FF2B5EF4-FFF2-40B4-BE49-F238E27FC236}">
                    <a16:creationId xmlns:a16="http://schemas.microsoft.com/office/drawing/2014/main" id="{D3446C06-5B27-F144-B208-184625BD9435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" name="Teardrop 91">
                <a:extLst>
                  <a:ext uri="{FF2B5EF4-FFF2-40B4-BE49-F238E27FC236}">
                    <a16:creationId xmlns:a16="http://schemas.microsoft.com/office/drawing/2014/main" id="{D476C647-4896-C64B-A2DC-6D18DCB0D91C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" name="Teardrop 92">
                <a:extLst>
                  <a:ext uri="{FF2B5EF4-FFF2-40B4-BE49-F238E27FC236}">
                    <a16:creationId xmlns:a16="http://schemas.microsoft.com/office/drawing/2014/main" id="{A5E6552F-1B95-4140-A7EF-5BE26D39D426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" name="Teardrop 93">
                <a:extLst>
                  <a:ext uri="{FF2B5EF4-FFF2-40B4-BE49-F238E27FC236}">
                    <a16:creationId xmlns:a16="http://schemas.microsoft.com/office/drawing/2014/main" id="{8D056044-F610-6E4C-A03E-A9B708BE551C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" name="Teardrop 94">
                <a:extLst>
                  <a:ext uri="{FF2B5EF4-FFF2-40B4-BE49-F238E27FC236}">
                    <a16:creationId xmlns:a16="http://schemas.microsoft.com/office/drawing/2014/main" id="{BDA12CDA-232B-5944-801F-977058D6ED2D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" name="Teardrop 95">
                <a:extLst>
                  <a:ext uri="{FF2B5EF4-FFF2-40B4-BE49-F238E27FC236}">
                    <a16:creationId xmlns:a16="http://schemas.microsoft.com/office/drawing/2014/main" id="{E3BCC062-1E78-4A42-9630-0C18F16ABCAB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" name="Teardrop 96">
                <a:extLst>
                  <a:ext uri="{FF2B5EF4-FFF2-40B4-BE49-F238E27FC236}">
                    <a16:creationId xmlns:a16="http://schemas.microsoft.com/office/drawing/2014/main" id="{D0CBC170-99FA-8F40-97EF-C649B46AE04D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" name="Teardrop 97">
                <a:extLst>
                  <a:ext uri="{FF2B5EF4-FFF2-40B4-BE49-F238E27FC236}">
                    <a16:creationId xmlns:a16="http://schemas.microsoft.com/office/drawing/2014/main" id="{A71E35C0-A271-3A49-8ECA-54DAD4BB0B25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" name="Teardrop 98">
                <a:extLst>
                  <a:ext uri="{FF2B5EF4-FFF2-40B4-BE49-F238E27FC236}">
                    <a16:creationId xmlns:a16="http://schemas.microsoft.com/office/drawing/2014/main" id="{7C488537-17BA-834C-8DA7-B11A86824854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" name="Teardrop 99">
                <a:extLst>
                  <a:ext uri="{FF2B5EF4-FFF2-40B4-BE49-F238E27FC236}">
                    <a16:creationId xmlns:a16="http://schemas.microsoft.com/office/drawing/2014/main" id="{4FD6530A-59D6-1743-A112-73FB32990982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" name="Teardrop 100">
                <a:extLst>
                  <a:ext uri="{FF2B5EF4-FFF2-40B4-BE49-F238E27FC236}">
                    <a16:creationId xmlns:a16="http://schemas.microsoft.com/office/drawing/2014/main" id="{711EA2A7-6481-5B40-A91D-459C2EA02941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" name="Teardrop 101">
                <a:extLst>
                  <a:ext uri="{FF2B5EF4-FFF2-40B4-BE49-F238E27FC236}">
                    <a16:creationId xmlns:a16="http://schemas.microsoft.com/office/drawing/2014/main" id="{DA55CD6C-EF67-5F46-8EB1-7C8D16E50CB3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" name="Teardrop 102">
                <a:extLst>
                  <a:ext uri="{FF2B5EF4-FFF2-40B4-BE49-F238E27FC236}">
                    <a16:creationId xmlns:a16="http://schemas.microsoft.com/office/drawing/2014/main" id="{8057C1F5-A7B3-E940-9890-624DF56CABA4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" name="Teardrop 103">
                <a:extLst>
                  <a:ext uri="{FF2B5EF4-FFF2-40B4-BE49-F238E27FC236}">
                    <a16:creationId xmlns:a16="http://schemas.microsoft.com/office/drawing/2014/main" id="{A324BEA1-A918-FE42-A7B4-166C141AA415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" name="Teardrop 104">
                <a:extLst>
                  <a:ext uri="{FF2B5EF4-FFF2-40B4-BE49-F238E27FC236}">
                    <a16:creationId xmlns:a16="http://schemas.microsoft.com/office/drawing/2014/main" id="{51B44E6F-D757-AD4C-874A-F41A2AAC3C8B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" name="Teardrop 105">
                <a:extLst>
                  <a:ext uri="{FF2B5EF4-FFF2-40B4-BE49-F238E27FC236}">
                    <a16:creationId xmlns:a16="http://schemas.microsoft.com/office/drawing/2014/main" id="{A0FFB0B8-E0AB-6A4E-90EA-61F15CC94F83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" name="Teardrop 106">
                <a:extLst>
                  <a:ext uri="{FF2B5EF4-FFF2-40B4-BE49-F238E27FC236}">
                    <a16:creationId xmlns:a16="http://schemas.microsoft.com/office/drawing/2014/main" id="{C04236C5-43A6-5242-BE15-BA3D2E983636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" name="Teardrop 107">
                <a:extLst>
                  <a:ext uri="{FF2B5EF4-FFF2-40B4-BE49-F238E27FC236}">
                    <a16:creationId xmlns:a16="http://schemas.microsoft.com/office/drawing/2014/main" id="{BF6AE717-0DB5-434A-BCAC-A18211689E80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" name="Teardrop 108">
                <a:extLst>
                  <a:ext uri="{FF2B5EF4-FFF2-40B4-BE49-F238E27FC236}">
                    <a16:creationId xmlns:a16="http://schemas.microsoft.com/office/drawing/2014/main" id="{1EDF7819-F2C8-0046-8A4D-9B71D4A3B1C6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0" name="Teardrop 109">
                <a:extLst>
                  <a:ext uri="{FF2B5EF4-FFF2-40B4-BE49-F238E27FC236}">
                    <a16:creationId xmlns:a16="http://schemas.microsoft.com/office/drawing/2014/main" id="{785E9DCE-1D5E-2E4A-B4C5-AE9210B953A3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1" name="Teardrop 110">
                <a:extLst>
                  <a:ext uri="{FF2B5EF4-FFF2-40B4-BE49-F238E27FC236}">
                    <a16:creationId xmlns:a16="http://schemas.microsoft.com/office/drawing/2014/main" id="{3FA77FFB-2704-0C46-A799-29325554218B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4D50AC69-CA0A-CF4C-912B-A940E5A2C5A8}"/>
                </a:ext>
              </a:extLst>
            </p:cNvPr>
            <p:cNvGrpSpPr/>
            <p:nvPr/>
          </p:nvGrpSpPr>
          <p:grpSpPr>
            <a:xfrm rot="20726076">
              <a:off x="4445230" y="1854502"/>
              <a:ext cx="319926" cy="404542"/>
              <a:chOff x="3510479" y="1211170"/>
              <a:chExt cx="2079479" cy="2629470"/>
            </a:xfrm>
          </p:grpSpPr>
          <p:sp>
            <p:nvSpPr>
              <p:cNvPr id="52" name="Oval 1">
                <a:extLst>
                  <a:ext uri="{FF2B5EF4-FFF2-40B4-BE49-F238E27FC236}">
                    <a16:creationId xmlns:a16="http://schemas.microsoft.com/office/drawing/2014/main" id="{15418FA9-93C6-5746-9497-0ED9802B385B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" name="Teardrop 52">
                <a:extLst>
                  <a:ext uri="{FF2B5EF4-FFF2-40B4-BE49-F238E27FC236}">
                    <a16:creationId xmlns:a16="http://schemas.microsoft.com/office/drawing/2014/main" id="{5E231893-704E-8142-BCD3-6D04F0458057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" name="Teardrop 53">
                <a:extLst>
                  <a:ext uri="{FF2B5EF4-FFF2-40B4-BE49-F238E27FC236}">
                    <a16:creationId xmlns:a16="http://schemas.microsoft.com/office/drawing/2014/main" id="{C86D386D-08A4-E647-9B55-1D906F38CA31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" name="Teardrop 54">
                <a:extLst>
                  <a:ext uri="{FF2B5EF4-FFF2-40B4-BE49-F238E27FC236}">
                    <a16:creationId xmlns:a16="http://schemas.microsoft.com/office/drawing/2014/main" id="{AC602FDE-B632-9846-96E4-5FAE3FE18C8A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" name="Teardrop 55">
                <a:extLst>
                  <a:ext uri="{FF2B5EF4-FFF2-40B4-BE49-F238E27FC236}">
                    <a16:creationId xmlns:a16="http://schemas.microsoft.com/office/drawing/2014/main" id="{86F5DE61-E242-E642-BD73-9C0975329BA7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" name="Teardrop 56">
                <a:extLst>
                  <a:ext uri="{FF2B5EF4-FFF2-40B4-BE49-F238E27FC236}">
                    <a16:creationId xmlns:a16="http://schemas.microsoft.com/office/drawing/2014/main" id="{028A1C01-8C4B-1745-8DB5-58D2F8416E86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" name="Teardrop 57">
                <a:extLst>
                  <a:ext uri="{FF2B5EF4-FFF2-40B4-BE49-F238E27FC236}">
                    <a16:creationId xmlns:a16="http://schemas.microsoft.com/office/drawing/2014/main" id="{0B01DD7B-E7D0-1F45-AC84-D4EF593CBA61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" name="Teardrop 58">
                <a:extLst>
                  <a:ext uri="{FF2B5EF4-FFF2-40B4-BE49-F238E27FC236}">
                    <a16:creationId xmlns:a16="http://schemas.microsoft.com/office/drawing/2014/main" id="{DD18E4B5-9D9D-B949-8368-76844523A579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Teardrop 59">
                <a:extLst>
                  <a:ext uri="{FF2B5EF4-FFF2-40B4-BE49-F238E27FC236}">
                    <a16:creationId xmlns:a16="http://schemas.microsoft.com/office/drawing/2014/main" id="{24F10747-5A3B-044A-85C6-0C58EAEB7549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" name="Teardrop 60">
                <a:extLst>
                  <a:ext uri="{FF2B5EF4-FFF2-40B4-BE49-F238E27FC236}">
                    <a16:creationId xmlns:a16="http://schemas.microsoft.com/office/drawing/2014/main" id="{86E49DAD-8856-B942-B87F-63666E421A98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" name="Teardrop 61">
                <a:extLst>
                  <a:ext uri="{FF2B5EF4-FFF2-40B4-BE49-F238E27FC236}">
                    <a16:creationId xmlns:a16="http://schemas.microsoft.com/office/drawing/2014/main" id="{8BBBDEB0-1269-1E42-AC54-BC1C3F2B696E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" name="Teardrop 62">
                <a:extLst>
                  <a:ext uri="{FF2B5EF4-FFF2-40B4-BE49-F238E27FC236}">
                    <a16:creationId xmlns:a16="http://schemas.microsoft.com/office/drawing/2014/main" id="{3792497F-A872-354B-B317-E93F0B20FB25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" name="Teardrop 63">
                <a:extLst>
                  <a:ext uri="{FF2B5EF4-FFF2-40B4-BE49-F238E27FC236}">
                    <a16:creationId xmlns:a16="http://schemas.microsoft.com/office/drawing/2014/main" id="{A4DFDC6C-AA03-E14A-B132-04934F7D613A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" name="Teardrop 64">
                <a:extLst>
                  <a:ext uri="{FF2B5EF4-FFF2-40B4-BE49-F238E27FC236}">
                    <a16:creationId xmlns:a16="http://schemas.microsoft.com/office/drawing/2014/main" id="{A841B341-0DB0-F240-ABF3-C961A398E74C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" name="Teardrop 65">
                <a:extLst>
                  <a:ext uri="{FF2B5EF4-FFF2-40B4-BE49-F238E27FC236}">
                    <a16:creationId xmlns:a16="http://schemas.microsoft.com/office/drawing/2014/main" id="{40FD514E-A434-1247-9457-29302E78E352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" name="Teardrop 66">
                <a:extLst>
                  <a:ext uri="{FF2B5EF4-FFF2-40B4-BE49-F238E27FC236}">
                    <a16:creationId xmlns:a16="http://schemas.microsoft.com/office/drawing/2014/main" id="{25846547-DD15-2F49-B00B-F9091B47B2C0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" name="Teardrop 67">
                <a:extLst>
                  <a:ext uri="{FF2B5EF4-FFF2-40B4-BE49-F238E27FC236}">
                    <a16:creationId xmlns:a16="http://schemas.microsoft.com/office/drawing/2014/main" id="{4099ED2D-F1C3-514B-9EFD-3D26CD08D036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" name="Teardrop 68">
                <a:extLst>
                  <a:ext uri="{FF2B5EF4-FFF2-40B4-BE49-F238E27FC236}">
                    <a16:creationId xmlns:a16="http://schemas.microsoft.com/office/drawing/2014/main" id="{DC6B4489-DCDC-1144-A822-7B433C155180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" name="Teardrop 69">
                <a:extLst>
                  <a:ext uri="{FF2B5EF4-FFF2-40B4-BE49-F238E27FC236}">
                    <a16:creationId xmlns:a16="http://schemas.microsoft.com/office/drawing/2014/main" id="{0C1BC96B-8157-5E47-8814-F873240DFF0B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" name="Teardrop 70">
                <a:extLst>
                  <a:ext uri="{FF2B5EF4-FFF2-40B4-BE49-F238E27FC236}">
                    <a16:creationId xmlns:a16="http://schemas.microsoft.com/office/drawing/2014/main" id="{99DC8097-9CAE-3841-A9AC-4848273CAFB2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" name="Teardrop 71">
                <a:extLst>
                  <a:ext uri="{FF2B5EF4-FFF2-40B4-BE49-F238E27FC236}">
                    <a16:creationId xmlns:a16="http://schemas.microsoft.com/office/drawing/2014/main" id="{5461BBAC-763F-4746-B2B2-71C9135BBAA6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" name="Teardrop 72">
                <a:extLst>
                  <a:ext uri="{FF2B5EF4-FFF2-40B4-BE49-F238E27FC236}">
                    <a16:creationId xmlns:a16="http://schemas.microsoft.com/office/drawing/2014/main" id="{840C22CF-B8A3-664C-9D0A-61AC931E8816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" name="Teardrop 73">
                <a:extLst>
                  <a:ext uri="{FF2B5EF4-FFF2-40B4-BE49-F238E27FC236}">
                    <a16:creationId xmlns:a16="http://schemas.microsoft.com/office/drawing/2014/main" id="{154BB761-09C2-C14A-8310-466F042C626C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" name="Teardrop 74">
                <a:extLst>
                  <a:ext uri="{FF2B5EF4-FFF2-40B4-BE49-F238E27FC236}">
                    <a16:creationId xmlns:a16="http://schemas.microsoft.com/office/drawing/2014/main" id="{43367ABB-7171-B94E-8679-46CB630BACEF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" name="Teardrop 75">
                <a:extLst>
                  <a:ext uri="{FF2B5EF4-FFF2-40B4-BE49-F238E27FC236}">
                    <a16:creationId xmlns:a16="http://schemas.microsoft.com/office/drawing/2014/main" id="{186E4B1A-5097-8A4B-9246-C11713AE5AFD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" name="Teardrop 76">
                <a:extLst>
                  <a:ext uri="{FF2B5EF4-FFF2-40B4-BE49-F238E27FC236}">
                    <a16:creationId xmlns:a16="http://schemas.microsoft.com/office/drawing/2014/main" id="{7BDB37BD-DED9-534E-9523-BFE17A4A0E43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" name="Teardrop 77">
                <a:extLst>
                  <a:ext uri="{FF2B5EF4-FFF2-40B4-BE49-F238E27FC236}">
                    <a16:creationId xmlns:a16="http://schemas.microsoft.com/office/drawing/2014/main" id="{D993F304-9B64-5448-9ECC-0EA7D4024619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" name="Teardrop 78">
                <a:extLst>
                  <a:ext uri="{FF2B5EF4-FFF2-40B4-BE49-F238E27FC236}">
                    <a16:creationId xmlns:a16="http://schemas.microsoft.com/office/drawing/2014/main" id="{BEDBAE29-B8C0-7244-909B-B09517B0A941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" name="Teardrop 79">
                <a:extLst>
                  <a:ext uri="{FF2B5EF4-FFF2-40B4-BE49-F238E27FC236}">
                    <a16:creationId xmlns:a16="http://schemas.microsoft.com/office/drawing/2014/main" id="{24E50231-C985-D941-A00F-C3662F09F72A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" name="Teardrop 80">
                <a:extLst>
                  <a:ext uri="{FF2B5EF4-FFF2-40B4-BE49-F238E27FC236}">
                    <a16:creationId xmlns:a16="http://schemas.microsoft.com/office/drawing/2014/main" id="{044170E0-4AB6-FA48-9C90-2524FD2CE139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D108053C-DE0D-6E43-A4E1-6EDCBDD4CBD3}"/>
                </a:ext>
              </a:extLst>
            </p:cNvPr>
            <p:cNvGrpSpPr/>
            <p:nvPr/>
          </p:nvGrpSpPr>
          <p:grpSpPr>
            <a:xfrm rot="21065350">
              <a:off x="3727049" y="2277700"/>
              <a:ext cx="319926" cy="404542"/>
              <a:chOff x="3510479" y="1211170"/>
              <a:chExt cx="2079479" cy="2629470"/>
            </a:xfrm>
          </p:grpSpPr>
          <p:sp>
            <p:nvSpPr>
              <p:cNvPr id="22" name="Oval 1">
                <a:extLst>
                  <a:ext uri="{FF2B5EF4-FFF2-40B4-BE49-F238E27FC236}">
                    <a16:creationId xmlns:a16="http://schemas.microsoft.com/office/drawing/2014/main" id="{28679FEE-62C0-284B-934F-898CF6D4F968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" name="Teardrop 22">
                <a:extLst>
                  <a:ext uri="{FF2B5EF4-FFF2-40B4-BE49-F238E27FC236}">
                    <a16:creationId xmlns:a16="http://schemas.microsoft.com/office/drawing/2014/main" id="{7208B165-5D9D-FE47-B547-AB735DA5B54A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" name="Teardrop 23">
                <a:extLst>
                  <a:ext uri="{FF2B5EF4-FFF2-40B4-BE49-F238E27FC236}">
                    <a16:creationId xmlns:a16="http://schemas.microsoft.com/office/drawing/2014/main" id="{D0A14B60-E784-3840-9184-D244A0C60EE0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" name="Teardrop 24">
                <a:extLst>
                  <a:ext uri="{FF2B5EF4-FFF2-40B4-BE49-F238E27FC236}">
                    <a16:creationId xmlns:a16="http://schemas.microsoft.com/office/drawing/2014/main" id="{79C3D0FC-AFD6-2E4E-87CA-C743A6B9CB71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" name="Teardrop 25">
                <a:extLst>
                  <a:ext uri="{FF2B5EF4-FFF2-40B4-BE49-F238E27FC236}">
                    <a16:creationId xmlns:a16="http://schemas.microsoft.com/office/drawing/2014/main" id="{4DE802A6-C8AF-D544-8C3E-6D252ACE8627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" name="Teardrop 26">
                <a:extLst>
                  <a:ext uri="{FF2B5EF4-FFF2-40B4-BE49-F238E27FC236}">
                    <a16:creationId xmlns:a16="http://schemas.microsoft.com/office/drawing/2014/main" id="{63ABAE68-59F2-D440-8569-8569492E9992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" name="Teardrop 27">
                <a:extLst>
                  <a:ext uri="{FF2B5EF4-FFF2-40B4-BE49-F238E27FC236}">
                    <a16:creationId xmlns:a16="http://schemas.microsoft.com/office/drawing/2014/main" id="{65ADE54B-6395-3C48-BC88-8FC8098AD1B1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" name="Teardrop 28">
                <a:extLst>
                  <a:ext uri="{FF2B5EF4-FFF2-40B4-BE49-F238E27FC236}">
                    <a16:creationId xmlns:a16="http://schemas.microsoft.com/office/drawing/2014/main" id="{8B177B56-500C-C645-A8F3-5F5F26DF33F5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" name="Teardrop 29">
                <a:extLst>
                  <a:ext uri="{FF2B5EF4-FFF2-40B4-BE49-F238E27FC236}">
                    <a16:creationId xmlns:a16="http://schemas.microsoft.com/office/drawing/2014/main" id="{30235C66-8A8C-CE46-B615-6364A1E8379F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" name="Teardrop 30">
                <a:extLst>
                  <a:ext uri="{FF2B5EF4-FFF2-40B4-BE49-F238E27FC236}">
                    <a16:creationId xmlns:a16="http://schemas.microsoft.com/office/drawing/2014/main" id="{8C7E80B0-266D-C244-9688-CEA39DEEFB31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" name="Teardrop 31">
                <a:extLst>
                  <a:ext uri="{FF2B5EF4-FFF2-40B4-BE49-F238E27FC236}">
                    <a16:creationId xmlns:a16="http://schemas.microsoft.com/office/drawing/2014/main" id="{24C8B99E-D2BB-674F-A8BD-8731AEC26FF0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" name="Teardrop 32">
                <a:extLst>
                  <a:ext uri="{FF2B5EF4-FFF2-40B4-BE49-F238E27FC236}">
                    <a16:creationId xmlns:a16="http://schemas.microsoft.com/office/drawing/2014/main" id="{8537133B-4C7E-6840-8BE3-AAB713A2EA0B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" name="Teardrop 33">
                <a:extLst>
                  <a:ext uri="{FF2B5EF4-FFF2-40B4-BE49-F238E27FC236}">
                    <a16:creationId xmlns:a16="http://schemas.microsoft.com/office/drawing/2014/main" id="{6C8BF9F0-88CB-6D4E-B74C-91BB96AB08F8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" name="Teardrop 34">
                <a:extLst>
                  <a:ext uri="{FF2B5EF4-FFF2-40B4-BE49-F238E27FC236}">
                    <a16:creationId xmlns:a16="http://schemas.microsoft.com/office/drawing/2014/main" id="{C55DE5A5-95D4-CB4A-8468-97089FA4FCD1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" name="Teardrop 35">
                <a:extLst>
                  <a:ext uri="{FF2B5EF4-FFF2-40B4-BE49-F238E27FC236}">
                    <a16:creationId xmlns:a16="http://schemas.microsoft.com/office/drawing/2014/main" id="{870791B5-DAA2-A941-B67B-019530E7DD7A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" name="Teardrop 36">
                <a:extLst>
                  <a:ext uri="{FF2B5EF4-FFF2-40B4-BE49-F238E27FC236}">
                    <a16:creationId xmlns:a16="http://schemas.microsoft.com/office/drawing/2014/main" id="{6F635878-40BF-7849-9D61-283114415890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" name="Teardrop 37">
                <a:extLst>
                  <a:ext uri="{FF2B5EF4-FFF2-40B4-BE49-F238E27FC236}">
                    <a16:creationId xmlns:a16="http://schemas.microsoft.com/office/drawing/2014/main" id="{10EDF132-5B8D-8841-8D7C-90032E520CD3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" name="Teardrop 38">
                <a:extLst>
                  <a:ext uri="{FF2B5EF4-FFF2-40B4-BE49-F238E27FC236}">
                    <a16:creationId xmlns:a16="http://schemas.microsoft.com/office/drawing/2014/main" id="{645145DD-A26B-0448-9E06-EFF1FC7C8E3D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" name="Teardrop 39">
                <a:extLst>
                  <a:ext uri="{FF2B5EF4-FFF2-40B4-BE49-F238E27FC236}">
                    <a16:creationId xmlns:a16="http://schemas.microsoft.com/office/drawing/2014/main" id="{9E188D3D-E810-A64C-9E3B-8643B38D892D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" name="Teardrop 40">
                <a:extLst>
                  <a:ext uri="{FF2B5EF4-FFF2-40B4-BE49-F238E27FC236}">
                    <a16:creationId xmlns:a16="http://schemas.microsoft.com/office/drawing/2014/main" id="{0D31B2F2-ADB5-434A-AC6B-8A17A78C57F2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" name="Teardrop 41">
                <a:extLst>
                  <a:ext uri="{FF2B5EF4-FFF2-40B4-BE49-F238E27FC236}">
                    <a16:creationId xmlns:a16="http://schemas.microsoft.com/office/drawing/2014/main" id="{9E7D8EB4-3F61-3F4F-843E-FCEDF408E382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" name="Teardrop 42">
                <a:extLst>
                  <a:ext uri="{FF2B5EF4-FFF2-40B4-BE49-F238E27FC236}">
                    <a16:creationId xmlns:a16="http://schemas.microsoft.com/office/drawing/2014/main" id="{F990D40E-10EC-A84A-818F-BD9D76CBF897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" name="Teardrop 43">
                <a:extLst>
                  <a:ext uri="{FF2B5EF4-FFF2-40B4-BE49-F238E27FC236}">
                    <a16:creationId xmlns:a16="http://schemas.microsoft.com/office/drawing/2014/main" id="{18A8BFE2-EFA3-254F-B2FF-7FDE7965433E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" name="Teardrop 44">
                <a:extLst>
                  <a:ext uri="{FF2B5EF4-FFF2-40B4-BE49-F238E27FC236}">
                    <a16:creationId xmlns:a16="http://schemas.microsoft.com/office/drawing/2014/main" id="{16934C00-919D-AF47-9A21-901FCABD766B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" name="Teardrop 45">
                <a:extLst>
                  <a:ext uri="{FF2B5EF4-FFF2-40B4-BE49-F238E27FC236}">
                    <a16:creationId xmlns:a16="http://schemas.microsoft.com/office/drawing/2014/main" id="{469818EA-3C70-5240-A378-5BBA880FC1C0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" name="Teardrop 46">
                <a:extLst>
                  <a:ext uri="{FF2B5EF4-FFF2-40B4-BE49-F238E27FC236}">
                    <a16:creationId xmlns:a16="http://schemas.microsoft.com/office/drawing/2014/main" id="{D9624ACF-2901-5147-AD35-A6FAD298FE0B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" name="Teardrop 47">
                <a:extLst>
                  <a:ext uri="{FF2B5EF4-FFF2-40B4-BE49-F238E27FC236}">
                    <a16:creationId xmlns:a16="http://schemas.microsoft.com/office/drawing/2014/main" id="{3526E455-4FEE-7C46-8CFB-B640F92269E7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" name="Teardrop 48">
                <a:extLst>
                  <a:ext uri="{FF2B5EF4-FFF2-40B4-BE49-F238E27FC236}">
                    <a16:creationId xmlns:a16="http://schemas.microsoft.com/office/drawing/2014/main" id="{398E04B0-4DEC-5C4C-BBC0-206FCE070ACC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" name="Teardrop 49">
                <a:extLst>
                  <a:ext uri="{FF2B5EF4-FFF2-40B4-BE49-F238E27FC236}">
                    <a16:creationId xmlns:a16="http://schemas.microsoft.com/office/drawing/2014/main" id="{82B49C2B-1864-8E4A-9B48-61886B24FA6D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" name="Teardrop 50">
                <a:extLst>
                  <a:ext uri="{FF2B5EF4-FFF2-40B4-BE49-F238E27FC236}">
                    <a16:creationId xmlns:a16="http://schemas.microsoft.com/office/drawing/2014/main" id="{2F57F52C-F449-554E-886F-7001C244A408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112" name="Donut 111">
            <a:extLst>
              <a:ext uri="{FF2B5EF4-FFF2-40B4-BE49-F238E27FC236}">
                <a16:creationId xmlns:a16="http://schemas.microsoft.com/office/drawing/2014/main" id="{B7F1C285-4DA8-D844-875C-AD07B9B72547}"/>
              </a:ext>
            </a:extLst>
          </p:cNvPr>
          <p:cNvSpPr/>
          <p:nvPr/>
        </p:nvSpPr>
        <p:spPr>
          <a:xfrm>
            <a:off x="84666" y="98747"/>
            <a:ext cx="8980683" cy="6680566"/>
          </a:xfrm>
          <a:prstGeom prst="donut">
            <a:avLst>
              <a:gd name="adj" fmla="val 2395"/>
            </a:avLst>
          </a:prstGeom>
          <a:solidFill>
            <a:srgbClr val="EEECE1">
              <a:alpha val="75000"/>
            </a:srgbClr>
          </a:solidFill>
          <a:ln w="9525" cap="flat" cmpd="sng" algn="ctr">
            <a:solidFill>
              <a:sysClr val="windowText" lastClr="000000">
                <a:alpha val="15000"/>
              </a:sys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36043BAD-138A-B242-A061-66666D24EFFB}"/>
              </a:ext>
            </a:extLst>
          </p:cNvPr>
          <p:cNvSpPr txBox="1"/>
          <p:nvPr/>
        </p:nvSpPr>
        <p:spPr>
          <a:xfrm>
            <a:off x="7020331" y="6337516"/>
            <a:ext cx="684803" cy="338554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1600" b="1" dirty="0">
                <a:solidFill>
                  <a:srgbClr val="000000"/>
                </a:solidFill>
                <a:latin typeface="Helvetica"/>
                <a:cs typeface="Helvetica"/>
              </a:rPr>
              <a:t>Daily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4310AE-5EEB-AC4A-A371-A83261E06B7C}"/>
              </a:ext>
            </a:extLst>
          </p:cNvPr>
          <p:cNvSpPr txBox="1"/>
          <p:nvPr/>
        </p:nvSpPr>
        <p:spPr>
          <a:xfrm>
            <a:off x="1501905" y="4026077"/>
            <a:ext cx="1245052" cy="338554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1600" b="1" dirty="0">
                <a:solidFill>
                  <a:srgbClr val="000000"/>
                </a:solidFill>
                <a:latin typeface="Helvetica"/>
                <a:cs typeface="Helvetica"/>
              </a:rPr>
              <a:t>10 Minutes</a:t>
            </a:r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E8E147B4-5A4F-0B41-8FCD-A2B9EBB797CB}"/>
              </a:ext>
            </a:extLst>
          </p:cNvPr>
          <p:cNvGrpSpPr/>
          <p:nvPr/>
        </p:nvGrpSpPr>
        <p:grpSpPr>
          <a:xfrm flipV="1">
            <a:off x="2411746" y="1280585"/>
            <a:ext cx="732667" cy="583103"/>
            <a:chOff x="5334000" y="1257300"/>
            <a:chExt cx="647701" cy="660400"/>
          </a:xfrm>
        </p:grpSpPr>
        <p:cxnSp>
          <p:nvCxnSpPr>
            <p:cNvPr id="116" name="Straight Arrow Connector 115">
              <a:extLst>
                <a:ext uri="{FF2B5EF4-FFF2-40B4-BE49-F238E27FC236}">
                  <a16:creationId xmlns:a16="http://schemas.microsoft.com/office/drawing/2014/main" id="{0FD345DF-F03C-0541-9032-EDDBDB842F9F}"/>
                </a:ext>
              </a:extLst>
            </p:cNvPr>
            <p:cNvCxnSpPr/>
            <p:nvPr/>
          </p:nvCxnSpPr>
          <p:spPr>
            <a:xfrm flipV="1">
              <a:off x="5334000" y="1257300"/>
              <a:ext cx="595313" cy="5334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Arrow Connector 116">
              <a:extLst>
                <a:ext uri="{FF2B5EF4-FFF2-40B4-BE49-F238E27FC236}">
                  <a16:creationId xmlns:a16="http://schemas.microsoft.com/office/drawing/2014/main" id="{757541EF-9766-284A-A328-50D839F6BEB3}"/>
                </a:ext>
              </a:extLst>
            </p:cNvPr>
            <p:cNvCxnSpPr/>
            <p:nvPr/>
          </p:nvCxnSpPr>
          <p:spPr>
            <a:xfrm flipH="1">
              <a:off x="5413375" y="1402200"/>
              <a:ext cx="568326" cy="5155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72E53211-15B8-DA4E-A066-5CC4F30C2385}"/>
              </a:ext>
            </a:extLst>
          </p:cNvPr>
          <p:cNvSpPr txBox="1"/>
          <p:nvPr/>
        </p:nvSpPr>
        <p:spPr>
          <a:xfrm>
            <a:off x="6652426" y="2853104"/>
            <a:ext cx="2101153" cy="861774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b="1" dirty="0">
                <a:latin typeface="Helvetica"/>
                <a:cs typeface="Helvetica"/>
              </a:rPr>
              <a:t>Carbon Transfer </a:t>
            </a:r>
          </a:p>
          <a:p>
            <a:r>
              <a:rPr lang="en-US" sz="1600" dirty="0">
                <a:latin typeface="Helvetica"/>
                <a:cs typeface="Helvetica"/>
              </a:rPr>
              <a:t>- Pool Losses</a:t>
            </a:r>
          </a:p>
          <a:p>
            <a:r>
              <a:rPr lang="en-US" sz="1600" dirty="0">
                <a:latin typeface="Helvetica"/>
                <a:cs typeface="Helvetica"/>
              </a:rPr>
              <a:t>- Subsequent Gains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D2FC4D01-AA08-B641-A7A4-7042CAE9FEEF}"/>
              </a:ext>
            </a:extLst>
          </p:cNvPr>
          <p:cNvSpPr txBox="1"/>
          <p:nvPr/>
        </p:nvSpPr>
        <p:spPr>
          <a:xfrm>
            <a:off x="2903622" y="239299"/>
            <a:ext cx="2693366" cy="861774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b="1" dirty="0">
                <a:latin typeface="Helvetica"/>
                <a:cs typeface="Helvetica"/>
              </a:rPr>
              <a:t>       Carbon Release</a:t>
            </a:r>
          </a:p>
          <a:p>
            <a:r>
              <a:rPr lang="en-US" sz="1600" dirty="0">
                <a:latin typeface="Helvetica"/>
                <a:cs typeface="Helvetica"/>
              </a:rPr>
              <a:t> - Autotrophic Respiration</a:t>
            </a:r>
          </a:p>
          <a:p>
            <a:r>
              <a:rPr lang="en-US" sz="1600" dirty="0">
                <a:latin typeface="Helvetica"/>
                <a:cs typeface="Helvetica"/>
              </a:rPr>
              <a:t> - Heterotrophic Respiration</a:t>
            </a:r>
          </a:p>
        </p:txBody>
      </p:sp>
      <p:sp>
        <p:nvSpPr>
          <p:cNvPr id="120" name="Right Arrow 119">
            <a:extLst>
              <a:ext uri="{FF2B5EF4-FFF2-40B4-BE49-F238E27FC236}">
                <a16:creationId xmlns:a16="http://schemas.microsoft.com/office/drawing/2014/main" id="{EE0BFEF2-6903-5D4F-A6BA-B377F68D1246}"/>
              </a:ext>
            </a:extLst>
          </p:cNvPr>
          <p:cNvSpPr/>
          <p:nvPr/>
        </p:nvSpPr>
        <p:spPr>
          <a:xfrm rot="5400000">
            <a:off x="7435861" y="3869356"/>
            <a:ext cx="690245" cy="531244"/>
          </a:xfrm>
          <a:prstGeom prst="rightArrow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EEE5726F-D62B-CE48-95DA-BCD69F7EA043}"/>
              </a:ext>
            </a:extLst>
          </p:cNvPr>
          <p:cNvSpPr txBox="1"/>
          <p:nvPr/>
        </p:nvSpPr>
        <p:spPr>
          <a:xfrm>
            <a:off x="5816870" y="5007387"/>
            <a:ext cx="3250296" cy="369332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b="1" dirty="0">
                <a:latin typeface="Helvetica"/>
                <a:cs typeface="Helvetica"/>
              </a:rPr>
              <a:t>Determine Phenology Stage</a:t>
            </a:r>
          </a:p>
        </p:txBody>
      </p:sp>
      <p:sp>
        <p:nvSpPr>
          <p:cNvPr id="122" name="Right Arrow 121">
            <a:extLst>
              <a:ext uri="{FF2B5EF4-FFF2-40B4-BE49-F238E27FC236}">
                <a16:creationId xmlns:a16="http://schemas.microsoft.com/office/drawing/2014/main" id="{952396CD-4DAC-D745-AF52-A03525E3A545}"/>
              </a:ext>
            </a:extLst>
          </p:cNvPr>
          <p:cNvSpPr/>
          <p:nvPr/>
        </p:nvSpPr>
        <p:spPr>
          <a:xfrm rot="9940147">
            <a:off x="5643812" y="5872300"/>
            <a:ext cx="690245" cy="531244"/>
          </a:xfrm>
          <a:prstGeom prst="rightArrow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3" name="Right Arrow 122">
            <a:extLst>
              <a:ext uri="{FF2B5EF4-FFF2-40B4-BE49-F238E27FC236}">
                <a16:creationId xmlns:a16="http://schemas.microsoft.com/office/drawing/2014/main" id="{88B59EEF-C33D-994E-A5ED-5BA74EBB7151}"/>
              </a:ext>
            </a:extLst>
          </p:cNvPr>
          <p:cNvSpPr/>
          <p:nvPr/>
        </p:nvSpPr>
        <p:spPr>
          <a:xfrm rot="12564649">
            <a:off x="2573189" y="5798895"/>
            <a:ext cx="690245" cy="531244"/>
          </a:xfrm>
          <a:prstGeom prst="rightArrow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4" name="Right Arrow 123">
            <a:extLst>
              <a:ext uri="{FF2B5EF4-FFF2-40B4-BE49-F238E27FC236}">
                <a16:creationId xmlns:a16="http://schemas.microsoft.com/office/drawing/2014/main" id="{3B100F02-5CF6-CA4F-AD1E-B33A9D60D650}"/>
              </a:ext>
            </a:extLst>
          </p:cNvPr>
          <p:cNvSpPr/>
          <p:nvPr/>
        </p:nvSpPr>
        <p:spPr>
          <a:xfrm rot="1166534">
            <a:off x="6063940" y="687382"/>
            <a:ext cx="690245" cy="531244"/>
          </a:xfrm>
          <a:prstGeom prst="rightArrow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5" name="Right Arrow 124">
            <a:extLst>
              <a:ext uri="{FF2B5EF4-FFF2-40B4-BE49-F238E27FC236}">
                <a16:creationId xmlns:a16="http://schemas.microsoft.com/office/drawing/2014/main" id="{6F7D4352-E868-ED45-BC86-312844B2168F}"/>
              </a:ext>
            </a:extLst>
          </p:cNvPr>
          <p:cNvSpPr/>
          <p:nvPr/>
        </p:nvSpPr>
        <p:spPr>
          <a:xfrm rot="16200000">
            <a:off x="655389" y="3904507"/>
            <a:ext cx="690245" cy="531244"/>
          </a:xfrm>
          <a:prstGeom prst="rightArrow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D31B1FB1-43FC-3847-98B6-A75558FB19E0}"/>
              </a:ext>
            </a:extLst>
          </p:cNvPr>
          <p:cNvSpPr txBox="1"/>
          <p:nvPr/>
        </p:nvSpPr>
        <p:spPr>
          <a:xfrm>
            <a:off x="3768240" y="2736502"/>
            <a:ext cx="1801833" cy="138499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SiB4</a:t>
            </a:r>
          </a:p>
          <a:p>
            <a:pPr algn="ctr"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Carbon Cycle</a:t>
            </a:r>
          </a:p>
        </p:txBody>
      </p: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36C2B9E4-9CDB-B642-A02A-DC249CAC0977}"/>
              </a:ext>
            </a:extLst>
          </p:cNvPr>
          <p:cNvGrpSpPr/>
          <p:nvPr/>
        </p:nvGrpSpPr>
        <p:grpSpPr>
          <a:xfrm rot="-180000">
            <a:off x="-35934" y="-29074"/>
            <a:ext cx="2728913" cy="1762102"/>
            <a:chOff x="-66158" y="-26695"/>
            <a:chExt cx="2728913" cy="1762102"/>
          </a:xfrm>
        </p:grpSpPr>
        <p:pic>
          <p:nvPicPr>
            <p:cNvPr id="128" name="Picture 127">
              <a:extLst>
                <a:ext uri="{FF2B5EF4-FFF2-40B4-BE49-F238E27FC236}">
                  <a16:creationId xmlns:a16="http://schemas.microsoft.com/office/drawing/2014/main" id="{A5222EC6-B513-584D-BAAA-A72A01D3C3C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129" name="Picture 128">
              <a:extLst>
                <a:ext uri="{FF2B5EF4-FFF2-40B4-BE49-F238E27FC236}">
                  <a16:creationId xmlns:a16="http://schemas.microsoft.com/office/drawing/2014/main" id="{C9A44F2A-CB59-5342-A53A-2E5B60C5147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122174" y="-26695"/>
              <a:ext cx="2540581" cy="1413104"/>
            </a:xfrm>
            <a:prstGeom prst="rect">
              <a:avLst/>
            </a:prstGeom>
          </p:spPr>
        </p:pic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DF760236-6116-DB4E-87C7-35326636EA2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51831" y="165870"/>
              <a:ext cx="993606" cy="1020488"/>
              <a:chOff x="1393880" y="1143248"/>
              <a:chExt cx="1298448" cy="1298448"/>
            </a:xfrm>
            <a:solidFill>
              <a:srgbClr val="FFF400"/>
            </a:solidFill>
          </p:grpSpPr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E7D2FB2B-A1EC-E645-9689-257A863056DD}"/>
                  </a:ext>
                </a:extLst>
              </p:cNvPr>
              <p:cNvSpPr/>
              <p:nvPr/>
            </p:nvSpPr>
            <p:spPr>
              <a:xfrm>
                <a:off x="1620283" y="1370783"/>
                <a:ext cx="845643" cy="845643"/>
              </a:xfrm>
              <a:prstGeom prst="ellipse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33" name="Group 132">
                <a:extLst>
                  <a:ext uri="{FF2B5EF4-FFF2-40B4-BE49-F238E27FC236}">
                    <a16:creationId xmlns:a16="http://schemas.microsoft.com/office/drawing/2014/main" id="{B4120958-4022-C04D-ABC2-59B467D020C1}"/>
                  </a:ext>
                </a:extLst>
              </p:cNvPr>
              <p:cNvGrpSpPr/>
              <p:nvPr/>
            </p:nvGrpSpPr>
            <p:grpSpPr>
              <a:xfrm>
                <a:off x="1394682" y="1284460"/>
                <a:ext cx="1296846" cy="1034301"/>
                <a:chOff x="1394682" y="1284460"/>
                <a:chExt cx="1296846" cy="1034301"/>
              </a:xfrm>
              <a:grpFill/>
            </p:grpSpPr>
            <p:sp>
              <p:nvSpPr>
                <p:cNvPr id="143" name="Rectangle 142">
                  <a:extLst>
                    <a:ext uri="{FF2B5EF4-FFF2-40B4-BE49-F238E27FC236}">
                      <a16:creationId xmlns:a16="http://schemas.microsoft.com/office/drawing/2014/main" id="{46CEB7EF-61F0-0B48-B19B-2C93B967B775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4" name="Rectangle 143">
                  <a:extLst>
                    <a:ext uri="{FF2B5EF4-FFF2-40B4-BE49-F238E27FC236}">
                      <a16:creationId xmlns:a16="http://schemas.microsoft.com/office/drawing/2014/main" id="{036F120C-D7E5-AB45-960C-70B3FA5928BB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34" name="Group 133">
                <a:extLst>
                  <a:ext uri="{FF2B5EF4-FFF2-40B4-BE49-F238E27FC236}">
                    <a16:creationId xmlns:a16="http://schemas.microsoft.com/office/drawing/2014/main" id="{FA9BE744-3B65-414A-8FD3-689DF065B001}"/>
                  </a:ext>
                </a:extLst>
              </p:cNvPr>
              <p:cNvGrpSpPr/>
              <p:nvPr/>
            </p:nvGrpSpPr>
            <p:grpSpPr>
              <a:xfrm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141" name="Rectangle 140">
                  <a:extLst>
                    <a:ext uri="{FF2B5EF4-FFF2-40B4-BE49-F238E27FC236}">
                      <a16:creationId xmlns:a16="http://schemas.microsoft.com/office/drawing/2014/main" id="{EDA724BD-1682-4C40-9FBD-10F60BD49CF7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2" name="Rectangle 141">
                  <a:extLst>
                    <a:ext uri="{FF2B5EF4-FFF2-40B4-BE49-F238E27FC236}">
                      <a16:creationId xmlns:a16="http://schemas.microsoft.com/office/drawing/2014/main" id="{DEE1F54A-2DE5-5E48-935E-72CFE03EC436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35" name="Group 134">
                <a:extLst>
                  <a:ext uri="{FF2B5EF4-FFF2-40B4-BE49-F238E27FC236}">
                    <a16:creationId xmlns:a16="http://schemas.microsoft.com/office/drawing/2014/main" id="{4AD26A55-199A-F643-BFFF-24F68F313E20}"/>
                  </a:ext>
                </a:extLst>
              </p:cNvPr>
              <p:cNvGrpSpPr/>
              <p:nvPr/>
            </p:nvGrpSpPr>
            <p:grpSpPr>
              <a:xfrm rot="18926824"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139" name="Rectangle 138">
                  <a:extLst>
                    <a:ext uri="{FF2B5EF4-FFF2-40B4-BE49-F238E27FC236}">
                      <a16:creationId xmlns:a16="http://schemas.microsoft.com/office/drawing/2014/main" id="{45FB924A-9774-3241-8EA0-3DC9F51A86E7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0" name="Rectangle 139">
                  <a:extLst>
                    <a:ext uri="{FF2B5EF4-FFF2-40B4-BE49-F238E27FC236}">
                      <a16:creationId xmlns:a16="http://schemas.microsoft.com/office/drawing/2014/main" id="{240A6962-C71D-6244-BCBE-CB037DB91058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36" name="Group 135">
                <a:extLst>
                  <a:ext uri="{FF2B5EF4-FFF2-40B4-BE49-F238E27FC236}">
                    <a16:creationId xmlns:a16="http://schemas.microsoft.com/office/drawing/2014/main" id="{CC14B133-945B-E144-936D-8A8A3FE869DD}"/>
                  </a:ext>
                </a:extLst>
              </p:cNvPr>
              <p:cNvGrpSpPr/>
              <p:nvPr/>
            </p:nvGrpSpPr>
            <p:grpSpPr>
              <a:xfrm rot="2728193" flipH="1">
                <a:off x="1393881" y="1275836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137" name="Rectangle 136">
                  <a:extLst>
                    <a:ext uri="{FF2B5EF4-FFF2-40B4-BE49-F238E27FC236}">
                      <a16:creationId xmlns:a16="http://schemas.microsoft.com/office/drawing/2014/main" id="{92A2755F-5B57-8E48-A497-A47D0B56A325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8" name="Rectangle 137">
                  <a:extLst>
                    <a:ext uri="{FF2B5EF4-FFF2-40B4-BE49-F238E27FC236}">
                      <a16:creationId xmlns:a16="http://schemas.microsoft.com/office/drawing/2014/main" id="{213FB5F5-E679-CC48-BE57-3CF258139515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pic>
          <p:nvPicPr>
            <p:cNvPr id="131" name="Picture 130">
              <a:extLst>
                <a:ext uri="{FF2B5EF4-FFF2-40B4-BE49-F238E27FC236}">
                  <a16:creationId xmlns:a16="http://schemas.microsoft.com/office/drawing/2014/main" id="{066C1EC9-4BDB-BA44-94B7-D8BE871F541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sp>
        <p:nvSpPr>
          <p:cNvPr id="145" name="Teardrop 144">
            <a:extLst>
              <a:ext uri="{FF2B5EF4-FFF2-40B4-BE49-F238E27FC236}">
                <a16:creationId xmlns:a16="http://schemas.microsoft.com/office/drawing/2014/main" id="{022994CC-C7E1-E843-8814-D07BDB326878}"/>
              </a:ext>
            </a:extLst>
          </p:cNvPr>
          <p:cNvSpPr/>
          <p:nvPr/>
        </p:nvSpPr>
        <p:spPr>
          <a:xfrm rot="20933280">
            <a:off x="7109428" y="1481614"/>
            <a:ext cx="164016" cy="130791"/>
          </a:xfrm>
          <a:prstGeom prst="teardrop">
            <a:avLst>
              <a:gd name="adj" fmla="val 164000"/>
            </a:avLst>
          </a:prstGeom>
          <a:gradFill>
            <a:gsLst>
              <a:gs pos="35000">
                <a:srgbClr val="C8D3E6"/>
              </a:gs>
              <a:gs pos="14000">
                <a:schemeClr val="accent1">
                  <a:lumMod val="5000"/>
                  <a:lumOff val="95000"/>
                </a:schemeClr>
              </a:gs>
              <a:gs pos="63000">
                <a:srgbClr val="8B9EC1"/>
              </a:gs>
            </a:gsLst>
            <a:lin ang="5400000" scaled="0"/>
          </a:gra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6" name="Teardrop 145">
            <a:extLst>
              <a:ext uri="{FF2B5EF4-FFF2-40B4-BE49-F238E27FC236}">
                <a16:creationId xmlns:a16="http://schemas.microsoft.com/office/drawing/2014/main" id="{C8C85CA3-1383-EE47-B801-059E9A76C197}"/>
              </a:ext>
            </a:extLst>
          </p:cNvPr>
          <p:cNvSpPr/>
          <p:nvPr/>
        </p:nvSpPr>
        <p:spPr>
          <a:xfrm rot="20933280">
            <a:off x="7125981" y="1769341"/>
            <a:ext cx="317500" cy="317500"/>
          </a:xfrm>
          <a:prstGeom prst="teardrop">
            <a:avLst>
              <a:gd name="adj" fmla="val 164000"/>
            </a:avLst>
          </a:prstGeom>
          <a:gradFill>
            <a:gsLst>
              <a:gs pos="35000">
                <a:srgbClr val="C8D3E6"/>
              </a:gs>
              <a:gs pos="14000">
                <a:schemeClr val="accent1">
                  <a:lumMod val="5000"/>
                  <a:lumOff val="95000"/>
                </a:schemeClr>
              </a:gs>
              <a:gs pos="63000">
                <a:srgbClr val="8B9EC1"/>
              </a:gs>
            </a:gsLst>
            <a:lin ang="5400000" scaled="0"/>
          </a:gra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7" name="Teardrop 146">
            <a:extLst>
              <a:ext uri="{FF2B5EF4-FFF2-40B4-BE49-F238E27FC236}">
                <a16:creationId xmlns:a16="http://schemas.microsoft.com/office/drawing/2014/main" id="{5E85CDDB-6818-AF49-832A-A54F737F6148}"/>
              </a:ext>
            </a:extLst>
          </p:cNvPr>
          <p:cNvSpPr/>
          <p:nvPr/>
        </p:nvSpPr>
        <p:spPr>
          <a:xfrm rot="20933280">
            <a:off x="7714070" y="1771859"/>
            <a:ext cx="164016" cy="130791"/>
          </a:xfrm>
          <a:prstGeom prst="teardrop">
            <a:avLst>
              <a:gd name="adj" fmla="val 164000"/>
            </a:avLst>
          </a:prstGeom>
          <a:gradFill>
            <a:gsLst>
              <a:gs pos="35000">
                <a:srgbClr val="C8D3E6"/>
              </a:gs>
              <a:gs pos="14000">
                <a:schemeClr val="accent1">
                  <a:lumMod val="5000"/>
                  <a:lumOff val="95000"/>
                </a:schemeClr>
              </a:gs>
              <a:gs pos="63000">
                <a:srgbClr val="8B9EC1"/>
              </a:gs>
            </a:gsLst>
            <a:lin ang="5400000" scaled="0"/>
          </a:gra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8" name="Teardrop 147">
            <a:extLst>
              <a:ext uri="{FF2B5EF4-FFF2-40B4-BE49-F238E27FC236}">
                <a16:creationId xmlns:a16="http://schemas.microsoft.com/office/drawing/2014/main" id="{C27513D2-7839-7C47-85A9-18EAD69AD305}"/>
              </a:ext>
            </a:extLst>
          </p:cNvPr>
          <p:cNvSpPr/>
          <p:nvPr/>
        </p:nvSpPr>
        <p:spPr>
          <a:xfrm rot="20933280">
            <a:off x="8433844" y="1489619"/>
            <a:ext cx="164016" cy="130791"/>
          </a:xfrm>
          <a:prstGeom prst="teardrop">
            <a:avLst>
              <a:gd name="adj" fmla="val 164000"/>
            </a:avLst>
          </a:prstGeom>
          <a:gradFill>
            <a:gsLst>
              <a:gs pos="35000">
                <a:srgbClr val="C8D3E6"/>
              </a:gs>
              <a:gs pos="14000">
                <a:schemeClr val="accent1">
                  <a:lumMod val="5000"/>
                  <a:lumOff val="95000"/>
                </a:schemeClr>
              </a:gs>
              <a:gs pos="63000">
                <a:srgbClr val="8B9EC1"/>
              </a:gs>
            </a:gsLst>
            <a:lin ang="5400000" scaled="0"/>
          </a:gra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74F79136-C082-0345-B2D6-8E32C7420CB6}"/>
              </a:ext>
            </a:extLst>
          </p:cNvPr>
          <p:cNvSpPr txBox="1"/>
          <p:nvPr/>
        </p:nvSpPr>
        <p:spPr>
          <a:xfrm>
            <a:off x="191628" y="5895240"/>
            <a:ext cx="1986372" cy="338554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/>
                <a:cs typeface="Helvetica"/>
              </a:rPr>
              <a:t>Update driver data 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160C1258-384B-9242-A2A5-FFA57032BF3E}"/>
              </a:ext>
            </a:extLst>
          </p:cNvPr>
          <p:cNvSpPr txBox="1"/>
          <p:nvPr/>
        </p:nvSpPr>
        <p:spPr>
          <a:xfrm>
            <a:off x="3370992" y="5957547"/>
            <a:ext cx="2013038" cy="830997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/>
                <a:cs typeface="Helvetica"/>
              </a:rPr>
              <a:t>Update LAI, FPAR, </a:t>
            </a:r>
          </a:p>
          <a:p>
            <a:pPr algn="ctr"/>
            <a:r>
              <a:rPr lang="en-US" sz="1600" b="1" dirty="0">
                <a:latin typeface="Helvetica"/>
                <a:cs typeface="Helvetica"/>
              </a:rPr>
              <a:t>and vegetation properties</a:t>
            </a:r>
            <a:endParaRPr lang="en-US" sz="1600" dirty="0">
              <a:latin typeface="Helvetica"/>
              <a:cs typeface="Helvetica"/>
            </a:endParaRP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6E468DDC-D17E-084C-B032-51EB4BB21830}"/>
              </a:ext>
            </a:extLst>
          </p:cNvPr>
          <p:cNvSpPr txBox="1"/>
          <p:nvPr/>
        </p:nvSpPr>
        <p:spPr>
          <a:xfrm>
            <a:off x="6281307" y="5446142"/>
            <a:ext cx="2779399" cy="338554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1600" b="1" dirty="0">
                <a:latin typeface="Helvetica"/>
                <a:cs typeface="Helvetica"/>
              </a:rPr>
              <a:t>Disturbance: </a:t>
            </a:r>
            <a:r>
              <a:rPr lang="en-US" sz="1600" dirty="0">
                <a:latin typeface="Helvetica"/>
                <a:cs typeface="Helvetica"/>
              </a:rPr>
              <a:t>Crop Harvest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ADC0171E-3F37-7745-92D5-39A87B329A06}"/>
              </a:ext>
            </a:extLst>
          </p:cNvPr>
          <p:cNvSpPr txBox="1"/>
          <p:nvPr/>
        </p:nvSpPr>
        <p:spPr>
          <a:xfrm>
            <a:off x="513176" y="5199921"/>
            <a:ext cx="1664824" cy="584775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/>
                <a:cs typeface="Helvetica"/>
              </a:rPr>
              <a:t>Disturbance: </a:t>
            </a:r>
          </a:p>
          <a:p>
            <a:pPr algn="ctr"/>
            <a:r>
              <a:rPr lang="en-US" sz="1600" dirty="0">
                <a:latin typeface="Helvetica"/>
                <a:cs typeface="Helvetica"/>
              </a:rPr>
              <a:t>Fire Emissions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0E132A26-83CE-5843-A4DE-3E1CBB7F36D7}"/>
              </a:ext>
            </a:extLst>
          </p:cNvPr>
          <p:cNvSpPr txBox="1"/>
          <p:nvPr/>
        </p:nvSpPr>
        <p:spPr>
          <a:xfrm>
            <a:off x="179919" y="3055095"/>
            <a:ext cx="2444481" cy="615553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b="1" dirty="0">
                <a:latin typeface="Helvetica"/>
                <a:cs typeface="Helvetica"/>
              </a:rPr>
              <a:t>Carbon Assimilation</a:t>
            </a:r>
          </a:p>
          <a:p>
            <a:r>
              <a:rPr lang="en-US" sz="1600" dirty="0">
                <a:latin typeface="Helvetica"/>
                <a:cs typeface="Helvetica"/>
              </a:rPr>
              <a:t> - Photosynthesis</a:t>
            </a: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6E3AB8B6-260C-614D-9653-0A7AFC062BD9}"/>
              </a:ext>
            </a:extLst>
          </p:cNvPr>
          <p:cNvSpPr txBox="1"/>
          <p:nvPr/>
        </p:nvSpPr>
        <p:spPr>
          <a:xfrm>
            <a:off x="233053" y="4740873"/>
            <a:ext cx="2407395" cy="338554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/>
                <a:cs typeface="Helvetica"/>
              </a:rPr>
              <a:t>Update running-means 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1736B813-ADB1-1841-93EC-F0A4E4B23CC6}"/>
              </a:ext>
            </a:extLst>
          </p:cNvPr>
          <p:cNvSpPr txBox="1"/>
          <p:nvPr/>
        </p:nvSpPr>
        <p:spPr>
          <a:xfrm>
            <a:off x="693095" y="2167588"/>
            <a:ext cx="2398081" cy="769441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/>
                <a:cs typeface="Helvetica"/>
              </a:rPr>
              <a:t>Allocate Carbon</a:t>
            </a:r>
          </a:p>
          <a:p>
            <a:r>
              <a:rPr lang="en-US" sz="1400" dirty="0">
                <a:latin typeface="Helvetica"/>
                <a:cs typeface="Helvetica"/>
              </a:rPr>
              <a:t>- Phenology Stage</a:t>
            </a:r>
          </a:p>
          <a:p>
            <a:r>
              <a:rPr lang="en-US" sz="1400" dirty="0">
                <a:latin typeface="Helvetica"/>
                <a:cs typeface="Helvetica"/>
              </a:rPr>
              <a:t>- Meteorological Conditions</a:t>
            </a: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35E7F1DE-BCB9-E94F-A992-404BDBC5028E}"/>
              </a:ext>
            </a:extLst>
          </p:cNvPr>
          <p:cNvSpPr txBox="1"/>
          <p:nvPr/>
        </p:nvSpPr>
        <p:spPr>
          <a:xfrm>
            <a:off x="6290698" y="4613526"/>
            <a:ext cx="2776468" cy="338554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/>
                <a:cs typeface="Helvetica"/>
              </a:rPr>
              <a:t>Set Growing Season Flags</a:t>
            </a:r>
            <a:endParaRPr lang="en-US" sz="1600" dirty="0">
              <a:latin typeface="Helvetica"/>
              <a:cs typeface="Helvetic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32407EC1-D21E-2841-B4B3-984305E2CDE4}"/>
              </a:ext>
            </a:extLst>
          </p:cNvPr>
          <p:cNvSpPr txBox="1"/>
          <p:nvPr/>
        </p:nvSpPr>
        <p:spPr>
          <a:xfrm>
            <a:off x="6874025" y="2168569"/>
            <a:ext cx="1448799" cy="584775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/>
                <a:cs typeface="Helvetica"/>
              </a:rPr>
              <a:t>Disturbance: </a:t>
            </a:r>
            <a:r>
              <a:rPr lang="en-US" sz="1600" dirty="0">
                <a:latin typeface="Helvetica"/>
                <a:cs typeface="Helvetica"/>
              </a:rPr>
              <a:t>Grazing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D6612CDC-859B-0747-8B04-E8DB648DC224}"/>
              </a:ext>
            </a:extLst>
          </p:cNvPr>
          <p:cNvSpPr txBox="1"/>
          <p:nvPr/>
        </p:nvSpPr>
        <p:spPr>
          <a:xfrm>
            <a:off x="3485389" y="5499114"/>
            <a:ext cx="1671578" cy="369332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b="1" dirty="0">
                <a:latin typeface="Helvetica"/>
                <a:cs typeface="Helvetica"/>
              </a:rPr>
              <a:t>Update Pools</a:t>
            </a:r>
          </a:p>
        </p:txBody>
      </p:sp>
    </p:spTree>
    <p:extLst>
      <p:ext uri="{BB962C8B-B14F-4D97-AF65-F5344CB8AC3E}">
        <p14:creationId xmlns:p14="http://schemas.microsoft.com/office/powerpoint/2010/main" val="3430162544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SiB4_timing.pdf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2600" y="596900"/>
            <a:ext cx="8280400" cy="6210300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57613" y="33900"/>
            <a:ext cx="8683187" cy="584776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Process Integration: Timing Sequence</a:t>
            </a:r>
          </a:p>
        </p:txBody>
      </p:sp>
    </p:spTree>
    <p:extLst>
      <p:ext uri="{BB962C8B-B14F-4D97-AF65-F5344CB8AC3E}">
        <p14:creationId xmlns:p14="http://schemas.microsoft.com/office/powerpoint/2010/main" val="2910067315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onut 5">
            <a:extLst>
              <a:ext uri="{FF2B5EF4-FFF2-40B4-BE49-F238E27FC236}">
                <a16:creationId xmlns:a16="http://schemas.microsoft.com/office/drawing/2014/main" id="{F18CAACD-AE01-0C47-A3B4-A152F1D79553}"/>
              </a:ext>
            </a:extLst>
          </p:cNvPr>
          <p:cNvSpPr/>
          <p:nvPr/>
        </p:nvSpPr>
        <p:spPr>
          <a:xfrm>
            <a:off x="84666" y="98747"/>
            <a:ext cx="8980683" cy="6680566"/>
          </a:xfrm>
          <a:prstGeom prst="donut">
            <a:avLst>
              <a:gd name="adj" fmla="val 2395"/>
            </a:avLst>
          </a:prstGeom>
          <a:solidFill>
            <a:schemeClr val="bg2">
              <a:alpha val="75000"/>
            </a:schemeClr>
          </a:solidFill>
          <a:ln>
            <a:solidFill>
              <a:schemeClr val="tx1">
                <a:alpha val="1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1BA27E3E-B3C4-1441-8A01-00BD34D84FB1}"/>
              </a:ext>
            </a:extLst>
          </p:cNvPr>
          <p:cNvGrpSpPr/>
          <p:nvPr/>
        </p:nvGrpSpPr>
        <p:grpSpPr>
          <a:xfrm>
            <a:off x="7335339" y="245666"/>
            <a:ext cx="1303255" cy="1338514"/>
            <a:chOff x="1393880" y="1143248"/>
            <a:chExt cx="1298448" cy="1298448"/>
          </a:xfrm>
          <a:solidFill>
            <a:srgbClr val="FFF400"/>
          </a:solidFill>
        </p:grpSpPr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50055AF8-5598-A441-BC67-6890430393FA}"/>
                </a:ext>
              </a:extLst>
            </p:cNvPr>
            <p:cNvSpPr/>
            <p:nvPr/>
          </p:nvSpPr>
          <p:spPr>
            <a:xfrm>
              <a:off x="1620283" y="1370783"/>
              <a:ext cx="845643" cy="845643"/>
            </a:xfrm>
            <a:prstGeom prst="ellipse">
              <a:avLst/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3929A3D4-7B98-B644-B25C-252EABDC5AC7}"/>
                </a:ext>
              </a:extLst>
            </p:cNvPr>
            <p:cNvGrpSpPr/>
            <p:nvPr/>
          </p:nvGrpSpPr>
          <p:grpSpPr>
            <a:xfrm>
              <a:off x="1394682" y="1284460"/>
              <a:ext cx="1296846" cy="1034301"/>
              <a:chOff x="1394682" y="1284460"/>
              <a:chExt cx="1296846" cy="1034301"/>
            </a:xfrm>
            <a:grpFill/>
          </p:grpSpPr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9DB77404-34C4-9540-ADF9-3F823A0E8C82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527FB77D-DDFE-3D44-BB40-261E8FCA7646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3330E91F-0E16-3349-8960-6297F9EA795B}"/>
                </a:ext>
              </a:extLst>
            </p:cNvPr>
            <p:cNvGrpSpPr/>
            <p:nvPr/>
          </p:nvGrpSpPr>
          <p:grpSpPr>
            <a:xfrm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FE1D596C-2360-3F48-BE6F-1306751176E5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02373C7B-C2F1-B140-AAAF-09A7ED408849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6177166C-FCC9-8446-AC05-3912B2FD3324}"/>
                </a:ext>
              </a:extLst>
            </p:cNvPr>
            <p:cNvGrpSpPr/>
            <p:nvPr/>
          </p:nvGrpSpPr>
          <p:grpSpPr>
            <a:xfrm rot="18926824"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E7ECFE3B-4D94-A84A-9F06-5F38EBD813B3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23F060F7-2B15-B14C-80A3-E232314D33A7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BF4D5BC2-7957-804C-9C1A-75DC3E4A1C36}"/>
                </a:ext>
              </a:extLst>
            </p:cNvPr>
            <p:cNvGrpSpPr/>
            <p:nvPr/>
          </p:nvGrpSpPr>
          <p:grpSpPr>
            <a:xfrm rot="2728193" flipH="1">
              <a:off x="1393881" y="1275836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7CEC5424-BCF1-E64D-A958-B2CDF4B19993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0F7401A4-94E7-C146-9863-C3F2F01C3460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659C355F-4D2D-E54A-9F52-F58583BD52BD}"/>
              </a:ext>
            </a:extLst>
          </p:cNvPr>
          <p:cNvGrpSpPr/>
          <p:nvPr/>
        </p:nvGrpSpPr>
        <p:grpSpPr>
          <a:xfrm>
            <a:off x="0" y="15627"/>
            <a:ext cx="2297202" cy="1463862"/>
            <a:chOff x="-66158" y="-7377"/>
            <a:chExt cx="2606739" cy="1742784"/>
          </a:xfrm>
        </p:grpSpPr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4F555074-CF5B-314E-949E-657B2E20CB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7B6E1644-FF39-944F-9CB4-130199B0B62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0" y="-7377"/>
              <a:ext cx="2540581" cy="1413104"/>
            </a:xfrm>
            <a:prstGeom prst="rect">
              <a:avLst/>
            </a:prstGeom>
          </p:spPr>
        </p:pic>
        <p:pic>
          <p:nvPicPr>
            <p:cNvPr id="24" name="Picture 23">
              <a:extLst>
                <a:ext uri="{FF2B5EF4-FFF2-40B4-BE49-F238E27FC236}">
                  <a16:creationId xmlns:a16="http://schemas.microsoft.com/office/drawing/2014/main" id="{D448AE02-824C-114C-9888-90B3A675C41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pic>
        <p:nvPicPr>
          <p:cNvPr id="25" name="Picture 24">
            <a:extLst>
              <a:ext uri="{FF2B5EF4-FFF2-40B4-BE49-F238E27FC236}">
                <a16:creationId xmlns:a16="http://schemas.microsoft.com/office/drawing/2014/main" id="{5D1C5077-3E60-4440-9DB0-641AA23AE63F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 amt="45000"/>
          </a:blip>
          <a:stretch>
            <a:fillRect/>
          </a:stretch>
        </p:blipFill>
        <p:spPr>
          <a:xfrm>
            <a:off x="1821017" y="562457"/>
            <a:ext cx="5702300" cy="5168900"/>
          </a:xfrm>
          <a:prstGeom prst="rect">
            <a:avLst/>
          </a:prstGeom>
        </p:spPr>
      </p:pic>
      <p:sp>
        <p:nvSpPr>
          <p:cNvPr id="26" name="Title 1">
            <a:extLst>
              <a:ext uri="{FF2B5EF4-FFF2-40B4-BE49-F238E27FC236}">
                <a16:creationId xmlns:a16="http://schemas.microsoft.com/office/drawing/2014/main" id="{AFF378CD-43A1-AB4D-858C-B01C426AC3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33888" y="268111"/>
            <a:ext cx="3033890" cy="600137"/>
          </a:xfr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>
            <a:normAutofit fontScale="90000"/>
          </a:bodyPr>
          <a:lstStyle/>
          <a:p>
            <a:r>
              <a:rPr lang="en-US" sz="3200" b="1" dirty="0" err="1">
                <a:solidFill>
                  <a:srgbClr val="654321"/>
                </a:solidFill>
                <a:latin typeface="Helvetica"/>
                <a:cs typeface="Helvetica"/>
              </a:rPr>
              <a:t>SiB</a:t>
            </a:r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 References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403FCE14-3F24-7E45-B7CD-0BE8735A037C}"/>
              </a:ext>
            </a:extLst>
          </p:cNvPr>
          <p:cNvSpPr txBox="1"/>
          <p:nvPr/>
        </p:nvSpPr>
        <p:spPr>
          <a:xfrm>
            <a:off x="237800" y="1704318"/>
            <a:ext cx="8668399" cy="4908779"/>
          </a:xfrm>
          <a:prstGeom prst="rect">
            <a:avLst/>
          </a:prstGeom>
          <a:solidFill>
            <a:srgbClr val="FDFAF0">
              <a:alpha val="85000"/>
            </a:srgbClr>
          </a:solidFill>
          <a:ln w="25400">
            <a:solidFill>
              <a:srgbClr val="A01300"/>
            </a:solidFill>
          </a:ln>
        </p:spPr>
        <p:txBody>
          <a:bodyPr wrap="none" rtlCol="0">
            <a:noAutofit/>
          </a:bodyPr>
          <a:lstStyle/>
          <a:p>
            <a:pPr>
              <a:buSzPct val="120000"/>
              <a:buFont typeface="Wingdings" charset="2"/>
              <a:buChar char="§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 Modified from SiB3 (Baker et al., 2008; Sellers et al., 1996)</a:t>
            </a:r>
          </a:p>
          <a:p>
            <a:pPr>
              <a:lnSpc>
                <a:spcPct val="120000"/>
              </a:lnSpc>
              <a:buSzPct val="120000"/>
            </a:pPr>
            <a:r>
              <a:rPr lang="en-US" dirty="0">
                <a:solidFill>
                  <a:srgbClr val="654321"/>
                </a:solidFill>
                <a:latin typeface="Helvetica"/>
                <a:ea typeface="Wingdings"/>
                <a:cs typeface="Helvetica"/>
                <a:sym typeface="Wingdings"/>
              </a:rPr>
              <a:t>	 </a:t>
            </a: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Switched from biomes to plant functional types (PFTs)</a:t>
            </a:r>
          </a:p>
          <a:p>
            <a:pPr>
              <a:lnSpc>
                <a:spcPct val="120000"/>
              </a:lnSpc>
              <a:buSzPct val="120000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	</a:t>
            </a: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 </a:t>
            </a: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Added tiles for fractional PFT coverage per grid </a:t>
            </a:r>
            <a:r>
              <a:rPr lang="en-US" dirty="0" err="1">
                <a:solidFill>
                  <a:srgbClr val="654321"/>
                </a:solidFill>
                <a:latin typeface="Helvetica"/>
                <a:cs typeface="Helvetica"/>
              </a:rPr>
              <a:t>cel</a:t>
            </a:r>
            <a:endParaRPr lang="en-US" dirty="0">
              <a:solidFill>
                <a:srgbClr val="654321"/>
              </a:solidFill>
              <a:latin typeface="Helvetica"/>
              <a:cs typeface="Helvetica"/>
            </a:endParaRPr>
          </a:p>
          <a:p>
            <a:pPr>
              <a:lnSpc>
                <a:spcPct val="120000"/>
              </a:lnSpc>
              <a:buSzPct val="120000"/>
            </a:pPr>
            <a:endParaRPr lang="en-US" sz="1000" dirty="0">
              <a:solidFill>
                <a:srgbClr val="654321"/>
              </a:solidFill>
              <a:latin typeface="Helvetica"/>
              <a:cs typeface="Helvetica"/>
            </a:endParaRPr>
          </a:p>
          <a:p>
            <a:pPr>
              <a:lnSpc>
                <a:spcPct val="120000"/>
              </a:lnSpc>
              <a:buSzPct val="120000"/>
              <a:buFont typeface="Wingdings" charset="2"/>
              <a:buChar char="§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 Incorporated carbon pools loosely following </a:t>
            </a:r>
            <a:r>
              <a:rPr lang="en-US" dirty="0" err="1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SiB</a:t>
            </a: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-CASA (Schaefer et al., 2008)</a:t>
            </a:r>
          </a:p>
          <a:p>
            <a:pPr>
              <a:lnSpc>
                <a:spcPct val="120000"/>
              </a:lnSpc>
              <a:buSzPct val="120000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	 5 live pools: leaf, fine root, coarse root, wood, product</a:t>
            </a:r>
          </a:p>
          <a:p>
            <a:pPr>
              <a:lnSpc>
                <a:spcPct val="120000"/>
              </a:lnSpc>
              <a:buSzPct val="120000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	 6 dead pools: coarse dead biomass (woody debris/standing dead), </a:t>
            </a:r>
          </a:p>
          <a:p>
            <a:pPr>
              <a:lnSpc>
                <a:spcPct val="120000"/>
              </a:lnSpc>
              <a:buSzPct val="120000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             metabolic litter, structural litter, soil litter, soil slow, soil armored </a:t>
            </a:r>
          </a:p>
          <a:p>
            <a:pPr>
              <a:lnSpc>
                <a:spcPct val="120000"/>
              </a:lnSpc>
              <a:buSzPct val="120000"/>
            </a:pPr>
            <a:endParaRPr lang="en-US" sz="1000" dirty="0">
              <a:solidFill>
                <a:srgbClr val="654321"/>
              </a:solidFill>
              <a:latin typeface="Helvetica"/>
              <a:cs typeface="Helvetica"/>
              <a:sym typeface="Wingdings"/>
            </a:endParaRPr>
          </a:p>
          <a:p>
            <a:pPr>
              <a:lnSpc>
                <a:spcPct val="120000"/>
              </a:lnSpc>
              <a:buSzPct val="120000"/>
              <a:buFont typeface="Wingdings" charset="2"/>
              <a:buChar char="§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 Started from established prognostic phenology scheme (</a:t>
            </a:r>
            <a:r>
              <a:rPr lang="en-US" dirty="0" err="1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Stöckli</a:t>
            </a: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 et al., 2008/2011)</a:t>
            </a:r>
          </a:p>
          <a:p>
            <a:pPr>
              <a:lnSpc>
                <a:spcPct val="120000"/>
              </a:lnSpc>
              <a:buSzPct val="120000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	 Predicts consistent carbon fluxes, pools and leaf area index (LAI)</a:t>
            </a:r>
          </a:p>
          <a:p>
            <a:pPr>
              <a:buSzPct val="120000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	 Calculates sub-hourly fluxes and updates phenology/pools daily</a:t>
            </a:r>
          </a:p>
          <a:p>
            <a:pPr>
              <a:buSzPct val="120000"/>
            </a:pPr>
            <a:endParaRPr lang="en-US" sz="1000" dirty="0">
              <a:solidFill>
                <a:srgbClr val="654321"/>
              </a:solidFill>
              <a:latin typeface="Helvetica"/>
              <a:cs typeface="Helvetica"/>
              <a:sym typeface="Wingdings"/>
            </a:endParaRPr>
          </a:p>
          <a:p>
            <a:pPr>
              <a:buSzPct val="120000"/>
              <a:buFont typeface="Wingdings" charset="2"/>
              <a:buChar char="§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 Modified crop phenology modules (</a:t>
            </a:r>
            <a:r>
              <a:rPr lang="en-US" dirty="0" err="1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Lokupitiya</a:t>
            </a: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 et al., 2009; Corbin et al., 2010)</a:t>
            </a:r>
          </a:p>
          <a:p>
            <a:pPr>
              <a:buSzPct val="120000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	 Maize</a:t>
            </a:r>
          </a:p>
          <a:p>
            <a:pPr>
              <a:buSzPct val="120000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	 Soybeans</a:t>
            </a:r>
          </a:p>
          <a:p>
            <a:pPr fontAlgn="ctr" hangingPunct="0">
              <a:buSzPct val="120000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	 Wheat</a:t>
            </a:r>
          </a:p>
        </p:txBody>
      </p:sp>
    </p:spTree>
    <p:extLst>
      <p:ext uri="{BB962C8B-B14F-4D97-AF65-F5344CB8AC3E}">
        <p14:creationId xmlns:p14="http://schemas.microsoft.com/office/powerpoint/2010/main" val="1839496350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52158</TotalTime>
  <Words>4759</Words>
  <Application>Microsoft Macintosh PowerPoint</Application>
  <PresentationFormat>On-screen Show (4:3)</PresentationFormat>
  <Paragraphs>1070</Paragraphs>
  <Slides>59</Slides>
  <Notes>1</Notes>
  <HiddenSlides>0</HiddenSlides>
  <MMClips>0</MMClips>
  <ScaleCrop>false</ScaleCrop>
  <HeadingPairs>
    <vt:vector size="8" baseType="variant">
      <vt:variant>
        <vt:lpstr>Fonts Used</vt:lpstr>
      </vt:variant>
      <vt:variant>
        <vt:i4>10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59</vt:i4>
      </vt:variant>
    </vt:vector>
  </HeadingPairs>
  <TitlesOfParts>
    <vt:vector size="71" baseType="lpstr">
      <vt:lpstr>Apple Chancery</vt:lpstr>
      <vt:lpstr>Arial</vt:lpstr>
      <vt:lpstr>Arial Rounded MT Bold</vt:lpstr>
      <vt:lpstr>Calibri</vt:lpstr>
      <vt:lpstr>Calibri Light</vt:lpstr>
      <vt:lpstr>Cambria</vt:lpstr>
      <vt:lpstr>Cambria Math</vt:lpstr>
      <vt:lpstr>Helvetica</vt:lpstr>
      <vt:lpstr>Times New Roman</vt:lpstr>
      <vt:lpstr>Wingdings</vt:lpstr>
      <vt:lpstr>Office Theme</vt:lpstr>
      <vt:lpstr>Equation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SiB References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SiB4</dc:title>
  <dc:subject/>
  <dc:creator>Katherine Haynes</dc:creator>
  <cp:keywords/>
  <dc:description/>
  <cp:lastModifiedBy>Haynes,Katherine</cp:lastModifiedBy>
  <cp:revision>606</cp:revision>
  <cp:lastPrinted>2020-02-04T10:31:35Z</cp:lastPrinted>
  <dcterms:created xsi:type="dcterms:W3CDTF">2015-07-29T13:37:50Z</dcterms:created>
  <dcterms:modified xsi:type="dcterms:W3CDTF">2020-02-05T03:08:19Z</dcterms:modified>
  <cp:category/>
</cp:coreProperties>
</file>