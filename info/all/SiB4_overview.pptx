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8"/>
  </p:notesMasterIdLst>
  <p:sldIdLst>
    <p:sldId id="397" r:id="rId2"/>
    <p:sldId id="270" r:id="rId3"/>
    <p:sldId id="398" r:id="rId4"/>
    <p:sldId id="400" r:id="rId5"/>
    <p:sldId id="401" r:id="rId6"/>
    <p:sldId id="403" r:id="rId7"/>
    <p:sldId id="404" r:id="rId8"/>
    <p:sldId id="405" r:id="rId9"/>
    <p:sldId id="406" r:id="rId10"/>
    <p:sldId id="407" r:id="rId11"/>
    <p:sldId id="408" r:id="rId12"/>
    <p:sldId id="412" r:id="rId13"/>
    <p:sldId id="413" r:id="rId14"/>
    <p:sldId id="410" r:id="rId15"/>
    <p:sldId id="414" r:id="rId16"/>
    <p:sldId id="416" r:id="rId17"/>
    <p:sldId id="312" r:id="rId18"/>
    <p:sldId id="364" r:id="rId19"/>
    <p:sldId id="386" r:id="rId20"/>
    <p:sldId id="388" r:id="rId21"/>
    <p:sldId id="387" r:id="rId22"/>
    <p:sldId id="419" r:id="rId23"/>
    <p:sldId id="390" r:id="rId24"/>
    <p:sldId id="391" r:id="rId25"/>
    <p:sldId id="399" r:id="rId26"/>
    <p:sldId id="271" r:id="rId27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01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clrMru>
    <a:srgbClr val="FDFAF0"/>
    <a:srgbClr val="9E160D"/>
    <a:srgbClr val="4A311A"/>
    <a:srgbClr val="AB7942"/>
    <a:srgbClr val="B1C7E0"/>
    <a:srgbClr val="FFFBA7"/>
    <a:srgbClr val="6A2BBA"/>
    <a:srgbClr val="4CD18F"/>
    <a:srgbClr val="C77CFF"/>
    <a:srgbClr val="FF821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119" autoAdjust="0"/>
    <p:restoredTop sz="50000" autoAdjust="0"/>
  </p:normalViewPr>
  <p:slideViewPr>
    <p:cSldViewPr snapToGrid="0" snapToObjects="1" showGuides="1">
      <p:cViewPr varScale="1">
        <p:scale>
          <a:sx n="128" d="100"/>
          <a:sy n="128" d="100"/>
        </p:scale>
        <p:origin x="1544" y="176"/>
      </p:cViewPr>
      <p:guideLst>
        <p:guide orient="horz" pos="2160"/>
        <p:guide pos="3011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37" d="100"/>
        <a:sy n="37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viewProps" Target="view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C41DA02-152A-0441-91FC-A926F32B2E35}" type="doc">
      <dgm:prSet loTypeId="urn:microsoft.com/office/officeart/2005/8/layout/hChevron3" loCatId="" qsTypeId="urn:microsoft.com/office/officeart/2005/8/quickstyle/simple1" qsCatId="simple" csTypeId="urn:microsoft.com/office/officeart/2005/8/colors/accent1_2" csCatId="accent1" phldr="1"/>
      <dgm:spPr/>
    </dgm:pt>
    <dgm:pt modelId="{786B7C74-3DAE-F54B-A527-EE6DF1562E4F}">
      <dgm:prSet phldrT="[Text]" custT="1"/>
      <dgm:spPr>
        <a:solidFill>
          <a:srgbClr val="FFDB03"/>
        </a:solidFill>
        <a:ln w="31750">
          <a:solidFill>
            <a:schemeClr val="lt1">
              <a:hueOff val="0"/>
              <a:satOff val="0"/>
              <a:lumOff val="0"/>
            </a:schemeClr>
          </a:solidFill>
        </a:ln>
      </dgm:spPr>
      <dgm:t>
        <a:bodyPr/>
        <a:lstStyle/>
        <a:p>
          <a:r>
            <a:rPr lang="en-US" sz="1700" dirty="0"/>
            <a:t>Seconds	</a:t>
          </a:r>
        </a:p>
      </dgm:t>
    </dgm:pt>
    <dgm:pt modelId="{7C68D130-E0B0-A94B-9A12-4768B8C99AF9}" type="parTrans" cxnId="{6AC6D51B-25A8-1C4C-9695-C71BED5BAB6B}">
      <dgm:prSet/>
      <dgm:spPr/>
      <dgm:t>
        <a:bodyPr/>
        <a:lstStyle/>
        <a:p>
          <a:endParaRPr lang="en-US"/>
        </a:p>
      </dgm:t>
    </dgm:pt>
    <dgm:pt modelId="{B2AA1FB9-0911-A044-A5CC-6D4EC5A6DD99}" type="sibTrans" cxnId="{6AC6D51B-25A8-1C4C-9695-C71BED5BAB6B}">
      <dgm:prSet/>
      <dgm:spPr/>
      <dgm:t>
        <a:bodyPr/>
        <a:lstStyle/>
        <a:p>
          <a:endParaRPr lang="en-US"/>
        </a:p>
      </dgm:t>
    </dgm:pt>
    <dgm:pt modelId="{C41B22C7-11F0-0345-B525-E1D7EC3EE614}">
      <dgm:prSet phldrT="[Text]"/>
      <dgm:spPr>
        <a:solidFill>
          <a:srgbClr val="FF821F"/>
        </a:solidFill>
      </dgm:spPr>
      <dgm:t>
        <a:bodyPr/>
        <a:lstStyle/>
        <a:p>
          <a:r>
            <a:rPr lang="en-US" dirty="0"/>
            <a:t>Hours</a:t>
          </a:r>
        </a:p>
      </dgm:t>
    </dgm:pt>
    <dgm:pt modelId="{450140C7-501B-994C-9C95-F50C4CF1BFA4}" type="parTrans" cxnId="{F40DD3C2-6CCC-5646-A170-AEB368742699}">
      <dgm:prSet/>
      <dgm:spPr/>
      <dgm:t>
        <a:bodyPr/>
        <a:lstStyle/>
        <a:p>
          <a:endParaRPr lang="en-US"/>
        </a:p>
      </dgm:t>
    </dgm:pt>
    <dgm:pt modelId="{20645F21-435B-0E4D-A4DB-5E337E1EEC4F}" type="sibTrans" cxnId="{F40DD3C2-6CCC-5646-A170-AEB368742699}">
      <dgm:prSet/>
      <dgm:spPr/>
      <dgm:t>
        <a:bodyPr/>
        <a:lstStyle/>
        <a:p>
          <a:endParaRPr lang="en-US"/>
        </a:p>
      </dgm:t>
    </dgm:pt>
    <dgm:pt modelId="{3B4A6447-47E6-C045-BD28-A96238576EC0}">
      <dgm:prSet/>
      <dgm:spPr>
        <a:solidFill>
          <a:srgbClr val="BD2686"/>
        </a:solidFill>
      </dgm:spPr>
      <dgm:t>
        <a:bodyPr/>
        <a:lstStyle/>
        <a:p>
          <a:r>
            <a:rPr lang="en-US" dirty="0"/>
            <a:t>Weeks</a:t>
          </a:r>
        </a:p>
      </dgm:t>
    </dgm:pt>
    <dgm:pt modelId="{35896D6E-CE3B-ED45-916D-5A760DD990FA}" type="parTrans" cxnId="{DC67AE6A-807A-B642-A2AD-D7F19D664027}">
      <dgm:prSet/>
      <dgm:spPr/>
      <dgm:t>
        <a:bodyPr/>
        <a:lstStyle/>
        <a:p>
          <a:endParaRPr lang="en-US"/>
        </a:p>
      </dgm:t>
    </dgm:pt>
    <dgm:pt modelId="{A464BDDC-A5B3-474C-B8A8-D4689FFB02DD}" type="sibTrans" cxnId="{DC67AE6A-807A-B642-A2AD-D7F19D664027}">
      <dgm:prSet/>
      <dgm:spPr/>
      <dgm:t>
        <a:bodyPr/>
        <a:lstStyle/>
        <a:p>
          <a:endParaRPr lang="en-US"/>
        </a:p>
      </dgm:t>
    </dgm:pt>
    <dgm:pt modelId="{9C47428C-E17C-C041-AD40-8AA470E540F5}">
      <dgm:prSet/>
      <dgm:spPr>
        <a:solidFill>
          <a:srgbClr val="6B20BD"/>
        </a:solidFill>
      </dgm:spPr>
      <dgm:t>
        <a:bodyPr/>
        <a:lstStyle/>
        <a:p>
          <a:r>
            <a:rPr lang="en-US" dirty="0"/>
            <a:t>Months</a:t>
          </a:r>
        </a:p>
      </dgm:t>
    </dgm:pt>
    <dgm:pt modelId="{06124DE4-0EDF-E14B-96F0-25E878F6F46F}" type="parTrans" cxnId="{20084245-1B1E-CA42-88E0-15B5D0112AE2}">
      <dgm:prSet/>
      <dgm:spPr/>
      <dgm:t>
        <a:bodyPr/>
        <a:lstStyle/>
        <a:p>
          <a:endParaRPr lang="en-US"/>
        </a:p>
      </dgm:t>
    </dgm:pt>
    <dgm:pt modelId="{9D046C17-611C-724D-913B-D4D43634EE66}" type="sibTrans" cxnId="{20084245-1B1E-CA42-88E0-15B5D0112AE2}">
      <dgm:prSet/>
      <dgm:spPr/>
      <dgm:t>
        <a:bodyPr/>
        <a:lstStyle/>
        <a:p>
          <a:endParaRPr lang="en-US"/>
        </a:p>
      </dgm:t>
    </dgm:pt>
    <dgm:pt modelId="{A08B9810-D7D1-FF42-8440-4BCA519C35C4}">
      <dgm:prSet/>
      <dgm:spPr>
        <a:solidFill>
          <a:srgbClr val="275ABD"/>
        </a:solidFill>
      </dgm:spPr>
      <dgm:t>
        <a:bodyPr/>
        <a:lstStyle/>
        <a:p>
          <a:r>
            <a:rPr lang="en-US" dirty="0"/>
            <a:t>Years</a:t>
          </a:r>
        </a:p>
      </dgm:t>
    </dgm:pt>
    <dgm:pt modelId="{135948BD-B8EF-AE4A-94C8-C4596BB6FA96}" type="parTrans" cxnId="{D1D0F29B-0F11-EE4B-92B4-0B55AFF4C307}">
      <dgm:prSet/>
      <dgm:spPr/>
      <dgm:t>
        <a:bodyPr/>
        <a:lstStyle/>
        <a:p>
          <a:endParaRPr lang="en-US"/>
        </a:p>
      </dgm:t>
    </dgm:pt>
    <dgm:pt modelId="{DD400B72-C3FB-A945-9160-8286E031FCC4}" type="sibTrans" cxnId="{D1D0F29B-0F11-EE4B-92B4-0B55AFF4C307}">
      <dgm:prSet/>
      <dgm:spPr/>
      <dgm:t>
        <a:bodyPr/>
        <a:lstStyle/>
        <a:p>
          <a:endParaRPr lang="en-US"/>
        </a:p>
      </dgm:t>
    </dgm:pt>
    <dgm:pt modelId="{E6CDF4B7-6847-6D4C-8AE7-9E39E6E87331}">
      <dgm:prSet/>
      <dgm:spPr>
        <a:solidFill>
          <a:srgbClr val="0FBDBA"/>
        </a:solidFill>
      </dgm:spPr>
      <dgm:t>
        <a:bodyPr/>
        <a:lstStyle/>
        <a:p>
          <a:r>
            <a:rPr lang="en-US" dirty="0"/>
            <a:t>Decades</a:t>
          </a:r>
        </a:p>
      </dgm:t>
    </dgm:pt>
    <dgm:pt modelId="{3A3EB4A2-4EF5-2147-BC39-6DB806B2E9A7}" type="parTrans" cxnId="{3A0F94A7-0CAE-854C-BFF8-A0440E9A950A}">
      <dgm:prSet/>
      <dgm:spPr/>
      <dgm:t>
        <a:bodyPr/>
        <a:lstStyle/>
        <a:p>
          <a:endParaRPr lang="en-US"/>
        </a:p>
      </dgm:t>
    </dgm:pt>
    <dgm:pt modelId="{C34A9646-958C-7344-B241-3571196CDE2E}" type="sibTrans" cxnId="{3A0F94A7-0CAE-854C-BFF8-A0440E9A950A}">
      <dgm:prSet/>
      <dgm:spPr/>
      <dgm:t>
        <a:bodyPr/>
        <a:lstStyle/>
        <a:p>
          <a:endParaRPr lang="en-US"/>
        </a:p>
      </dgm:t>
    </dgm:pt>
    <dgm:pt modelId="{C374C146-FD79-784D-978B-CCD8620128BE}">
      <dgm:prSet/>
      <dgm:spPr>
        <a:solidFill>
          <a:srgbClr val="4EBD09"/>
        </a:solidFill>
      </dgm:spPr>
      <dgm:t>
        <a:bodyPr/>
        <a:lstStyle/>
        <a:p>
          <a:r>
            <a:rPr lang="en-US" dirty="0"/>
            <a:t>Centuries</a:t>
          </a:r>
        </a:p>
      </dgm:t>
    </dgm:pt>
    <dgm:pt modelId="{173E12F9-1DF5-B14B-B6B2-72045D69AC19}" type="parTrans" cxnId="{0CDF5BD0-E126-1441-8197-1ED29DF88E14}">
      <dgm:prSet/>
      <dgm:spPr/>
      <dgm:t>
        <a:bodyPr/>
        <a:lstStyle/>
        <a:p>
          <a:endParaRPr lang="en-US"/>
        </a:p>
      </dgm:t>
    </dgm:pt>
    <dgm:pt modelId="{58EE7961-E2F3-0446-9619-4E99501322C3}" type="sibTrans" cxnId="{0CDF5BD0-E126-1441-8197-1ED29DF88E14}">
      <dgm:prSet/>
      <dgm:spPr/>
      <dgm:t>
        <a:bodyPr/>
        <a:lstStyle/>
        <a:p>
          <a:endParaRPr lang="en-US"/>
        </a:p>
      </dgm:t>
    </dgm:pt>
    <dgm:pt modelId="{EB3B46B1-CF9F-AF41-BE97-E6CBC123ADDF}">
      <dgm:prSet/>
      <dgm:spPr>
        <a:solidFill>
          <a:srgbClr val="BD0F18"/>
        </a:solidFill>
      </dgm:spPr>
      <dgm:t>
        <a:bodyPr/>
        <a:lstStyle/>
        <a:p>
          <a:r>
            <a:rPr lang="en-US" dirty="0"/>
            <a:t>Days</a:t>
          </a:r>
        </a:p>
      </dgm:t>
    </dgm:pt>
    <dgm:pt modelId="{BD5F5937-06EE-B647-A43A-BF95686913EE}" type="parTrans" cxnId="{D1DF010A-3BAC-BF45-B869-BFF4B73FE118}">
      <dgm:prSet/>
      <dgm:spPr/>
      <dgm:t>
        <a:bodyPr/>
        <a:lstStyle/>
        <a:p>
          <a:endParaRPr lang="en-US"/>
        </a:p>
      </dgm:t>
    </dgm:pt>
    <dgm:pt modelId="{2BC1F299-D4A7-0E43-8290-FF73D462A1C0}" type="sibTrans" cxnId="{D1DF010A-3BAC-BF45-B869-BFF4B73FE118}">
      <dgm:prSet/>
      <dgm:spPr/>
      <dgm:t>
        <a:bodyPr/>
        <a:lstStyle/>
        <a:p>
          <a:endParaRPr lang="en-US"/>
        </a:p>
      </dgm:t>
    </dgm:pt>
    <dgm:pt modelId="{C6E64B27-23E7-1C49-821D-D63FEA8731DB}" type="pres">
      <dgm:prSet presAssocID="{2C41DA02-152A-0441-91FC-A926F32B2E35}" presName="Name0" presStyleCnt="0">
        <dgm:presLayoutVars>
          <dgm:dir/>
          <dgm:resizeHandles val="exact"/>
        </dgm:presLayoutVars>
      </dgm:prSet>
      <dgm:spPr/>
    </dgm:pt>
    <dgm:pt modelId="{A76ACAA0-501E-1C41-91E1-52EE915C549D}" type="pres">
      <dgm:prSet presAssocID="{786B7C74-3DAE-F54B-A527-EE6DF1562E4F}" presName="parTxOnly" presStyleLbl="node1" presStyleIdx="0" presStyleCnt="8">
        <dgm:presLayoutVars>
          <dgm:bulletEnabled val="1"/>
        </dgm:presLayoutVars>
      </dgm:prSet>
      <dgm:spPr/>
    </dgm:pt>
    <dgm:pt modelId="{E35A03D2-58F0-1C43-9B89-2B4E66FEE693}" type="pres">
      <dgm:prSet presAssocID="{B2AA1FB9-0911-A044-A5CC-6D4EC5A6DD99}" presName="parSpace" presStyleCnt="0"/>
      <dgm:spPr/>
    </dgm:pt>
    <dgm:pt modelId="{45F32037-F2A3-F947-A1ED-F9E4B68CD1D3}" type="pres">
      <dgm:prSet presAssocID="{C41B22C7-11F0-0345-B525-E1D7EC3EE614}" presName="parTxOnly" presStyleLbl="node1" presStyleIdx="1" presStyleCnt="8">
        <dgm:presLayoutVars>
          <dgm:bulletEnabled val="1"/>
        </dgm:presLayoutVars>
      </dgm:prSet>
      <dgm:spPr/>
    </dgm:pt>
    <dgm:pt modelId="{020B9884-32B7-B548-B424-C8D35CFC5B78}" type="pres">
      <dgm:prSet presAssocID="{20645F21-435B-0E4D-A4DB-5E337E1EEC4F}" presName="parSpace" presStyleCnt="0"/>
      <dgm:spPr/>
    </dgm:pt>
    <dgm:pt modelId="{1BF43C5D-E7F3-494A-9B68-73725E6EB89A}" type="pres">
      <dgm:prSet presAssocID="{EB3B46B1-CF9F-AF41-BE97-E6CBC123ADDF}" presName="parTxOnly" presStyleLbl="node1" presStyleIdx="2" presStyleCnt="8">
        <dgm:presLayoutVars>
          <dgm:bulletEnabled val="1"/>
        </dgm:presLayoutVars>
      </dgm:prSet>
      <dgm:spPr/>
    </dgm:pt>
    <dgm:pt modelId="{84CF4925-9C2D-D44B-925A-D05C6F33B841}" type="pres">
      <dgm:prSet presAssocID="{2BC1F299-D4A7-0E43-8290-FF73D462A1C0}" presName="parSpace" presStyleCnt="0"/>
      <dgm:spPr/>
    </dgm:pt>
    <dgm:pt modelId="{810CBA6F-E382-6A45-96E4-055B5173B059}" type="pres">
      <dgm:prSet presAssocID="{3B4A6447-47E6-C045-BD28-A96238576EC0}" presName="parTxOnly" presStyleLbl="node1" presStyleIdx="3" presStyleCnt="8">
        <dgm:presLayoutVars>
          <dgm:bulletEnabled val="1"/>
        </dgm:presLayoutVars>
      </dgm:prSet>
      <dgm:spPr/>
    </dgm:pt>
    <dgm:pt modelId="{7343711B-C50B-B246-9C7E-0A1C8D780791}" type="pres">
      <dgm:prSet presAssocID="{A464BDDC-A5B3-474C-B8A8-D4689FFB02DD}" presName="parSpace" presStyleCnt="0"/>
      <dgm:spPr/>
    </dgm:pt>
    <dgm:pt modelId="{D0566B41-8176-FF44-A4FF-DE2A84871353}" type="pres">
      <dgm:prSet presAssocID="{9C47428C-E17C-C041-AD40-8AA470E540F5}" presName="parTxOnly" presStyleLbl="node1" presStyleIdx="4" presStyleCnt="8">
        <dgm:presLayoutVars>
          <dgm:bulletEnabled val="1"/>
        </dgm:presLayoutVars>
      </dgm:prSet>
      <dgm:spPr/>
    </dgm:pt>
    <dgm:pt modelId="{56463886-7280-0040-8464-C6E273A5B3F3}" type="pres">
      <dgm:prSet presAssocID="{9D046C17-611C-724D-913B-D4D43634EE66}" presName="parSpace" presStyleCnt="0"/>
      <dgm:spPr/>
    </dgm:pt>
    <dgm:pt modelId="{2FDB313A-1A50-DB44-A9CF-C79E77334F84}" type="pres">
      <dgm:prSet presAssocID="{A08B9810-D7D1-FF42-8440-4BCA519C35C4}" presName="parTxOnly" presStyleLbl="node1" presStyleIdx="5" presStyleCnt="8">
        <dgm:presLayoutVars>
          <dgm:bulletEnabled val="1"/>
        </dgm:presLayoutVars>
      </dgm:prSet>
      <dgm:spPr/>
    </dgm:pt>
    <dgm:pt modelId="{C89AE488-EF21-6542-ACA6-A0F0F62721BA}" type="pres">
      <dgm:prSet presAssocID="{DD400B72-C3FB-A945-9160-8286E031FCC4}" presName="parSpace" presStyleCnt="0"/>
      <dgm:spPr/>
    </dgm:pt>
    <dgm:pt modelId="{FA7E592E-1099-4A4E-945D-F9C867C77767}" type="pres">
      <dgm:prSet presAssocID="{E6CDF4B7-6847-6D4C-8AE7-9E39E6E87331}" presName="parTxOnly" presStyleLbl="node1" presStyleIdx="6" presStyleCnt="8">
        <dgm:presLayoutVars>
          <dgm:bulletEnabled val="1"/>
        </dgm:presLayoutVars>
      </dgm:prSet>
      <dgm:spPr/>
    </dgm:pt>
    <dgm:pt modelId="{9FF0ADBC-B854-3A4C-9D65-310FB8C76E90}" type="pres">
      <dgm:prSet presAssocID="{C34A9646-958C-7344-B241-3571196CDE2E}" presName="parSpace" presStyleCnt="0"/>
      <dgm:spPr/>
    </dgm:pt>
    <dgm:pt modelId="{23F0B276-BBEF-2D41-888C-D5BAB09A6B3F}" type="pres">
      <dgm:prSet presAssocID="{C374C146-FD79-784D-978B-CCD8620128BE}" presName="parTxOnly" presStyleLbl="node1" presStyleIdx="7" presStyleCnt="8">
        <dgm:presLayoutVars>
          <dgm:bulletEnabled val="1"/>
        </dgm:presLayoutVars>
      </dgm:prSet>
      <dgm:spPr/>
    </dgm:pt>
  </dgm:ptLst>
  <dgm:cxnLst>
    <dgm:cxn modelId="{D1DF010A-3BAC-BF45-B869-BFF4B73FE118}" srcId="{2C41DA02-152A-0441-91FC-A926F32B2E35}" destId="{EB3B46B1-CF9F-AF41-BE97-E6CBC123ADDF}" srcOrd="2" destOrd="0" parTransId="{BD5F5937-06EE-B647-A43A-BF95686913EE}" sibTransId="{2BC1F299-D4A7-0E43-8290-FF73D462A1C0}"/>
    <dgm:cxn modelId="{A020B61A-FC8E-9E44-9479-335FF420A7E2}" type="presOf" srcId="{E6CDF4B7-6847-6D4C-8AE7-9E39E6E87331}" destId="{FA7E592E-1099-4A4E-945D-F9C867C77767}" srcOrd="0" destOrd="0" presId="urn:microsoft.com/office/officeart/2005/8/layout/hChevron3"/>
    <dgm:cxn modelId="{6AC6D51B-25A8-1C4C-9695-C71BED5BAB6B}" srcId="{2C41DA02-152A-0441-91FC-A926F32B2E35}" destId="{786B7C74-3DAE-F54B-A527-EE6DF1562E4F}" srcOrd="0" destOrd="0" parTransId="{7C68D130-E0B0-A94B-9A12-4768B8C99AF9}" sibTransId="{B2AA1FB9-0911-A044-A5CC-6D4EC5A6DD99}"/>
    <dgm:cxn modelId="{20084245-1B1E-CA42-88E0-15B5D0112AE2}" srcId="{2C41DA02-152A-0441-91FC-A926F32B2E35}" destId="{9C47428C-E17C-C041-AD40-8AA470E540F5}" srcOrd="4" destOrd="0" parTransId="{06124DE4-0EDF-E14B-96F0-25E878F6F46F}" sibTransId="{9D046C17-611C-724D-913B-D4D43634EE66}"/>
    <dgm:cxn modelId="{84CAED56-9779-D041-9841-5AFFA0F5E4C1}" type="presOf" srcId="{A08B9810-D7D1-FF42-8440-4BCA519C35C4}" destId="{2FDB313A-1A50-DB44-A9CF-C79E77334F84}" srcOrd="0" destOrd="0" presId="urn:microsoft.com/office/officeart/2005/8/layout/hChevron3"/>
    <dgm:cxn modelId="{6005F268-E780-5C44-A74B-2718D58C3902}" type="presOf" srcId="{2C41DA02-152A-0441-91FC-A926F32B2E35}" destId="{C6E64B27-23E7-1C49-821D-D63FEA8731DB}" srcOrd="0" destOrd="0" presId="urn:microsoft.com/office/officeart/2005/8/layout/hChevron3"/>
    <dgm:cxn modelId="{DC67AE6A-807A-B642-A2AD-D7F19D664027}" srcId="{2C41DA02-152A-0441-91FC-A926F32B2E35}" destId="{3B4A6447-47E6-C045-BD28-A96238576EC0}" srcOrd="3" destOrd="0" parTransId="{35896D6E-CE3B-ED45-916D-5A760DD990FA}" sibTransId="{A464BDDC-A5B3-474C-B8A8-D4689FFB02DD}"/>
    <dgm:cxn modelId="{373F4A6B-DBD5-FF42-9989-B8F7800F9DE5}" type="presOf" srcId="{786B7C74-3DAE-F54B-A527-EE6DF1562E4F}" destId="{A76ACAA0-501E-1C41-91E1-52EE915C549D}" srcOrd="0" destOrd="0" presId="urn:microsoft.com/office/officeart/2005/8/layout/hChevron3"/>
    <dgm:cxn modelId="{4A7E3E77-5CD3-F845-BC42-778E04ECE7F3}" type="presOf" srcId="{EB3B46B1-CF9F-AF41-BE97-E6CBC123ADDF}" destId="{1BF43C5D-E7F3-494A-9B68-73725E6EB89A}" srcOrd="0" destOrd="0" presId="urn:microsoft.com/office/officeart/2005/8/layout/hChevron3"/>
    <dgm:cxn modelId="{2645D97A-5210-E840-9C7C-518BCD7C2A78}" type="presOf" srcId="{3B4A6447-47E6-C045-BD28-A96238576EC0}" destId="{810CBA6F-E382-6A45-96E4-055B5173B059}" srcOrd="0" destOrd="0" presId="urn:microsoft.com/office/officeart/2005/8/layout/hChevron3"/>
    <dgm:cxn modelId="{D1D0F29B-0F11-EE4B-92B4-0B55AFF4C307}" srcId="{2C41DA02-152A-0441-91FC-A926F32B2E35}" destId="{A08B9810-D7D1-FF42-8440-4BCA519C35C4}" srcOrd="5" destOrd="0" parTransId="{135948BD-B8EF-AE4A-94C8-C4596BB6FA96}" sibTransId="{DD400B72-C3FB-A945-9160-8286E031FCC4}"/>
    <dgm:cxn modelId="{3A0F94A7-0CAE-854C-BFF8-A0440E9A950A}" srcId="{2C41DA02-152A-0441-91FC-A926F32B2E35}" destId="{E6CDF4B7-6847-6D4C-8AE7-9E39E6E87331}" srcOrd="6" destOrd="0" parTransId="{3A3EB4A2-4EF5-2147-BC39-6DB806B2E9A7}" sibTransId="{C34A9646-958C-7344-B241-3571196CDE2E}"/>
    <dgm:cxn modelId="{B19DADAD-3766-BD4F-BD67-E1B8BD4A999F}" type="presOf" srcId="{9C47428C-E17C-C041-AD40-8AA470E540F5}" destId="{D0566B41-8176-FF44-A4FF-DE2A84871353}" srcOrd="0" destOrd="0" presId="urn:microsoft.com/office/officeart/2005/8/layout/hChevron3"/>
    <dgm:cxn modelId="{79CBAAB4-0E25-E242-AF07-F7BED27963F2}" type="presOf" srcId="{C41B22C7-11F0-0345-B525-E1D7EC3EE614}" destId="{45F32037-F2A3-F947-A1ED-F9E4B68CD1D3}" srcOrd="0" destOrd="0" presId="urn:microsoft.com/office/officeart/2005/8/layout/hChevron3"/>
    <dgm:cxn modelId="{F40DD3C2-6CCC-5646-A170-AEB368742699}" srcId="{2C41DA02-152A-0441-91FC-A926F32B2E35}" destId="{C41B22C7-11F0-0345-B525-E1D7EC3EE614}" srcOrd="1" destOrd="0" parTransId="{450140C7-501B-994C-9C95-F50C4CF1BFA4}" sibTransId="{20645F21-435B-0E4D-A4DB-5E337E1EEC4F}"/>
    <dgm:cxn modelId="{0CDF5BD0-E126-1441-8197-1ED29DF88E14}" srcId="{2C41DA02-152A-0441-91FC-A926F32B2E35}" destId="{C374C146-FD79-784D-978B-CCD8620128BE}" srcOrd="7" destOrd="0" parTransId="{173E12F9-1DF5-B14B-B6B2-72045D69AC19}" sibTransId="{58EE7961-E2F3-0446-9619-4E99501322C3}"/>
    <dgm:cxn modelId="{F1E38FF9-9521-C14B-A795-05C335C72BF7}" type="presOf" srcId="{C374C146-FD79-784D-978B-CCD8620128BE}" destId="{23F0B276-BBEF-2D41-888C-D5BAB09A6B3F}" srcOrd="0" destOrd="0" presId="urn:microsoft.com/office/officeart/2005/8/layout/hChevron3"/>
    <dgm:cxn modelId="{DBB47257-8A15-5644-B3EC-881CD150244B}" type="presParOf" srcId="{C6E64B27-23E7-1C49-821D-D63FEA8731DB}" destId="{A76ACAA0-501E-1C41-91E1-52EE915C549D}" srcOrd="0" destOrd="0" presId="urn:microsoft.com/office/officeart/2005/8/layout/hChevron3"/>
    <dgm:cxn modelId="{3163B191-68A0-9242-BABA-14D3178126CF}" type="presParOf" srcId="{C6E64B27-23E7-1C49-821D-D63FEA8731DB}" destId="{E35A03D2-58F0-1C43-9B89-2B4E66FEE693}" srcOrd="1" destOrd="0" presId="urn:microsoft.com/office/officeart/2005/8/layout/hChevron3"/>
    <dgm:cxn modelId="{F72C6F3B-1C72-A842-86BB-43CC6643110B}" type="presParOf" srcId="{C6E64B27-23E7-1C49-821D-D63FEA8731DB}" destId="{45F32037-F2A3-F947-A1ED-F9E4B68CD1D3}" srcOrd="2" destOrd="0" presId="urn:microsoft.com/office/officeart/2005/8/layout/hChevron3"/>
    <dgm:cxn modelId="{4B25D46F-AAAC-B248-B46C-0439EEECA3D6}" type="presParOf" srcId="{C6E64B27-23E7-1C49-821D-D63FEA8731DB}" destId="{020B9884-32B7-B548-B424-C8D35CFC5B78}" srcOrd="3" destOrd="0" presId="urn:microsoft.com/office/officeart/2005/8/layout/hChevron3"/>
    <dgm:cxn modelId="{A0542685-62ED-AB49-BA2B-78FF7B962208}" type="presParOf" srcId="{C6E64B27-23E7-1C49-821D-D63FEA8731DB}" destId="{1BF43C5D-E7F3-494A-9B68-73725E6EB89A}" srcOrd="4" destOrd="0" presId="urn:microsoft.com/office/officeart/2005/8/layout/hChevron3"/>
    <dgm:cxn modelId="{A3B0312A-30FD-9A4D-8408-62C80F2C4524}" type="presParOf" srcId="{C6E64B27-23E7-1C49-821D-D63FEA8731DB}" destId="{84CF4925-9C2D-D44B-925A-D05C6F33B841}" srcOrd="5" destOrd="0" presId="urn:microsoft.com/office/officeart/2005/8/layout/hChevron3"/>
    <dgm:cxn modelId="{608E1174-1FA3-9249-B9A1-04D03A827E94}" type="presParOf" srcId="{C6E64B27-23E7-1C49-821D-D63FEA8731DB}" destId="{810CBA6F-E382-6A45-96E4-055B5173B059}" srcOrd="6" destOrd="0" presId="urn:microsoft.com/office/officeart/2005/8/layout/hChevron3"/>
    <dgm:cxn modelId="{62B9C8DF-6017-A040-8BE9-3AC5638E6818}" type="presParOf" srcId="{C6E64B27-23E7-1C49-821D-D63FEA8731DB}" destId="{7343711B-C50B-B246-9C7E-0A1C8D780791}" srcOrd="7" destOrd="0" presId="urn:microsoft.com/office/officeart/2005/8/layout/hChevron3"/>
    <dgm:cxn modelId="{B601ABEF-A7A1-6840-8095-BDFB5F6D4FE6}" type="presParOf" srcId="{C6E64B27-23E7-1C49-821D-D63FEA8731DB}" destId="{D0566B41-8176-FF44-A4FF-DE2A84871353}" srcOrd="8" destOrd="0" presId="urn:microsoft.com/office/officeart/2005/8/layout/hChevron3"/>
    <dgm:cxn modelId="{A51EB15B-68AD-6644-B954-A3E476E9DD63}" type="presParOf" srcId="{C6E64B27-23E7-1C49-821D-D63FEA8731DB}" destId="{56463886-7280-0040-8464-C6E273A5B3F3}" srcOrd="9" destOrd="0" presId="urn:microsoft.com/office/officeart/2005/8/layout/hChevron3"/>
    <dgm:cxn modelId="{2288D08B-F59D-3249-A311-8B585BAF0465}" type="presParOf" srcId="{C6E64B27-23E7-1C49-821D-D63FEA8731DB}" destId="{2FDB313A-1A50-DB44-A9CF-C79E77334F84}" srcOrd="10" destOrd="0" presId="urn:microsoft.com/office/officeart/2005/8/layout/hChevron3"/>
    <dgm:cxn modelId="{29869250-F123-C240-9B5C-95C904CBA908}" type="presParOf" srcId="{C6E64B27-23E7-1C49-821D-D63FEA8731DB}" destId="{C89AE488-EF21-6542-ACA6-A0F0F62721BA}" srcOrd="11" destOrd="0" presId="urn:microsoft.com/office/officeart/2005/8/layout/hChevron3"/>
    <dgm:cxn modelId="{92257795-A517-D948-89B0-CA6F50A5B400}" type="presParOf" srcId="{C6E64B27-23E7-1C49-821D-D63FEA8731DB}" destId="{FA7E592E-1099-4A4E-945D-F9C867C77767}" srcOrd="12" destOrd="0" presId="urn:microsoft.com/office/officeart/2005/8/layout/hChevron3"/>
    <dgm:cxn modelId="{2A213E9B-4C00-404B-B42C-3C78590FF4BA}" type="presParOf" srcId="{C6E64B27-23E7-1C49-821D-D63FEA8731DB}" destId="{9FF0ADBC-B854-3A4C-9D65-310FB8C76E90}" srcOrd="13" destOrd="0" presId="urn:microsoft.com/office/officeart/2005/8/layout/hChevron3"/>
    <dgm:cxn modelId="{AB39492A-A6DF-774D-B88A-46B208E92A81}" type="presParOf" srcId="{C6E64B27-23E7-1C49-821D-D63FEA8731DB}" destId="{23F0B276-BBEF-2D41-888C-D5BAB09A6B3F}" srcOrd="1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6ACAA0-501E-1C41-91E1-52EE915C549D}">
      <dsp:nvSpPr>
        <dsp:cNvPr id="0" name=""/>
        <dsp:cNvSpPr/>
      </dsp:nvSpPr>
      <dsp:spPr>
        <a:xfrm>
          <a:off x="4464" y="983267"/>
          <a:ext cx="1384101" cy="553640"/>
        </a:xfrm>
        <a:prstGeom prst="homePlate">
          <a:avLst/>
        </a:prstGeom>
        <a:solidFill>
          <a:srgbClr val="FFDB03"/>
        </a:solidFill>
        <a:ln w="31750" cap="flat" cmpd="sng" algn="ctr">
          <a:solidFill>
            <a:schemeClr val="lt1">
              <a:hueOff val="0"/>
              <a:satOff val="0"/>
              <a:lum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0678" tIns="45339" rIns="22670" bIns="45339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/>
            <a:t>Seconds	</a:t>
          </a:r>
        </a:p>
      </dsp:txBody>
      <dsp:txXfrm>
        <a:off x="4464" y="983267"/>
        <a:ext cx="1245691" cy="553640"/>
      </dsp:txXfrm>
    </dsp:sp>
    <dsp:sp modelId="{45F32037-F2A3-F947-A1ED-F9E4B68CD1D3}">
      <dsp:nvSpPr>
        <dsp:cNvPr id="0" name=""/>
        <dsp:cNvSpPr/>
      </dsp:nvSpPr>
      <dsp:spPr>
        <a:xfrm>
          <a:off x="1111746" y="983267"/>
          <a:ext cx="1384101" cy="553640"/>
        </a:xfrm>
        <a:prstGeom prst="chevron">
          <a:avLst/>
        </a:prstGeom>
        <a:solidFill>
          <a:srgbClr val="FF821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Hours</a:t>
          </a:r>
        </a:p>
      </dsp:txBody>
      <dsp:txXfrm>
        <a:off x="1388566" y="983267"/>
        <a:ext cx="830461" cy="553640"/>
      </dsp:txXfrm>
    </dsp:sp>
    <dsp:sp modelId="{1BF43C5D-E7F3-494A-9B68-73725E6EB89A}">
      <dsp:nvSpPr>
        <dsp:cNvPr id="0" name=""/>
        <dsp:cNvSpPr/>
      </dsp:nvSpPr>
      <dsp:spPr>
        <a:xfrm>
          <a:off x="2219027" y="983267"/>
          <a:ext cx="1384101" cy="553640"/>
        </a:xfrm>
        <a:prstGeom prst="chevron">
          <a:avLst/>
        </a:prstGeom>
        <a:solidFill>
          <a:srgbClr val="BD0F18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Days</a:t>
          </a:r>
        </a:p>
      </dsp:txBody>
      <dsp:txXfrm>
        <a:off x="2495847" y="983267"/>
        <a:ext cx="830461" cy="553640"/>
      </dsp:txXfrm>
    </dsp:sp>
    <dsp:sp modelId="{810CBA6F-E382-6A45-96E4-055B5173B059}">
      <dsp:nvSpPr>
        <dsp:cNvPr id="0" name=""/>
        <dsp:cNvSpPr/>
      </dsp:nvSpPr>
      <dsp:spPr>
        <a:xfrm>
          <a:off x="3326308" y="983267"/>
          <a:ext cx="1384101" cy="553640"/>
        </a:xfrm>
        <a:prstGeom prst="chevron">
          <a:avLst/>
        </a:prstGeom>
        <a:solidFill>
          <a:srgbClr val="BD2686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Weeks</a:t>
          </a:r>
        </a:p>
      </dsp:txBody>
      <dsp:txXfrm>
        <a:off x="3603128" y="983267"/>
        <a:ext cx="830461" cy="553640"/>
      </dsp:txXfrm>
    </dsp:sp>
    <dsp:sp modelId="{D0566B41-8176-FF44-A4FF-DE2A84871353}">
      <dsp:nvSpPr>
        <dsp:cNvPr id="0" name=""/>
        <dsp:cNvSpPr/>
      </dsp:nvSpPr>
      <dsp:spPr>
        <a:xfrm>
          <a:off x="4433589" y="983267"/>
          <a:ext cx="1384101" cy="553640"/>
        </a:xfrm>
        <a:prstGeom prst="chevron">
          <a:avLst/>
        </a:prstGeom>
        <a:solidFill>
          <a:srgbClr val="6B20BD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Months</a:t>
          </a:r>
        </a:p>
      </dsp:txBody>
      <dsp:txXfrm>
        <a:off x="4710409" y="983267"/>
        <a:ext cx="830461" cy="553640"/>
      </dsp:txXfrm>
    </dsp:sp>
    <dsp:sp modelId="{2FDB313A-1A50-DB44-A9CF-C79E77334F84}">
      <dsp:nvSpPr>
        <dsp:cNvPr id="0" name=""/>
        <dsp:cNvSpPr/>
      </dsp:nvSpPr>
      <dsp:spPr>
        <a:xfrm>
          <a:off x="5540871" y="983267"/>
          <a:ext cx="1384101" cy="553640"/>
        </a:xfrm>
        <a:prstGeom prst="chevron">
          <a:avLst/>
        </a:prstGeom>
        <a:solidFill>
          <a:srgbClr val="275ABD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Years</a:t>
          </a:r>
        </a:p>
      </dsp:txBody>
      <dsp:txXfrm>
        <a:off x="5817691" y="983267"/>
        <a:ext cx="830461" cy="553640"/>
      </dsp:txXfrm>
    </dsp:sp>
    <dsp:sp modelId="{FA7E592E-1099-4A4E-945D-F9C867C77767}">
      <dsp:nvSpPr>
        <dsp:cNvPr id="0" name=""/>
        <dsp:cNvSpPr/>
      </dsp:nvSpPr>
      <dsp:spPr>
        <a:xfrm>
          <a:off x="6648152" y="983267"/>
          <a:ext cx="1384101" cy="553640"/>
        </a:xfrm>
        <a:prstGeom prst="chevron">
          <a:avLst/>
        </a:prstGeom>
        <a:solidFill>
          <a:srgbClr val="0FBDBA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Decades</a:t>
          </a:r>
        </a:p>
      </dsp:txBody>
      <dsp:txXfrm>
        <a:off x="6924972" y="983267"/>
        <a:ext cx="830461" cy="553640"/>
      </dsp:txXfrm>
    </dsp:sp>
    <dsp:sp modelId="{23F0B276-BBEF-2D41-888C-D5BAB09A6B3F}">
      <dsp:nvSpPr>
        <dsp:cNvPr id="0" name=""/>
        <dsp:cNvSpPr/>
      </dsp:nvSpPr>
      <dsp:spPr>
        <a:xfrm>
          <a:off x="7755433" y="983267"/>
          <a:ext cx="1384101" cy="553640"/>
        </a:xfrm>
        <a:prstGeom prst="chevron">
          <a:avLst/>
        </a:prstGeom>
        <a:solidFill>
          <a:srgbClr val="4EBD09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008" tIns="40005" rIns="20003" bIns="40005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500" kern="1200" dirty="0"/>
            <a:t>Centuries</a:t>
          </a:r>
        </a:p>
      </dsp:txBody>
      <dsp:txXfrm>
        <a:off x="8032253" y="983267"/>
        <a:ext cx="830461" cy="55364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rot="180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rot="180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rot="180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rot="180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98B3F93-F635-8149-B9AA-0591BFD09312}" type="datetimeFigureOut">
              <a:rPr lang="en-US" smtClean="0"/>
              <a:t>2/4/20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BB67ACB-8AFB-9F4A-8B83-146BD4454E1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6450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2640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2640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1473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86279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15057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7ACB-8AFB-9F4A-8B83-146BD4454E18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43261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59820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97447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48989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469310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78680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23777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61804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1057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298305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39522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66944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DF5594-BA73-DF47-8712-8F45C9E09BCA}" type="datetimeFigureOut">
              <a:rPr lang="en-US" smtClean="0"/>
              <a:t>2/4/20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B47D60-3696-2E40-B22A-CD5BA2861D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3624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png"/><Relationship Id="rId7" Type="http://schemas.microsoft.com/office/2007/relationships/hdphoto" Target="../media/hdphoto2.wdp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.wdp"/><Relationship Id="rId11" Type="http://schemas.openxmlformats.org/officeDocument/2006/relationships/image" Target="../media/image3.png"/><Relationship Id="rId5" Type="http://schemas.openxmlformats.org/officeDocument/2006/relationships/image" Target="../media/image8.png"/><Relationship Id="rId10" Type="http://schemas.openxmlformats.org/officeDocument/2006/relationships/image" Target="../media/image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1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.xml"/><Relationship Id="rId3" Type="http://schemas.openxmlformats.org/officeDocument/2006/relationships/image" Target="../media/image14.png"/><Relationship Id="rId7" Type="http://schemas.openxmlformats.org/officeDocument/2006/relationships/diagramQuickStyle" Target="../diagrams/quickStyle1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6" Type="http://schemas.openxmlformats.org/officeDocument/2006/relationships/diagramLayout" Target="../diagrams/layout1.xml"/><Relationship Id="rId5" Type="http://schemas.openxmlformats.org/officeDocument/2006/relationships/diagramData" Target="../diagrams/data1.xml"/><Relationship Id="rId4" Type="http://schemas.openxmlformats.org/officeDocument/2006/relationships/image" Target="../media/image15.gif"/><Relationship Id="rId9" Type="http://schemas.microsoft.com/office/2007/relationships/diagramDrawing" Target="../diagrams/drawing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5AFFAB2D-8FE9-784C-B96F-7193882118DC}"/>
              </a:ext>
            </a:extLst>
          </p:cNvPr>
          <p:cNvSpPr txBox="1"/>
          <p:nvPr/>
        </p:nvSpPr>
        <p:spPr>
          <a:xfrm>
            <a:off x="1108148" y="2025203"/>
            <a:ext cx="6945407" cy="769441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The Simple Biosphere Model: SiB4</a:t>
            </a:r>
          </a:p>
          <a:p>
            <a:pPr algn="ctr"/>
            <a:r>
              <a:rPr lang="en-US" sz="1200" dirty="0">
                <a:solidFill>
                  <a:srgbClr val="4B3118"/>
                </a:solidFill>
                <a:latin typeface="Helvetica"/>
                <a:cs typeface="Helvetica"/>
              </a:rPr>
              <a:t>Updated August 2019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F77780-5023-3A43-AF49-08164CBDE593}"/>
              </a:ext>
            </a:extLst>
          </p:cNvPr>
          <p:cNvSpPr txBox="1"/>
          <p:nvPr/>
        </p:nvSpPr>
        <p:spPr>
          <a:xfrm>
            <a:off x="232946" y="4394010"/>
            <a:ext cx="8590168" cy="2400657"/>
          </a:xfrm>
          <a:prstGeom prst="rect">
            <a:avLst/>
          </a:prstGeom>
          <a:solidFill>
            <a:srgbClr val="FDFAF0"/>
          </a:solidFill>
          <a:ln w="28575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9E160D"/>
              </a:buClr>
              <a:buFont typeface="Wingdings" pitchFamily="2" charset="2"/>
              <a:buChar char="q"/>
            </a:pPr>
            <a:r>
              <a:rPr lang="en-US" dirty="0"/>
              <a:t>Haynes, K.D., Baker, I.T., Denning, A.S., </a:t>
            </a:r>
            <a:r>
              <a:rPr lang="en-US" dirty="0" err="1"/>
              <a:t>Stöckli</a:t>
            </a:r>
            <a:r>
              <a:rPr lang="en-US" dirty="0"/>
              <a:t>, R., Schaefer, K., </a:t>
            </a:r>
            <a:r>
              <a:rPr lang="en-US" dirty="0" err="1"/>
              <a:t>Lokupitiya</a:t>
            </a:r>
            <a:r>
              <a:rPr lang="en-US" dirty="0"/>
              <a:t>, E.Y., &amp; Haynes, J.M. </a:t>
            </a:r>
            <a:r>
              <a:rPr lang="en-US"/>
              <a:t>(2019).  </a:t>
            </a:r>
            <a:r>
              <a:rPr lang="en-US" dirty="0"/>
              <a:t>Representing grasslands using dynamic prognostic phenology based on biological growth stages: 1. Implementation in the Simple Biosphere Model (SiB4).  </a:t>
            </a:r>
            <a:r>
              <a:rPr lang="en-US" i="1" dirty="0"/>
              <a:t>J. Adv. Model. Earth Syst</a:t>
            </a:r>
            <a:r>
              <a:rPr lang="en-US" dirty="0"/>
              <a:t>., 11, https://</a:t>
            </a:r>
            <a:r>
              <a:rPr lang="en-US" dirty="0" err="1"/>
              <a:t>doi.org</a:t>
            </a:r>
            <a:r>
              <a:rPr lang="en-US" dirty="0"/>
              <a:t>/10.1029/2018MS001540. </a:t>
            </a:r>
          </a:p>
          <a:p>
            <a:endParaRPr lang="en-US" sz="600" dirty="0"/>
          </a:p>
          <a:p>
            <a:pPr marL="285750" indent="-285750">
              <a:buClr>
                <a:srgbClr val="9E160D"/>
              </a:buClr>
              <a:buFont typeface="Wingdings" pitchFamily="2" charset="2"/>
              <a:buChar char="q"/>
            </a:pPr>
            <a:r>
              <a:rPr lang="en-US" dirty="0"/>
              <a:t>Haynes, K.D., Baker, I.T., Denning, A.S., Wolf, S., </a:t>
            </a:r>
            <a:r>
              <a:rPr lang="en-US" dirty="0" err="1"/>
              <a:t>Wohlfahrt</a:t>
            </a:r>
            <a:r>
              <a:rPr lang="en-US" dirty="0"/>
              <a:t>, G., Kiely, G., &amp; </a:t>
            </a:r>
            <a:r>
              <a:rPr lang="en-US" dirty="0" err="1"/>
              <a:t>Minaya</a:t>
            </a:r>
            <a:r>
              <a:rPr lang="en-US" dirty="0"/>
              <a:t>, R.C. (2019).  Representing grasslands using dynamic prognostic phenology based on biological growth stages: 2. Grassland carbon cycling.  </a:t>
            </a:r>
            <a:r>
              <a:rPr lang="en-US" i="1" dirty="0"/>
              <a:t>J. Adv. Model. Earth Syst</a:t>
            </a:r>
            <a:r>
              <a:rPr lang="en-US" dirty="0"/>
              <a:t>., 11, https://</a:t>
            </a:r>
            <a:r>
              <a:rPr lang="en-US" dirty="0" err="1"/>
              <a:t>doi.org</a:t>
            </a:r>
            <a:r>
              <a:rPr lang="en-US" dirty="0"/>
              <a:t>/10.1029/2018MS001541.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787126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068293" y="100198"/>
            <a:ext cx="6945407" cy="769441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The Simple Biosphere Model: SiB4</a:t>
            </a:r>
          </a:p>
          <a:p>
            <a:pPr algn="ctr"/>
            <a:r>
              <a:rPr lang="en-US" sz="1200" dirty="0">
                <a:solidFill>
                  <a:srgbClr val="4B3118"/>
                </a:solidFill>
                <a:latin typeface="Helvetica"/>
                <a:cs typeface="Helvetica"/>
              </a:rPr>
              <a:t>Updated August 2019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079618" y="999515"/>
            <a:ext cx="6922755" cy="5779800"/>
          </a:xfrm>
          <a:prstGeom prst="rect">
            <a:avLst/>
          </a:prstGeom>
          <a:solidFill>
            <a:srgbClr val="FFFDF0">
              <a:alpha val="90000"/>
            </a:srgbClr>
          </a:solidFill>
          <a:ln w="50800">
            <a:solidFill>
              <a:srgbClr val="9E160D"/>
            </a:solidFill>
          </a:ln>
        </p:spPr>
        <p:txBody>
          <a:bodyPr wrap="none" rtlCol="0">
            <a:noAutofit/>
          </a:bodyPr>
          <a:lstStyle/>
          <a:p>
            <a:pPr marL="285750" indent="-285750">
              <a:lnSpc>
                <a:spcPts val="3438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Utilizes a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Single Framework 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to predict:</a:t>
            </a:r>
            <a:endParaRPr lang="en-US" sz="2000" dirty="0">
              <a:solidFill>
                <a:srgbClr val="9E160D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Land cover state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	- Land surface properties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	- Vegetation characteristics</a:t>
            </a:r>
            <a:endParaRPr lang="en-US" sz="16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Land surface energy and water budgets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Land-atmosphere exchanges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	• energy  • momentum  • radiation  • water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Soil moisture content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Terrestrial carbon cycle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Photosynthesis: Enzyme Kinetics and Stomatal Physiology</a:t>
            </a: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Respiration: Autotrophic and Heterotrophic</a:t>
            </a:r>
            <a:endParaRPr lang="en-US" sz="20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>
              <a:buClr>
                <a:srgbClr val="9E160D"/>
              </a:buClr>
              <a:buSzPct val="12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	- Carbon Pools: 5 live and 6 dead</a:t>
            </a:r>
          </a:p>
          <a:p>
            <a:pPr>
              <a:buClr>
                <a:srgbClr val="9E160D"/>
              </a:buClr>
              <a:buSzPct val="120000"/>
            </a:pPr>
            <a:endParaRPr lang="en-US" sz="8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 hangingPunct="0">
              <a:lnSpc>
                <a:spcPts val="2400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Unifies processes using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Prognostic Phenology</a:t>
            </a:r>
          </a:p>
          <a:p>
            <a:pPr hangingPunct="0">
              <a:lnSpc>
                <a:spcPts val="2400"/>
              </a:lnSpc>
              <a:buClr>
                <a:srgbClr val="9E160D"/>
              </a:buClr>
              <a:buSzPct val="12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 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  <a:sym typeface="Wingdings"/>
              </a:rPr>
              <a:t>Dynamic S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</a:rPr>
              <a:t>tages 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(non-crops)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	• leaf-out  • growth  • maturity  • stress  • dormant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</a:t>
            </a:r>
            <a:r>
              <a:rPr lang="en-US" dirty="0">
                <a:solidFill>
                  <a:srgbClr val="9E160D"/>
                </a:solidFill>
                <a:latin typeface="Helvetica"/>
                <a:cs typeface="Helvetica"/>
                <a:sym typeface="Wingdings"/>
              </a:rPr>
              <a:t>Defined Stages </a:t>
            </a: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(crops)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• growing-degree-day  |  • days after planting 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 Removes vegetation-state dependency</a:t>
            </a:r>
          </a:p>
          <a:p>
            <a:pPr lvl="1">
              <a:buClr>
                <a:srgbClr val="9E160D"/>
              </a:buClr>
              <a:buSzPct val="100000"/>
            </a:pP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  <a:sym typeface="Wingdings"/>
              </a:rPr>
              <a:t>	- Inputs: 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• weather  • plant type  • soil type </a:t>
            </a:r>
          </a:p>
          <a:p>
            <a:pPr lvl="1">
              <a:buClr>
                <a:srgbClr val="9E160D"/>
              </a:buClr>
              <a:buSzPct val="100000"/>
            </a:pPr>
            <a:endParaRPr lang="en-US" sz="10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marL="285750" indent="-285750" hangingPunct="0">
              <a:lnSpc>
                <a:spcPts val="2400"/>
              </a:lnSpc>
              <a:buClr>
                <a:srgbClr val="9E160D"/>
              </a:buClr>
              <a:buSzPct val="120000"/>
              <a:buFont typeface="Wingdings" charset="2"/>
              <a:buChar char="§"/>
            </a:pP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Sub-Hourly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Exchanges/Fluxes and </a:t>
            </a:r>
            <a:r>
              <a:rPr lang="en-US" sz="2000" dirty="0">
                <a:solidFill>
                  <a:srgbClr val="9E160D"/>
                </a:solidFill>
                <a:latin typeface="Helvetica"/>
                <a:cs typeface="Helvetica"/>
              </a:rPr>
              <a:t>Daily 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Pools/States</a:t>
            </a:r>
          </a:p>
        </p:txBody>
      </p:sp>
    </p:spTree>
    <p:extLst>
      <p:ext uri="{BB962C8B-B14F-4D97-AF65-F5344CB8AC3E}">
        <p14:creationId xmlns:p14="http://schemas.microsoft.com/office/powerpoint/2010/main" val="23424117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3D111418-0346-D84D-87D8-92779D948263}"/>
              </a:ext>
            </a:extLst>
          </p:cNvPr>
          <p:cNvSpPr txBox="1"/>
          <p:nvPr/>
        </p:nvSpPr>
        <p:spPr>
          <a:xfrm>
            <a:off x="1925728" y="714389"/>
            <a:ext cx="5763116" cy="6126480"/>
          </a:xfrm>
          <a:prstGeom prst="rect">
            <a:avLst/>
          </a:prstGeom>
          <a:solidFill>
            <a:srgbClr val="FFFDF1">
              <a:alpha val="90000"/>
            </a:srgbClr>
          </a:solidFill>
          <a:ln w="508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endParaRPr lang="en-US" dirty="0">
              <a:solidFill>
                <a:srgbClr val="4B3118"/>
              </a:solidFill>
              <a:latin typeface="Helvetica"/>
              <a:cs typeface="Helvetica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D7D262FC-99AB-4C4D-AC73-B640945FDD76}"/>
              </a:ext>
            </a:extLst>
          </p:cNvPr>
          <p:cNvSpPr txBox="1"/>
          <p:nvPr/>
        </p:nvSpPr>
        <p:spPr>
          <a:xfrm>
            <a:off x="1951835" y="778730"/>
            <a:ext cx="5763116" cy="60785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1) Vegetation: Plant Functional Types (PFTs)</a:t>
            </a:r>
          </a:p>
          <a:p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2) Land Cover Heterogeneity: Tiles</a:t>
            </a:r>
          </a:p>
          <a:p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3) Carbon Pools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Mechanistic respiration and transfer methods</a:t>
            </a:r>
          </a:p>
          <a:p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4) Prognostic Phenology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Dynamic stages (non-crops)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Defined stages (crops)</a:t>
            </a:r>
          </a:p>
          <a:p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5) Disturbance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Crop Harvest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Grassland Grazing</a:t>
            </a:r>
          </a:p>
          <a:p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Fire (GFED)</a:t>
            </a:r>
          </a:p>
          <a:p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6) Terrestrial Carbon Cycle</a:t>
            </a:r>
          </a:p>
          <a:p>
            <a:pPr hangingPunct="0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Unified fluxes, pools, phenology, and disturbance</a:t>
            </a:r>
          </a:p>
          <a:p>
            <a:pPr hangingPunct="0"/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hangingPunct="0"/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7) Emergent Properties</a:t>
            </a:r>
          </a:p>
          <a:p>
            <a:pPr hangingPunct="0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Space and Time</a:t>
            </a:r>
          </a:p>
          <a:p>
            <a:pPr hangingPunct="0"/>
            <a:endParaRPr lang="en-US" sz="700" dirty="0">
              <a:solidFill>
                <a:srgbClr val="4B3118"/>
              </a:solidFill>
              <a:latin typeface="Helvetica"/>
              <a:cs typeface="Helvetica"/>
            </a:endParaRPr>
          </a:p>
          <a:p>
            <a:pPr hangingPunct="0"/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8) I/O</a:t>
            </a:r>
          </a:p>
          <a:p>
            <a:pPr hangingPunct="0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Removed dependence on satellite vegetation state</a:t>
            </a:r>
          </a:p>
          <a:p>
            <a:pPr hangingPunct="0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    - Wide variety of evaluation metrics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E85D8978-A4B6-4544-B524-DCE71A5F7428}"/>
              </a:ext>
            </a:extLst>
          </p:cNvPr>
          <p:cNvSpPr txBox="1"/>
          <p:nvPr/>
        </p:nvSpPr>
        <p:spPr>
          <a:xfrm>
            <a:off x="3218378" y="27709"/>
            <a:ext cx="2917786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Features</a:t>
            </a:r>
          </a:p>
        </p:txBody>
      </p:sp>
    </p:spTree>
    <p:extLst>
      <p:ext uri="{BB962C8B-B14F-4D97-AF65-F5344CB8AC3E}">
        <p14:creationId xmlns:p14="http://schemas.microsoft.com/office/powerpoint/2010/main" val="18969347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C8BB00F8-4E88-B742-B64B-A07DD2A37289}"/>
              </a:ext>
            </a:extLst>
          </p:cNvPr>
          <p:cNvSpPr txBox="1"/>
          <p:nvPr/>
        </p:nvSpPr>
        <p:spPr>
          <a:xfrm>
            <a:off x="181149" y="1914136"/>
            <a:ext cx="2839239" cy="4247317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latin typeface="Helvetica"/>
                <a:cs typeface="Helvetica"/>
              </a:rPr>
              <a:t>14 Plant Functional Types</a:t>
            </a:r>
          </a:p>
          <a:p>
            <a:endParaRPr lang="en-US" dirty="0">
              <a:latin typeface="Helvetica"/>
              <a:cs typeface="Helvetica"/>
            </a:endParaRPr>
          </a:p>
          <a:p>
            <a:r>
              <a:rPr lang="en-US" dirty="0">
                <a:latin typeface="Helvetica"/>
                <a:cs typeface="Helvetica"/>
              </a:rPr>
              <a:t>4 PFT Types</a:t>
            </a:r>
          </a:p>
          <a:p>
            <a:r>
              <a:rPr lang="en-US" dirty="0">
                <a:latin typeface="Helvetica"/>
                <a:cs typeface="Helvetica"/>
              </a:rPr>
              <a:t>    1: Bare Ground</a:t>
            </a:r>
          </a:p>
          <a:p>
            <a:r>
              <a:rPr lang="en-US" dirty="0">
                <a:latin typeface="Helvetica"/>
                <a:cs typeface="Helvetica"/>
              </a:rPr>
              <a:t>    2: Evergreen</a:t>
            </a:r>
          </a:p>
          <a:p>
            <a:r>
              <a:rPr lang="en-US" dirty="0">
                <a:latin typeface="Helvetica"/>
                <a:cs typeface="Helvetica"/>
              </a:rPr>
              <a:t>    3: Deciduous</a:t>
            </a:r>
          </a:p>
          <a:p>
            <a:r>
              <a:rPr lang="en-US" dirty="0">
                <a:latin typeface="Helvetica"/>
                <a:cs typeface="Helvetica"/>
              </a:rPr>
              <a:t>    4: Crop</a:t>
            </a:r>
          </a:p>
          <a:p>
            <a:endParaRPr lang="en-US" dirty="0">
              <a:latin typeface="Helvetica"/>
              <a:cs typeface="Helvetica"/>
            </a:endParaRPr>
          </a:p>
          <a:p>
            <a:r>
              <a:rPr lang="en-US" dirty="0">
                <a:latin typeface="Helvetica"/>
                <a:cs typeface="Helvetica"/>
              </a:rPr>
              <a:t>6 PFT Groups</a:t>
            </a:r>
          </a:p>
          <a:p>
            <a:r>
              <a:rPr lang="en-US" dirty="0">
                <a:latin typeface="Helvetica"/>
                <a:cs typeface="Helvetica"/>
              </a:rPr>
              <a:t>   1: Barren</a:t>
            </a:r>
          </a:p>
          <a:p>
            <a:r>
              <a:rPr lang="en-US" dirty="0">
                <a:latin typeface="Helvetica"/>
                <a:cs typeface="Helvetica"/>
              </a:rPr>
              <a:t>   2: Needleleaf Forest</a:t>
            </a:r>
          </a:p>
          <a:p>
            <a:r>
              <a:rPr lang="en-US" dirty="0">
                <a:latin typeface="Helvetica"/>
                <a:cs typeface="Helvetica"/>
              </a:rPr>
              <a:t>   3: Broadleaf Forest</a:t>
            </a:r>
          </a:p>
          <a:p>
            <a:r>
              <a:rPr lang="en-US" dirty="0">
                <a:latin typeface="Helvetica"/>
                <a:cs typeface="Helvetica"/>
              </a:rPr>
              <a:t>   4: Shrub</a:t>
            </a:r>
          </a:p>
          <a:p>
            <a:r>
              <a:rPr lang="en-US" dirty="0">
                <a:latin typeface="Helvetica"/>
                <a:cs typeface="Helvetica"/>
              </a:rPr>
              <a:t>   5: Grass</a:t>
            </a:r>
          </a:p>
          <a:p>
            <a:r>
              <a:rPr lang="en-US" dirty="0">
                <a:latin typeface="Helvetica"/>
                <a:cs typeface="Helvetica"/>
              </a:rPr>
              <a:t>   6: Crop 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26154396-A3C3-FC4B-AF0A-0FAAC643CE6D}"/>
              </a:ext>
            </a:extLst>
          </p:cNvPr>
          <p:cNvSpPr txBox="1"/>
          <p:nvPr/>
        </p:nvSpPr>
        <p:spPr>
          <a:xfrm>
            <a:off x="2928862" y="612008"/>
            <a:ext cx="3286276" cy="584776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Vegetation</a:t>
            </a:r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D5C3F9CF-2988-E94C-9F91-A58FEB508429}"/>
              </a:ext>
            </a:extLst>
          </p:cNvPr>
          <p:cNvSpPr/>
          <p:nvPr/>
        </p:nvSpPr>
        <p:spPr>
          <a:xfrm>
            <a:off x="3384413" y="1686715"/>
            <a:ext cx="5249332" cy="397031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is-IS" sz="1400" b="1" dirty="0">
                <a:latin typeface="Helvetica"/>
                <a:cs typeface="Helvetica"/>
              </a:rPr>
              <a:t>PFT Information</a:t>
            </a:r>
          </a:p>
          <a:p>
            <a:pPr algn="ctr"/>
            <a:r>
              <a:rPr lang="is-IS" sz="1400" b="1" dirty="0">
                <a:latin typeface="Helvetica"/>
                <a:cs typeface="Helvetica"/>
              </a:rPr>
              <a:t>---------------------------------</a:t>
            </a:r>
          </a:p>
          <a:p>
            <a:r>
              <a:rPr lang="is-IS" sz="1400" dirty="0">
                <a:latin typeface="Helvetica"/>
                <a:cs typeface="Helvetica"/>
              </a:rPr>
              <a:t> </a:t>
            </a:r>
            <a:r>
              <a:rPr lang="is-IS" sz="1400" b="1" dirty="0">
                <a:latin typeface="Helvetica"/>
                <a:cs typeface="Helvetica"/>
              </a:rPr>
              <a:t>Num  PFT    Name                                         Type  Group</a:t>
            </a:r>
          </a:p>
          <a:p>
            <a:r>
              <a:rPr lang="is-IS" sz="1400" dirty="0">
                <a:latin typeface="Helvetica"/>
                <a:cs typeface="Helvetica"/>
              </a:rPr>
              <a:t>  1   	  DBG   Desert Bare Ground                     1         1</a:t>
            </a:r>
          </a:p>
          <a:p>
            <a:r>
              <a:rPr lang="is-IS" sz="1400" dirty="0">
                <a:latin typeface="Helvetica"/>
                <a:cs typeface="Helvetica"/>
              </a:rPr>
              <a:t>  2   	  ENF    Evergreen Needleleaf Forest       2         2</a:t>
            </a:r>
          </a:p>
          <a:p>
            <a:r>
              <a:rPr lang="is-IS" sz="1400" dirty="0">
                <a:latin typeface="Helvetica"/>
                <a:cs typeface="Helvetica"/>
              </a:rPr>
              <a:t>  4   	  DNF    Deciduous Needleleaf Forest      3         2</a:t>
            </a:r>
          </a:p>
          <a:p>
            <a:r>
              <a:rPr lang="is-IS" sz="1400" dirty="0">
                <a:latin typeface="Helvetica"/>
                <a:cs typeface="Helvetica"/>
              </a:rPr>
              <a:t>  5   	  EBF    Evergreen Broadleaf Forest        2          3</a:t>
            </a:r>
          </a:p>
          <a:p>
            <a:r>
              <a:rPr lang="is-IS" sz="1400" dirty="0">
                <a:latin typeface="Helvetica"/>
                <a:cs typeface="Helvetica"/>
              </a:rPr>
              <a:t>  8   	  DBF    Deciduous Broadleaf Forest        3         3</a:t>
            </a:r>
          </a:p>
          <a:p>
            <a:r>
              <a:rPr lang="is-IS" sz="1400" dirty="0">
                <a:latin typeface="Helvetica"/>
                <a:cs typeface="Helvetica"/>
              </a:rPr>
              <a:t>  11  	  SHB    Shrubs (non-tundra)                    3         4</a:t>
            </a:r>
          </a:p>
          <a:p>
            <a:r>
              <a:rPr lang="is-IS" sz="1400" dirty="0">
                <a:latin typeface="Helvetica"/>
                <a:cs typeface="Helvetica"/>
              </a:rPr>
              <a:t>  12  	  SHA    Tundra Shrubs                             3         4</a:t>
            </a:r>
          </a:p>
          <a:p>
            <a:r>
              <a:rPr lang="is-IS" sz="1400" dirty="0">
                <a:latin typeface="Helvetica"/>
                <a:cs typeface="Helvetica"/>
              </a:rPr>
              <a:t>  13  	  C3A    Tundra Grasslands               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14  	  C3G    C3 Grasslands (non-tundra)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15  	  C4G    C4 Grasslands                             3         5</a:t>
            </a:r>
          </a:p>
          <a:p>
            <a:r>
              <a:rPr lang="is-IS" sz="1400" dirty="0">
                <a:latin typeface="Helvetica"/>
                <a:cs typeface="Helvetica"/>
              </a:rPr>
              <a:t>  17  	  C3C    C3 Croplands (Generic)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18     C4C    C4 Croplands (Generic)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20 	  MZE    Maize                            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22     SOY    Soybeans                                     4         6</a:t>
            </a:r>
          </a:p>
          <a:p>
            <a:r>
              <a:rPr lang="is-IS" sz="1400" dirty="0">
                <a:latin typeface="Helvetica"/>
                <a:cs typeface="Helvetica"/>
              </a:rPr>
              <a:t>  24  	  WWT   Winter Wheat                              4          6</a:t>
            </a:r>
          </a:p>
        </p:txBody>
      </p:sp>
    </p:spTree>
    <p:extLst>
      <p:ext uri="{BB962C8B-B14F-4D97-AF65-F5344CB8AC3E}">
        <p14:creationId xmlns:p14="http://schemas.microsoft.com/office/powerpoint/2010/main" val="416973771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E0D6EF06-6C44-D348-9FD0-1E5CC28DF366}"/>
              </a:ext>
            </a:extLst>
          </p:cNvPr>
          <p:cNvSpPr txBox="1"/>
          <p:nvPr/>
        </p:nvSpPr>
        <p:spPr>
          <a:xfrm>
            <a:off x="1858085" y="129403"/>
            <a:ext cx="6309740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Land Cover Heterogeneity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6A1539D2-BD27-684A-84BE-C3C287607967}"/>
              </a:ext>
            </a:extLst>
          </p:cNvPr>
          <p:cNvSpPr txBox="1"/>
          <p:nvPr/>
        </p:nvSpPr>
        <p:spPr>
          <a:xfrm>
            <a:off x="3480998" y="1241076"/>
            <a:ext cx="2313454" cy="646331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4B3118"/>
                </a:solidFill>
                <a:latin typeface="Helvetica"/>
                <a:cs typeface="Helvetica"/>
              </a:rPr>
              <a:t>Grid Cell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Weather driving data</a:t>
            </a:r>
          </a:p>
        </p:txBody>
      </p:sp>
      <p:cxnSp>
        <p:nvCxnSpPr>
          <p:cNvPr id="166" name="Straight Arrow Connector 165">
            <a:extLst>
              <a:ext uri="{FF2B5EF4-FFF2-40B4-BE49-F238E27FC236}">
                <a16:creationId xmlns:a16="http://schemas.microsoft.com/office/drawing/2014/main" id="{B6C3B3AA-B6D2-2444-A09F-275BCFCCE2B7}"/>
              </a:ext>
            </a:extLst>
          </p:cNvPr>
          <p:cNvCxnSpPr/>
          <p:nvPr/>
        </p:nvCxnSpPr>
        <p:spPr>
          <a:xfrm>
            <a:off x="4650015" y="1887407"/>
            <a:ext cx="0" cy="1815965"/>
          </a:xfrm>
          <a:prstGeom prst="straightConnector1">
            <a:avLst/>
          </a:prstGeom>
          <a:ln>
            <a:solidFill>
              <a:srgbClr val="A01300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E8F75B4D-5DB5-DD4A-92E2-17CC5337544A}"/>
              </a:ext>
            </a:extLst>
          </p:cNvPr>
          <p:cNvSpPr txBox="1"/>
          <p:nvPr/>
        </p:nvSpPr>
        <p:spPr>
          <a:xfrm>
            <a:off x="3008059" y="3917040"/>
            <a:ext cx="3283912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4B3118"/>
                </a:solidFill>
                <a:latin typeface="Helvetica"/>
                <a:cs typeface="Helvetica"/>
              </a:rPr>
              <a:t> Plant Functional Type (PFT)</a:t>
            </a:r>
          </a:p>
        </p:txBody>
      </p:sp>
      <p:cxnSp>
        <p:nvCxnSpPr>
          <p:cNvPr id="168" name="Straight Arrow Connector 167">
            <a:extLst>
              <a:ext uri="{FF2B5EF4-FFF2-40B4-BE49-F238E27FC236}">
                <a16:creationId xmlns:a16="http://schemas.microsoft.com/office/drawing/2014/main" id="{252BB7DB-CD4F-BD41-88FC-2BEBB91C42B5}"/>
              </a:ext>
            </a:extLst>
          </p:cNvPr>
          <p:cNvCxnSpPr/>
          <p:nvPr/>
        </p:nvCxnSpPr>
        <p:spPr>
          <a:xfrm>
            <a:off x="4650015" y="1887407"/>
            <a:ext cx="1948744" cy="998111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8298821E-9BA6-0442-ACDD-99F9A3696503}"/>
              </a:ext>
            </a:extLst>
          </p:cNvPr>
          <p:cNvCxnSpPr/>
          <p:nvPr/>
        </p:nvCxnSpPr>
        <p:spPr>
          <a:xfrm flipH="1">
            <a:off x="2846615" y="1887407"/>
            <a:ext cx="1803400" cy="998111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32720147-B6B8-F34B-900D-C6C5FE240BEC}"/>
              </a:ext>
            </a:extLst>
          </p:cNvPr>
          <p:cNvSpPr txBox="1"/>
          <p:nvPr/>
        </p:nvSpPr>
        <p:spPr>
          <a:xfrm>
            <a:off x="598487" y="2774040"/>
            <a:ext cx="522900" cy="307777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4B3118">
                    <a:alpha val="40000"/>
                  </a:srgbClr>
                </a:solidFill>
                <a:latin typeface="Helvetica"/>
                <a:cs typeface="Helvetica"/>
              </a:rPr>
              <a:t>PFT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99A1A66-56DB-1242-9A93-58A3772D7D95}"/>
              </a:ext>
            </a:extLst>
          </p:cNvPr>
          <p:cNvSpPr txBox="1"/>
          <p:nvPr/>
        </p:nvSpPr>
        <p:spPr>
          <a:xfrm>
            <a:off x="8104189" y="2790973"/>
            <a:ext cx="522900" cy="307777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4B3118">
                    <a:alpha val="40000"/>
                  </a:srgbClr>
                </a:solidFill>
                <a:latin typeface="Helvetica"/>
                <a:cs typeface="Helvetica"/>
              </a:rPr>
              <a:t>PFT</a:t>
            </a:r>
          </a:p>
        </p:txBody>
      </p:sp>
      <p:cxnSp>
        <p:nvCxnSpPr>
          <p:cNvPr id="172" name="Straight Arrow Connector 171">
            <a:extLst>
              <a:ext uri="{FF2B5EF4-FFF2-40B4-BE49-F238E27FC236}">
                <a16:creationId xmlns:a16="http://schemas.microsoft.com/office/drawing/2014/main" id="{B8ECC80D-9AEA-C446-ADB3-EC44679C82F7}"/>
              </a:ext>
            </a:extLst>
          </p:cNvPr>
          <p:cNvCxnSpPr/>
          <p:nvPr/>
        </p:nvCxnSpPr>
        <p:spPr>
          <a:xfrm>
            <a:off x="4650015" y="1887407"/>
            <a:ext cx="3619500" cy="797733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Arrow Connector 172">
            <a:extLst>
              <a:ext uri="{FF2B5EF4-FFF2-40B4-BE49-F238E27FC236}">
                <a16:creationId xmlns:a16="http://schemas.microsoft.com/office/drawing/2014/main" id="{0112782D-C6FE-DA47-8A54-C920A8C13A1E}"/>
              </a:ext>
            </a:extLst>
          </p:cNvPr>
          <p:cNvCxnSpPr/>
          <p:nvPr/>
        </p:nvCxnSpPr>
        <p:spPr>
          <a:xfrm flipH="1">
            <a:off x="840015" y="1887407"/>
            <a:ext cx="3810000" cy="797733"/>
          </a:xfrm>
          <a:prstGeom prst="straightConnector1">
            <a:avLst/>
          </a:prstGeom>
          <a:ln>
            <a:solidFill>
              <a:srgbClr val="A01300">
                <a:alpha val="40000"/>
              </a:srgbClr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4" name="TextBox 173">
            <a:extLst>
              <a:ext uri="{FF2B5EF4-FFF2-40B4-BE49-F238E27FC236}">
                <a16:creationId xmlns:a16="http://schemas.microsoft.com/office/drawing/2014/main" id="{5D2FF3E2-79BF-3D49-A54C-0046CF63C6B6}"/>
              </a:ext>
            </a:extLst>
          </p:cNvPr>
          <p:cNvSpPr txBox="1"/>
          <p:nvPr/>
        </p:nvSpPr>
        <p:spPr>
          <a:xfrm>
            <a:off x="2117221" y="3053207"/>
            <a:ext cx="552555" cy="461665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A01300">
                    <a:alpha val="40000"/>
                  </a:srgbClr>
                </a:solidFill>
              </a:rPr>
              <a:t>..…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A30DC715-6618-6340-A7E4-DA6831AC22AE}"/>
              </a:ext>
            </a:extLst>
          </p:cNvPr>
          <p:cNvSpPr txBox="1"/>
          <p:nvPr/>
        </p:nvSpPr>
        <p:spPr>
          <a:xfrm>
            <a:off x="6759091" y="3010874"/>
            <a:ext cx="552555" cy="461665"/>
          </a:xfrm>
          <a:prstGeom prst="rect">
            <a:avLst/>
          </a:prstGeom>
          <a:solidFill>
            <a:srgbClr val="FFFDF0">
              <a:alpha val="60000"/>
            </a:srgbClr>
          </a:solidFill>
          <a:ln w="25400">
            <a:solidFill>
              <a:srgbClr val="A01300">
                <a:alpha val="40000"/>
              </a:srgbClr>
            </a:solidFill>
          </a:ln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A01300">
                    <a:alpha val="40000"/>
                  </a:srgbClr>
                </a:solidFill>
              </a:rPr>
              <a:t>..…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A766CADB-6D56-9D4E-B126-8DA4E9027828}"/>
              </a:ext>
            </a:extLst>
          </p:cNvPr>
          <p:cNvSpPr txBox="1"/>
          <p:nvPr/>
        </p:nvSpPr>
        <p:spPr>
          <a:xfrm>
            <a:off x="4440688" y="2073631"/>
            <a:ext cx="418654" cy="369332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4B3118"/>
                </a:solidFill>
              </a:rPr>
              <a:t>10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D25170F4-2DAE-2447-9512-FE805B73CB07}"/>
              </a:ext>
            </a:extLst>
          </p:cNvPr>
          <p:cNvSpPr txBox="1"/>
          <p:nvPr/>
        </p:nvSpPr>
        <p:spPr>
          <a:xfrm>
            <a:off x="453728" y="5433679"/>
            <a:ext cx="1600118" cy="923330"/>
          </a:xfrm>
          <a:prstGeom prst="rect">
            <a:avLst/>
          </a:prstGeom>
          <a:solidFill>
            <a:srgbClr val="FFFDF1"/>
          </a:solidFill>
          <a:ln w="3175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Up to 10 PFTs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(land unit tiles)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per grid cell</a:t>
            </a:r>
          </a:p>
        </p:txBody>
      </p:sp>
      <p:pic>
        <p:nvPicPr>
          <p:cNvPr id="178" name="Picture 177" descr="grass-clipart-9cRBx69ce.png">
            <a:extLst>
              <a:ext uri="{FF2B5EF4-FFF2-40B4-BE49-F238E27FC236}">
                <a16:creationId xmlns:a16="http://schemas.microsoft.com/office/drawing/2014/main" id="{B5339DAA-1A4B-0A48-B0FD-6A773449F76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079" y="2918392"/>
            <a:ext cx="983715" cy="896820"/>
          </a:xfrm>
          <a:prstGeom prst="rect">
            <a:avLst/>
          </a:prstGeom>
        </p:spPr>
      </p:pic>
      <p:pic>
        <p:nvPicPr>
          <p:cNvPr id="179" name="Picture 178" descr="grass-clipart-9cRBx69ce.png">
            <a:extLst>
              <a:ext uri="{FF2B5EF4-FFF2-40B4-BE49-F238E27FC236}">
                <a16:creationId xmlns:a16="http://schemas.microsoft.com/office/drawing/2014/main" id="{9D31CE63-267E-DD4C-9D68-9299F89A674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24" y="3146664"/>
            <a:ext cx="754141" cy="687525"/>
          </a:xfrm>
          <a:prstGeom prst="rect">
            <a:avLst/>
          </a:prstGeom>
        </p:spPr>
      </p:pic>
      <p:pic>
        <p:nvPicPr>
          <p:cNvPr id="180" name="Picture 179" descr="grass-clipart-9cRBx69ce.png">
            <a:extLst>
              <a:ext uri="{FF2B5EF4-FFF2-40B4-BE49-F238E27FC236}">
                <a16:creationId xmlns:a16="http://schemas.microsoft.com/office/drawing/2014/main" id="{CADADE64-56E2-D044-813A-FD965CD3143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661" y="3481872"/>
            <a:ext cx="386455" cy="352318"/>
          </a:xfrm>
          <a:prstGeom prst="rect">
            <a:avLst/>
          </a:prstGeom>
        </p:spPr>
      </p:pic>
      <p:pic>
        <p:nvPicPr>
          <p:cNvPr id="181" name="Picture 180" descr="grass-clipart-9cRBx69ce.png">
            <a:extLst>
              <a:ext uri="{FF2B5EF4-FFF2-40B4-BE49-F238E27FC236}">
                <a16:creationId xmlns:a16="http://schemas.microsoft.com/office/drawing/2014/main" id="{BECDDAA7-D0CF-FC43-827C-072267F3496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738" y="3116108"/>
            <a:ext cx="754141" cy="687525"/>
          </a:xfrm>
          <a:prstGeom prst="rect">
            <a:avLst/>
          </a:prstGeom>
        </p:spPr>
      </p:pic>
      <p:pic>
        <p:nvPicPr>
          <p:cNvPr id="182" name="Picture 181">
            <a:extLst>
              <a:ext uri="{FF2B5EF4-FFF2-40B4-BE49-F238E27FC236}">
                <a16:creationId xmlns:a16="http://schemas.microsoft.com/office/drawing/2014/main" id="{51C636CC-2FFC-3343-972A-7CABE6049AC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7678029" y="3108572"/>
            <a:ext cx="442567" cy="1098917"/>
          </a:xfrm>
          <a:prstGeom prst="rect">
            <a:avLst/>
          </a:prstGeom>
        </p:spPr>
      </p:pic>
      <p:pic>
        <p:nvPicPr>
          <p:cNvPr id="183" name="Picture 182">
            <a:extLst>
              <a:ext uri="{FF2B5EF4-FFF2-40B4-BE49-F238E27FC236}">
                <a16:creationId xmlns:a16="http://schemas.microsoft.com/office/drawing/2014/main" id="{3FC8A6F2-7699-1142-B3C1-63D27EDFD3C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7930847" y="3111585"/>
            <a:ext cx="442567" cy="1098917"/>
          </a:xfrm>
          <a:prstGeom prst="rect">
            <a:avLst/>
          </a:prstGeom>
        </p:spPr>
      </p:pic>
      <p:pic>
        <p:nvPicPr>
          <p:cNvPr id="184" name="Picture 183">
            <a:extLst>
              <a:ext uri="{FF2B5EF4-FFF2-40B4-BE49-F238E27FC236}">
                <a16:creationId xmlns:a16="http://schemas.microsoft.com/office/drawing/2014/main" id="{DDD6066A-2707-2648-B63B-D8C4D5DBC16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8170063" y="3104216"/>
            <a:ext cx="442567" cy="1098917"/>
          </a:xfrm>
          <a:prstGeom prst="rect">
            <a:avLst/>
          </a:prstGeom>
        </p:spPr>
      </p:pic>
      <p:pic>
        <p:nvPicPr>
          <p:cNvPr id="185" name="Picture 184">
            <a:extLst>
              <a:ext uri="{FF2B5EF4-FFF2-40B4-BE49-F238E27FC236}">
                <a16:creationId xmlns:a16="http://schemas.microsoft.com/office/drawing/2014/main" id="{F58B6742-E121-E544-AEF1-6D797987EC2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8405197" y="3104216"/>
            <a:ext cx="442567" cy="10989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427821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15" name="Rectangle 24">
            <a:extLst>
              <a:ext uri="{FF2B5EF4-FFF2-40B4-BE49-F238E27FC236}">
                <a16:creationId xmlns:a16="http://schemas.microsoft.com/office/drawing/2014/main" id="{512C63B5-9648-4540-9E21-2D1E49441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1882" y="4644274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1200" dirty="0">
                <a:latin typeface="Arial"/>
                <a:cs typeface="Arial"/>
              </a:rPr>
              <a:t>Stem/Wood Pool</a:t>
            </a:r>
          </a:p>
        </p:txBody>
      </p:sp>
      <p:graphicFrame>
        <p:nvGraphicFramePr>
          <p:cNvPr id="220" name="Table 219">
            <a:extLst>
              <a:ext uri="{FF2B5EF4-FFF2-40B4-BE49-F238E27FC236}">
                <a16:creationId xmlns:a16="http://schemas.microsoft.com/office/drawing/2014/main" id="{65A81587-D400-AE49-AEEA-31641762D6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4146952"/>
              </p:ext>
            </p:extLst>
          </p:nvPr>
        </p:nvGraphicFramePr>
        <p:xfrm>
          <a:off x="3547700" y="949492"/>
          <a:ext cx="5273407" cy="22250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36257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1740133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1092379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267356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37282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Fine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FRoot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CRoot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Stem/Wood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Product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</a:tbl>
          </a:graphicData>
        </a:graphic>
      </p:graphicFrame>
      <p:sp>
        <p:nvSpPr>
          <p:cNvPr id="221" name="TextBox 220">
            <a:extLst>
              <a:ext uri="{FF2B5EF4-FFF2-40B4-BE49-F238E27FC236}">
                <a16:creationId xmlns:a16="http://schemas.microsoft.com/office/drawing/2014/main" id="{801B26E7-C6ED-F044-93EF-5DD5D7A6343C}"/>
              </a:ext>
            </a:extLst>
          </p:cNvPr>
          <p:cNvSpPr txBox="1"/>
          <p:nvPr/>
        </p:nvSpPr>
        <p:spPr>
          <a:xfrm>
            <a:off x="6779664" y="464638"/>
            <a:ext cx="2028901" cy="461665"/>
          </a:xfrm>
          <a:prstGeom prst="rect">
            <a:avLst/>
          </a:prstGeom>
          <a:solidFill>
            <a:srgbClr val="CDFECE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Live Pools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218" name="TextBox 27">
            <a:extLst>
              <a:ext uri="{FF2B5EF4-FFF2-40B4-BE49-F238E27FC236}">
                <a16:creationId xmlns:a16="http://schemas.microsoft.com/office/drawing/2014/main" id="{7401C962-67CB-6743-AA08-A1AFEDA50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109" y="581110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Fine Root Pool</a:t>
            </a:r>
          </a:p>
        </p:txBody>
      </p:sp>
      <p:sp>
        <p:nvSpPr>
          <p:cNvPr id="219" name="TextBox 22">
            <a:extLst>
              <a:ext uri="{FF2B5EF4-FFF2-40B4-BE49-F238E27FC236}">
                <a16:creationId xmlns:a16="http://schemas.microsoft.com/office/drawing/2014/main" id="{1918102F-000C-7E4D-8506-648B0EB32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739" y="3961518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Leaf Pool</a:t>
            </a:r>
          </a:p>
        </p:txBody>
      </p:sp>
      <p:sp>
        <p:nvSpPr>
          <p:cNvPr id="216" name="TextBox 27">
            <a:extLst>
              <a:ext uri="{FF2B5EF4-FFF2-40B4-BE49-F238E27FC236}">
                <a16:creationId xmlns:a16="http://schemas.microsoft.com/office/drawing/2014/main" id="{8DA452C1-7AD5-864A-B4BE-7964E6A58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928" y="5672608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Coarse Root Pool</a:t>
            </a:r>
          </a:p>
        </p:txBody>
      </p:sp>
      <p:sp>
        <p:nvSpPr>
          <p:cNvPr id="217" name="TextBox 34">
            <a:extLst>
              <a:ext uri="{FF2B5EF4-FFF2-40B4-BE49-F238E27FC236}">
                <a16:creationId xmlns:a16="http://schemas.microsoft.com/office/drawing/2014/main" id="{F279ADEE-D1B7-A04F-A154-729802D46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031" y="3537457"/>
            <a:ext cx="1065212" cy="276225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Product Pool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022638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15" name="Rectangle 24">
            <a:extLst>
              <a:ext uri="{FF2B5EF4-FFF2-40B4-BE49-F238E27FC236}">
                <a16:creationId xmlns:a16="http://schemas.microsoft.com/office/drawing/2014/main" id="{512C63B5-9648-4540-9E21-2D1E49441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1882" y="4644274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1200" dirty="0">
                <a:latin typeface="Arial"/>
                <a:cs typeface="Arial"/>
              </a:rPr>
              <a:t>Stem/Wood Pool</a:t>
            </a:r>
          </a:p>
        </p:txBody>
      </p:sp>
      <p:graphicFrame>
        <p:nvGraphicFramePr>
          <p:cNvPr id="220" name="Table 219">
            <a:extLst>
              <a:ext uri="{FF2B5EF4-FFF2-40B4-BE49-F238E27FC236}">
                <a16:creationId xmlns:a16="http://schemas.microsoft.com/office/drawing/2014/main" id="{65A81587-D400-AE49-AEEA-31641762D68D}"/>
              </a:ext>
            </a:extLst>
          </p:cNvPr>
          <p:cNvGraphicFramePr>
            <a:graphicFrameLocks noGrp="1"/>
          </p:cNvGraphicFramePr>
          <p:nvPr/>
        </p:nvGraphicFramePr>
        <p:xfrm>
          <a:off x="3547700" y="949492"/>
          <a:ext cx="5273407" cy="22250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36257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1740133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1092379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267356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37282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Fine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FRoot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CRoot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Stem/Wood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Product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</a:tbl>
          </a:graphicData>
        </a:graphic>
      </p:graphicFrame>
      <p:sp>
        <p:nvSpPr>
          <p:cNvPr id="221" name="TextBox 220">
            <a:extLst>
              <a:ext uri="{FF2B5EF4-FFF2-40B4-BE49-F238E27FC236}">
                <a16:creationId xmlns:a16="http://schemas.microsoft.com/office/drawing/2014/main" id="{801B26E7-C6ED-F044-93EF-5DD5D7A6343C}"/>
              </a:ext>
            </a:extLst>
          </p:cNvPr>
          <p:cNvSpPr txBox="1"/>
          <p:nvPr/>
        </p:nvSpPr>
        <p:spPr>
          <a:xfrm>
            <a:off x="6779664" y="464638"/>
            <a:ext cx="2028901" cy="461665"/>
          </a:xfrm>
          <a:prstGeom prst="rect">
            <a:avLst/>
          </a:prstGeom>
          <a:solidFill>
            <a:srgbClr val="CDFECE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Live Pools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CB47770-5A99-544B-84A4-12338839BB70}"/>
              </a:ext>
            </a:extLst>
          </p:cNvPr>
          <p:cNvSpPr txBox="1"/>
          <p:nvPr/>
        </p:nvSpPr>
        <p:spPr>
          <a:xfrm>
            <a:off x="453033" y="2649480"/>
            <a:ext cx="2350515" cy="1200329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75000"/>
              </a:scheme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live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releases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via </a:t>
            </a:r>
          </a:p>
          <a:p>
            <a:pPr algn="ctr"/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autotrophic</a:t>
            </a:r>
            <a:r>
              <a:rPr lang="en-US" dirty="0">
                <a:solidFill>
                  <a:srgbClr val="4B3118"/>
                </a:solidFill>
              </a:rPr>
              <a:t> respiration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D5241ECA-9CC7-6547-ADF3-5AA5346C2E62}"/>
              </a:ext>
            </a:extLst>
          </p:cNvPr>
          <p:cNvSpPr txBox="1"/>
          <p:nvPr/>
        </p:nvSpPr>
        <p:spPr>
          <a:xfrm>
            <a:off x="5872544" y="3921809"/>
            <a:ext cx="3049425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 lIns="91440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>
              <a:defRPr/>
            </a:pP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600" dirty="0">
              <a:cs typeface="Arial" charset="0"/>
            </a:endParaRP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Growth</a:t>
            </a: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Maintenance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600" dirty="0">
                <a:cs typeface="Arial" charset="0"/>
              </a:rPr>
              <a:t> Assimilation Rate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600" dirty="0">
                <a:cs typeface="Arial" charset="0"/>
              </a:rPr>
              <a:t> Leaf Area Index (LAI)</a:t>
            </a:r>
          </a:p>
          <a:p>
            <a:pPr lvl="1" hangingPunct="0">
              <a:buClr>
                <a:srgbClr val="1F6BA0"/>
              </a:buClr>
              <a:buSzPct val="100000"/>
              <a:defRPr/>
            </a:pPr>
            <a:r>
              <a:rPr lang="en-US" sz="1600" dirty="0">
                <a:solidFill>
                  <a:srgbClr val="0070C0"/>
                </a:solidFill>
                <a:cs typeface="Arial" charset="0"/>
              </a:rPr>
              <a:t>• </a:t>
            </a:r>
            <a:r>
              <a:rPr lang="en-US" sz="16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</a:rPr>
              <a:t>                </a:t>
            </a:r>
            <a:r>
              <a:rPr lang="en-US" sz="16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6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</a:rPr>
              <a:t>                </a:t>
            </a:r>
            <a:r>
              <a:rPr lang="en-US" sz="16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600" dirty="0">
                <a:cs typeface="Arial" charset="0"/>
              </a:rPr>
              <a:t> High Temperature (Q10)</a:t>
            </a: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Decay Rate</a:t>
            </a:r>
          </a:p>
          <a:p>
            <a:pPr marL="171450" indent="-17145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B4AF2E87-029A-054C-AEF4-17E43916FD9C}"/>
              </a:ext>
            </a:extLst>
          </p:cNvPr>
          <p:cNvSpPr/>
          <p:nvPr/>
        </p:nvSpPr>
        <p:spPr>
          <a:xfrm flipH="1">
            <a:off x="2911667" y="3679064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8" name="Freeform 107">
            <a:extLst>
              <a:ext uri="{FF2B5EF4-FFF2-40B4-BE49-F238E27FC236}">
                <a16:creationId xmlns:a16="http://schemas.microsoft.com/office/drawing/2014/main" id="{88823B68-B785-A84A-881C-8220A72D2DB0}"/>
              </a:ext>
            </a:extLst>
          </p:cNvPr>
          <p:cNvSpPr/>
          <p:nvPr/>
        </p:nvSpPr>
        <p:spPr>
          <a:xfrm flipH="1">
            <a:off x="5165768" y="4378850"/>
            <a:ext cx="131537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9" name="Freeform 108">
            <a:extLst>
              <a:ext uri="{FF2B5EF4-FFF2-40B4-BE49-F238E27FC236}">
                <a16:creationId xmlns:a16="http://schemas.microsoft.com/office/drawing/2014/main" id="{4071AEE6-F11F-9C48-AC3B-1425EF24833A}"/>
              </a:ext>
            </a:extLst>
          </p:cNvPr>
          <p:cNvSpPr/>
          <p:nvPr/>
        </p:nvSpPr>
        <p:spPr>
          <a:xfrm flipH="1">
            <a:off x="5114934" y="5413031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12F05E29-A139-A040-B294-AD1011369A8D}"/>
              </a:ext>
            </a:extLst>
          </p:cNvPr>
          <p:cNvSpPr/>
          <p:nvPr/>
        </p:nvSpPr>
        <p:spPr>
          <a:xfrm flipH="1">
            <a:off x="3473452" y="5413031"/>
            <a:ext cx="169900" cy="40955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8" name="TextBox 27">
            <a:extLst>
              <a:ext uri="{FF2B5EF4-FFF2-40B4-BE49-F238E27FC236}">
                <a16:creationId xmlns:a16="http://schemas.microsoft.com/office/drawing/2014/main" id="{7401C962-67CB-6743-AA08-A1AFEDA50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109" y="581110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Fine Root Pool</a:t>
            </a:r>
          </a:p>
        </p:txBody>
      </p:sp>
      <p:sp>
        <p:nvSpPr>
          <p:cNvPr id="219" name="TextBox 22">
            <a:extLst>
              <a:ext uri="{FF2B5EF4-FFF2-40B4-BE49-F238E27FC236}">
                <a16:creationId xmlns:a16="http://schemas.microsoft.com/office/drawing/2014/main" id="{1918102F-000C-7E4D-8506-648B0EB32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739" y="3961518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Leaf Pool</a:t>
            </a:r>
          </a:p>
        </p:txBody>
      </p:sp>
      <p:sp>
        <p:nvSpPr>
          <p:cNvPr id="216" name="TextBox 27">
            <a:extLst>
              <a:ext uri="{FF2B5EF4-FFF2-40B4-BE49-F238E27FC236}">
                <a16:creationId xmlns:a16="http://schemas.microsoft.com/office/drawing/2014/main" id="{8DA452C1-7AD5-864A-B4BE-7964E6A58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928" y="5672608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Coarse Root Pool</a:t>
            </a:r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103EAB6C-73E9-2A4F-B59A-121F39ADE1C1}"/>
              </a:ext>
            </a:extLst>
          </p:cNvPr>
          <p:cNvSpPr/>
          <p:nvPr/>
        </p:nvSpPr>
        <p:spPr>
          <a:xfrm flipH="1">
            <a:off x="6422289" y="3338793"/>
            <a:ext cx="138217" cy="29471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7" name="TextBox 34">
            <a:extLst>
              <a:ext uri="{FF2B5EF4-FFF2-40B4-BE49-F238E27FC236}">
                <a16:creationId xmlns:a16="http://schemas.microsoft.com/office/drawing/2014/main" id="{F279ADEE-D1B7-A04F-A154-729802D46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031" y="3537457"/>
            <a:ext cx="1065212" cy="276225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Product Pool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82758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15" name="Rectangle 24">
            <a:extLst>
              <a:ext uri="{FF2B5EF4-FFF2-40B4-BE49-F238E27FC236}">
                <a16:creationId xmlns:a16="http://schemas.microsoft.com/office/drawing/2014/main" id="{512C63B5-9648-4540-9E21-2D1E49441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1882" y="4644274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1200" dirty="0">
                <a:latin typeface="Arial"/>
                <a:cs typeface="Arial"/>
              </a:rPr>
              <a:t>Stem/Wood Pool</a:t>
            </a:r>
          </a:p>
        </p:txBody>
      </p:sp>
      <p:graphicFrame>
        <p:nvGraphicFramePr>
          <p:cNvPr id="220" name="Table 219">
            <a:extLst>
              <a:ext uri="{FF2B5EF4-FFF2-40B4-BE49-F238E27FC236}">
                <a16:creationId xmlns:a16="http://schemas.microsoft.com/office/drawing/2014/main" id="{65A81587-D400-AE49-AEEA-31641762D68D}"/>
              </a:ext>
            </a:extLst>
          </p:cNvPr>
          <p:cNvGraphicFramePr>
            <a:graphicFrameLocks noGrp="1"/>
          </p:cNvGraphicFramePr>
          <p:nvPr/>
        </p:nvGraphicFramePr>
        <p:xfrm>
          <a:off x="3547700" y="949492"/>
          <a:ext cx="5273407" cy="22250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36257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1740133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1092379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267356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37282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Leaf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Fine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FRoot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Root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CRoot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Stem/Wood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Wood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Product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Prod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Canopy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FE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</a:tbl>
          </a:graphicData>
        </a:graphic>
      </p:graphicFrame>
      <p:sp>
        <p:nvSpPr>
          <p:cNvPr id="221" name="TextBox 220">
            <a:extLst>
              <a:ext uri="{FF2B5EF4-FFF2-40B4-BE49-F238E27FC236}">
                <a16:creationId xmlns:a16="http://schemas.microsoft.com/office/drawing/2014/main" id="{801B26E7-C6ED-F044-93EF-5DD5D7A6343C}"/>
              </a:ext>
            </a:extLst>
          </p:cNvPr>
          <p:cNvSpPr txBox="1"/>
          <p:nvPr/>
        </p:nvSpPr>
        <p:spPr>
          <a:xfrm>
            <a:off x="6779664" y="464638"/>
            <a:ext cx="2028901" cy="461665"/>
          </a:xfrm>
          <a:prstGeom prst="rect">
            <a:avLst/>
          </a:prstGeom>
          <a:solidFill>
            <a:srgbClr val="CDFECE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Live Pools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B4AF2E87-029A-054C-AEF4-17E43916FD9C}"/>
              </a:ext>
            </a:extLst>
          </p:cNvPr>
          <p:cNvSpPr/>
          <p:nvPr/>
        </p:nvSpPr>
        <p:spPr>
          <a:xfrm flipH="1">
            <a:off x="2911667" y="3679064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8" name="Freeform 107">
            <a:extLst>
              <a:ext uri="{FF2B5EF4-FFF2-40B4-BE49-F238E27FC236}">
                <a16:creationId xmlns:a16="http://schemas.microsoft.com/office/drawing/2014/main" id="{88823B68-B785-A84A-881C-8220A72D2DB0}"/>
              </a:ext>
            </a:extLst>
          </p:cNvPr>
          <p:cNvSpPr/>
          <p:nvPr/>
        </p:nvSpPr>
        <p:spPr>
          <a:xfrm flipH="1">
            <a:off x="5165768" y="4378850"/>
            <a:ext cx="131537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9" name="Freeform 108">
            <a:extLst>
              <a:ext uri="{FF2B5EF4-FFF2-40B4-BE49-F238E27FC236}">
                <a16:creationId xmlns:a16="http://schemas.microsoft.com/office/drawing/2014/main" id="{4071AEE6-F11F-9C48-AC3B-1425EF24833A}"/>
              </a:ext>
            </a:extLst>
          </p:cNvPr>
          <p:cNvSpPr/>
          <p:nvPr/>
        </p:nvSpPr>
        <p:spPr>
          <a:xfrm flipH="1">
            <a:off x="5114934" y="5413031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12F05E29-A139-A040-B294-AD1011369A8D}"/>
              </a:ext>
            </a:extLst>
          </p:cNvPr>
          <p:cNvSpPr/>
          <p:nvPr/>
        </p:nvSpPr>
        <p:spPr>
          <a:xfrm flipH="1">
            <a:off x="3473452" y="5413031"/>
            <a:ext cx="169900" cy="40955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8" name="TextBox 27">
            <a:extLst>
              <a:ext uri="{FF2B5EF4-FFF2-40B4-BE49-F238E27FC236}">
                <a16:creationId xmlns:a16="http://schemas.microsoft.com/office/drawing/2014/main" id="{7401C962-67CB-6743-AA08-A1AFEDA50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109" y="581110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Fine Root Pool</a:t>
            </a:r>
          </a:p>
        </p:txBody>
      </p:sp>
      <p:sp>
        <p:nvSpPr>
          <p:cNvPr id="219" name="TextBox 22">
            <a:extLst>
              <a:ext uri="{FF2B5EF4-FFF2-40B4-BE49-F238E27FC236}">
                <a16:creationId xmlns:a16="http://schemas.microsoft.com/office/drawing/2014/main" id="{1918102F-000C-7E4D-8506-648B0EB32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739" y="3961518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Leaf Pool</a:t>
            </a:r>
          </a:p>
        </p:txBody>
      </p:sp>
      <p:sp>
        <p:nvSpPr>
          <p:cNvPr id="216" name="TextBox 27">
            <a:extLst>
              <a:ext uri="{FF2B5EF4-FFF2-40B4-BE49-F238E27FC236}">
                <a16:creationId xmlns:a16="http://schemas.microsoft.com/office/drawing/2014/main" id="{8DA452C1-7AD5-864A-B4BE-7964E6A58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928" y="5672608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Coarse Root Pool</a:t>
            </a:r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103EAB6C-73E9-2A4F-B59A-121F39ADE1C1}"/>
              </a:ext>
            </a:extLst>
          </p:cNvPr>
          <p:cNvSpPr/>
          <p:nvPr/>
        </p:nvSpPr>
        <p:spPr>
          <a:xfrm flipH="1">
            <a:off x="6422289" y="3338793"/>
            <a:ext cx="138217" cy="29471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008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7" name="TextBox 34">
            <a:extLst>
              <a:ext uri="{FF2B5EF4-FFF2-40B4-BE49-F238E27FC236}">
                <a16:creationId xmlns:a16="http://schemas.microsoft.com/office/drawing/2014/main" id="{F279ADEE-D1B7-A04F-A154-729802D46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031" y="3537457"/>
            <a:ext cx="1065212" cy="276225"/>
          </a:xfrm>
          <a:prstGeom prst="rect">
            <a:avLst/>
          </a:prstGeom>
          <a:solidFill>
            <a:srgbClr val="CCFF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Product Pool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BE6BED15-2EAF-5C4E-886E-7BF492FED5FE}"/>
              </a:ext>
            </a:extLst>
          </p:cNvPr>
          <p:cNvSpPr txBox="1"/>
          <p:nvPr/>
        </p:nvSpPr>
        <p:spPr>
          <a:xfrm>
            <a:off x="6302506" y="3907124"/>
            <a:ext cx="2350351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Transfers</a:t>
            </a:r>
            <a:endParaRPr lang="en-US" sz="1600" dirty="0">
              <a:cs typeface="Arial" charset="0"/>
            </a:endParaRP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Day Length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Phenology Stage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Respiration Efficiency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solidFill>
                  <a:schemeClr val="tx2">
                    <a:lumMod val="60000"/>
                    <a:lumOff val="40000"/>
                  </a:schemeClr>
                </a:solidFill>
                <a:cs typeface="Arial" charset="0"/>
              </a:rPr>
              <a:t>        -</a:t>
            </a:r>
            <a:r>
              <a:rPr lang="en-US" sz="1600" dirty="0">
                <a:cs typeface="Arial" charset="0"/>
              </a:rPr>
              <a:t> Freezing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solidFill>
                  <a:schemeClr val="tx2">
                    <a:lumMod val="60000"/>
                    <a:lumOff val="40000"/>
                  </a:schemeClr>
                </a:solidFill>
                <a:cs typeface="Arial" charset="0"/>
              </a:rPr>
              <a:t>        - </a:t>
            </a:r>
            <a:r>
              <a:rPr lang="en-US" sz="1600" dirty="0">
                <a:cs typeface="Arial" charset="0"/>
              </a:rPr>
              <a:t>Heat Stress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Water Deficiency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Decay Rate</a:t>
            </a:r>
          </a:p>
          <a:p>
            <a:pPr marL="171450" indent="-173736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678DCA28-05DF-1D43-8328-9889262A6493}"/>
              </a:ext>
            </a:extLst>
          </p:cNvPr>
          <p:cNvSpPr txBox="1"/>
          <p:nvPr/>
        </p:nvSpPr>
        <p:spPr>
          <a:xfrm>
            <a:off x="782223" y="2263992"/>
            <a:ext cx="1920398" cy="1200329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live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transfers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to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rgbClr val="4B3118"/>
                </a:solidFill>
              </a:rPr>
              <a:t>carbon pools</a:t>
            </a:r>
          </a:p>
        </p:txBody>
      </p:sp>
    </p:spTree>
    <p:extLst>
      <p:ext uri="{BB962C8B-B14F-4D97-AF65-F5344CB8AC3E}">
        <p14:creationId xmlns:p14="http://schemas.microsoft.com/office/powerpoint/2010/main" val="177864693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3DA7DCB3-5321-EF46-8947-35828352DF2E}"/>
              </a:ext>
            </a:extLst>
          </p:cNvPr>
          <p:cNvSpPr txBox="1"/>
          <p:nvPr/>
        </p:nvSpPr>
        <p:spPr>
          <a:xfrm>
            <a:off x="6964488" y="394507"/>
            <a:ext cx="2028901" cy="461665"/>
          </a:xfrm>
          <a:prstGeom prst="rect">
            <a:avLst/>
          </a:prstGeom>
          <a:solidFill>
            <a:srgbClr val="E1DBB4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Dead Pools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B791D14D-F7C0-FB40-8499-634864A05BC8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16" name="TextBox 50">
            <a:extLst>
              <a:ext uri="{FF2B5EF4-FFF2-40B4-BE49-F238E27FC236}">
                <a16:creationId xmlns:a16="http://schemas.microsoft.com/office/drawing/2014/main" id="{B1692174-3006-2749-B33A-DFEAB23BF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295" y="5019893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Coarse Dead</a:t>
            </a:r>
          </a:p>
          <a:p>
            <a:pPr algn="ctr" eaLnBrk="1" hangingPunct="1"/>
            <a:r>
              <a:rPr lang="en-US" sz="1200"/>
              <a:t>Biomass</a:t>
            </a:r>
            <a:endParaRPr lang="en-US" sz="1200" dirty="0"/>
          </a:p>
        </p:txBody>
      </p:sp>
      <p:sp>
        <p:nvSpPr>
          <p:cNvPr id="117" name="TextBox 51">
            <a:extLst>
              <a:ext uri="{FF2B5EF4-FFF2-40B4-BE49-F238E27FC236}">
                <a16:creationId xmlns:a16="http://schemas.microsoft.com/office/drawing/2014/main" id="{99533DFE-A0B9-9341-9DD5-B940D4C1A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4535" y="5700204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Litter</a:t>
            </a:r>
          </a:p>
        </p:txBody>
      </p:sp>
      <p:sp>
        <p:nvSpPr>
          <p:cNvPr id="118" name="TextBox 52">
            <a:extLst>
              <a:ext uri="{FF2B5EF4-FFF2-40B4-BE49-F238E27FC236}">
                <a16:creationId xmlns:a16="http://schemas.microsoft.com/office/drawing/2014/main" id="{AE66E517-7662-D146-9DB7-FD45487DC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545" y="6091788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Slow</a:t>
            </a:r>
          </a:p>
        </p:txBody>
      </p:sp>
      <p:sp>
        <p:nvSpPr>
          <p:cNvPr id="119" name="TextBox 53">
            <a:extLst>
              <a:ext uri="{FF2B5EF4-FFF2-40B4-BE49-F238E27FC236}">
                <a16:creationId xmlns:a16="http://schemas.microsoft.com/office/drawing/2014/main" id="{9E952682-8AC8-7E40-897D-ECCE762D5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190" y="6458057"/>
            <a:ext cx="1062663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Armored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ACD5A27D-8E5A-F14F-A111-70E01266D15C}"/>
              </a:ext>
            </a:extLst>
          </p:cNvPr>
          <p:cNvSpPr txBox="1"/>
          <p:nvPr/>
        </p:nvSpPr>
        <p:spPr>
          <a:xfrm>
            <a:off x="7602263" y="4034964"/>
            <a:ext cx="1300429" cy="147732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Vertical distribution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=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root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profile</a:t>
            </a:r>
          </a:p>
        </p:txBody>
      </p:sp>
      <p:graphicFrame>
        <p:nvGraphicFramePr>
          <p:cNvPr id="121" name="Table 120">
            <a:extLst>
              <a:ext uri="{FF2B5EF4-FFF2-40B4-BE49-F238E27FC236}">
                <a16:creationId xmlns:a16="http://schemas.microsoft.com/office/drawing/2014/main" id="{B50A64E0-803A-C54F-8442-07C6661C01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880758"/>
              </p:ext>
            </p:extLst>
          </p:nvPr>
        </p:nvGraphicFramePr>
        <p:xfrm>
          <a:off x="3660986" y="887006"/>
          <a:ext cx="5348806" cy="3017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34318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2220686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770708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018903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04191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Dead Biomass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(Standing Dead   -or-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      Coarse Woody Debris)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CDB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Metabolic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MetL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Structural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StrL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Litter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(Dead Roots)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Slit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Armored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Arm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3209625"/>
                  </a:ext>
                </a:extLst>
              </a:tr>
            </a:tbl>
          </a:graphicData>
        </a:graphic>
      </p:graphicFrame>
      <p:sp>
        <p:nvSpPr>
          <p:cNvPr id="122" name="TextBox 48">
            <a:extLst>
              <a:ext uri="{FF2B5EF4-FFF2-40B4-BE49-F238E27FC236}">
                <a16:creationId xmlns:a16="http://schemas.microsoft.com/office/drawing/2014/main" id="{B1858A44-AC34-6443-BFF6-1274AAFCF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570" y="5015675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Metabolic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23" name="TextBox 48">
            <a:extLst>
              <a:ext uri="{FF2B5EF4-FFF2-40B4-BE49-F238E27FC236}">
                <a16:creationId xmlns:a16="http://schemas.microsoft.com/office/drawing/2014/main" id="{3A154CE3-4B5D-184C-B781-00D250082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7328" y="5154756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Structural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</p:spTree>
    <p:extLst>
      <p:ext uri="{BB962C8B-B14F-4D97-AF65-F5344CB8AC3E}">
        <p14:creationId xmlns:p14="http://schemas.microsoft.com/office/powerpoint/2010/main" val="40912796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3DA7DCB3-5321-EF46-8947-35828352DF2E}"/>
              </a:ext>
            </a:extLst>
          </p:cNvPr>
          <p:cNvSpPr txBox="1"/>
          <p:nvPr/>
        </p:nvSpPr>
        <p:spPr>
          <a:xfrm>
            <a:off x="6964488" y="394507"/>
            <a:ext cx="2028901" cy="461665"/>
          </a:xfrm>
          <a:prstGeom prst="rect">
            <a:avLst/>
          </a:prstGeom>
          <a:solidFill>
            <a:srgbClr val="E1DBB4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Dead Pools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B791D14D-F7C0-FB40-8499-634864A05BC8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16" name="TextBox 50">
            <a:extLst>
              <a:ext uri="{FF2B5EF4-FFF2-40B4-BE49-F238E27FC236}">
                <a16:creationId xmlns:a16="http://schemas.microsoft.com/office/drawing/2014/main" id="{B1692174-3006-2749-B33A-DFEAB23BF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295" y="5019893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Coarse Dead</a:t>
            </a:r>
          </a:p>
          <a:p>
            <a:pPr algn="ctr" eaLnBrk="1" hangingPunct="1"/>
            <a:r>
              <a:rPr lang="en-US" sz="1200"/>
              <a:t>Biomass</a:t>
            </a:r>
            <a:endParaRPr lang="en-US" sz="1200" dirty="0"/>
          </a:p>
        </p:txBody>
      </p:sp>
      <p:sp>
        <p:nvSpPr>
          <p:cNvPr id="117" name="TextBox 51">
            <a:extLst>
              <a:ext uri="{FF2B5EF4-FFF2-40B4-BE49-F238E27FC236}">
                <a16:creationId xmlns:a16="http://schemas.microsoft.com/office/drawing/2014/main" id="{99533DFE-A0B9-9341-9DD5-B940D4C1A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4535" y="5700204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Litter</a:t>
            </a:r>
          </a:p>
        </p:txBody>
      </p:sp>
      <p:sp>
        <p:nvSpPr>
          <p:cNvPr id="118" name="TextBox 52">
            <a:extLst>
              <a:ext uri="{FF2B5EF4-FFF2-40B4-BE49-F238E27FC236}">
                <a16:creationId xmlns:a16="http://schemas.microsoft.com/office/drawing/2014/main" id="{AE66E517-7662-D146-9DB7-FD45487DC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545" y="6091788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Slow</a:t>
            </a:r>
          </a:p>
        </p:txBody>
      </p:sp>
      <p:sp>
        <p:nvSpPr>
          <p:cNvPr id="119" name="TextBox 53">
            <a:extLst>
              <a:ext uri="{FF2B5EF4-FFF2-40B4-BE49-F238E27FC236}">
                <a16:creationId xmlns:a16="http://schemas.microsoft.com/office/drawing/2014/main" id="{9E952682-8AC8-7E40-897D-ECCE762D5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190" y="6458057"/>
            <a:ext cx="1062663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Armored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ACD5A27D-8E5A-F14F-A111-70E01266D15C}"/>
              </a:ext>
            </a:extLst>
          </p:cNvPr>
          <p:cNvSpPr txBox="1"/>
          <p:nvPr/>
        </p:nvSpPr>
        <p:spPr>
          <a:xfrm>
            <a:off x="7602263" y="4034964"/>
            <a:ext cx="1300429" cy="147732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Vertical distribution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=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root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profile</a:t>
            </a:r>
          </a:p>
        </p:txBody>
      </p:sp>
      <p:graphicFrame>
        <p:nvGraphicFramePr>
          <p:cNvPr id="121" name="Table 120">
            <a:extLst>
              <a:ext uri="{FF2B5EF4-FFF2-40B4-BE49-F238E27FC236}">
                <a16:creationId xmlns:a16="http://schemas.microsoft.com/office/drawing/2014/main" id="{B50A64E0-803A-C54F-8442-07C6661C0128}"/>
              </a:ext>
            </a:extLst>
          </p:cNvPr>
          <p:cNvGraphicFramePr>
            <a:graphicFrameLocks noGrp="1"/>
          </p:cNvGraphicFramePr>
          <p:nvPr/>
        </p:nvGraphicFramePr>
        <p:xfrm>
          <a:off x="3660986" y="887006"/>
          <a:ext cx="5348806" cy="3017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34318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2220686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770708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018903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04191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Dead Biomass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(Standing Dead   -or-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      Coarse Woody Debris)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CDB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Metabolic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MetL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Structural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StrL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Litter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(Dead Roots)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Slit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Armored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Arm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3209625"/>
                  </a:ext>
                </a:extLst>
              </a:tr>
            </a:tbl>
          </a:graphicData>
        </a:graphic>
      </p:graphicFrame>
      <p:sp>
        <p:nvSpPr>
          <p:cNvPr id="122" name="TextBox 48">
            <a:extLst>
              <a:ext uri="{FF2B5EF4-FFF2-40B4-BE49-F238E27FC236}">
                <a16:creationId xmlns:a16="http://schemas.microsoft.com/office/drawing/2014/main" id="{B1858A44-AC34-6443-BFF6-1274AAFCF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570" y="5015675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Metabolic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23" name="TextBox 48">
            <a:extLst>
              <a:ext uri="{FF2B5EF4-FFF2-40B4-BE49-F238E27FC236}">
                <a16:creationId xmlns:a16="http://schemas.microsoft.com/office/drawing/2014/main" id="{3A154CE3-4B5D-184C-B781-00D250082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7328" y="5154756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Structural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15AC641-FAC4-164F-A0BF-277F67B24DAB}"/>
              </a:ext>
            </a:extLst>
          </p:cNvPr>
          <p:cNvSpPr txBox="1"/>
          <p:nvPr/>
        </p:nvSpPr>
        <p:spPr>
          <a:xfrm>
            <a:off x="299604" y="2020105"/>
            <a:ext cx="2259849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Heterotrophic  </a:t>
            </a:r>
          </a:p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600" dirty="0">
              <a:solidFill>
                <a:srgbClr val="0070C0"/>
              </a:solidFill>
              <a:cs typeface="Arial" charset="0"/>
              <a:sym typeface="Wingdings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Plant Available Water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Precipitation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Soil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Productivity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Temperature (Q10)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Respiration Efficiency</a:t>
            </a:r>
            <a:endParaRPr lang="en-US" sz="1600" dirty="0">
              <a:cs typeface="Arial" charset="0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 </a:t>
            </a:r>
            <a:r>
              <a:rPr lang="en-US" sz="1600" dirty="0">
                <a:cs typeface="Arial" charset="0"/>
              </a:rPr>
              <a:t>Pool Decay Rate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776B784D-945F-8649-A43B-1F76B2B01772}"/>
              </a:ext>
            </a:extLst>
          </p:cNvPr>
          <p:cNvSpPr txBox="1"/>
          <p:nvPr/>
        </p:nvSpPr>
        <p:spPr>
          <a:xfrm>
            <a:off x="162040" y="5154756"/>
            <a:ext cx="1670008" cy="1477328"/>
          </a:xfrm>
          <a:prstGeom prst="rect">
            <a:avLst/>
          </a:prstGeom>
          <a:solidFill>
            <a:srgbClr val="FFFDF1"/>
          </a:solidFill>
          <a:ln w="254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releases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via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heterotrophic</a:t>
            </a:r>
            <a:r>
              <a:rPr lang="en-US" dirty="0">
                <a:solidFill>
                  <a:srgbClr val="4B3118"/>
                </a:solidFill>
              </a:rPr>
              <a:t>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respiration</a:t>
            </a:r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C0C7D12A-DA71-DA47-8721-00F8B1F84D7B}"/>
              </a:ext>
            </a:extLst>
          </p:cNvPr>
          <p:cNvSpPr/>
          <p:nvPr/>
        </p:nvSpPr>
        <p:spPr>
          <a:xfrm>
            <a:off x="3000036" y="4630484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AEA75B99-B708-BD45-97C8-3C4466551205}"/>
              </a:ext>
            </a:extLst>
          </p:cNvPr>
          <p:cNvSpPr/>
          <p:nvPr/>
        </p:nvSpPr>
        <p:spPr>
          <a:xfrm>
            <a:off x="4065197" y="4771295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84D796B8-6AA1-D949-823A-B61191879726}"/>
              </a:ext>
            </a:extLst>
          </p:cNvPr>
          <p:cNvSpPr/>
          <p:nvPr/>
        </p:nvSpPr>
        <p:spPr>
          <a:xfrm>
            <a:off x="6331139" y="4642743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4" name="Freeform 123">
            <a:extLst>
              <a:ext uri="{FF2B5EF4-FFF2-40B4-BE49-F238E27FC236}">
                <a16:creationId xmlns:a16="http://schemas.microsoft.com/office/drawing/2014/main" id="{246FB4B9-73A7-654E-92C6-E7A6C6A0216D}"/>
              </a:ext>
            </a:extLst>
          </p:cNvPr>
          <p:cNvSpPr/>
          <p:nvPr/>
        </p:nvSpPr>
        <p:spPr>
          <a:xfrm>
            <a:off x="5027744" y="530069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5" name="Freeform 124">
            <a:extLst>
              <a:ext uri="{FF2B5EF4-FFF2-40B4-BE49-F238E27FC236}">
                <a16:creationId xmlns:a16="http://schemas.microsoft.com/office/drawing/2014/main" id="{3B364F95-2A94-954B-A524-4329C4205346}"/>
              </a:ext>
            </a:extLst>
          </p:cNvPr>
          <p:cNvSpPr/>
          <p:nvPr/>
        </p:nvSpPr>
        <p:spPr>
          <a:xfrm>
            <a:off x="5558360" y="570026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D93E0D20-1064-024F-ADB3-CBA9359F4445}"/>
              </a:ext>
            </a:extLst>
          </p:cNvPr>
          <p:cNvSpPr/>
          <p:nvPr/>
        </p:nvSpPr>
        <p:spPr>
          <a:xfrm>
            <a:off x="6357874" y="6058551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332986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BB8EB823-605C-D34F-B4C5-1E5A9519E039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AA60C73-A85D-554E-85D0-BD70B57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4E2CF38-6CDB-8E49-98FB-C312550C47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4346338-65E2-EF41-9690-DD6B6E7811A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3A6767EB-039C-474F-BC93-491DDF09C489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6728E780-9F78-1346-97F0-1B1F232F324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84A937A3-B063-5040-A02F-45F15030BAAF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EA386402-D762-994A-BB16-CF33E5F3670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69C9617-FDD0-B146-B62A-1A7907E4934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10E9EAD3-261C-F044-8287-4E6BDF978773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2359091-B41B-B04A-84CD-7C76B5D5EA2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3F7AD82D-1D25-A842-BEE0-BEB55D64858D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3" name="Rectangle 32">
                  <a:extLst>
                    <a:ext uri="{FF2B5EF4-FFF2-40B4-BE49-F238E27FC236}">
                      <a16:creationId xmlns:a16="http://schemas.microsoft.com/office/drawing/2014/main" id="{A6DD997A-15AD-7B44-8729-20FD0FF7B4F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a16:creationId xmlns:a16="http://schemas.microsoft.com/office/drawing/2014/main" id="{0FF35B7E-8F01-234F-BC29-512FD9A1491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7939D783-60A5-034C-8929-05941E73EA2A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06D076C0-5657-9040-ABA0-BC9E5D9EF59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Rectangle 31">
                  <a:extLst>
                    <a:ext uri="{FF2B5EF4-FFF2-40B4-BE49-F238E27FC236}">
                      <a16:creationId xmlns:a16="http://schemas.microsoft.com/office/drawing/2014/main" id="{F962F3C7-C382-8B4C-8027-BBCFFCA561BE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49358C97-3212-ED4E-9437-26316BA71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8CD7EF56-9181-C14D-A055-27B929DE226C}"/>
              </a:ext>
            </a:extLst>
          </p:cNvPr>
          <p:cNvCxnSpPr>
            <a:cxnSpLocks/>
          </p:cNvCxnSpPr>
          <p:nvPr/>
        </p:nvCxnSpPr>
        <p:spPr>
          <a:xfrm>
            <a:off x="1985278" y="55383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41" name="Freeform 40">
            <a:extLst>
              <a:ext uri="{FF2B5EF4-FFF2-40B4-BE49-F238E27FC236}">
                <a16:creationId xmlns:a16="http://schemas.microsoft.com/office/drawing/2014/main" id="{DDE4C9C2-18AC-6241-95DC-1C42F576E704}"/>
              </a:ext>
            </a:extLst>
          </p:cNvPr>
          <p:cNvSpPr>
            <a:spLocks/>
          </p:cNvSpPr>
          <p:nvPr/>
        </p:nvSpPr>
        <p:spPr>
          <a:xfrm>
            <a:off x="2157563" y="55718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BB3F38A2-77A5-254B-A1D0-CAB5D7D57663}"/>
              </a:ext>
            </a:extLst>
          </p:cNvPr>
          <p:cNvSpPr/>
          <p:nvPr/>
        </p:nvSpPr>
        <p:spPr>
          <a:xfrm>
            <a:off x="2678885" y="24298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3" name="Triangle 263">
            <a:extLst>
              <a:ext uri="{FF2B5EF4-FFF2-40B4-BE49-F238E27FC236}">
                <a16:creationId xmlns:a16="http://schemas.microsoft.com/office/drawing/2014/main" id="{C369457A-5F4C-1F45-8D86-60674962D1C0}"/>
              </a:ext>
            </a:extLst>
          </p:cNvPr>
          <p:cNvSpPr/>
          <p:nvPr/>
        </p:nvSpPr>
        <p:spPr>
          <a:xfrm>
            <a:off x="2913093" y="16375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4" name="Triangle 264">
            <a:extLst>
              <a:ext uri="{FF2B5EF4-FFF2-40B4-BE49-F238E27FC236}">
                <a16:creationId xmlns:a16="http://schemas.microsoft.com/office/drawing/2014/main" id="{EDB68CB5-7560-1544-84C3-0491AA13334B}"/>
              </a:ext>
            </a:extLst>
          </p:cNvPr>
          <p:cNvSpPr/>
          <p:nvPr/>
        </p:nvSpPr>
        <p:spPr>
          <a:xfrm>
            <a:off x="3115632" y="8430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5" name="Triangle 264">
            <a:extLst>
              <a:ext uri="{FF2B5EF4-FFF2-40B4-BE49-F238E27FC236}">
                <a16:creationId xmlns:a16="http://schemas.microsoft.com/office/drawing/2014/main" id="{98912F1B-A75D-6848-9F7A-56618BE12361}"/>
              </a:ext>
            </a:extLst>
          </p:cNvPr>
          <p:cNvSpPr/>
          <p:nvPr/>
        </p:nvSpPr>
        <p:spPr>
          <a:xfrm>
            <a:off x="3300299" y="6376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7" name="Triangle 46">
            <a:extLst>
              <a:ext uri="{FF2B5EF4-FFF2-40B4-BE49-F238E27FC236}">
                <a16:creationId xmlns:a16="http://schemas.microsoft.com/office/drawing/2014/main" id="{208A59CF-6F2F-EE4B-9933-7C0C74BEC830}"/>
              </a:ext>
            </a:extLst>
          </p:cNvPr>
          <p:cNvSpPr/>
          <p:nvPr/>
        </p:nvSpPr>
        <p:spPr>
          <a:xfrm>
            <a:off x="3130408" y="27260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8" name="Triangle 263">
            <a:extLst>
              <a:ext uri="{FF2B5EF4-FFF2-40B4-BE49-F238E27FC236}">
                <a16:creationId xmlns:a16="http://schemas.microsoft.com/office/drawing/2014/main" id="{5DA83DC2-F83E-4C4F-B6E2-585E20799220}"/>
              </a:ext>
            </a:extLst>
          </p:cNvPr>
          <p:cNvSpPr/>
          <p:nvPr/>
        </p:nvSpPr>
        <p:spPr>
          <a:xfrm>
            <a:off x="3346699" y="19558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49" name="Triangle 264">
            <a:extLst>
              <a:ext uri="{FF2B5EF4-FFF2-40B4-BE49-F238E27FC236}">
                <a16:creationId xmlns:a16="http://schemas.microsoft.com/office/drawing/2014/main" id="{7895D8B8-6D1E-5C44-8834-95AEB954913F}"/>
              </a:ext>
            </a:extLst>
          </p:cNvPr>
          <p:cNvSpPr/>
          <p:nvPr/>
        </p:nvSpPr>
        <p:spPr>
          <a:xfrm>
            <a:off x="3536575" y="11577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028F8A1F-02CF-834C-9FAC-A4A79FA5A0B4}"/>
              </a:ext>
            </a:extLst>
          </p:cNvPr>
          <p:cNvSpPr/>
          <p:nvPr/>
        </p:nvSpPr>
        <p:spPr>
          <a:xfrm>
            <a:off x="4509239" y="49425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Triangle 264">
            <a:extLst>
              <a:ext uri="{FF2B5EF4-FFF2-40B4-BE49-F238E27FC236}">
                <a16:creationId xmlns:a16="http://schemas.microsoft.com/office/drawing/2014/main" id="{8D81A6FB-3892-6A4D-A73D-F21F08EBE84E}"/>
              </a:ext>
            </a:extLst>
          </p:cNvPr>
          <p:cNvSpPr/>
          <p:nvPr/>
        </p:nvSpPr>
        <p:spPr>
          <a:xfrm>
            <a:off x="3578772" y="4422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" name="Triangle 264">
            <a:extLst>
              <a:ext uri="{FF2B5EF4-FFF2-40B4-BE49-F238E27FC236}">
                <a16:creationId xmlns:a16="http://schemas.microsoft.com/office/drawing/2014/main" id="{FE2CC77F-412E-F841-804C-8EFD910E9BE9}"/>
              </a:ext>
            </a:extLst>
          </p:cNvPr>
          <p:cNvSpPr/>
          <p:nvPr/>
        </p:nvSpPr>
        <p:spPr>
          <a:xfrm>
            <a:off x="3927603" y="6338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" name="Triangle 264">
            <a:extLst>
              <a:ext uri="{FF2B5EF4-FFF2-40B4-BE49-F238E27FC236}">
                <a16:creationId xmlns:a16="http://schemas.microsoft.com/office/drawing/2014/main" id="{9D64AA2C-2A2E-7B43-8CE4-9C095B2D7A55}"/>
              </a:ext>
            </a:extLst>
          </p:cNvPr>
          <p:cNvSpPr/>
          <p:nvPr/>
        </p:nvSpPr>
        <p:spPr>
          <a:xfrm>
            <a:off x="3723218" y="9083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C8B85BD5-87D8-0E43-8BFF-8F908C37C884}"/>
              </a:ext>
            </a:extLst>
          </p:cNvPr>
          <p:cNvSpPr/>
          <p:nvPr/>
        </p:nvSpPr>
        <p:spPr>
          <a:xfrm rot="10800000">
            <a:off x="4528031" y="41493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52" name="Donut 151">
            <a:extLst>
              <a:ext uri="{FF2B5EF4-FFF2-40B4-BE49-F238E27FC236}">
                <a16:creationId xmlns:a16="http://schemas.microsoft.com/office/drawing/2014/main" id="{4AF7B985-1A19-F64B-A90D-A07166BD1713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74EAC627-7FCD-7744-97A9-A22A9CDDE74F}"/>
              </a:ext>
            </a:extLst>
          </p:cNvPr>
          <p:cNvGrpSpPr/>
          <p:nvPr/>
        </p:nvGrpSpPr>
        <p:grpSpPr>
          <a:xfrm rot="1368279">
            <a:off x="4146024" y="3446566"/>
            <a:ext cx="319926" cy="404542"/>
            <a:chOff x="3510479" y="1211170"/>
            <a:chExt cx="2079479" cy="2629470"/>
          </a:xfrm>
        </p:grpSpPr>
        <p:sp>
          <p:nvSpPr>
            <p:cNvPr id="185" name="Oval 1">
              <a:extLst>
                <a:ext uri="{FF2B5EF4-FFF2-40B4-BE49-F238E27FC236}">
                  <a16:creationId xmlns:a16="http://schemas.microsoft.com/office/drawing/2014/main" id="{151AB74B-95D8-7F4F-BDF6-C212E27D2536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Teardrop 185">
              <a:extLst>
                <a:ext uri="{FF2B5EF4-FFF2-40B4-BE49-F238E27FC236}">
                  <a16:creationId xmlns:a16="http://schemas.microsoft.com/office/drawing/2014/main" id="{0004576C-8DF6-C24A-8C8B-4908B809DE0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Teardrop 186">
              <a:extLst>
                <a:ext uri="{FF2B5EF4-FFF2-40B4-BE49-F238E27FC236}">
                  <a16:creationId xmlns:a16="http://schemas.microsoft.com/office/drawing/2014/main" id="{5BD4AEB7-877D-E94E-9DA1-4641463B652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Teardrop 187">
              <a:extLst>
                <a:ext uri="{FF2B5EF4-FFF2-40B4-BE49-F238E27FC236}">
                  <a16:creationId xmlns:a16="http://schemas.microsoft.com/office/drawing/2014/main" id="{5B06A246-8494-BA4D-BC07-73035C826112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Teardrop 188">
              <a:extLst>
                <a:ext uri="{FF2B5EF4-FFF2-40B4-BE49-F238E27FC236}">
                  <a16:creationId xmlns:a16="http://schemas.microsoft.com/office/drawing/2014/main" id="{CEE2276F-69C3-DB48-A8C1-8AADB3272DC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Teardrop 189">
              <a:extLst>
                <a:ext uri="{FF2B5EF4-FFF2-40B4-BE49-F238E27FC236}">
                  <a16:creationId xmlns:a16="http://schemas.microsoft.com/office/drawing/2014/main" id="{5745BB0D-5B77-364A-B9E0-CED4705831D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Teardrop 190">
              <a:extLst>
                <a:ext uri="{FF2B5EF4-FFF2-40B4-BE49-F238E27FC236}">
                  <a16:creationId xmlns:a16="http://schemas.microsoft.com/office/drawing/2014/main" id="{D629A51C-21C8-0B4B-BE4F-6A3A40368307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Teardrop 191">
              <a:extLst>
                <a:ext uri="{FF2B5EF4-FFF2-40B4-BE49-F238E27FC236}">
                  <a16:creationId xmlns:a16="http://schemas.microsoft.com/office/drawing/2014/main" id="{19BD080B-B186-0D43-8797-1CDA002C9F9F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Teardrop 192">
              <a:extLst>
                <a:ext uri="{FF2B5EF4-FFF2-40B4-BE49-F238E27FC236}">
                  <a16:creationId xmlns:a16="http://schemas.microsoft.com/office/drawing/2014/main" id="{FF24C7D2-76F7-AF41-A596-30A0BDBC4A8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Teardrop 193">
              <a:extLst>
                <a:ext uri="{FF2B5EF4-FFF2-40B4-BE49-F238E27FC236}">
                  <a16:creationId xmlns:a16="http://schemas.microsoft.com/office/drawing/2014/main" id="{60BF3CE3-F75D-EF46-8FBA-11E952459E40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Teardrop 194">
              <a:extLst>
                <a:ext uri="{FF2B5EF4-FFF2-40B4-BE49-F238E27FC236}">
                  <a16:creationId xmlns:a16="http://schemas.microsoft.com/office/drawing/2014/main" id="{BE7B29E2-4FD4-F54F-BE30-BD0FC2722A0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Teardrop 195">
              <a:extLst>
                <a:ext uri="{FF2B5EF4-FFF2-40B4-BE49-F238E27FC236}">
                  <a16:creationId xmlns:a16="http://schemas.microsoft.com/office/drawing/2014/main" id="{5EC1FB9F-22B1-5545-80E2-749CE9F3553E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Teardrop 196">
              <a:extLst>
                <a:ext uri="{FF2B5EF4-FFF2-40B4-BE49-F238E27FC236}">
                  <a16:creationId xmlns:a16="http://schemas.microsoft.com/office/drawing/2014/main" id="{21E36249-2C8F-4348-992E-B35544F966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Teardrop 197">
              <a:extLst>
                <a:ext uri="{FF2B5EF4-FFF2-40B4-BE49-F238E27FC236}">
                  <a16:creationId xmlns:a16="http://schemas.microsoft.com/office/drawing/2014/main" id="{975A5721-184B-6C40-B05F-CA0C58103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Teardrop 198">
              <a:extLst>
                <a:ext uri="{FF2B5EF4-FFF2-40B4-BE49-F238E27FC236}">
                  <a16:creationId xmlns:a16="http://schemas.microsoft.com/office/drawing/2014/main" id="{1F345415-E6EC-B84A-BEC6-2E663E921AD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Teardrop 199">
              <a:extLst>
                <a:ext uri="{FF2B5EF4-FFF2-40B4-BE49-F238E27FC236}">
                  <a16:creationId xmlns:a16="http://schemas.microsoft.com/office/drawing/2014/main" id="{7F076CB7-0264-0449-A875-130AFEE4A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Teardrop 200">
              <a:extLst>
                <a:ext uri="{FF2B5EF4-FFF2-40B4-BE49-F238E27FC236}">
                  <a16:creationId xmlns:a16="http://schemas.microsoft.com/office/drawing/2014/main" id="{83FFE076-755E-684B-9E1B-8CA96B62AC5D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Teardrop 201">
              <a:extLst>
                <a:ext uri="{FF2B5EF4-FFF2-40B4-BE49-F238E27FC236}">
                  <a16:creationId xmlns:a16="http://schemas.microsoft.com/office/drawing/2014/main" id="{9F57BD39-D93F-5C45-BF03-10499E0394DD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Teardrop 202">
              <a:extLst>
                <a:ext uri="{FF2B5EF4-FFF2-40B4-BE49-F238E27FC236}">
                  <a16:creationId xmlns:a16="http://schemas.microsoft.com/office/drawing/2014/main" id="{B685E147-4352-7948-8523-E5F0FFCA104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Teardrop 203">
              <a:extLst>
                <a:ext uri="{FF2B5EF4-FFF2-40B4-BE49-F238E27FC236}">
                  <a16:creationId xmlns:a16="http://schemas.microsoft.com/office/drawing/2014/main" id="{4A63F0F5-2F7D-C249-8CBA-A437D10F979C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Teardrop 204">
              <a:extLst>
                <a:ext uri="{FF2B5EF4-FFF2-40B4-BE49-F238E27FC236}">
                  <a16:creationId xmlns:a16="http://schemas.microsoft.com/office/drawing/2014/main" id="{9872A424-81DB-E64E-BC75-FDCC5F90F9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Teardrop 205">
              <a:extLst>
                <a:ext uri="{FF2B5EF4-FFF2-40B4-BE49-F238E27FC236}">
                  <a16:creationId xmlns:a16="http://schemas.microsoft.com/office/drawing/2014/main" id="{4D72660E-A995-2641-843F-18E89F28826C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Teardrop 206">
              <a:extLst>
                <a:ext uri="{FF2B5EF4-FFF2-40B4-BE49-F238E27FC236}">
                  <a16:creationId xmlns:a16="http://schemas.microsoft.com/office/drawing/2014/main" id="{A7E1EFAB-D7D3-9440-BFDB-0D90B01B5F54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Teardrop 207">
              <a:extLst>
                <a:ext uri="{FF2B5EF4-FFF2-40B4-BE49-F238E27FC236}">
                  <a16:creationId xmlns:a16="http://schemas.microsoft.com/office/drawing/2014/main" id="{4739FD26-36AC-BD45-9BE8-664963CE0DA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Teardrop 208">
              <a:extLst>
                <a:ext uri="{FF2B5EF4-FFF2-40B4-BE49-F238E27FC236}">
                  <a16:creationId xmlns:a16="http://schemas.microsoft.com/office/drawing/2014/main" id="{1F2A10B0-3E2F-CD46-A274-030F4444C03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Teardrop 209">
              <a:extLst>
                <a:ext uri="{FF2B5EF4-FFF2-40B4-BE49-F238E27FC236}">
                  <a16:creationId xmlns:a16="http://schemas.microsoft.com/office/drawing/2014/main" id="{2FF137A8-9EF8-C149-86D2-08F8444A2886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Teardrop 210">
              <a:extLst>
                <a:ext uri="{FF2B5EF4-FFF2-40B4-BE49-F238E27FC236}">
                  <a16:creationId xmlns:a16="http://schemas.microsoft.com/office/drawing/2014/main" id="{5CB39ACF-A8DF-6C4B-8F6E-7F8A65DE9EA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Teardrop 211">
              <a:extLst>
                <a:ext uri="{FF2B5EF4-FFF2-40B4-BE49-F238E27FC236}">
                  <a16:creationId xmlns:a16="http://schemas.microsoft.com/office/drawing/2014/main" id="{F99233C5-7236-8046-A0CF-8D9A7F03881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Teardrop 212">
              <a:extLst>
                <a:ext uri="{FF2B5EF4-FFF2-40B4-BE49-F238E27FC236}">
                  <a16:creationId xmlns:a16="http://schemas.microsoft.com/office/drawing/2014/main" id="{863B06B2-990D-5D43-8D15-889D590C9EED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Teardrop 213">
              <a:extLst>
                <a:ext uri="{FF2B5EF4-FFF2-40B4-BE49-F238E27FC236}">
                  <a16:creationId xmlns:a16="http://schemas.microsoft.com/office/drawing/2014/main" id="{C3311CFD-ECC3-194E-8464-3514FE5BD969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4054369F-3D29-CD46-B9FB-73A448B0CA90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0CB9F570-8E79-F84A-BD2E-9D538E6C7715}"/>
              </a:ext>
            </a:extLst>
          </p:cNvPr>
          <p:cNvGrpSpPr/>
          <p:nvPr/>
        </p:nvGrpSpPr>
        <p:grpSpPr>
          <a:xfrm rot="20275914">
            <a:off x="5241942" y="3628778"/>
            <a:ext cx="319926" cy="404542"/>
            <a:chOff x="3510479" y="1211170"/>
            <a:chExt cx="2079479" cy="2629470"/>
          </a:xfrm>
        </p:grpSpPr>
        <p:sp>
          <p:nvSpPr>
            <p:cNvPr id="154" name="Oval 1">
              <a:extLst>
                <a:ext uri="{FF2B5EF4-FFF2-40B4-BE49-F238E27FC236}">
                  <a16:creationId xmlns:a16="http://schemas.microsoft.com/office/drawing/2014/main" id="{7088FD28-2BD3-9D4A-819C-2D949D3E96F3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Teardrop 154">
              <a:extLst>
                <a:ext uri="{FF2B5EF4-FFF2-40B4-BE49-F238E27FC236}">
                  <a16:creationId xmlns:a16="http://schemas.microsoft.com/office/drawing/2014/main" id="{9DF5CD62-5EF7-C44A-AAFB-01BF6B9F8D72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Teardrop 155">
              <a:extLst>
                <a:ext uri="{FF2B5EF4-FFF2-40B4-BE49-F238E27FC236}">
                  <a16:creationId xmlns:a16="http://schemas.microsoft.com/office/drawing/2014/main" id="{FBB31230-9BD0-1C43-AF94-BD8C348D891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Teardrop 156">
              <a:extLst>
                <a:ext uri="{FF2B5EF4-FFF2-40B4-BE49-F238E27FC236}">
                  <a16:creationId xmlns:a16="http://schemas.microsoft.com/office/drawing/2014/main" id="{A3FA6366-4689-6248-9C9A-8753DB51734C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ardrop 157">
              <a:extLst>
                <a:ext uri="{FF2B5EF4-FFF2-40B4-BE49-F238E27FC236}">
                  <a16:creationId xmlns:a16="http://schemas.microsoft.com/office/drawing/2014/main" id="{2649BE75-5962-0F47-958B-B11F517A752B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Teardrop 158">
              <a:extLst>
                <a:ext uri="{FF2B5EF4-FFF2-40B4-BE49-F238E27FC236}">
                  <a16:creationId xmlns:a16="http://schemas.microsoft.com/office/drawing/2014/main" id="{B1451EDF-F216-804D-89C0-775D9AB8365E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Teardrop 159">
              <a:extLst>
                <a:ext uri="{FF2B5EF4-FFF2-40B4-BE49-F238E27FC236}">
                  <a16:creationId xmlns:a16="http://schemas.microsoft.com/office/drawing/2014/main" id="{F9597197-8D46-8641-B107-D3D2BC0447DC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Teardrop 160">
              <a:extLst>
                <a:ext uri="{FF2B5EF4-FFF2-40B4-BE49-F238E27FC236}">
                  <a16:creationId xmlns:a16="http://schemas.microsoft.com/office/drawing/2014/main" id="{735DDAE1-AB45-BA4D-894A-28C8AA4C2148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Teardrop 161">
              <a:extLst>
                <a:ext uri="{FF2B5EF4-FFF2-40B4-BE49-F238E27FC236}">
                  <a16:creationId xmlns:a16="http://schemas.microsoft.com/office/drawing/2014/main" id="{0EC042E9-FC00-3C4F-922E-F63700D59274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Teardrop 162">
              <a:extLst>
                <a:ext uri="{FF2B5EF4-FFF2-40B4-BE49-F238E27FC236}">
                  <a16:creationId xmlns:a16="http://schemas.microsoft.com/office/drawing/2014/main" id="{E4F13B7B-E2C2-1545-AABB-5A66536060BB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Teardrop 163">
              <a:extLst>
                <a:ext uri="{FF2B5EF4-FFF2-40B4-BE49-F238E27FC236}">
                  <a16:creationId xmlns:a16="http://schemas.microsoft.com/office/drawing/2014/main" id="{101EA8EC-BAF6-2942-ABD0-E74F1F846924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Teardrop 164">
              <a:extLst>
                <a:ext uri="{FF2B5EF4-FFF2-40B4-BE49-F238E27FC236}">
                  <a16:creationId xmlns:a16="http://schemas.microsoft.com/office/drawing/2014/main" id="{239B039B-B17B-004B-8BEB-2D43BA1811A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Teardrop 165">
              <a:extLst>
                <a:ext uri="{FF2B5EF4-FFF2-40B4-BE49-F238E27FC236}">
                  <a16:creationId xmlns:a16="http://schemas.microsoft.com/office/drawing/2014/main" id="{6442C372-EC56-B84E-9619-B2F72D0A184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Teardrop 166">
              <a:extLst>
                <a:ext uri="{FF2B5EF4-FFF2-40B4-BE49-F238E27FC236}">
                  <a16:creationId xmlns:a16="http://schemas.microsoft.com/office/drawing/2014/main" id="{F56E888F-19C1-E544-BD39-FAD24EB573AF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ardrop 167">
              <a:extLst>
                <a:ext uri="{FF2B5EF4-FFF2-40B4-BE49-F238E27FC236}">
                  <a16:creationId xmlns:a16="http://schemas.microsoft.com/office/drawing/2014/main" id="{826264E0-92E2-FA46-9925-2F8330DC24CF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Teardrop 168">
              <a:extLst>
                <a:ext uri="{FF2B5EF4-FFF2-40B4-BE49-F238E27FC236}">
                  <a16:creationId xmlns:a16="http://schemas.microsoft.com/office/drawing/2014/main" id="{3E499C33-2915-BC40-AC32-8E0668DFBBC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Teardrop 169">
              <a:extLst>
                <a:ext uri="{FF2B5EF4-FFF2-40B4-BE49-F238E27FC236}">
                  <a16:creationId xmlns:a16="http://schemas.microsoft.com/office/drawing/2014/main" id="{88ECC0A4-7119-784F-A1D9-F14D11E17D3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Teardrop 170">
              <a:extLst>
                <a:ext uri="{FF2B5EF4-FFF2-40B4-BE49-F238E27FC236}">
                  <a16:creationId xmlns:a16="http://schemas.microsoft.com/office/drawing/2014/main" id="{4A1869AD-D115-D144-A57F-F99D63F5D3EC}"/>
                </a:ext>
              </a:extLst>
            </p:cNvPr>
            <p:cNvSpPr/>
            <p:nvPr/>
          </p:nvSpPr>
          <p:spPr>
            <a:xfrm rot="8100000">
              <a:off x="4687786" y="3063633"/>
              <a:ext cx="363246" cy="345390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ardrop 171">
              <a:extLst>
                <a:ext uri="{FF2B5EF4-FFF2-40B4-BE49-F238E27FC236}">
                  <a16:creationId xmlns:a16="http://schemas.microsoft.com/office/drawing/2014/main" id="{22D57BA1-6F88-5945-80D0-1A72565FF668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Teardrop 172">
              <a:extLst>
                <a:ext uri="{FF2B5EF4-FFF2-40B4-BE49-F238E27FC236}">
                  <a16:creationId xmlns:a16="http://schemas.microsoft.com/office/drawing/2014/main" id="{C288C98B-FCCC-2D4A-A563-45169AD5A8E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Teardrop 173">
              <a:extLst>
                <a:ext uri="{FF2B5EF4-FFF2-40B4-BE49-F238E27FC236}">
                  <a16:creationId xmlns:a16="http://schemas.microsoft.com/office/drawing/2014/main" id="{DF43DBB7-60D7-7046-95FC-DDA3652CA448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Teardrop 174">
              <a:extLst>
                <a:ext uri="{FF2B5EF4-FFF2-40B4-BE49-F238E27FC236}">
                  <a16:creationId xmlns:a16="http://schemas.microsoft.com/office/drawing/2014/main" id="{1C237B5B-6D4C-1949-B2FE-20A1286C7358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Teardrop 175">
              <a:extLst>
                <a:ext uri="{FF2B5EF4-FFF2-40B4-BE49-F238E27FC236}">
                  <a16:creationId xmlns:a16="http://schemas.microsoft.com/office/drawing/2014/main" id="{8DEFD2C3-C2C6-5842-958C-A2D4F9D53B8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Teardrop 176">
              <a:extLst>
                <a:ext uri="{FF2B5EF4-FFF2-40B4-BE49-F238E27FC236}">
                  <a16:creationId xmlns:a16="http://schemas.microsoft.com/office/drawing/2014/main" id="{9B87FC62-54F2-BD47-ADA1-CF389DFEDAE7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Teardrop 177">
              <a:extLst>
                <a:ext uri="{FF2B5EF4-FFF2-40B4-BE49-F238E27FC236}">
                  <a16:creationId xmlns:a16="http://schemas.microsoft.com/office/drawing/2014/main" id="{E16D4D70-947B-B840-B52B-1E615A8759E2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Teardrop 178">
              <a:extLst>
                <a:ext uri="{FF2B5EF4-FFF2-40B4-BE49-F238E27FC236}">
                  <a16:creationId xmlns:a16="http://schemas.microsoft.com/office/drawing/2014/main" id="{E45AF9FD-CFF9-0A4F-8AD6-4E1AA7899A6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ardrop 179">
              <a:extLst>
                <a:ext uri="{FF2B5EF4-FFF2-40B4-BE49-F238E27FC236}">
                  <a16:creationId xmlns:a16="http://schemas.microsoft.com/office/drawing/2014/main" id="{0FC9CD47-E639-8F44-8757-58B92CB956F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Teardrop 180">
              <a:extLst>
                <a:ext uri="{FF2B5EF4-FFF2-40B4-BE49-F238E27FC236}">
                  <a16:creationId xmlns:a16="http://schemas.microsoft.com/office/drawing/2014/main" id="{68CB3E9A-8AE5-F447-91E2-F9B5D3EAD928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Teardrop 181">
              <a:extLst>
                <a:ext uri="{FF2B5EF4-FFF2-40B4-BE49-F238E27FC236}">
                  <a16:creationId xmlns:a16="http://schemas.microsoft.com/office/drawing/2014/main" id="{1BA9C974-C684-C644-965C-4C3CEBD635FC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Teardrop 182">
              <a:extLst>
                <a:ext uri="{FF2B5EF4-FFF2-40B4-BE49-F238E27FC236}">
                  <a16:creationId xmlns:a16="http://schemas.microsoft.com/office/drawing/2014/main" id="{4A78E705-280A-9D46-B9BD-436A3C9719A6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3DA7DCB3-5321-EF46-8947-35828352DF2E}"/>
              </a:ext>
            </a:extLst>
          </p:cNvPr>
          <p:cNvSpPr txBox="1"/>
          <p:nvPr/>
        </p:nvSpPr>
        <p:spPr>
          <a:xfrm>
            <a:off x="6964488" y="394507"/>
            <a:ext cx="2028901" cy="461665"/>
          </a:xfrm>
          <a:prstGeom prst="rect">
            <a:avLst/>
          </a:prstGeom>
          <a:solidFill>
            <a:srgbClr val="E1DBB4"/>
          </a:solidFill>
          <a:ln w="254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Arial Rounded MT Bold" panose="020F0704030504030204" pitchFamily="34" charset="77"/>
                <a:cs typeface="Arial" panose="020B0604020202020204" pitchFamily="34" charset="0"/>
              </a:rPr>
              <a:t>Dead Pools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B791D14D-F7C0-FB40-8499-634864A05BC8}"/>
              </a:ext>
            </a:extLst>
          </p:cNvPr>
          <p:cNvSpPr txBox="1"/>
          <p:nvPr/>
        </p:nvSpPr>
        <p:spPr>
          <a:xfrm>
            <a:off x="2686380" y="147560"/>
            <a:ext cx="3874779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Carbon Pools</a:t>
            </a:r>
          </a:p>
        </p:txBody>
      </p:sp>
      <p:sp>
        <p:nvSpPr>
          <p:cNvPr id="117" name="TextBox 51">
            <a:extLst>
              <a:ext uri="{FF2B5EF4-FFF2-40B4-BE49-F238E27FC236}">
                <a16:creationId xmlns:a16="http://schemas.microsoft.com/office/drawing/2014/main" id="{99533DFE-A0B9-9341-9DD5-B940D4C1A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4535" y="5641212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Litter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ACD5A27D-8E5A-F14F-A111-70E01266D15C}"/>
              </a:ext>
            </a:extLst>
          </p:cNvPr>
          <p:cNvSpPr txBox="1"/>
          <p:nvPr/>
        </p:nvSpPr>
        <p:spPr>
          <a:xfrm>
            <a:off x="7602263" y="4034964"/>
            <a:ext cx="1300429" cy="1477328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Vertical distribution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= 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root</a:t>
            </a:r>
          </a:p>
          <a:p>
            <a:pPr algn="ctr"/>
            <a:r>
              <a:rPr lang="en-US" dirty="0">
                <a:solidFill>
                  <a:srgbClr val="4B3118"/>
                </a:solidFill>
                <a:latin typeface="Helvetica"/>
                <a:cs typeface="Helvetica"/>
              </a:rPr>
              <a:t>profile</a:t>
            </a:r>
          </a:p>
        </p:txBody>
      </p:sp>
      <p:graphicFrame>
        <p:nvGraphicFramePr>
          <p:cNvPr id="121" name="Table 120">
            <a:extLst>
              <a:ext uri="{FF2B5EF4-FFF2-40B4-BE49-F238E27FC236}">
                <a16:creationId xmlns:a16="http://schemas.microsoft.com/office/drawing/2014/main" id="{B50A64E0-803A-C54F-8442-07C6661C0128}"/>
              </a:ext>
            </a:extLst>
          </p:cNvPr>
          <p:cNvGraphicFramePr>
            <a:graphicFrameLocks noGrp="1"/>
          </p:cNvGraphicFramePr>
          <p:nvPr/>
        </p:nvGraphicFramePr>
        <p:xfrm>
          <a:off x="3660986" y="887006"/>
          <a:ext cx="5348806" cy="301752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534318">
                  <a:extLst>
                    <a:ext uri="{9D8B030D-6E8A-4147-A177-3AD203B41FA5}">
                      <a16:colId xmlns:a16="http://schemas.microsoft.com/office/drawing/2014/main" val="3211703807"/>
                    </a:ext>
                  </a:extLst>
                </a:gridCol>
                <a:gridCol w="2220686">
                  <a:extLst>
                    <a:ext uri="{9D8B030D-6E8A-4147-A177-3AD203B41FA5}">
                      <a16:colId xmlns:a16="http://schemas.microsoft.com/office/drawing/2014/main" val="1358814294"/>
                    </a:ext>
                  </a:extLst>
                </a:gridCol>
                <a:gridCol w="770708">
                  <a:extLst>
                    <a:ext uri="{9D8B030D-6E8A-4147-A177-3AD203B41FA5}">
                      <a16:colId xmlns:a16="http://schemas.microsoft.com/office/drawing/2014/main" val="4041974837"/>
                    </a:ext>
                  </a:extLst>
                </a:gridCol>
                <a:gridCol w="1018903">
                  <a:extLst>
                    <a:ext uri="{9D8B030D-6E8A-4147-A177-3AD203B41FA5}">
                      <a16:colId xmlns:a16="http://schemas.microsoft.com/office/drawing/2014/main" val="568632476"/>
                    </a:ext>
                  </a:extLst>
                </a:gridCol>
                <a:gridCol w="804191">
                  <a:extLst>
                    <a:ext uri="{9D8B030D-6E8A-4147-A177-3AD203B41FA5}">
                      <a16:colId xmlns:a16="http://schemas.microsoft.com/office/drawing/2014/main" val="12048096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#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Pool Name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Abbr.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Location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Levels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9455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Coarse Dead Biomass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(Standing Dead   -or-</a:t>
                      </a:r>
                    </a:p>
                    <a:p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      Coarse Woody Debris)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CDB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046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Metabolic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MetL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0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Structural Litter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err="1">
                          <a:solidFill>
                            <a:schemeClr val="tx1"/>
                          </a:solidFill>
                        </a:rPr>
                        <a:t>StrL</a:t>
                      </a:r>
                      <a:endParaRPr lang="en-US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Surface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5000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Litter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(Dead Roots)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Slit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2311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Slow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85775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 Armored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Arm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Soil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1DB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3209625"/>
                  </a:ext>
                </a:extLst>
              </a:tr>
            </a:tbl>
          </a:graphicData>
        </a:graphic>
      </p:graphicFrame>
      <p:sp>
        <p:nvSpPr>
          <p:cNvPr id="122" name="TextBox 48">
            <a:extLst>
              <a:ext uri="{FF2B5EF4-FFF2-40B4-BE49-F238E27FC236}">
                <a16:creationId xmlns:a16="http://schemas.microsoft.com/office/drawing/2014/main" id="{B1858A44-AC34-6443-BFF6-1274AAFCF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570" y="5015675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Metabolic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23" name="TextBox 48">
            <a:extLst>
              <a:ext uri="{FF2B5EF4-FFF2-40B4-BE49-F238E27FC236}">
                <a16:creationId xmlns:a16="http://schemas.microsoft.com/office/drawing/2014/main" id="{3A154CE3-4B5D-184C-B781-00D250082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7328" y="5154756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Structural </a:t>
            </a:r>
          </a:p>
          <a:p>
            <a:pPr algn="ctr" eaLnBrk="1" hangingPunct="1"/>
            <a:r>
              <a:rPr lang="en-US" sz="1200" dirty="0"/>
              <a:t>Litter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15AC641-FAC4-164F-A0BF-277F67B24DAB}"/>
              </a:ext>
            </a:extLst>
          </p:cNvPr>
          <p:cNvSpPr txBox="1"/>
          <p:nvPr/>
        </p:nvSpPr>
        <p:spPr>
          <a:xfrm>
            <a:off x="299604" y="2039769"/>
            <a:ext cx="2259849" cy="280076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Heterotrophic  </a:t>
            </a:r>
          </a:p>
          <a:p>
            <a:pPr algn="ctr">
              <a:defRPr/>
            </a:pPr>
            <a:r>
              <a:rPr lang="en-US" sz="1600" dirty="0">
                <a:solidFill>
                  <a:srgbClr val="0070C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600" dirty="0">
              <a:solidFill>
                <a:srgbClr val="0070C0"/>
              </a:solidFill>
              <a:cs typeface="Arial" charset="0"/>
              <a:sym typeface="Wingdings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Plant Available Water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Precipitation</a:t>
            </a:r>
          </a:p>
          <a:p>
            <a:pPr>
              <a:buClr>
                <a:srgbClr val="1F6BA0"/>
              </a:buClr>
              <a:defRPr/>
            </a:pPr>
            <a:r>
              <a:rPr lang="en-US" sz="1600" dirty="0">
                <a:cs typeface="Arial" charset="0"/>
                <a:sym typeface="Wingdings"/>
              </a:rPr>
              <a:t>    - Soil Moisture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Productivity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Temperature (Q10)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2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  <a:sym typeface="Wingdings"/>
              </a:rPr>
              <a:t>Respiration Efficiency</a:t>
            </a:r>
            <a:endParaRPr lang="en-US" sz="1600" dirty="0">
              <a:cs typeface="Arial" charset="0"/>
            </a:endParaRP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 </a:t>
            </a:r>
            <a:r>
              <a:rPr lang="en-US" sz="1600" dirty="0">
                <a:cs typeface="Arial" charset="0"/>
              </a:rPr>
              <a:t>Pool Decay Rate</a:t>
            </a:r>
          </a:p>
          <a:p>
            <a:pPr>
              <a:buClr>
                <a:srgbClr val="1F6BA0"/>
              </a:buClr>
              <a:defRPr/>
            </a:pPr>
            <a:r>
              <a:rPr lang="en-US" sz="1200" dirty="0">
                <a:solidFill>
                  <a:srgbClr val="0070C0"/>
                </a:solidFill>
                <a:cs typeface="Arial" charset="0"/>
                <a:sym typeface="Wingdings"/>
              </a:rPr>
              <a:t>◆</a:t>
            </a:r>
            <a:r>
              <a:rPr lang="en-US" sz="1600" dirty="0">
                <a:cs typeface="Arial" charset="0"/>
                <a:sym typeface="Wingdings"/>
              </a:rPr>
              <a:t> </a:t>
            </a:r>
            <a:r>
              <a:rPr lang="en-US" sz="1600" dirty="0">
                <a:cs typeface="Arial" charset="0"/>
              </a:rPr>
              <a:t>Pool Size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776B784D-945F-8649-A43B-1F76B2B01772}"/>
              </a:ext>
            </a:extLst>
          </p:cNvPr>
          <p:cNvSpPr txBox="1"/>
          <p:nvPr/>
        </p:nvSpPr>
        <p:spPr>
          <a:xfrm>
            <a:off x="162040" y="5154756"/>
            <a:ext cx="1670008" cy="1477328"/>
          </a:xfrm>
          <a:prstGeom prst="rect">
            <a:avLst/>
          </a:prstGeom>
          <a:solidFill>
            <a:srgbClr val="FFFDF1"/>
          </a:solidFill>
          <a:ln w="254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releases carbon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via </a:t>
            </a:r>
          </a:p>
          <a:p>
            <a:pPr algn="ctr"/>
            <a:r>
              <a:rPr lang="en-US" dirty="0">
                <a:solidFill>
                  <a:srgbClr val="9E160D"/>
                </a:solidFill>
              </a:rPr>
              <a:t>heterotrophic</a:t>
            </a:r>
            <a:r>
              <a:rPr lang="en-US" dirty="0">
                <a:solidFill>
                  <a:srgbClr val="4B3118"/>
                </a:solidFill>
              </a:rPr>
              <a:t>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respiration</a:t>
            </a:r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C0C7D12A-DA71-DA47-8721-00F8B1F84D7B}"/>
              </a:ext>
            </a:extLst>
          </p:cNvPr>
          <p:cNvSpPr/>
          <p:nvPr/>
        </p:nvSpPr>
        <p:spPr>
          <a:xfrm>
            <a:off x="3000036" y="4630484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AEA75B99-B708-BD45-97C8-3C4466551205}"/>
              </a:ext>
            </a:extLst>
          </p:cNvPr>
          <p:cNvSpPr/>
          <p:nvPr/>
        </p:nvSpPr>
        <p:spPr>
          <a:xfrm>
            <a:off x="4065197" y="4771295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84D796B8-6AA1-D949-823A-B61191879726}"/>
              </a:ext>
            </a:extLst>
          </p:cNvPr>
          <p:cNvSpPr/>
          <p:nvPr/>
        </p:nvSpPr>
        <p:spPr>
          <a:xfrm>
            <a:off x="6331139" y="4642743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4" name="Freeform 123">
            <a:extLst>
              <a:ext uri="{FF2B5EF4-FFF2-40B4-BE49-F238E27FC236}">
                <a16:creationId xmlns:a16="http://schemas.microsoft.com/office/drawing/2014/main" id="{246FB4B9-73A7-654E-92C6-E7A6C6A0216D}"/>
              </a:ext>
            </a:extLst>
          </p:cNvPr>
          <p:cNvSpPr/>
          <p:nvPr/>
        </p:nvSpPr>
        <p:spPr>
          <a:xfrm>
            <a:off x="5027744" y="530069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5" name="Freeform 124">
            <a:extLst>
              <a:ext uri="{FF2B5EF4-FFF2-40B4-BE49-F238E27FC236}">
                <a16:creationId xmlns:a16="http://schemas.microsoft.com/office/drawing/2014/main" id="{3B364F95-2A94-954B-A524-4329C4205346}"/>
              </a:ext>
            </a:extLst>
          </p:cNvPr>
          <p:cNvSpPr/>
          <p:nvPr/>
        </p:nvSpPr>
        <p:spPr>
          <a:xfrm>
            <a:off x="5558360" y="5700268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D93E0D20-1064-024F-ADB3-CBA9359F4445}"/>
              </a:ext>
            </a:extLst>
          </p:cNvPr>
          <p:cNvSpPr/>
          <p:nvPr/>
        </p:nvSpPr>
        <p:spPr>
          <a:xfrm>
            <a:off x="6357874" y="6058551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ln w="19050">
            <a:solidFill>
              <a:srgbClr val="800000"/>
            </a:solidFill>
            <a:tailEnd type="triangle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DD5025C-7801-384A-A830-8C8689D5D93D}"/>
              </a:ext>
            </a:extLst>
          </p:cNvPr>
          <p:cNvSpPr txBox="1"/>
          <p:nvPr/>
        </p:nvSpPr>
        <p:spPr>
          <a:xfrm>
            <a:off x="568186" y="1127997"/>
            <a:ext cx="2660489" cy="584775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    </a:t>
            </a:r>
            <a:r>
              <a:rPr lang="en-US" sz="1600" dirty="0">
                <a:solidFill>
                  <a:srgbClr val="1F6BA0"/>
                </a:solidFill>
                <a:latin typeface="Arial Rounded MT Bold"/>
                <a:cs typeface="Arial Rounded MT Bold"/>
              </a:rPr>
              <a:t>Dead Transfers</a:t>
            </a:r>
            <a:endParaRPr lang="en-US" sz="1600" dirty="0">
              <a:cs typeface="Arial" charset="0"/>
            </a:endParaRPr>
          </a:p>
          <a:p>
            <a:pPr marL="171450" indent="-171450" algn="ctr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600" dirty="0">
                <a:latin typeface="Helvetica" pitchFamily="2" charset="0"/>
                <a:cs typeface="Arial" charset="0"/>
              </a:rPr>
              <a:t>Respiration Efficiency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6823822-878F-FE44-96E7-05359FE77A42}"/>
              </a:ext>
            </a:extLst>
          </p:cNvPr>
          <p:cNvSpPr txBox="1"/>
          <p:nvPr/>
        </p:nvSpPr>
        <p:spPr>
          <a:xfrm>
            <a:off x="7157388" y="5620480"/>
            <a:ext cx="1878036" cy="1138773"/>
          </a:xfrm>
          <a:prstGeom prst="rect">
            <a:avLst/>
          </a:prstGeom>
          <a:solidFill>
            <a:srgbClr val="FFFDF1"/>
          </a:solidFill>
          <a:ln w="254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4B3118"/>
                </a:solidFill>
              </a:rPr>
              <a:t>Each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>
                <a:solidFill>
                  <a:srgbClr val="4B3118"/>
                </a:solidFill>
              </a:rPr>
              <a:t> pool </a:t>
            </a:r>
          </a:p>
          <a:p>
            <a:pPr algn="ctr"/>
            <a:r>
              <a:rPr lang="en-US" dirty="0">
                <a:solidFill>
                  <a:srgbClr val="4B3118"/>
                </a:solidFill>
              </a:rPr>
              <a:t>transfers carbon</a:t>
            </a:r>
          </a:p>
          <a:p>
            <a:r>
              <a:rPr lang="en-US" sz="1600" dirty="0">
                <a:solidFill>
                  <a:srgbClr val="4B3118"/>
                </a:solidFill>
              </a:rPr>
              <a:t>    </a:t>
            </a:r>
            <a:r>
              <a:rPr lang="en-US" sz="1600" dirty="0">
                <a:solidFill>
                  <a:srgbClr val="9E160D"/>
                </a:solidFill>
              </a:rPr>
              <a:t>-</a:t>
            </a:r>
            <a:r>
              <a:rPr lang="en-US" sz="1600" dirty="0">
                <a:solidFill>
                  <a:srgbClr val="4B3118"/>
                </a:solidFill>
              </a:rPr>
              <a:t> Cascading</a:t>
            </a:r>
          </a:p>
          <a:p>
            <a:r>
              <a:rPr lang="en-US" sz="1600" dirty="0">
                <a:solidFill>
                  <a:srgbClr val="4B3118"/>
                </a:solidFill>
              </a:rPr>
              <a:t>    </a:t>
            </a:r>
            <a:r>
              <a:rPr lang="en-US" sz="1600" dirty="0">
                <a:solidFill>
                  <a:srgbClr val="9E160D"/>
                </a:solidFill>
              </a:rPr>
              <a:t>- </a:t>
            </a:r>
            <a:r>
              <a:rPr lang="en-US" sz="1600" dirty="0">
                <a:solidFill>
                  <a:srgbClr val="4B3118"/>
                </a:solidFill>
              </a:rPr>
              <a:t>Recycling  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A8540773-0BDD-5942-9BAC-4C73A88083A5}"/>
              </a:ext>
            </a:extLst>
          </p:cNvPr>
          <p:cNvSpPr txBox="1"/>
          <p:nvPr/>
        </p:nvSpPr>
        <p:spPr>
          <a:xfrm>
            <a:off x="3320965" y="4221160"/>
            <a:ext cx="3125770" cy="33855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9E160D"/>
                </a:solidFill>
                <a:latin typeface="Helvetica"/>
                <a:cs typeface="Helvetica"/>
              </a:rPr>
              <a:t>PFT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specific transfer fractions</a:t>
            </a:r>
          </a:p>
        </p:txBody>
      </p:sp>
      <p:cxnSp>
        <p:nvCxnSpPr>
          <p:cNvPr id="130" name="Straight Arrow Connector 129">
            <a:extLst>
              <a:ext uri="{FF2B5EF4-FFF2-40B4-BE49-F238E27FC236}">
                <a16:creationId xmlns:a16="http://schemas.microsoft.com/office/drawing/2014/main" id="{30034F09-8AE0-2F47-BF5A-E38FA5C30A4E}"/>
              </a:ext>
            </a:extLst>
          </p:cNvPr>
          <p:cNvCxnSpPr>
            <a:cxnSpLocks/>
          </p:cNvCxnSpPr>
          <p:nvPr/>
        </p:nvCxnSpPr>
        <p:spPr>
          <a:xfrm flipH="1" flipV="1">
            <a:off x="3208845" y="5059269"/>
            <a:ext cx="2365114" cy="13670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87B07DD8-3E47-EF4A-B645-A32CF4E7DA40}"/>
              </a:ext>
            </a:extLst>
          </p:cNvPr>
          <p:cNvCxnSpPr>
            <a:cxnSpLocks/>
            <a:endCxn id="123" idx="3"/>
          </p:cNvCxnSpPr>
          <p:nvPr/>
        </p:nvCxnSpPr>
        <p:spPr>
          <a:xfrm flipH="1">
            <a:off x="4250528" y="5088232"/>
            <a:ext cx="1307834" cy="297357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50">
            <a:extLst>
              <a:ext uri="{FF2B5EF4-FFF2-40B4-BE49-F238E27FC236}">
                <a16:creationId xmlns:a16="http://schemas.microsoft.com/office/drawing/2014/main" id="{B1692174-3006-2749-B33A-DFEAB23BF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295" y="5019893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dirty="0"/>
              <a:t>Coarse Dead</a:t>
            </a:r>
          </a:p>
          <a:p>
            <a:pPr algn="ctr" eaLnBrk="1" hangingPunct="1"/>
            <a:r>
              <a:rPr lang="en-US" sz="1200" dirty="0"/>
              <a:t>Biomass</a:t>
            </a:r>
          </a:p>
        </p:txBody>
      </p: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3F6FAA5D-B068-9C44-92E3-06E86BC01EAF}"/>
              </a:ext>
            </a:extLst>
          </p:cNvPr>
          <p:cNvCxnSpPr>
            <a:cxnSpLocks/>
          </p:cNvCxnSpPr>
          <p:nvPr/>
        </p:nvCxnSpPr>
        <p:spPr>
          <a:xfrm>
            <a:off x="2827558" y="5448424"/>
            <a:ext cx="988976" cy="801500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3" name="Elbow Connector 132">
            <a:extLst>
              <a:ext uri="{FF2B5EF4-FFF2-40B4-BE49-F238E27FC236}">
                <a16:creationId xmlns:a16="http://schemas.microsoft.com/office/drawing/2014/main" id="{98410046-A56A-D747-83A4-31E2B11D0AD6}"/>
              </a:ext>
            </a:extLst>
          </p:cNvPr>
          <p:cNvCxnSpPr>
            <a:cxnSpLocks/>
            <a:stCxn id="123" idx="2"/>
            <a:endCxn id="118" idx="1"/>
          </p:cNvCxnSpPr>
          <p:nvPr/>
        </p:nvCxnSpPr>
        <p:spPr>
          <a:xfrm rot="16200000" flipH="1">
            <a:off x="4106803" y="5338545"/>
            <a:ext cx="613867" cy="1169617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4" name="Elbow Connector 133">
            <a:extLst>
              <a:ext uri="{FF2B5EF4-FFF2-40B4-BE49-F238E27FC236}">
                <a16:creationId xmlns:a16="http://schemas.microsoft.com/office/drawing/2014/main" id="{EBC8FB38-8BFA-D34C-A627-CF6FFA3E5249}"/>
              </a:ext>
            </a:extLst>
          </p:cNvPr>
          <p:cNvCxnSpPr/>
          <p:nvPr/>
        </p:nvCxnSpPr>
        <p:spPr>
          <a:xfrm rot="16200000" flipV="1">
            <a:off x="5369432" y="5732029"/>
            <a:ext cx="684490" cy="860426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Elbow Connector 134">
            <a:extLst>
              <a:ext uri="{FF2B5EF4-FFF2-40B4-BE49-F238E27FC236}">
                <a16:creationId xmlns:a16="http://schemas.microsoft.com/office/drawing/2014/main" id="{00E09F2F-514F-EE40-A1C3-A5962FD5F907}"/>
              </a:ext>
            </a:extLst>
          </p:cNvPr>
          <p:cNvCxnSpPr/>
          <p:nvPr/>
        </p:nvCxnSpPr>
        <p:spPr>
          <a:xfrm rot="16200000" flipH="1">
            <a:off x="5375822" y="6407880"/>
            <a:ext cx="223451" cy="171266"/>
          </a:xfrm>
          <a:prstGeom prst="bentConnector2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Arrow Connector 135">
            <a:extLst>
              <a:ext uri="{FF2B5EF4-FFF2-40B4-BE49-F238E27FC236}">
                <a16:creationId xmlns:a16="http://schemas.microsoft.com/office/drawing/2014/main" id="{12AE5913-8052-D844-8802-52FA59F5A634}"/>
              </a:ext>
            </a:extLst>
          </p:cNvPr>
          <p:cNvCxnSpPr>
            <a:cxnSpLocks/>
            <a:stCxn id="117" idx="2"/>
          </p:cNvCxnSpPr>
          <p:nvPr/>
        </p:nvCxnSpPr>
        <p:spPr>
          <a:xfrm>
            <a:off x="4858079" y="5917437"/>
            <a:ext cx="150307" cy="187324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Arrow Connector 138">
            <a:extLst>
              <a:ext uri="{FF2B5EF4-FFF2-40B4-BE49-F238E27FC236}">
                <a16:creationId xmlns:a16="http://schemas.microsoft.com/office/drawing/2014/main" id="{297CC248-054A-7449-974E-EE1966F1A303}"/>
              </a:ext>
            </a:extLst>
          </p:cNvPr>
          <p:cNvCxnSpPr>
            <a:cxnSpLocks/>
            <a:stCxn id="118" idx="0"/>
          </p:cNvCxnSpPr>
          <p:nvPr/>
        </p:nvCxnSpPr>
        <p:spPr>
          <a:xfrm flipH="1" flipV="1">
            <a:off x="5139215" y="5863874"/>
            <a:ext cx="272264" cy="227914"/>
          </a:xfrm>
          <a:prstGeom prst="straightConnector1">
            <a:avLst/>
          </a:prstGeom>
          <a:ln w="28575">
            <a:solidFill>
              <a:schemeClr val="tx1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TextBox 52">
            <a:extLst>
              <a:ext uri="{FF2B5EF4-FFF2-40B4-BE49-F238E27FC236}">
                <a16:creationId xmlns:a16="http://schemas.microsoft.com/office/drawing/2014/main" id="{AE66E517-7662-D146-9DB7-FD45487DC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545" y="6091788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Slow</a:t>
            </a:r>
          </a:p>
        </p:txBody>
      </p:sp>
      <p:sp>
        <p:nvSpPr>
          <p:cNvPr id="119" name="TextBox 53">
            <a:extLst>
              <a:ext uri="{FF2B5EF4-FFF2-40B4-BE49-F238E27FC236}">
                <a16:creationId xmlns:a16="http://schemas.microsoft.com/office/drawing/2014/main" id="{9E952682-8AC8-7E40-897D-ECCE762D5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8190" y="6458057"/>
            <a:ext cx="1062663" cy="276999"/>
          </a:xfrm>
          <a:prstGeom prst="rect">
            <a:avLst/>
          </a:prstGeom>
          <a:solidFill>
            <a:srgbClr val="E1DCB2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200" dirty="0"/>
              <a:t>Soil Armored</a:t>
            </a:r>
          </a:p>
        </p:txBody>
      </p:sp>
    </p:spTree>
    <p:extLst>
      <p:ext uri="{BB962C8B-B14F-4D97-AF65-F5344CB8AC3E}">
        <p14:creationId xmlns:p14="http://schemas.microsoft.com/office/powerpoint/2010/main" val="22126203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D0C30CD5-671F-504D-9840-5F3E128F2BB0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190" name="Freeform 189">
            <a:extLst>
              <a:ext uri="{FF2B5EF4-FFF2-40B4-BE49-F238E27FC236}">
                <a16:creationId xmlns:a16="http://schemas.microsoft.com/office/drawing/2014/main" id="{97312A15-20B8-A64A-B127-D0022F8B4D62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riangle 190">
            <a:extLst>
              <a:ext uri="{FF2B5EF4-FFF2-40B4-BE49-F238E27FC236}">
                <a16:creationId xmlns:a16="http://schemas.microsoft.com/office/drawing/2014/main" id="{6BE4C75F-39DB-7F42-B88F-B6D0049338B7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Triangle 263">
            <a:extLst>
              <a:ext uri="{FF2B5EF4-FFF2-40B4-BE49-F238E27FC236}">
                <a16:creationId xmlns:a16="http://schemas.microsoft.com/office/drawing/2014/main" id="{AB4622F0-153A-9541-BECA-F789C8688F4D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Triangle 264">
            <a:extLst>
              <a:ext uri="{FF2B5EF4-FFF2-40B4-BE49-F238E27FC236}">
                <a16:creationId xmlns:a16="http://schemas.microsoft.com/office/drawing/2014/main" id="{BDFC7A9A-DB5C-6E42-89B6-D76B15BBC232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Triangle 264">
            <a:extLst>
              <a:ext uri="{FF2B5EF4-FFF2-40B4-BE49-F238E27FC236}">
                <a16:creationId xmlns:a16="http://schemas.microsoft.com/office/drawing/2014/main" id="{0A68E232-21F0-004F-9B6E-F210E5BFED0E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Triangle 194">
            <a:extLst>
              <a:ext uri="{FF2B5EF4-FFF2-40B4-BE49-F238E27FC236}">
                <a16:creationId xmlns:a16="http://schemas.microsoft.com/office/drawing/2014/main" id="{7886106B-DFD2-FA4D-98F1-3B2C8ECEE50D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riangle 263">
            <a:extLst>
              <a:ext uri="{FF2B5EF4-FFF2-40B4-BE49-F238E27FC236}">
                <a16:creationId xmlns:a16="http://schemas.microsoft.com/office/drawing/2014/main" id="{FC7884AC-8A4A-5B41-B935-B41FBFC0DAC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Triangle 264">
            <a:extLst>
              <a:ext uri="{FF2B5EF4-FFF2-40B4-BE49-F238E27FC236}">
                <a16:creationId xmlns:a16="http://schemas.microsoft.com/office/drawing/2014/main" id="{17371019-A0E6-BC43-AD82-32846B5F992D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B9E9F198-8D27-4743-B1A7-64C87298D6A3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Triangle 264">
            <a:extLst>
              <a:ext uri="{FF2B5EF4-FFF2-40B4-BE49-F238E27FC236}">
                <a16:creationId xmlns:a16="http://schemas.microsoft.com/office/drawing/2014/main" id="{27D3F780-C555-0642-B14A-8547E5C21012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Triangle 264">
            <a:extLst>
              <a:ext uri="{FF2B5EF4-FFF2-40B4-BE49-F238E27FC236}">
                <a16:creationId xmlns:a16="http://schemas.microsoft.com/office/drawing/2014/main" id="{E983BF94-3A74-F54A-A6C6-B7BCBC5C9270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Triangle 264">
            <a:extLst>
              <a:ext uri="{FF2B5EF4-FFF2-40B4-BE49-F238E27FC236}">
                <a16:creationId xmlns:a16="http://schemas.microsoft.com/office/drawing/2014/main" id="{408882B5-5479-5B40-B943-884DB22B3489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6E987418-1944-734D-B400-6A6D224053AF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3" name="TextBox 27">
            <a:extLst>
              <a:ext uri="{FF2B5EF4-FFF2-40B4-BE49-F238E27FC236}">
                <a16:creationId xmlns:a16="http://schemas.microsoft.com/office/drawing/2014/main" id="{E5DEFECC-394A-FB4E-BB54-58E78569F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204" name="TextBox 34">
            <a:extLst>
              <a:ext uri="{FF2B5EF4-FFF2-40B4-BE49-F238E27FC236}">
                <a16:creationId xmlns:a16="http://schemas.microsoft.com/office/drawing/2014/main" id="{DFB2B4FE-F5DF-C54F-9687-02C3C59C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cxnSp>
        <p:nvCxnSpPr>
          <p:cNvPr id="233" name="Straight Arrow Connector 232">
            <a:extLst>
              <a:ext uri="{FF2B5EF4-FFF2-40B4-BE49-F238E27FC236}">
                <a16:creationId xmlns:a16="http://schemas.microsoft.com/office/drawing/2014/main" id="{D0C45913-46B2-954A-B89A-205FC9F6C527}"/>
              </a:ext>
            </a:extLst>
          </p:cNvPr>
          <p:cNvCxnSpPr>
            <a:cxnSpLocks/>
            <a:stCxn id="276" idx="2"/>
          </p:cNvCxnSpPr>
          <p:nvPr/>
        </p:nvCxnSpPr>
        <p:spPr>
          <a:xfrm flipH="1">
            <a:off x="6974575" y="7055494"/>
            <a:ext cx="2054106" cy="1220900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34614EDC-6BAA-F541-8B7E-11BC9ED35330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242" name="Straight Arrow Connector 241">
            <a:extLst>
              <a:ext uri="{FF2B5EF4-FFF2-40B4-BE49-F238E27FC236}">
                <a16:creationId xmlns:a16="http://schemas.microsoft.com/office/drawing/2014/main" id="{4896E308-D7A2-5941-9994-AC1DF7583104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45874" cy="47869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cxnSp>
        <p:nvCxnSpPr>
          <p:cNvPr id="244" name="Straight Arrow Connector 243">
            <a:extLst>
              <a:ext uri="{FF2B5EF4-FFF2-40B4-BE49-F238E27FC236}">
                <a16:creationId xmlns:a16="http://schemas.microsoft.com/office/drawing/2014/main" id="{F9B44E04-A6E6-EF46-BD02-B95339B48C53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5" name="Straight Arrow Connector 244">
            <a:extLst>
              <a:ext uri="{FF2B5EF4-FFF2-40B4-BE49-F238E27FC236}">
                <a16:creationId xmlns:a16="http://schemas.microsoft.com/office/drawing/2014/main" id="{863DA290-545C-CE40-9A63-BD8B1C0EB2D9}"/>
              </a:ext>
            </a:extLst>
          </p:cNvPr>
          <p:cNvCxnSpPr>
            <a:cxnSpLocks/>
          </p:cNvCxnSpPr>
          <p:nvPr/>
        </p:nvCxnSpPr>
        <p:spPr>
          <a:xfrm>
            <a:off x="2878072" y="2537478"/>
            <a:ext cx="1585169" cy="299741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6" name="Straight Arrow Connector 245">
            <a:extLst>
              <a:ext uri="{FF2B5EF4-FFF2-40B4-BE49-F238E27FC236}">
                <a16:creationId xmlns:a16="http://schemas.microsoft.com/office/drawing/2014/main" id="{4FF5D0BD-3FFC-9C45-B114-CF6ED8179CC3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3F57E297-AAFD-9E48-A3AB-05EB899F2A5E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FFC40AA0-AC32-824F-9710-94B6E7A158C9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9" name="Curved Connector 248">
            <a:extLst>
              <a:ext uri="{FF2B5EF4-FFF2-40B4-BE49-F238E27FC236}">
                <a16:creationId xmlns:a16="http://schemas.microsoft.com/office/drawing/2014/main" id="{D381B066-12E4-1942-BDA9-E9B48695DDDA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0FEFBE85-0DCD-D54E-9422-93C43592A929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251" name="Curved Connector 250">
            <a:extLst>
              <a:ext uri="{FF2B5EF4-FFF2-40B4-BE49-F238E27FC236}">
                <a16:creationId xmlns:a16="http://schemas.microsoft.com/office/drawing/2014/main" id="{A6937FF7-9169-4249-8207-1CB64D57502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pic>
        <p:nvPicPr>
          <p:cNvPr id="253" name="Picture 252">
            <a:extLst>
              <a:ext uri="{FF2B5EF4-FFF2-40B4-BE49-F238E27FC236}">
                <a16:creationId xmlns:a16="http://schemas.microsoft.com/office/drawing/2014/main" id="{05D531F1-8182-4840-A918-6C798C2CA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254" name="Picture 253">
            <a:extLst>
              <a:ext uri="{FF2B5EF4-FFF2-40B4-BE49-F238E27FC236}">
                <a16:creationId xmlns:a16="http://schemas.microsoft.com/office/drawing/2014/main" id="{6ED0967B-7566-0047-9093-3B2F408A5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C97A2E7-A36E-5C4C-AA54-C7E8EFEFC897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8E7D028F-4BDB-0C44-B4EE-92B23872E10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0EA088E0-B05A-CC4E-9499-2E59E3493181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5BD372D-5D16-0F4C-9527-D796E959F9D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B4EB83E2-1FAF-6049-ABB3-89A5E0D1D63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9952A796-7050-EA4D-8DC4-F8C37DA1A50A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23BD23A8-CCFF-5045-8DFD-6E41AFD53C1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F1BDCF7C-5577-9E40-A61A-D11A7BDD714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F6D51AA-FA29-5945-A06E-8182571FEA7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672ADB4-470B-B340-99B1-3A4CECF4AB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C10E3CBA-F3EF-DC4C-99FC-AE460354093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9875CE16-3DC4-1A4E-88EA-702A6EE4CB5B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56A8CF9E-DD10-A141-A3B7-C1C810F9015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7145EE7-0572-D345-96F6-410E7CEEAE7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3" name="Rectangle 24">
            <a:extLst>
              <a:ext uri="{FF2B5EF4-FFF2-40B4-BE49-F238E27FC236}">
                <a16:creationId xmlns:a16="http://schemas.microsoft.com/office/drawing/2014/main" id="{49F82D56-C823-F840-AE6B-8B329172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276" name="TextBox 22">
            <a:extLst>
              <a:ext uri="{FF2B5EF4-FFF2-40B4-BE49-F238E27FC236}">
                <a16:creationId xmlns:a16="http://schemas.microsoft.com/office/drawing/2014/main" id="{45037660-16C4-9048-8D5D-93BA230AC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6824" y="3438144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C241A6C-9892-FB4C-86B0-50B53E87241A}"/>
              </a:ext>
            </a:extLst>
          </p:cNvPr>
          <p:cNvGrpSpPr/>
          <p:nvPr/>
        </p:nvGrpSpPr>
        <p:grpSpPr>
          <a:xfrm rot="20275914">
            <a:off x="4415395" y="2993878"/>
            <a:ext cx="319926" cy="404542"/>
            <a:chOff x="3510479" y="1211170"/>
            <a:chExt cx="2079479" cy="2629470"/>
          </a:xfrm>
        </p:grpSpPr>
        <p:sp>
          <p:nvSpPr>
            <p:cNvPr id="280" name="Oval 1">
              <a:extLst>
                <a:ext uri="{FF2B5EF4-FFF2-40B4-BE49-F238E27FC236}">
                  <a16:creationId xmlns:a16="http://schemas.microsoft.com/office/drawing/2014/main" id="{118E0A24-5040-B14E-BD52-80CAF62E1A0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Teardrop 280">
              <a:extLst>
                <a:ext uri="{FF2B5EF4-FFF2-40B4-BE49-F238E27FC236}">
                  <a16:creationId xmlns:a16="http://schemas.microsoft.com/office/drawing/2014/main" id="{E6E22E59-C455-0D46-8F24-6FC774589C23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Teardrop 281">
              <a:extLst>
                <a:ext uri="{FF2B5EF4-FFF2-40B4-BE49-F238E27FC236}">
                  <a16:creationId xmlns:a16="http://schemas.microsoft.com/office/drawing/2014/main" id="{1C6FF3EB-9160-C442-A28E-29496CDCB2E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Teardrop 282">
              <a:extLst>
                <a:ext uri="{FF2B5EF4-FFF2-40B4-BE49-F238E27FC236}">
                  <a16:creationId xmlns:a16="http://schemas.microsoft.com/office/drawing/2014/main" id="{22C322B0-C8C1-8644-A5E6-97100BF9D76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Teardrop 283">
              <a:extLst>
                <a:ext uri="{FF2B5EF4-FFF2-40B4-BE49-F238E27FC236}">
                  <a16:creationId xmlns:a16="http://schemas.microsoft.com/office/drawing/2014/main" id="{8D4F2E9A-6CC2-C54B-8818-6E1A34B3A30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ardrop 284">
              <a:extLst>
                <a:ext uri="{FF2B5EF4-FFF2-40B4-BE49-F238E27FC236}">
                  <a16:creationId xmlns:a16="http://schemas.microsoft.com/office/drawing/2014/main" id="{5156F7D4-FC4A-DB41-B1D0-5A22D562321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Teardrop 285">
              <a:extLst>
                <a:ext uri="{FF2B5EF4-FFF2-40B4-BE49-F238E27FC236}">
                  <a16:creationId xmlns:a16="http://schemas.microsoft.com/office/drawing/2014/main" id="{4458BF42-FE74-3A40-A387-B6B022F086F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Teardrop 286">
              <a:extLst>
                <a:ext uri="{FF2B5EF4-FFF2-40B4-BE49-F238E27FC236}">
                  <a16:creationId xmlns:a16="http://schemas.microsoft.com/office/drawing/2014/main" id="{08F42385-CD16-BB48-86F5-1EC0D09B830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Teardrop 287">
              <a:extLst>
                <a:ext uri="{FF2B5EF4-FFF2-40B4-BE49-F238E27FC236}">
                  <a16:creationId xmlns:a16="http://schemas.microsoft.com/office/drawing/2014/main" id="{102BC43A-9711-8142-B65B-F05767BD5F8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Teardrop 288">
              <a:extLst>
                <a:ext uri="{FF2B5EF4-FFF2-40B4-BE49-F238E27FC236}">
                  <a16:creationId xmlns:a16="http://schemas.microsoft.com/office/drawing/2014/main" id="{5246DC75-8EA3-0E46-9F76-9B4DFA21C3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Teardrop 289">
              <a:extLst>
                <a:ext uri="{FF2B5EF4-FFF2-40B4-BE49-F238E27FC236}">
                  <a16:creationId xmlns:a16="http://schemas.microsoft.com/office/drawing/2014/main" id="{9A71992C-6CC3-A34B-ADBA-0E4245CD284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Teardrop 290">
              <a:extLst>
                <a:ext uri="{FF2B5EF4-FFF2-40B4-BE49-F238E27FC236}">
                  <a16:creationId xmlns:a16="http://schemas.microsoft.com/office/drawing/2014/main" id="{BBB18DFA-C581-4E4E-B02D-DB9D24D090D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Teardrop 291">
              <a:extLst>
                <a:ext uri="{FF2B5EF4-FFF2-40B4-BE49-F238E27FC236}">
                  <a16:creationId xmlns:a16="http://schemas.microsoft.com/office/drawing/2014/main" id="{B54B3D5B-7014-744A-A999-DE4D6B36828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Teardrop 292">
              <a:extLst>
                <a:ext uri="{FF2B5EF4-FFF2-40B4-BE49-F238E27FC236}">
                  <a16:creationId xmlns:a16="http://schemas.microsoft.com/office/drawing/2014/main" id="{81416BA3-8828-0E4A-BF92-A63510964E4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ardrop 293">
              <a:extLst>
                <a:ext uri="{FF2B5EF4-FFF2-40B4-BE49-F238E27FC236}">
                  <a16:creationId xmlns:a16="http://schemas.microsoft.com/office/drawing/2014/main" id="{C1AFAE4C-7D49-A74E-AB6F-D8F27473A0A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Teardrop 294">
              <a:extLst>
                <a:ext uri="{FF2B5EF4-FFF2-40B4-BE49-F238E27FC236}">
                  <a16:creationId xmlns:a16="http://schemas.microsoft.com/office/drawing/2014/main" id="{401742A1-D612-3F4E-AEEC-5E167C707E7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Teardrop 295">
              <a:extLst>
                <a:ext uri="{FF2B5EF4-FFF2-40B4-BE49-F238E27FC236}">
                  <a16:creationId xmlns:a16="http://schemas.microsoft.com/office/drawing/2014/main" id="{C0AA8B57-6D4A-0B4D-A0B6-B77B5BA1A98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Teardrop 296">
              <a:extLst>
                <a:ext uri="{FF2B5EF4-FFF2-40B4-BE49-F238E27FC236}">
                  <a16:creationId xmlns:a16="http://schemas.microsoft.com/office/drawing/2014/main" id="{97DA4F4F-4A3C-F141-B89B-7F50C3B3332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Teardrop 297">
              <a:extLst>
                <a:ext uri="{FF2B5EF4-FFF2-40B4-BE49-F238E27FC236}">
                  <a16:creationId xmlns:a16="http://schemas.microsoft.com/office/drawing/2014/main" id="{88CA7054-1C44-934E-9377-3790ABA6F0E4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Teardrop 298">
              <a:extLst>
                <a:ext uri="{FF2B5EF4-FFF2-40B4-BE49-F238E27FC236}">
                  <a16:creationId xmlns:a16="http://schemas.microsoft.com/office/drawing/2014/main" id="{C57CA265-F3B2-D347-8815-0AF00826A8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Teardrop 299">
              <a:extLst>
                <a:ext uri="{FF2B5EF4-FFF2-40B4-BE49-F238E27FC236}">
                  <a16:creationId xmlns:a16="http://schemas.microsoft.com/office/drawing/2014/main" id="{5E45C52C-AC02-734B-BCEC-3AE9193FB2A5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Teardrop 300">
              <a:extLst>
                <a:ext uri="{FF2B5EF4-FFF2-40B4-BE49-F238E27FC236}">
                  <a16:creationId xmlns:a16="http://schemas.microsoft.com/office/drawing/2014/main" id="{8F9C3947-35F3-6246-9BDC-03633E803F8D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Teardrop 301">
              <a:extLst>
                <a:ext uri="{FF2B5EF4-FFF2-40B4-BE49-F238E27FC236}">
                  <a16:creationId xmlns:a16="http://schemas.microsoft.com/office/drawing/2014/main" id="{B744EB01-8DD0-4241-9F34-DB9E737B194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Teardrop 302">
              <a:extLst>
                <a:ext uri="{FF2B5EF4-FFF2-40B4-BE49-F238E27FC236}">
                  <a16:creationId xmlns:a16="http://schemas.microsoft.com/office/drawing/2014/main" id="{9F7F009D-F99E-6348-872F-7DEE908D0EE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Teardrop 303">
              <a:extLst>
                <a:ext uri="{FF2B5EF4-FFF2-40B4-BE49-F238E27FC236}">
                  <a16:creationId xmlns:a16="http://schemas.microsoft.com/office/drawing/2014/main" id="{0766E097-8D9F-6941-B220-AA1902FDED4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Teardrop 304">
              <a:extLst>
                <a:ext uri="{FF2B5EF4-FFF2-40B4-BE49-F238E27FC236}">
                  <a16:creationId xmlns:a16="http://schemas.microsoft.com/office/drawing/2014/main" id="{975C29CD-44BF-754C-B68D-7633A7428D7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eardrop 305">
              <a:extLst>
                <a:ext uri="{FF2B5EF4-FFF2-40B4-BE49-F238E27FC236}">
                  <a16:creationId xmlns:a16="http://schemas.microsoft.com/office/drawing/2014/main" id="{6610587F-24BA-3045-A948-5E1BAF3609A6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Teardrop 306">
              <a:extLst>
                <a:ext uri="{FF2B5EF4-FFF2-40B4-BE49-F238E27FC236}">
                  <a16:creationId xmlns:a16="http://schemas.microsoft.com/office/drawing/2014/main" id="{C145EA52-B102-6C47-9294-6DEC3D7DC096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Teardrop 307">
              <a:extLst>
                <a:ext uri="{FF2B5EF4-FFF2-40B4-BE49-F238E27FC236}">
                  <a16:creationId xmlns:a16="http://schemas.microsoft.com/office/drawing/2014/main" id="{2C68484C-3F7E-424A-B4B2-74449CB16BB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Teardrop 308">
              <a:extLst>
                <a:ext uri="{FF2B5EF4-FFF2-40B4-BE49-F238E27FC236}">
                  <a16:creationId xmlns:a16="http://schemas.microsoft.com/office/drawing/2014/main" id="{DE0ADE0D-E3F7-AE48-9DAC-36F9116E0CD0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CE6554D-F480-B643-AB85-B76D6739B7E4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311" name="Oval 1">
              <a:extLst>
                <a:ext uri="{FF2B5EF4-FFF2-40B4-BE49-F238E27FC236}">
                  <a16:creationId xmlns:a16="http://schemas.microsoft.com/office/drawing/2014/main" id="{47A80E82-05DE-D74D-B706-001841334C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Teardrop 311">
              <a:extLst>
                <a:ext uri="{FF2B5EF4-FFF2-40B4-BE49-F238E27FC236}">
                  <a16:creationId xmlns:a16="http://schemas.microsoft.com/office/drawing/2014/main" id="{37DA5BC5-538F-124F-9563-7F87166F14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Teardrop 312">
              <a:extLst>
                <a:ext uri="{FF2B5EF4-FFF2-40B4-BE49-F238E27FC236}">
                  <a16:creationId xmlns:a16="http://schemas.microsoft.com/office/drawing/2014/main" id="{6C1E1CD0-84FB-6943-9940-4B138ED13AB1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Teardrop 313">
              <a:extLst>
                <a:ext uri="{FF2B5EF4-FFF2-40B4-BE49-F238E27FC236}">
                  <a16:creationId xmlns:a16="http://schemas.microsoft.com/office/drawing/2014/main" id="{76D6177D-0525-6D4D-A637-C96D803B795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Teardrop 314">
              <a:extLst>
                <a:ext uri="{FF2B5EF4-FFF2-40B4-BE49-F238E27FC236}">
                  <a16:creationId xmlns:a16="http://schemas.microsoft.com/office/drawing/2014/main" id="{B9999F2D-88C9-4E4C-9A9E-DB0B07F72B8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Teardrop 315">
              <a:extLst>
                <a:ext uri="{FF2B5EF4-FFF2-40B4-BE49-F238E27FC236}">
                  <a16:creationId xmlns:a16="http://schemas.microsoft.com/office/drawing/2014/main" id="{362E7F97-CB15-C344-BB4A-80AF88FD4A66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Teardrop 316">
              <a:extLst>
                <a:ext uri="{FF2B5EF4-FFF2-40B4-BE49-F238E27FC236}">
                  <a16:creationId xmlns:a16="http://schemas.microsoft.com/office/drawing/2014/main" id="{7590276A-784F-3943-843F-A9F690468A7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Teardrop 317">
              <a:extLst>
                <a:ext uri="{FF2B5EF4-FFF2-40B4-BE49-F238E27FC236}">
                  <a16:creationId xmlns:a16="http://schemas.microsoft.com/office/drawing/2014/main" id="{1D9272C8-FCD9-A947-9030-D084633C954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Teardrop 318">
              <a:extLst>
                <a:ext uri="{FF2B5EF4-FFF2-40B4-BE49-F238E27FC236}">
                  <a16:creationId xmlns:a16="http://schemas.microsoft.com/office/drawing/2014/main" id="{85C2A1C0-F48F-7544-9563-96CB0419E97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Teardrop 319">
              <a:extLst>
                <a:ext uri="{FF2B5EF4-FFF2-40B4-BE49-F238E27FC236}">
                  <a16:creationId xmlns:a16="http://schemas.microsoft.com/office/drawing/2014/main" id="{0F138C78-74C2-E447-AA7A-457A0395426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Teardrop 320">
              <a:extLst>
                <a:ext uri="{FF2B5EF4-FFF2-40B4-BE49-F238E27FC236}">
                  <a16:creationId xmlns:a16="http://schemas.microsoft.com/office/drawing/2014/main" id="{286E28FE-322C-4841-9919-1B7F65805FE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Teardrop 321">
              <a:extLst>
                <a:ext uri="{FF2B5EF4-FFF2-40B4-BE49-F238E27FC236}">
                  <a16:creationId xmlns:a16="http://schemas.microsoft.com/office/drawing/2014/main" id="{8C656D3E-3A9B-CF4B-9AC3-253A56E49B6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Teardrop 322">
              <a:extLst>
                <a:ext uri="{FF2B5EF4-FFF2-40B4-BE49-F238E27FC236}">
                  <a16:creationId xmlns:a16="http://schemas.microsoft.com/office/drawing/2014/main" id="{54C31DBC-FB7F-0B4D-8BD3-93C5EDA296A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Teardrop 323">
              <a:extLst>
                <a:ext uri="{FF2B5EF4-FFF2-40B4-BE49-F238E27FC236}">
                  <a16:creationId xmlns:a16="http://schemas.microsoft.com/office/drawing/2014/main" id="{BF016B3D-EC16-144F-8FAC-3C6B9B0272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Teardrop 324">
              <a:extLst>
                <a:ext uri="{FF2B5EF4-FFF2-40B4-BE49-F238E27FC236}">
                  <a16:creationId xmlns:a16="http://schemas.microsoft.com/office/drawing/2014/main" id="{1A8817AE-FE69-5E49-A6E8-C2544F5B81E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Teardrop 325">
              <a:extLst>
                <a:ext uri="{FF2B5EF4-FFF2-40B4-BE49-F238E27FC236}">
                  <a16:creationId xmlns:a16="http://schemas.microsoft.com/office/drawing/2014/main" id="{FA92D0F0-ECF2-8F49-AE7E-62DEA004876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Teardrop 326">
              <a:extLst>
                <a:ext uri="{FF2B5EF4-FFF2-40B4-BE49-F238E27FC236}">
                  <a16:creationId xmlns:a16="http://schemas.microsoft.com/office/drawing/2014/main" id="{7343A053-F1E6-AE47-B4B4-48A4B0F74F3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Teardrop 327">
              <a:extLst>
                <a:ext uri="{FF2B5EF4-FFF2-40B4-BE49-F238E27FC236}">
                  <a16:creationId xmlns:a16="http://schemas.microsoft.com/office/drawing/2014/main" id="{1BED6B6D-6A35-9545-B3E9-7EA6A42260B6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Teardrop 328">
              <a:extLst>
                <a:ext uri="{FF2B5EF4-FFF2-40B4-BE49-F238E27FC236}">
                  <a16:creationId xmlns:a16="http://schemas.microsoft.com/office/drawing/2014/main" id="{44B3F517-7946-F34C-A87A-E540E400CF03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Teardrop 329">
              <a:extLst>
                <a:ext uri="{FF2B5EF4-FFF2-40B4-BE49-F238E27FC236}">
                  <a16:creationId xmlns:a16="http://schemas.microsoft.com/office/drawing/2014/main" id="{E6DBBCF9-D96D-474A-9EC6-39F9E6B6E0C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Teardrop 330">
              <a:extLst>
                <a:ext uri="{FF2B5EF4-FFF2-40B4-BE49-F238E27FC236}">
                  <a16:creationId xmlns:a16="http://schemas.microsoft.com/office/drawing/2014/main" id="{D0D0EEB5-1FF4-CA46-8BEF-C8F3A0A6ECB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Teardrop 331">
              <a:extLst>
                <a:ext uri="{FF2B5EF4-FFF2-40B4-BE49-F238E27FC236}">
                  <a16:creationId xmlns:a16="http://schemas.microsoft.com/office/drawing/2014/main" id="{697A74DE-429B-564D-875F-B21775FCE68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Teardrop 332">
              <a:extLst>
                <a:ext uri="{FF2B5EF4-FFF2-40B4-BE49-F238E27FC236}">
                  <a16:creationId xmlns:a16="http://schemas.microsoft.com/office/drawing/2014/main" id="{7E7BAFB5-FAAD-9842-9744-173CE33FA55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Teardrop 333">
              <a:extLst>
                <a:ext uri="{FF2B5EF4-FFF2-40B4-BE49-F238E27FC236}">
                  <a16:creationId xmlns:a16="http://schemas.microsoft.com/office/drawing/2014/main" id="{3D6DAA33-D96E-744A-AFB3-2546ED8999E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Teardrop 334">
              <a:extLst>
                <a:ext uri="{FF2B5EF4-FFF2-40B4-BE49-F238E27FC236}">
                  <a16:creationId xmlns:a16="http://schemas.microsoft.com/office/drawing/2014/main" id="{142A16E4-D21E-3E41-803A-C87FE082212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Teardrop 335">
              <a:extLst>
                <a:ext uri="{FF2B5EF4-FFF2-40B4-BE49-F238E27FC236}">
                  <a16:creationId xmlns:a16="http://schemas.microsoft.com/office/drawing/2014/main" id="{BD64E80E-C749-AE46-8BFD-A863C6AB210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Teardrop 336">
              <a:extLst>
                <a:ext uri="{FF2B5EF4-FFF2-40B4-BE49-F238E27FC236}">
                  <a16:creationId xmlns:a16="http://schemas.microsoft.com/office/drawing/2014/main" id="{861A4ECA-4E08-6447-BED0-971B1FBDE7C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Teardrop 337">
              <a:extLst>
                <a:ext uri="{FF2B5EF4-FFF2-40B4-BE49-F238E27FC236}">
                  <a16:creationId xmlns:a16="http://schemas.microsoft.com/office/drawing/2014/main" id="{DF6F7218-541A-8148-9259-AE97CCF4D28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Teardrop 338">
              <a:extLst>
                <a:ext uri="{FF2B5EF4-FFF2-40B4-BE49-F238E27FC236}">
                  <a16:creationId xmlns:a16="http://schemas.microsoft.com/office/drawing/2014/main" id="{099E587B-078E-B149-A841-5E9DF908813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Teardrop 339">
              <a:extLst>
                <a:ext uri="{FF2B5EF4-FFF2-40B4-BE49-F238E27FC236}">
                  <a16:creationId xmlns:a16="http://schemas.microsoft.com/office/drawing/2014/main" id="{26F40232-5D14-C047-85AD-AAFD14057CC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44542951-0802-F943-BB91-0D8393257731}"/>
              </a:ext>
            </a:extLst>
          </p:cNvPr>
          <p:cNvGrpSpPr/>
          <p:nvPr/>
        </p:nvGrpSpPr>
        <p:grpSpPr>
          <a:xfrm rot="21065350">
            <a:off x="3727049" y="2277700"/>
            <a:ext cx="319926" cy="404542"/>
            <a:chOff x="3510479" y="1211170"/>
            <a:chExt cx="2079479" cy="2629470"/>
          </a:xfrm>
        </p:grpSpPr>
        <p:sp>
          <p:nvSpPr>
            <p:cNvPr id="342" name="Oval 1">
              <a:extLst>
                <a:ext uri="{FF2B5EF4-FFF2-40B4-BE49-F238E27FC236}">
                  <a16:creationId xmlns:a16="http://schemas.microsoft.com/office/drawing/2014/main" id="{DEEBFD23-1032-804E-BCCC-4C29ED63D0DE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Teardrop 342">
              <a:extLst>
                <a:ext uri="{FF2B5EF4-FFF2-40B4-BE49-F238E27FC236}">
                  <a16:creationId xmlns:a16="http://schemas.microsoft.com/office/drawing/2014/main" id="{D1F62268-C431-744F-BCA1-F7EC30587280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Teardrop 343">
              <a:extLst>
                <a:ext uri="{FF2B5EF4-FFF2-40B4-BE49-F238E27FC236}">
                  <a16:creationId xmlns:a16="http://schemas.microsoft.com/office/drawing/2014/main" id="{8E5C2C03-2AC9-6746-8392-D0B7A96115F6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Teardrop 344">
              <a:extLst>
                <a:ext uri="{FF2B5EF4-FFF2-40B4-BE49-F238E27FC236}">
                  <a16:creationId xmlns:a16="http://schemas.microsoft.com/office/drawing/2014/main" id="{734F1A5A-2CCB-CC41-9D7B-2AD6DEE49B6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Teardrop 345">
              <a:extLst>
                <a:ext uri="{FF2B5EF4-FFF2-40B4-BE49-F238E27FC236}">
                  <a16:creationId xmlns:a16="http://schemas.microsoft.com/office/drawing/2014/main" id="{0A2AE20D-8870-C846-8978-533703FCB685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Teardrop 346">
              <a:extLst>
                <a:ext uri="{FF2B5EF4-FFF2-40B4-BE49-F238E27FC236}">
                  <a16:creationId xmlns:a16="http://schemas.microsoft.com/office/drawing/2014/main" id="{1A2B8EEF-5EF3-D240-BBAB-FAB6FD1C5B2F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Teardrop 347">
              <a:extLst>
                <a:ext uri="{FF2B5EF4-FFF2-40B4-BE49-F238E27FC236}">
                  <a16:creationId xmlns:a16="http://schemas.microsoft.com/office/drawing/2014/main" id="{90C425E0-1943-0341-9C6B-D4432825AF3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Teardrop 348">
              <a:extLst>
                <a:ext uri="{FF2B5EF4-FFF2-40B4-BE49-F238E27FC236}">
                  <a16:creationId xmlns:a16="http://schemas.microsoft.com/office/drawing/2014/main" id="{84B36064-F3DA-D042-9225-8B874F41C70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Teardrop 349">
              <a:extLst>
                <a:ext uri="{FF2B5EF4-FFF2-40B4-BE49-F238E27FC236}">
                  <a16:creationId xmlns:a16="http://schemas.microsoft.com/office/drawing/2014/main" id="{FCB87DDF-042B-5042-B219-8E4B6C992DB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Teardrop 350">
              <a:extLst>
                <a:ext uri="{FF2B5EF4-FFF2-40B4-BE49-F238E27FC236}">
                  <a16:creationId xmlns:a16="http://schemas.microsoft.com/office/drawing/2014/main" id="{C55B24D1-9B2B-3543-8E35-97AF44695EA7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Teardrop 351">
              <a:extLst>
                <a:ext uri="{FF2B5EF4-FFF2-40B4-BE49-F238E27FC236}">
                  <a16:creationId xmlns:a16="http://schemas.microsoft.com/office/drawing/2014/main" id="{737EAE35-4443-3041-A531-3A4B05BFC83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Teardrop 352">
              <a:extLst>
                <a:ext uri="{FF2B5EF4-FFF2-40B4-BE49-F238E27FC236}">
                  <a16:creationId xmlns:a16="http://schemas.microsoft.com/office/drawing/2014/main" id="{5F12AF31-62DC-AB43-831D-BEA19A5B45D4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Teardrop 353">
              <a:extLst>
                <a:ext uri="{FF2B5EF4-FFF2-40B4-BE49-F238E27FC236}">
                  <a16:creationId xmlns:a16="http://schemas.microsoft.com/office/drawing/2014/main" id="{61B44B8C-D403-BA42-9B4D-24BCB527BFF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Teardrop 354">
              <a:extLst>
                <a:ext uri="{FF2B5EF4-FFF2-40B4-BE49-F238E27FC236}">
                  <a16:creationId xmlns:a16="http://schemas.microsoft.com/office/drawing/2014/main" id="{F15F15F1-DDF8-3642-A580-8A15175A4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Teardrop 355">
              <a:extLst>
                <a:ext uri="{FF2B5EF4-FFF2-40B4-BE49-F238E27FC236}">
                  <a16:creationId xmlns:a16="http://schemas.microsoft.com/office/drawing/2014/main" id="{5EF5EA95-B195-0841-B757-8B5F808697B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Teardrop 356">
              <a:extLst>
                <a:ext uri="{FF2B5EF4-FFF2-40B4-BE49-F238E27FC236}">
                  <a16:creationId xmlns:a16="http://schemas.microsoft.com/office/drawing/2014/main" id="{956767A7-CD73-3B47-AB05-A07B09E8889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Teardrop 357">
              <a:extLst>
                <a:ext uri="{FF2B5EF4-FFF2-40B4-BE49-F238E27FC236}">
                  <a16:creationId xmlns:a16="http://schemas.microsoft.com/office/drawing/2014/main" id="{A4761FBD-680D-DE4B-8869-AB851C0D1177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ardrop 358">
              <a:extLst>
                <a:ext uri="{FF2B5EF4-FFF2-40B4-BE49-F238E27FC236}">
                  <a16:creationId xmlns:a16="http://schemas.microsoft.com/office/drawing/2014/main" id="{274CBE3B-94DC-0541-97C4-BCC12A66A308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Teardrop 359">
              <a:extLst>
                <a:ext uri="{FF2B5EF4-FFF2-40B4-BE49-F238E27FC236}">
                  <a16:creationId xmlns:a16="http://schemas.microsoft.com/office/drawing/2014/main" id="{0B261A26-966F-D347-878B-4DA1AB2BE1F9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Teardrop 360">
              <a:extLst>
                <a:ext uri="{FF2B5EF4-FFF2-40B4-BE49-F238E27FC236}">
                  <a16:creationId xmlns:a16="http://schemas.microsoft.com/office/drawing/2014/main" id="{25046AC9-5972-F745-AC3D-5228750EDD5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Teardrop 361">
              <a:extLst>
                <a:ext uri="{FF2B5EF4-FFF2-40B4-BE49-F238E27FC236}">
                  <a16:creationId xmlns:a16="http://schemas.microsoft.com/office/drawing/2014/main" id="{A801EB53-CFD2-B74E-B7C2-9C2C32475C6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Teardrop 362">
              <a:extLst>
                <a:ext uri="{FF2B5EF4-FFF2-40B4-BE49-F238E27FC236}">
                  <a16:creationId xmlns:a16="http://schemas.microsoft.com/office/drawing/2014/main" id="{15F52621-2B59-9C43-A2A7-74900D7F4C1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Teardrop 363">
              <a:extLst>
                <a:ext uri="{FF2B5EF4-FFF2-40B4-BE49-F238E27FC236}">
                  <a16:creationId xmlns:a16="http://schemas.microsoft.com/office/drawing/2014/main" id="{4E44A1C8-36C5-6A43-9606-BFEBE04D94D3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Teardrop 364">
              <a:extLst>
                <a:ext uri="{FF2B5EF4-FFF2-40B4-BE49-F238E27FC236}">
                  <a16:creationId xmlns:a16="http://schemas.microsoft.com/office/drawing/2014/main" id="{1824533D-4A3F-3C43-A16D-9B3054068C6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Teardrop 365">
              <a:extLst>
                <a:ext uri="{FF2B5EF4-FFF2-40B4-BE49-F238E27FC236}">
                  <a16:creationId xmlns:a16="http://schemas.microsoft.com/office/drawing/2014/main" id="{7E645C33-CA0F-634C-B0D6-0333180AD7CE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Teardrop 366">
              <a:extLst>
                <a:ext uri="{FF2B5EF4-FFF2-40B4-BE49-F238E27FC236}">
                  <a16:creationId xmlns:a16="http://schemas.microsoft.com/office/drawing/2014/main" id="{0513C3EE-7FBC-2C47-88FD-24ED432CABA9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Teardrop 367">
              <a:extLst>
                <a:ext uri="{FF2B5EF4-FFF2-40B4-BE49-F238E27FC236}">
                  <a16:creationId xmlns:a16="http://schemas.microsoft.com/office/drawing/2014/main" id="{8FF64E32-907B-FA41-A867-CCEA22FFBFC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Teardrop 368">
              <a:extLst>
                <a:ext uri="{FF2B5EF4-FFF2-40B4-BE49-F238E27FC236}">
                  <a16:creationId xmlns:a16="http://schemas.microsoft.com/office/drawing/2014/main" id="{A9ADD112-5CE1-A842-AE2B-70F89A1380BD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Teardrop 369">
              <a:extLst>
                <a:ext uri="{FF2B5EF4-FFF2-40B4-BE49-F238E27FC236}">
                  <a16:creationId xmlns:a16="http://schemas.microsoft.com/office/drawing/2014/main" id="{D5DA5B69-586E-214B-B467-39F0306F70A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Teardrop 370">
              <a:extLst>
                <a:ext uri="{FF2B5EF4-FFF2-40B4-BE49-F238E27FC236}">
                  <a16:creationId xmlns:a16="http://schemas.microsoft.com/office/drawing/2014/main" id="{FA6F4CA3-02D0-3C4E-B21A-2724E190EE1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72" name="TextBox 27">
            <a:extLst>
              <a:ext uri="{FF2B5EF4-FFF2-40B4-BE49-F238E27FC236}">
                <a16:creationId xmlns:a16="http://schemas.microsoft.com/office/drawing/2014/main" id="{D8ED8AF3-5AEC-9543-93A4-04CEF511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pic>
        <p:nvPicPr>
          <p:cNvPr id="374" name="Picture 373">
            <a:extLst>
              <a:ext uri="{FF2B5EF4-FFF2-40B4-BE49-F238E27FC236}">
                <a16:creationId xmlns:a16="http://schemas.microsoft.com/office/drawing/2014/main" id="{5EBF7225-9655-2941-BBEA-3D264BFD2A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375" name="TextBox 374">
            <a:extLst>
              <a:ext uri="{FF2B5EF4-FFF2-40B4-BE49-F238E27FC236}">
                <a16:creationId xmlns:a16="http://schemas.microsoft.com/office/drawing/2014/main" id="{34D4AFAF-5AD6-9642-ADC5-FE2DCAEAA770}"/>
              </a:ext>
            </a:extLst>
          </p:cNvPr>
          <p:cNvSpPr txBox="1"/>
          <p:nvPr/>
        </p:nvSpPr>
        <p:spPr>
          <a:xfrm>
            <a:off x="2458019" y="1068432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290A4826-5732-D843-BCF1-C1DE55E6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7710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sp>
        <p:nvSpPr>
          <p:cNvPr id="252" name="TextBox 130">
            <a:extLst>
              <a:ext uri="{FF2B5EF4-FFF2-40B4-BE49-F238E27FC236}">
                <a16:creationId xmlns:a16="http://schemas.microsoft.com/office/drawing/2014/main" id="{EC3DA4FD-C169-4D4D-B483-FB26C0171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42C382E-6E3C-6D41-9117-3640037D5034}"/>
              </a:ext>
            </a:extLst>
          </p:cNvPr>
          <p:cNvSpPr txBox="1"/>
          <p:nvPr/>
        </p:nvSpPr>
        <p:spPr>
          <a:xfrm>
            <a:off x="1301094" y="59807"/>
            <a:ext cx="2991931" cy="923330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Helvetica" pitchFamily="2" charset="0"/>
              </a:rPr>
              <a:t>Carbon taken up during photosynthesis is allocated to the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b="1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live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dirty="0">
                <a:latin typeface="Helvetica" pitchFamily="2" charset="0"/>
              </a:rPr>
              <a:t>pools.</a:t>
            </a:r>
          </a:p>
        </p:txBody>
      </p:sp>
    </p:spTree>
    <p:extLst>
      <p:ext uri="{BB962C8B-B14F-4D97-AF65-F5344CB8AC3E}">
        <p14:creationId xmlns:p14="http://schemas.microsoft.com/office/powerpoint/2010/main" val="245194469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Freeform 375">
            <a:extLst>
              <a:ext uri="{FF2B5EF4-FFF2-40B4-BE49-F238E27FC236}">
                <a16:creationId xmlns:a16="http://schemas.microsoft.com/office/drawing/2014/main" id="{632F6326-5186-B34F-AFE4-8FB6C1763A63}"/>
              </a:ext>
            </a:extLst>
          </p:cNvPr>
          <p:cNvSpPr/>
          <p:nvPr/>
        </p:nvSpPr>
        <p:spPr>
          <a:xfrm rot="18086153" flipH="1">
            <a:off x="6709630" y="2724162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ln w="19050"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D0C30CD5-671F-504D-9840-5F3E128F2BB0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190" name="Freeform 189">
            <a:extLst>
              <a:ext uri="{FF2B5EF4-FFF2-40B4-BE49-F238E27FC236}">
                <a16:creationId xmlns:a16="http://schemas.microsoft.com/office/drawing/2014/main" id="{97312A15-20B8-A64A-B127-D0022F8B4D62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riangle 190">
            <a:extLst>
              <a:ext uri="{FF2B5EF4-FFF2-40B4-BE49-F238E27FC236}">
                <a16:creationId xmlns:a16="http://schemas.microsoft.com/office/drawing/2014/main" id="{6BE4C75F-39DB-7F42-B88F-B6D0049338B7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Triangle 263">
            <a:extLst>
              <a:ext uri="{FF2B5EF4-FFF2-40B4-BE49-F238E27FC236}">
                <a16:creationId xmlns:a16="http://schemas.microsoft.com/office/drawing/2014/main" id="{AB4622F0-153A-9541-BECA-F789C8688F4D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Triangle 264">
            <a:extLst>
              <a:ext uri="{FF2B5EF4-FFF2-40B4-BE49-F238E27FC236}">
                <a16:creationId xmlns:a16="http://schemas.microsoft.com/office/drawing/2014/main" id="{BDFC7A9A-DB5C-6E42-89B6-D76B15BBC232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Triangle 264">
            <a:extLst>
              <a:ext uri="{FF2B5EF4-FFF2-40B4-BE49-F238E27FC236}">
                <a16:creationId xmlns:a16="http://schemas.microsoft.com/office/drawing/2014/main" id="{0A68E232-21F0-004F-9B6E-F210E5BFED0E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Triangle 194">
            <a:extLst>
              <a:ext uri="{FF2B5EF4-FFF2-40B4-BE49-F238E27FC236}">
                <a16:creationId xmlns:a16="http://schemas.microsoft.com/office/drawing/2014/main" id="{7886106B-DFD2-FA4D-98F1-3B2C8ECEE50D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riangle 263">
            <a:extLst>
              <a:ext uri="{FF2B5EF4-FFF2-40B4-BE49-F238E27FC236}">
                <a16:creationId xmlns:a16="http://schemas.microsoft.com/office/drawing/2014/main" id="{FC7884AC-8A4A-5B41-B935-B41FBFC0DAC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Triangle 264">
            <a:extLst>
              <a:ext uri="{FF2B5EF4-FFF2-40B4-BE49-F238E27FC236}">
                <a16:creationId xmlns:a16="http://schemas.microsoft.com/office/drawing/2014/main" id="{17371019-A0E6-BC43-AD82-32846B5F992D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B9E9F198-8D27-4743-B1A7-64C87298D6A3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Triangle 264">
            <a:extLst>
              <a:ext uri="{FF2B5EF4-FFF2-40B4-BE49-F238E27FC236}">
                <a16:creationId xmlns:a16="http://schemas.microsoft.com/office/drawing/2014/main" id="{27D3F780-C555-0642-B14A-8547E5C21012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Triangle 264">
            <a:extLst>
              <a:ext uri="{FF2B5EF4-FFF2-40B4-BE49-F238E27FC236}">
                <a16:creationId xmlns:a16="http://schemas.microsoft.com/office/drawing/2014/main" id="{E983BF94-3A74-F54A-A6C6-B7BCBC5C9270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Triangle 264">
            <a:extLst>
              <a:ext uri="{FF2B5EF4-FFF2-40B4-BE49-F238E27FC236}">
                <a16:creationId xmlns:a16="http://schemas.microsoft.com/office/drawing/2014/main" id="{408882B5-5479-5B40-B943-884DB22B3489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6E987418-1944-734D-B400-6A6D224053AF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3" name="TextBox 27">
            <a:extLst>
              <a:ext uri="{FF2B5EF4-FFF2-40B4-BE49-F238E27FC236}">
                <a16:creationId xmlns:a16="http://schemas.microsoft.com/office/drawing/2014/main" id="{E5DEFECC-394A-FB4E-BB54-58E78569F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204" name="TextBox 34">
            <a:extLst>
              <a:ext uri="{FF2B5EF4-FFF2-40B4-BE49-F238E27FC236}">
                <a16:creationId xmlns:a16="http://schemas.microsoft.com/office/drawing/2014/main" id="{DFB2B4FE-F5DF-C54F-9687-02C3C59C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sp>
        <p:nvSpPr>
          <p:cNvPr id="214" name="Freeform 213">
            <a:extLst>
              <a:ext uri="{FF2B5EF4-FFF2-40B4-BE49-F238E27FC236}">
                <a16:creationId xmlns:a16="http://schemas.microsoft.com/office/drawing/2014/main" id="{80E4982C-52FB-9D46-B971-A5367165E051}"/>
              </a:ext>
            </a:extLst>
          </p:cNvPr>
          <p:cNvSpPr/>
          <p:nvPr/>
        </p:nvSpPr>
        <p:spPr>
          <a:xfrm>
            <a:off x="5302456" y="5238587"/>
            <a:ext cx="119062" cy="303213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0" name="TextBox 118">
            <a:extLst>
              <a:ext uri="{FF2B5EF4-FFF2-40B4-BE49-F238E27FC236}">
                <a16:creationId xmlns:a16="http://schemas.microsoft.com/office/drawing/2014/main" id="{BA380BA7-D325-794F-8C9C-666FEE754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9772" y="3501674"/>
            <a:ext cx="1839913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70AD47">
                <a:lumMod val="50000"/>
              </a:srgbClr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Autotrophic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Respiration: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Release</a:t>
            </a: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41D23113-D4C7-524B-AE3B-C5FEDDA2316C}"/>
              </a:ext>
            </a:extLst>
          </p:cNvPr>
          <p:cNvSpPr/>
          <p:nvPr/>
        </p:nvSpPr>
        <p:spPr>
          <a:xfrm rot="7999015" flipH="1">
            <a:off x="5255853" y="3452827"/>
            <a:ext cx="207374" cy="48098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22225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 w="25400">
                <a:solidFill>
                  <a:prstClr val="black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3" name="Freeform 222">
            <a:extLst>
              <a:ext uri="{FF2B5EF4-FFF2-40B4-BE49-F238E27FC236}">
                <a16:creationId xmlns:a16="http://schemas.microsoft.com/office/drawing/2014/main" id="{D8ED09F3-EFC8-7240-8D1C-2163B6C22BDD}"/>
              </a:ext>
            </a:extLst>
          </p:cNvPr>
          <p:cNvSpPr/>
          <p:nvPr/>
        </p:nvSpPr>
        <p:spPr>
          <a:xfrm flipH="1">
            <a:off x="5393507" y="4215411"/>
            <a:ext cx="82061" cy="40693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46437B04-1651-204E-9642-AD9554AF07F2}"/>
              </a:ext>
            </a:extLst>
          </p:cNvPr>
          <p:cNvSpPr/>
          <p:nvPr/>
        </p:nvSpPr>
        <p:spPr>
          <a:xfrm flipH="1">
            <a:off x="3918378" y="6025372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33" name="Straight Arrow Connector 232">
            <a:extLst>
              <a:ext uri="{FF2B5EF4-FFF2-40B4-BE49-F238E27FC236}">
                <a16:creationId xmlns:a16="http://schemas.microsoft.com/office/drawing/2014/main" id="{D0C45913-46B2-954A-B89A-205FC9F6C527}"/>
              </a:ext>
            </a:extLst>
          </p:cNvPr>
          <p:cNvCxnSpPr>
            <a:cxnSpLocks/>
            <a:stCxn id="276" idx="2"/>
          </p:cNvCxnSpPr>
          <p:nvPr/>
        </p:nvCxnSpPr>
        <p:spPr>
          <a:xfrm flipH="1">
            <a:off x="6974575" y="7055494"/>
            <a:ext cx="2054106" cy="1220900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6" name="Freeform 235">
            <a:extLst>
              <a:ext uri="{FF2B5EF4-FFF2-40B4-BE49-F238E27FC236}">
                <a16:creationId xmlns:a16="http://schemas.microsoft.com/office/drawing/2014/main" id="{84F22443-42C2-EB4E-AF08-670E7EA9649F}"/>
              </a:ext>
            </a:extLst>
          </p:cNvPr>
          <p:cNvSpPr/>
          <p:nvPr/>
        </p:nvSpPr>
        <p:spPr>
          <a:xfrm rot="20909801" flipH="1">
            <a:off x="2335553" y="3461633"/>
            <a:ext cx="90695" cy="350058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59A98991-33DD-4745-83AB-92B0B8AB58F9}"/>
              </a:ext>
            </a:extLst>
          </p:cNvPr>
          <p:cNvSpPr/>
          <p:nvPr/>
        </p:nvSpPr>
        <p:spPr>
          <a:xfrm rot="18086153" flipH="1">
            <a:off x="6401354" y="2287244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4614EDC-6BAA-F541-8B7E-11BC9ED35330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242" name="Straight Arrow Connector 241">
            <a:extLst>
              <a:ext uri="{FF2B5EF4-FFF2-40B4-BE49-F238E27FC236}">
                <a16:creationId xmlns:a16="http://schemas.microsoft.com/office/drawing/2014/main" id="{4896E308-D7A2-5941-9994-AC1DF7583104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45874" cy="47869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cxnSp>
        <p:nvCxnSpPr>
          <p:cNvPr id="244" name="Straight Arrow Connector 243">
            <a:extLst>
              <a:ext uri="{FF2B5EF4-FFF2-40B4-BE49-F238E27FC236}">
                <a16:creationId xmlns:a16="http://schemas.microsoft.com/office/drawing/2014/main" id="{F9B44E04-A6E6-EF46-BD02-B95339B48C53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5" name="Straight Arrow Connector 244">
            <a:extLst>
              <a:ext uri="{FF2B5EF4-FFF2-40B4-BE49-F238E27FC236}">
                <a16:creationId xmlns:a16="http://schemas.microsoft.com/office/drawing/2014/main" id="{863DA290-545C-CE40-9A63-BD8B1C0EB2D9}"/>
              </a:ext>
            </a:extLst>
          </p:cNvPr>
          <p:cNvCxnSpPr>
            <a:cxnSpLocks/>
          </p:cNvCxnSpPr>
          <p:nvPr/>
        </p:nvCxnSpPr>
        <p:spPr>
          <a:xfrm>
            <a:off x="2880360" y="2542032"/>
            <a:ext cx="1581912" cy="29992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6" name="Straight Arrow Connector 245">
            <a:extLst>
              <a:ext uri="{FF2B5EF4-FFF2-40B4-BE49-F238E27FC236}">
                <a16:creationId xmlns:a16="http://schemas.microsoft.com/office/drawing/2014/main" id="{4FF5D0BD-3FFC-9C45-B114-CF6ED8179CC3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3F57E297-AAFD-9E48-A3AB-05EB899F2A5E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FFC40AA0-AC32-824F-9710-94B6E7A158C9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9" name="Curved Connector 248">
            <a:extLst>
              <a:ext uri="{FF2B5EF4-FFF2-40B4-BE49-F238E27FC236}">
                <a16:creationId xmlns:a16="http://schemas.microsoft.com/office/drawing/2014/main" id="{D381B066-12E4-1942-BDA9-E9B48695DDDA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0FEFBE85-0DCD-D54E-9422-93C43592A929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251" name="Curved Connector 250">
            <a:extLst>
              <a:ext uri="{FF2B5EF4-FFF2-40B4-BE49-F238E27FC236}">
                <a16:creationId xmlns:a16="http://schemas.microsoft.com/office/drawing/2014/main" id="{A6937FF7-9169-4249-8207-1CB64D57502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pic>
        <p:nvPicPr>
          <p:cNvPr id="253" name="Picture 252">
            <a:extLst>
              <a:ext uri="{FF2B5EF4-FFF2-40B4-BE49-F238E27FC236}">
                <a16:creationId xmlns:a16="http://schemas.microsoft.com/office/drawing/2014/main" id="{05D531F1-8182-4840-A918-6C798C2CA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254" name="Picture 253">
            <a:extLst>
              <a:ext uri="{FF2B5EF4-FFF2-40B4-BE49-F238E27FC236}">
                <a16:creationId xmlns:a16="http://schemas.microsoft.com/office/drawing/2014/main" id="{6ED0967B-7566-0047-9093-3B2F408A5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C97A2E7-A36E-5C4C-AA54-C7E8EFEFC897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8E7D028F-4BDB-0C44-B4EE-92B23872E10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0EA088E0-B05A-CC4E-9499-2E59E3493181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5BD372D-5D16-0F4C-9527-D796E959F9D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B4EB83E2-1FAF-6049-ABB3-89A5E0D1D63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9952A796-7050-EA4D-8DC4-F8C37DA1A50A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23BD23A8-CCFF-5045-8DFD-6E41AFD53C1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F1BDCF7C-5577-9E40-A61A-D11A7BDD714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F6D51AA-FA29-5945-A06E-8182571FEA7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672ADB4-470B-B340-99B1-3A4CECF4AB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C10E3CBA-F3EF-DC4C-99FC-AE460354093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9875CE16-3DC4-1A4E-88EA-702A6EE4CB5B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56A8CF9E-DD10-A141-A3B7-C1C810F9015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7145EE7-0572-D345-96F6-410E7CEEAE7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3" name="Rectangle 24">
            <a:extLst>
              <a:ext uri="{FF2B5EF4-FFF2-40B4-BE49-F238E27FC236}">
                <a16:creationId xmlns:a16="http://schemas.microsoft.com/office/drawing/2014/main" id="{49F82D56-C823-F840-AE6B-8B329172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2E75A70-8092-A442-97FB-09CE00A1AD32}"/>
              </a:ext>
            </a:extLst>
          </p:cNvPr>
          <p:cNvSpPr txBox="1"/>
          <p:nvPr/>
        </p:nvSpPr>
        <p:spPr>
          <a:xfrm>
            <a:off x="5013322" y="1589714"/>
            <a:ext cx="2013693" cy="178510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Maintenance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cs typeface="Arial" charset="0"/>
              </a:rPr>
              <a:t> Assimilation Rate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Leaf Area Index (LAI)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High Temperature (Q10)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76" name="TextBox 22">
            <a:extLst>
              <a:ext uri="{FF2B5EF4-FFF2-40B4-BE49-F238E27FC236}">
                <a16:creationId xmlns:a16="http://schemas.microsoft.com/office/drawing/2014/main" id="{45037660-16C4-9048-8D5D-93BA230AC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6824" y="3438144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C241A6C-9892-FB4C-86B0-50B53E87241A}"/>
              </a:ext>
            </a:extLst>
          </p:cNvPr>
          <p:cNvGrpSpPr/>
          <p:nvPr/>
        </p:nvGrpSpPr>
        <p:grpSpPr>
          <a:xfrm rot="20275914">
            <a:off x="4415395" y="2993878"/>
            <a:ext cx="319926" cy="404542"/>
            <a:chOff x="3510479" y="1211170"/>
            <a:chExt cx="2079479" cy="2629470"/>
          </a:xfrm>
        </p:grpSpPr>
        <p:sp>
          <p:nvSpPr>
            <p:cNvPr id="280" name="Oval 1">
              <a:extLst>
                <a:ext uri="{FF2B5EF4-FFF2-40B4-BE49-F238E27FC236}">
                  <a16:creationId xmlns:a16="http://schemas.microsoft.com/office/drawing/2014/main" id="{118E0A24-5040-B14E-BD52-80CAF62E1A0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Teardrop 280">
              <a:extLst>
                <a:ext uri="{FF2B5EF4-FFF2-40B4-BE49-F238E27FC236}">
                  <a16:creationId xmlns:a16="http://schemas.microsoft.com/office/drawing/2014/main" id="{E6E22E59-C455-0D46-8F24-6FC774589C23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Teardrop 281">
              <a:extLst>
                <a:ext uri="{FF2B5EF4-FFF2-40B4-BE49-F238E27FC236}">
                  <a16:creationId xmlns:a16="http://schemas.microsoft.com/office/drawing/2014/main" id="{1C6FF3EB-9160-C442-A28E-29496CDCB2E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Teardrop 282">
              <a:extLst>
                <a:ext uri="{FF2B5EF4-FFF2-40B4-BE49-F238E27FC236}">
                  <a16:creationId xmlns:a16="http://schemas.microsoft.com/office/drawing/2014/main" id="{22C322B0-C8C1-8644-A5E6-97100BF9D76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Teardrop 283">
              <a:extLst>
                <a:ext uri="{FF2B5EF4-FFF2-40B4-BE49-F238E27FC236}">
                  <a16:creationId xmlns:a16="http://schemas.microsoft.com/office/drawing/2014/main" id="{8D4F2E9A-6CC2-C54B-8818-6E1A34B3A30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ardrop 284">
              <a:extLst>
                <a:ext uri="{FF2B5EF4-FFF2-40B4-BE49-F238E27FC236}">
                  <a16:creationId xmlns:a16="http://schemas.microsoft.com/office/drawing/2014/main" id="{5156F7D4-FC4A-DB41-B1D0-5A22D562321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Teardrop 285">
              <a:extLst>
                <a:ext uri="{FF2B5EF4-FFF2-40B4-BE49-F238E27FC236}">
                  <a16:creationId xmlns:a16="http://schemas.microsoft.com/office/drawing/2014/main" id="{4458BF42-FE74-3A40-A387-B6B022F086F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Teardrop 286">
              <a:extLst>
                <a:ext uri="{FF2B5EF4-FFF2-40B4-BE49-F238E27FC236}">
                  <a16:creationId xmlns:a16="http://schemas.microsoft.com/office/drawing/2014/main" id="{08F42385-CD16-BB48-86F5-1EC0D09B830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Teardrop 287">
              <a:extLst>
                <a:ext uri="{FF2B5EF4-FFF2-40B4-BE49-F238E27FC236}">
                  <a16:creationId xmlns:a16="http://schemas.microsoft.com/office/drawing/2014/main" id="{102BC43A-9711-8142-B65B-F05767BD5F8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Teardrop 288">
              <a:extLst>
                <a:ext uri="{FF2B5EF4-FFF2-40B4-BE49-F238E27FC236}">
                  <a16:creationId xmlns:a16="http://schemas.microsoft.com/office/drawing/2014/main" id="{5246DC75-8EA3-0E46-9F76-9B4DFA21C3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Teardrop 289">
              <a:extLst>
                <a:ext uri="{FF2B5EF4-FFF2-40B4-BE49-F238E27FC236}">
                  <a16:creationId xmlns:a16="http://schemas.microsoft.com/office/drawing/2014/main" id="{9A71992C-6CC3-A34B-ADBA-0E4245CD284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Teardrop 290">
              <a:extLst>
                <a:ext uri="{FF2B5EF4-FFF2-40B4-BE49-F238E27FC236}">
                  <a16:creationId xmlns:a16="http://schemas.microsoft.com/office/drawing/2014/main" id="{BBB18DFA-C581-4E4E-B02D-DB9D24D090D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Teardrop 291">
              <a:extLst>
                <a:ext uri="{FF2B5EF4-FFF2-40B4-BE49-F238E27FC236}">
                  <a16:creationId xmlns:a16="http://schemas.microsoft.com/office/drawing/2014/main" id="{B54B3D5B-7014-744A-A999-DE4D6B36828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Teardrop 292">
              <a:extLst>
                <a:ext uri="{FF2B5EF4-FFF2-40B4-BE49-F238E27FC236}">
                  <a16:creationId xmlns:a16="http://schemas.microsoft.com/office/drawing/2014/main" id="{81416BA3-8828-0E4A-BF92-A63510964E4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ardrop 293">
              <a:extLst>
                <a:ext uri="{FF2B5EF4-FFF2-40B4-BE49-F238E27FC236}">
                  <a16:creationId xmlns:a16="http://schemas.microsoft.com/office/drawing/2014/main" id="{C1AFAE4C-7D49-A74E-AB6F-D8F27473A0A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Teardrop 294">
              <a:extLst>
                <a:ext uri="{FF2B5EF4-FFF2-40B4-BE49-F238E27FC236}">
                  <a16:creationId xmlns:a16="http://schemas.microsoft.com/office/drawing/2014/main" id="{401742A1-D612-3F4E-AEEC-5E167C707E7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Teardrop 295">
              <a:extLst>
                <a:ext uri="{FF2B5EF4-FFF2-40B4-BE49-F238E27FC236}">
                  <a16:creationId xmlns:a16="http://schemas.microsoft.com/office/drawing/2014/main" id="{C0AA8B57-6D4A-0B4D-A0B6-B77B5BA1A98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Teardrop 296">
              <a:extLst>
                <a:ext uri="{FF2B5EF4-FFF2-40B4-BE49-F238E27FC236}">
                  <a16:creationId xmlns:a16="http://schemas.microsoft.com/office/drawing/2014/main" id="{97DA4F4F-4A3C-F141-B89B-7F50C3B3332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Teardrop 297">
              <a:extLst>
                <a:ext uri="{FF2B5EF4-FFF2-40B4-BE49-F238E27FC236}">
                  <a16:creationId xmlns:a16="http://schemas.microsoft.com/office/drawing/2014/main" id="{88CA7054-1C44-934E-9377-3790ABA6F0E4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Teardrop 298">
              <a:extLst>
                <a:ext uri="{FF2B5EF4-FFF2-40B4-BE49-F238E27FC236}">
                  <a16:creationId xmlns:a16="http://schemas.microsoft.com/office/drawing/2014/main" id="{C57CA265-F3B2-D347-8815-0AF00826A8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Teardrop 299">
              <a:extLst>
                <a:ext uri="{FF2B5EF4-FFF2-40B4-BE49-F238E27FC236}">
                  <a16:creationId xmlns:a16="http://schemas.microsoft.com/office/drawing/2014/main" id="{5E45C52C-AC02-734B-BCEC-3AE9193FB2A5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Teardrop 300">
              <a:extLst>
                <a:ext uri="{FF2B5EF4-FFF2-40B4-BE49-F238E27FC236}">
                  <a16:creationId xmlns:a16="http://schemas.microsoft.com/office/drawing/2014/main" id="{8F9C3947-35F3-6246-9BDC-03633E803F8D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Teardrop 301">
              <a:extLst>
                <a:ext uri="{FF2B5EF4-FFF2-40B4-BE49-F238E27FC236}">
                  <a16:creationId xmlns:a16="http://schemas.microsoft.com/office/drawing/2014/main" id="{B744EB01-8DD0-4241-9F34-DB9E737B194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Teardrop 302">
              <a:extLst>
                <a:ext uri="{FF2B5EF4-FFF2-40B4-BE49-F238E27FC236}">
                  <a16:creationId xmlns:a16="http://schemas.microsoft.com/office/drawing/2014/main" id="{9F7F009D-F99E-6348-872F-7DEE908D0EE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Teardrop 303">
              <a:extLst>
                <a:ext uri="{FF2B5EF4-FFF2-40B4-BE49-F238E27FC236}">
                  <a16:creationId xmlns:a16="http://schemas.microsoft.com/office/drawing/2014/main" id="{0766E097-8D9F-6941-B220-AA1902FDED4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Teardrop 304">
              <a:extLst>
                <a:ext uri="{FF2B5EF4-FFF2-40B4-BE49-F238E27FC236}">
                  <a16:creationId xmlns:a16="http://schemas.microsoft.com/office/drawing/2014/main" id="{975C29CD-44BF-754C-B68D-7633A7428D7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eardrop 305">
              <a:extLst>
                <a:ext uri="{FF2B5EF4-FFF2-40B4-BE49-F238E27FC236}">
                  <a16:creationId xmlns:a16="http://schemas.microsoft.com/office/drawing/2014/main" id="{6610587F-24BA-3045-A948-5E1BAF3609A6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Teardrop 306">
              <a:extLst>
                <a:ext uri="{FF2B5EF4-FFF2-40B4-BE49-F238E27FC236}">
                  <a16:creationId xmlns:a16="http://schemas.microsoft.com/office/drawing/2014/main" id="{C145EA52-B102-6C47-9294-6DEC3D7DC096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Teardrop 307">
              <a:extLst>
                <a:ext uri="{FF2B5EF4-FFF2-40B4-BE49-F238E27FC236}">
                  <a16:creationId xmlns:a16="http://schemas.microsoft.com/office/drawing/2014/main" id="{2C68484C-3F7E-424A-B4B2-74449CB16BB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Teardrop 308">
              <a:extLst>
                <a:ext uri="{FF2B5EF4-FFF2-40B4-BE49-F238E27FC236}">
                  <a16:creationId xmlns:a16="http://schemas.microsoft.com/office/drawing/2014/main" id="{DE0ADE0D-E3F7-AE48-9DAC-36F9116E0CD0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CE6554D-F480-B643-AB85-B76D6739B7E4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311" name="Oval 1">
              <a:extLst>
                <a:ext uri="{FF2B5EF4-FFF2-40B4-BE49-F238E27FC236}">
                  <a16:creationId xmlns:a16="http://schemas.microsoft.com/office/drawing/2014/main" id="{47A80E82-05DE-D74D-B706-001841334C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Teardrop 311">
              <a:extLst>
                <a:ext uri="{FF2B5EF4-FFF2-40B4-BE49-F238E27FC236}">
                  <a16:creationId xmlns:a16="http://schemas.microsoft.com/office/drawing/2014/main" id="{37DA5BC5-538F-124F-9563-7F87166F14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Teardrop 312">
              <a:extLst>
                <a:ext uri="{FF2B5EF4-FFF2-40B4-BE49-F238E27FC236}">
                  <a16:creationId xmlns:a16="http://schemas.microsoft.com/office/drawing/2014/main" id="{6C1E1CD0-84FB-6943-9940-4B138ED13AB1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Teardrop 313">
              <a:extLst>
                <a:ext uri="{FF2B5EF4-FFF2-40B4-BE49-F238E27FC236}">
                  <a16:creationId xmlns:a16="http://schemas.microsoft.com/office/drawing/2014/main" id="{76D6177D-0525-6D4D-A637-C96D803B795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Teardrop 314">
              <a:extLst>
                <a:ext uri="{FF2B5EF4-FFF2-40B4-BE49-F238E27FC236}">
                  <a16:creationId xmlns:a16="http://schemas.microsoft.com/office/drawing/2014/main" id="{B9999F2D-88C9-4E4C-9A9E-DB0B07F72B8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Teardrop 315">
              <a:extLst>
                <a:ext uri="{FF2B5EF4-FFF2-40B4-BE49-F238E27FC236}">
                  <a16:creationId xmlns:a16="http://schemas.microsoft.com/office/drawing/2014/main" id="{362E7F97-CB15-C344-BB4A-80AF88FD4A66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Teardrop 316">
              <a:extLst>
                <a:ext uri="{FF2B5EF4-FFF2-40B4-BE49-F238E27FC236}">
                  <a16:creationId xmlns:a16="http://schemas.microsoft.com/office/drawing/2014/main" id="{7590276A-784F-3943-843F-A9F690468A7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Teardrop 317">
              <a:extLst>
                <a:ext uri="{FF2B5EF4-FFF2-40B4-BE49-F238E27FC236}">
                  <a16:creationId xmlns:a16="http://schemas.microsoft.com/office/drawing/2014/main" id="{1D9272C8-FCD9-A947-9030-D084633C954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Teardrop 318">
              <a:extLst>
                <a:ext uri="{FF2B5EF4-FFF2-40B4-BE49-F238E27FC236}">
                  <a16:creationId xmlns:a16="http://schemas.microsoft.com/office/drawing/2014/main" id="{85C2A1C0-F48F-7544-9563-96CB0419E97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Teardrop 319">
              <a:extLst>
                <a:ext uri="{FF2B5EF4-FFF2-40B4-BE49-F238E27FC236}">
                  <a16:creationId xmlns:a16="http://schemas.microsoft.com/office/drawing/2014/main" id="{0F138C78-74C2-E447-AA7A-457A0395426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Teardrop 320">
              <a:extLst>
                <a:ext uri="{FF2B5EF4-FFF2-40B4-BE49-F238E27FC236}">
                  <a16:creationId xmlns:a16="http://schemas.microsoft.com/office/drawing/2014/main" id="{286E28FE-322C-4841-9919-1B7F65805FE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Teardrop 321">
              <a:extLst>
                <a:ext uri="{FF2B5EF4-FFF2-40B4-BE49-F238E27FC236}">
                  <a16:creationId xmlns:a16="http://schemas.microsoft.com/office/drawing/2014/main" id="{8C656D3E-3A9B-CF4B-9AC3-253A56E49B6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Teardrop 322">
              <a:extLst>
                <a:ext uri="{FF2B5EF4-FFF2-40B4-BE49-F238E27FC236}">
                  <a16:creationId xmlns:a16="http://schemas.microsoft.com/office/drawing/2014/main" id="{54C31DBC-FB7F-0B4D-8BD3-93C5EDA296A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Teardrop 323">
              <a:extLst>
                <a:ext uri="{FF2B5EF4-FFF2-40B4-BE49-F238E27FC236}">
                  <a16:creationId xmlns:a16="http://schemas.microsoft.com/office/drawing/2014/main" id="{BF016B3D-EC16-144F-8FAC-3C6B9B0272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Teardrop 324">
              <a:extLst>
                <a:ext uri="{FF2B5EF4-FFF2-40B4-BE49-F238E27FC236}">
                  <a16:creationId xmlns:a16="http://schemas.microsoft.com/office/drawing/2014/main" id="{1A8817AE-FE69-5E49-A6E8-C2544F5B81E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Teardrop 325">
              <a:extLst>
                <a:ext uri="{FF2B5EF4-FFF2-40B4-BE49-F238E27FC236}">
                  <a16:creationId xmlns:a16="http://schemas.microsoft.com/office/drawing/2014/main" id="{FA92D0F0-ECF2-8F49-AE7E-62DEA004876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Teardrop 326">
              <a:extLst>
                <a:ext uri="{FF2B5EF4-FFF2-40B4-BE49-F238E27FC236}">
                  <a16:creationId xmlns:a16="http://schemas.microsoft.com/office/drawing/2014/main" id="{7343A053-F1E6-AE47-B4B4-48A4B0F74F3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Teardrop 327">
              <a:extLst>
                <a:ext uri="{FF2B5EF4-FFF2-40B4-BE49-F238E27FC236}">
                  <a16:creationId xmlns:a16="http://schemas.microsoft.com/office/drawing/2014/main" id="{1BED6B6D-6A35-9545-B3E9-7EA6A42260B6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Teardrop 328">
              <a:extLst>
                <a:ext uri="{FF2B5EF4-FFF2-40B4-BE49-F238E27FC236}">
                  <a16:creationId xmlns:a16="http://schemas.microsoft.com/office/drawing/2014/main" id="{44B3F517-7946-F34C-A87A-E540E400CF03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Teardrop 329">
              <a:extLst>
                <a:ext uri="{FF2B5EF4-FFF2-40B4-BE49-F238E27FC236}">
                  <a16:creationId xmlns:a16="http://schemas.microsoft.com/office/drawing/2014/main" id="{E6DBBCF9-D96D-474A-9EC6-39F9E6B6E0C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Teardrop 330">
              <a:extLst>
                <a:ext uri="{FF2B5EF4-FFF2-40B4-BE49-F238E27FC236}">
                  <a16:creationId xmlns:a16="http://schemas.microsoft.com/office/drawing/2014/main" id="{D0D0EEB5-1FF4-CA46-8BEF-C8F3A0A6ECB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Teardrop 331">
              <a:extLst>
                <a:ext uri="{FF2B5EF4-FFF2-40B4-BE49-F238E27FC236}">
                  <a16:creationId xmlns:a16="http://schemas.microsoft.com/office/drawing/2014/main" id="{697A74DE-429B-564D-875F-B21775FCE68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Teardrop 332">
              <a:extLst>
                <a:ext uri="{FF2B5EF4-FFF2-40B4-BE49-F238E27FC236}">
                  <a16:creationId xmlns:a16="http://schemas.microsoft.com/office/drawing/2014/main" id="{7E7BAFB5-FAAD-9842-9744-173CE33FA55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Teardrop 333">
              <a:extLst>
                <a:ext uri="{FF2B5EF4-FFF2-40B4-BE49-F238E27FC236}">
                  <a16:creationId xmlns:a16="http://schemas.microsoft.com/office/drawing/2014/main" id="{3D6DAA33-D96E-744A-AFB3-2546ED8999E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Teardrop 334">
              <a:extLst>
                <a:ext uri="{FF2B5EF4-FFF2-40B4-BE49-F238E27FC236}">
                  <a16:creationId xmlns:a16="http://schemas.microsoft.com/office/drawing/2014/main" id="{142A16E4-D21E-3E41-803A-C87FE082212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Teardrop 335">
              <a:extLst>
                <a:ext uri="{FF2B5EF4-FFF2-40B4-BE49-F238E27FC236}">
                  <a16:creationId xmlns:a16="http://schemas.microsoft.com/office/drawing/2014/main" id="{BD64E80E-C749-AE46-8BFD-A863C6AB210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Teardrop 336">
              <a:extLst>
                <a:ext uri="{FF2B5EF4-FFF2-40B4-BE49-F238E27FC236}">
                  <a16:creationId xmlns:a16="http://schemas.microsoft.com/office/drawing/2014/main" id="{861A4ECA-4E08-6447-BED0-971B1FBDE7C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Teardrop 337">
              <a:extLst>
                <a:ext uri="{FF2B5EF4-FFF2-40B4-BE49-F238E27FC236}">
                  <a16:creationId xmlns:a16="http://schemas.microsoft.com/office/drawing/2014/main" id="{DF6F7218-541A-8148-9259-AE97CCF4D28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Teardrop 338">
              <a:extLst>
                <a:ext uri="{FF2B5EF4-FFF2-40B4-BE49-F238E27FC236}">
                  <a16:creationId xmlns:a16="http://schemas.microsoft.com/office/drawing/2014/main" id="{099E587B-078E-B149-A841-5E9DF908813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Teardrop 339">
              <a:extLst>
                <a:ext uri="{FF2B5EF4-FFF2-40B4-BE49-F238E27FC236}">
                  <a16:creationId xmlns:a16="http://schemas.microsoft.com/office/drawing/2014/main" id="{26F40232-5D14-C047-85AD-AAFD14057CC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44542951-0802-F943-BB91-0D8393257731}"/>
              </a:ext>
            </a:extLst>
          </p:cNvPr>
          <p:cNvGrpSpPr/>
          <p:nvPr/>
        </p:nvGrpSpPr>
        <p:grpSpPr>
          <a:xfrm rot="21065350">
            <a:off x="3727049" y="2277700"/>
            <a:ext cx="319926" cy="404542"/>
            <a:chOff x="3510479" y="1211170"/>
            <a:chExt cx="2079479" cy="2629470"/>
          </a:xfrm>
        </p:grpSpPr>
        <p:sp>
          <p:nvSpPr>
            <p:cNvPr id="342" name="Oval 1">
              <a:extLst>
                <a:ext uri="{FF2B5EF4-FFF2-40B4-BE49-F238E27FC236}">
                  <a16:creationId xmlns:a16="http://schemas.microsoft.com/office/drawing/2014/main" id="{DEEBFD23-1032-804E-BCCC-4C29ED63D0DE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Teardrop 342">
              <a:extLst>
                <a:ext uri="{FF2B5EF4-FFF2-40B4-BE49-F238E27FC236}">
                  <a16:creationId xmlns:a16="http://schemas.microsoft.com/office/drawing/2014/main" id="{D1F62268-C431-744F-BCA1-F7EC30587280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Teardrop 343">
              <a:extLst>
                <a:ext uri="{FF2B5EF4-FFF2-40B4-BE49-F238E27FC236}">
                  <a16:creationId xmlns:a16="http://schemas.microsoft.com/office/drawing/2014/main" id="{8E5C2C03-2AC9-6746-8392-D0B7A96115F6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Teardrop 344">
              <a:extLst>
                <a:ext uri="{FF2B5EF4-FFF2-40B4-BE49-F238E27FC236}">
                  <a16:creationId xmlns:a16="http://schemas.microsoft.com/office/drawing/2014/main" id="{734F1A5A-2CCB-CC41-9D7B-2AD6DEE49B6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Teardrop 345">
              <a:extLst>
                <a:ext uri="{FF2B5EF4-FFF2-40B4-BE49-F238E27FC236}">
                  <a16:creationId xmlns:a16="http://schemas.microsoft.com/office/drawing/2014/main" id="{0A2AE20D-8870-C846-8978-533703FCB685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Teardrop 346">
              <a:extLst>
                <a:ext uri="{FF2B5EF4-FFF2-40B4-BE49-F238E27FC236}">
                  <a16:creationId xmlns:a16="http://schemas.microsoft.com/office/drawing/2014/main" id="{1A2B8EEF-5EF3-D240-BBAB-FAB6FD1C5B2F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Teardrop 347">
              <a:extLst>
                <a:ext uri="{FF2B5EF4-FFF2-40B4-BE49-F238E27FC236}">
                  <a16:creationId xmlns:a16="http://schemas.microsoft.com/office/drawing/2014/main" id="{90C425E0-1943-0341-9C6B-D4432825AF3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Teardrop 348">
              <a:extLst>
                <a:ext uri="{FF2B5EF4-FFF2-40B4-BE49-F238E27FC236}">
                  <a16:creationId xmlns:a16="http://schemas.microsoft.com/office/drawing/2014/main" id="{84B36064-F3DA-D042-9225-8B874F41C70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Teardrop 349">
              <a:extLst>
                <a:ext uri="{FF2B5EF4-FFF2-40B4-BE49-F238E27FC236}">
                  <a16:creationId xmlns:a16="http://schemas.microsoft.com/office/drawing/2014/main" id="{FCB87DDF-042B-5042-B219-8E4B6C992DB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Teardrop 350">
              <a:extLst>
                <a:ext uri="{FF2B5EF4-FFF2-40B4-BE49-F238E27FC236}">
                  <a16:creationId xmlns:a16="http://schemas.microsoft.com/office/drawing/2014/main" id="{C55B24D1-9B2B-3543-8E35-97AF44695EA7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Teardrop 351">
              <a:extLst>
                <a:ext uri="{FF2B5EF4-FFF2-40B4-BE49-F238E27FC236}">
                  <a16:creationId xmlns:a16="http://schemas.microsoft.com/office/drawing/2014/main" id="{737EAE35-4443-3041-A531-3A4B05BFC83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Teardrop 352">
              <a:extLst>
                <a:ext uri="{FF2B5EF4-FFF2-40B4-BE49-F238E27FC236}">
                  <a16:creationId xmlns:a16="http://schemas.microsoft.com/office/drawing/2014/main" id="{5F12AF31-62DC-AB43-831D-BEA19A5B45D4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Teardrop 353">
              <a:extLst>
                <a:ext uri="{FF2B5EF4-FFF2-40B4-BE49-F238E27FC236}">
                  <a16:creationId xmlns:a16="http://schemas.microsoft.com/office/drawing/2014/main" id="{61B44B8C-D403-BA42-9B4D-24BCB527BFF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Teardrop 354">
              <a:extLst>
                <a:ext uri="{FF2B5EF4-FFF2-40B4-BE49-F238E27FC236}">
                  <a16:creationId xmlns:a16="http://schemas.microsoft.com/office/drawing/2014/main" id="{F15F15F1-DDF8-3642-A580-8A15175A4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Teardrop 355">
              <a:extLst>
                <a:ext uri="{FF2B5EF4-FFF2-40B4-BE49-F238E27FC236}">
                  <a16:creationId xmlns:a16="http://schemas.microsoft.com/office/drawing/2014/main" id="{5EF5EA95-B195-0841-B757-8B5F808697B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Teardrop 356">
              <a:extLst>
                <a:ext uri="{FF2B5EF4-FFF2-40B4-BE49-F238E27FC236}">
                  <a16:creationId xmlns:a16="http://schemas.microsoft.com/office/drawing/2014/main" id="{956767A7-CD73-3B47-AB05-A07B09E8889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Teardrop 357">
              <a:extLst>
                <a:ext uri="{FF2B5EF4-FFF2-40B4-BE49-F238E27FC236}">
                  <a16:creationId xmlns:a16="http://schemas.microsoft.com/office/drawing/2014/main" id="{A4761FBD-680D-DE4B-8869-AB851C0D1177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ardrop 358">
              <a:extLst>
                <a:ext uri="{FF2B5EF4-FFF2-40B4-BE49-F238E27FC236}">
                  <a16:creationId xmlns:a16="http://schemas.microsoft.com/office/drawing/2014/main" id="{274CBE3B-94DC-0541-97C4-BCC12A66A308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Teardrop 359">
              <a:extLst>
                <a:ext uri="{FF2B5EF4-FFF2-40B4-BE49-F238E27FC236}">
                  <a16:creationId xmlns:a16="http://schemas.microsoft.com/office/drawing/2014/main" id="{0B261A26-966F-D347-878B-4DA1AB2BE1F9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Teardrop 360">
              <a:extLst>
                <a:ext uri="{FF2B5EF4-FFF2-40B4-BE49-F238E27FC236}">
                  <a16:creationId xmlns:a16="http://schemas.microsoft.com/office/drawing/2014/main" id="{25046AC9-5972-F745-AC3D-5228750EDD5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Teardrop 361">
              <a:extLst>
                <a:ext uri="{FF2B5EF4-FFF2-40B4-BE49-F238E27FC236}">
                  <a16:creationId xmlns:a16="http://schemas.microsoft.com/office/drawing/2014/main" id="{A801EB53-CFD2-B74E-B7C2-9C2C32475C6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Teardrop 362">
              <a:extLst>
                <a:ext uri="{FF2B5EF4-FFF2-40B4-BE49-F238E27FC236}">
                  <a16:creationId xmlns:a16="http://schemas.microsoft.com/office/drawing/2014/main" id="{15F52621-2B59-9C43-A2A7-74900D7F4C1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Teardrop 363">
              <a:extLst>
                <a:ext uri="{FF2B5EF4-FFF2-40B4-BE49-F238E27FC236}">
                  <a16:creationId xmlns:a16="http://schemas.microsoft.com/office/drawing/2014/main" id="{4E44A1C8-36C5-6A43-9606-BFEBE04D94D3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Teardrop 364">
              <a:extLst>
                <a:ext uri="{FF2B5EF4-FFF2-40B4-BE49-F238E27FC236}">
                  <a16:creationId xmlns:a16="http://schemas.microsoft.com/office/drawing/2014/main" id="{1824533D-4A3F-3C43-A16D-9B3054068C6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Teardrop 365">
              <a:extLst>
                <a:ext uri="{FF2B5EF4-FFF2-40B4-BE49-F238E27FC236}">
                  <a16:creationId xmlns:a16="http://schemas.microsoft.com/office/drawing/2014/main" id="{7E645C33-CA0F-634C-B0D6-0333180AD7CE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Teardrop 366">
              <a:extLst>
                <a:ext uri="{FF2B5EF4-FFF2-40B4-BE49-F238E27FC236}">
                  <a16:creationId xmlns:a16="http://schemas.microsoft.com/office/drawing/2014/main" id="{0513C3EE-7FBC-2C47-88FD-24ED432CABA9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Teardrop 367">
              <a:extLst>
                <a:ext uri="{FF2B5EF4-FFF2-40B4-BE49-F238E27FC236}">
                  <a16:creationId xmlns:a16="http://schemas.microsoft.com/office/drawing/2014/main" id="{8FF64E32-907B-FA41-A867-CCEA22FFBFC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Teardrop 368">
              <a:extLst>
                <a:ext uri="{FF2B5EF4-FFF2-40B4-BE49-F238E27FC236}">
                  <a16:creationId xmlns:a16="http://schemas.microsoft.com/office/drawing/2014/main" id="{A9ADD112-5CE1-A842-AE2B-70F89A1380BD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Teardrop 369">
              <a:extLst>
                <a:ext uri="{FF2B5EF4-FFF2-40B4-BE49-F238E27FC236}">
                  <a16:creationId xmlns:a16="http://schemas.microsoft.com/office/drawing/2014/main" id="{D5DA5B69-586E-214B-B467-39F0306F70A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Teardrop 370">
              <a:extLst>
                <a:ext uri="{FF2B5EF4-FFF2-40B4-BE49-F238E27FC236}">
                  <a16:creationId xmlns:a16="http://schemas.microsoft.com/office/drawing/2014/main" id="{FA6F4CA3-02D0-3C4E-B21A-2724E190EE1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72" name="TextBox 27">
            <a:extLst>
              <a:ext uri="{FF2B5EF4-FFF2-40B4-BE49-F238E27FC236}">
                <a16:creationId xmlns:a16="http://schemas.microsoft.com/office/drawing/2014/main" id="{D8ED8AF3-5AEC-9543-93A4-04CEF511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pic>
        <p:nvPicPr>
          <p:cNvPr id="374" name="Picture 373">
            <a:extLst>
              <a:ext uri="{FF2B5EF4-FFF2-40B4-BE49-F238E27FC236}">
                <a16:creationId xmlns:a16="http://schemas.microsoft.com/office/drawing/2014/main" id="{5EBF7225-9655-2941-BBEA-3D264BFD2A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375" name="TextBox 374">
            <a:extLst>
              <a:ext uri="{FF2B5EF4-FFF2-40B4-BE49-F238E27FC236}">
                <a16:creationId xmlns:a16="http://schemas.microsoft.com/office/drawing/2014/main" id="{34D4AFAF-5AD6-9642-ADC5-FE2DCAEAA770}"/>
              </a:ext>
            </a:extLst>
          </p:cNvPr>
          <p:cNvSpPr txBox="1"/>
          <p:nvPr/>
        </p:nvSpPr>
        <p:spPr>
          <a:xfrm>
            <a:off x="2458019" y="1068432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290A4826-5732-D843-BCF1-C1DE55E6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7710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C958B102-BE09-A849-AE0A-EDCED2A7A026}"/>
              </a:ext>
            </a:extLst>
          </p:cNvPr>
          <p:cNvSpPr txBox="1"/>
          <p:nvPr/>
        </p:nvSpPr>
        <p:spPr>
          <a:xfrm>
            <a:off x="2639304" y="2617485"/>
            <a:ext cx="2267400" cy="830997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Leaf pool </a:t>
            </a:r>
            <a:r>
              <a:rPr lang="en-US" sz="1600" dirty="0">
                <a:solidFill>
                  <a:srgbClr val="4B3118"/>
                </a:solidFill>
              </a:rPr>
              <a:t>is converted to LAI and used to calculate FPAR for photosynthesis.</a:t>
            </a:r>
          </a:p>
        </p:txBody>
      </p:sp>
      <p:sp>
        <p:nvSpPr>
          <p:cNvPr id="252" name="TextBox 130">
            <a:extLst>
              <a:ext uri="{FF2B5EF4-FFF2-40B4-BE49-F238E27FC236}">
                <a16:creationId xmlns:a16="http://schemas.microsoft.com/office/drawing/2014/main" id="{EC3DA4FD-C169-4D4D-B483-FB26C0171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7CC22AF-05A4-E64A-BA4C-BCF3916226B4}"/>
              </a:ext>
            </a:extLst>
          </p:cNvPr>
          <p:cNvSpPr txBox="1"/>
          <p:nvPr/>
        </p:nvSpPr>
        <p:spPr>
          <a:xfrm>
            <a:off x="168838" y="3682154"/>
            <a:ext cx="2010089" cy="923330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If dormant, 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leaf-out</a:t>
            </a:r>
            <a:r>
              <a:rPr lang="en-US" dirty="0"/>
              <a:t> is initiated under proper conditions.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42C382E-6E3C-6D41-9117-3640037D5034}"/>
              </a:ext>
            </a:extLst>
          </p:cNvPr>
          <p:cNvSpPr txBox="1"/>
          <p:nvPr/>
        </p:nvSpPr>
        <p:spPr>
          <a:xfrm>
            <a:off x="1301094" y="59807"/>
            <a:ext cx="2991931" cy="923330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Helvetica" pitchFamily="2" charset="0"/>
              </a:rPr>
              <a:t>Carbon taken up during photosynthesis is allocated to the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b="1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live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dirty="0">
                <a:latin typeface="Helvetica" pitchFamily="2" charset="0"/>
              </a:rPr>
              <a:t>pools.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37098E05-D9DD-8D42-91D9-3C094D9FDD64}"/>
              </a:ext>
            </a:extLst>
          </p:cNvPr>
          <p:cNvSpPr txBox="1"/>
          <p:nvPr/>
        </p:nvSpPr>
        <p:spPr>
          <a:xfrm>
            <a:off x="7259159" y="1651660"/>
            <a:ext cx="1258975" cy="1077218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Live </a:t>
            </a:r>
            <a:r>
              <a:rPr lang="en-US" sz="1600" dirty="0"/>
              <a:t>pools respire via autotrophic respiration.</a:t>
            </a:r>
          </a:p>
        </p:txBody>
      </p:sp>
    </p:spTree>
    <p:extLst>
      <p:ext uri="{BB962C8B-B14F-4D97-AF65-F5344CB8AC3E}">
        <p14:creationId xmlns:p14="http://schemas.microsoft.com/office/powerpoint/2010/main" val="163121366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Freeform 375">
            <a:extLst>
              <a:ext uri="{FF2B5EF4-FFF2-40B4-BE49-F238E27FC236}">
                <a16:creationId xmlns:a16="http://schemas.microsoft.com/office/drawing/2014/main" id="{632F6326-5186-B34F-AFE4-8FB6C1763A63}"/>
              </a:ext>
            </a:extLst>
          </p:cNvPr>
          <p:cNvSpPr/>
          <p:nvPr/>
        </p:nvSpPr>
        <p:spPr>
          <a:xfrm rot="18086153" flipH="1">
            <a:off x="6709630" y="2724162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ln w="19050"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D0C30CD5-671F-504D-9840-5F3E128F2BB0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190" name="Freeform 189">
            <a:extLst>
              <a:ext uri="{FF2B5EF4-FFF2-40B4-BE49-F238E27FC236}">
                <a16:creationId xmlns:a16="http://schemas.microsoft.com/office/drawing/2014/main" id="{97312A15-20B8-A64A-B127-D0022F8B4D62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riangle 190">
            <a:extLst>
              <a:ext uri="{FF2B5EF4-FFF2-40B4-BE49-F238E27FC236}">
                <a16:creationId xmlns:a16="http://schemas.microsoft.com/office/drawing/2014/main" id="{6BE4C75F-39DB-7F42-B88F-B6D0049338B7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Triangle 263">
            <a:extLst>
              <a:ext uri="{FF2B5EF4-FFF2-40B4-BE49-F238E27FC236}">
                <a16:creationId xmlns:a16="http://schemas.microsoft.com/office/drawing/2014/main" id="{AB4622F0-153A-9541-BECA-F789C8688F4D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Triangle 264">
            <a:extLst>
              <a:ext uri="{FF2B5EF4-FFF2-40B4-BE49-F238E27FC236}">
                <a16:creationId xmlns:a16="http://schemas.microsoft.com/office/drawing/2014/main" id="{BDFC7A9A-DB5C-6E42-89B6-D76B15BBC232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Triangle 264">
            <a:extLst>
              <a:ext uri="{FF2B5EF4-FFF2-40B4-BE49-F238E27FC236}">
                <a16:creationId xmlns:a16="http://schemas.microsoft.com/office/drawing/2014/main" id="{0A68E232-21F0-004F-9B6E-F210E5BFED0E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Triangle 194">
            <a:extLst>
              <a:ext uri="{FF2B5EF4-FFF2-40B4-BE49-F238E27FC236}">
                <a16:creationId xmlns:a16="http://schemas.microsoft.com/office/drawing/2014/main" id="{7886106B-DFD2-FA4D-98F1-3B2C8ECEE50D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riangle 263">
            <a:extLst>
              <a:ext uri="{FF2B5EF4-FFF2-40B4-BE49-F238E27FC236}">
                <a16:creationId xmlns:a16="http://schemas.microsoft.com/office/drawing/2014/main" id="{FC7884AC-8A4A-5B41-B935-B41FBFC0DAC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Triangle 264">
            <a:extLst>
              <a:ext uri="{FF2B5EF4-FFF2-40B4-BE49-F238E27FC236}">
                <a16:creationId xmlns:a16="http://schemas.microsoft.com/office/drawing/2014/main" id="{17371019-A0E6-BC43-AD82-32846B5F992D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B9E9F198-8D27-4743-B1A7-64C87298D6A3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Triangle 264">
            <a:extLst>
              <a:ext uri="{FF2B5EF4-FFF2-40B4-BE49-F238E27FC236}">
                <a16:creationId xmlns:a16="http://schemas.microsoft.com/office/drawing/2014/main" id="{27D3F780-C555-0642-B14A-8547E5C21012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Triangle 264">
            <a:extLst>
              <a:ext uri="{FF2B5EF4-FFF2-40B4-BE49-F238E27FC236}">
                <a16:creationId xmlns:a16="http://schemas.microsoft.com/office/drawing/2014/main" id="{E983BF94-3A74-F54A-A6C6-B7BCBC5C9270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Triangle 264">
            <a:extLst>
              <a:ext uri="{FF2B5EF4-FFF2-40B4-BE49-F238E27FC236}">
                <a16:creationId xmlns:a16="http://schemas.microsoft.com/office/drawing/2014/main" id="{408882B5-5479-5B40-B943-884DB22B3489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6E987418-1944-734D-B400-6A6D224053AF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3" name="TextBox 27">
            <a:extLst>
              <a:ext uri="{FF2B5EF4-FFF2-40B4-BE49-F238E27FC236}">
                <a16:creationId xmlns:a16="http://schemas.microsoft.com/office/drawing/2014/main" id="{E5DEFECC-394A-FB4E-BB54-58E78569F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204" name="TextBox 34">
            <a:extLst>
              <a:ext uri="{FF2B5EF4-FFF2-40B4-BE49-F238E27FC236}">
                <a16:creationId xmlns:a16="http://schemas.microsoft.com/office/drawing/2014/main" id="{DFB2B4FE-F5DF-C54F-9687-02C3C59C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sp>
        <p:nvSpPr>
          <p:cNvPr id="205" name="TextBox 50">
            <a:extLst>
              <a:ext uri="{FF2B5EF4-FFF2-40B4-BE49-F238E27FC236}">
                <a16:creationId xmlns:a16="http://schemas.microsoft.com/office/drawing/2014/main" id="{CF027B98-07BF-D645-B790-7659EF3E7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929" y="4892552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Dead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Biomass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TextBox 51">
            <a:extLst>
              <a:ext uri="{FF2B5EF4-FFF2-40B4-BE49-F238E27FC236}">
                <a16:creationId xmlns:a16="http://schemas.microsoft.com/office/drawing/2014/main" id="{F19BC718-FC79-6F4D-A602-58A21101D1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308" y="5630337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Litter</a:t>
            </a:r>
          </a:p>
        </p:txBody>
      </p:sp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98E87A21-CC12-184F-8287-AE31C8815753}"/>
              </a:ext>
            </a:extLst>
          </p:cNvPr>
          <p:cNvCxnSpPr>
            <a:cxnSpLocks/>
            <a:stCxn id="273" idx="3"/>
          </p:cNvCxnSpPr>
          <p:nvPr/>
        </p:nvCxnSpPr>
        <p:spPr>
          <a:xfrm>
            <a:off x="5726054" y="4686298"/>
            <a:ext cx="247751" cy="20909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9FF6462B-9D82-F148-AE24-04D85CFD300B}"/>
              </a:ext>
            </a:extLst>
          </p:cNvPr>
          <p:cNvCxnSpPr>
            <a:cxnSpLocks/>
          </p:cNvCxnSpPr>
          <p:nvPr/>
        </p:nvCxnSpPr>
        <p:spPr>
          <a:xfrm>
            <a:off x="5893492" y="5663232"/>
            <a:ext cx="627816" cy="9505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14" name="Freeform 213">
            <a:extLst>
              <a:ext uri="{FF2B5EF4-FFF2-40B4-BE49-F238E27FC236}">
                <a16:creationId xmlns:a16="http://schemas.microsoft.com/office/drawing/2014/main" id="{80E4982C-52FB-9D46-B971-A5367165E051}"/>
              </a:ext>
            </a:extLst>
          </p:cNvPr>
          <p:cNvSpPr/>
          <p:nvPr/>
        </p:nvSpPr>
        <p:spPr>
          <a:xfrm>
            <a:off x="5302456" y="5238587"/>
            <a:ext cx="119062" cy="303213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0" name="TextBox 118">
            <a:extLst>
              <a:ext uri="{FF2B5EF4-FFF2-40B4-BE49-F238E27FC236}">
                <a16:creationId xmlns:a16="http://schemas.microsoft.com/office/drawing/2014/main" id="{BA380BA7-D325-794F-8C9C-666FEE754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9772" y="3501674"/>
            <a:ext cx="1839913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70AD47">
                <a:lumMod val="50000"/>
              </a:srgbClr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Autotrophic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Respiration: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Release</a:t>
            </a: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41D23113-D4C7-524B-AE3B-C5FEDDA2316C}"/>
              </a:ext>
            </a:extLst>
          </p:cNvPr>
          <p:cNvSpPr/>
          <p:nvPr/>
        </p:nvSpPr>
        <p:spPr>
          <a:xfrm rot="7999015" flipH="1">
            <a:off x="5255853" y="3452827"/>
            <a:ext cx="207374" cy="48098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22225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 w="25400">
                <a:solidFill>
                  <a:prstClr val="black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3" name="Freeform 222">
            <a:extLst>
              <a:ext uri="{FF2B5EF4-FFF2-40B4-BE49-F238E27FC236}">
                <a16:creationId xmlns:a16="http://schemas.microsoft.com/office/drawing/2014/main" id="{D8ED09F3-EFC8-7240-8D1C-2163B6C22BDD}"/>
              </a:ext>
            </a:extLst>
          </p:cNvPr>
          <p:cNvSpPr/>
          <p:nvPr/>
        </p:nvSpPr>
        <p:spPr>
          <a:xfrm flipH="1">
            <a:off x="5393507" y="4215411"/>
            <a:ext cx="82061" cy="40693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46437B04-1651-204E-9642-AD9554AF07F2}"/>
              </a:ext>
            </a:extLst>
          </p:cNvPr>
          <p:cNvSpPr/>
          <p:nvPr/>
        </p:nvSpPr>
        <p:spPr>
          <a:xfrm flipH="1">
            <a:off x="3918378" y="6025372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C1252E51-F0A5-8143-A815-4FBDA2CFA188}"/>
              </a:ext>
            </a:extLst>
          </p:cNvPr>
          <p:cNvCxnSpPr>
            <a:stCxn id="276" idx="2"/>
            <a:endCxn id="277" idx="0"/>
          </p:cNvCxnSpPr>
          <p:nvPr/>
        </p:nvCxnSpPr>
        <p:spPr>
          <a:xfrm flipH="1">
            <a:off x="3333680" y="3715670"/>
            <a:ext cx="1506162" cy="1505205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51D28D71-C0EE-0747-81C1-ECFC75815F1E}"/>
              </a:ext>
            </a:extLst>
          </p:cNvPr>
          <p:cNvCxnSpPr>
            <a:cxnSpLocks/>
          </p:cNvCxnSpPr>
          <p:nvPr/>
        </p:nvCxnSpPr>
        <p:spPr>
          <a:xfrm flipV="1">
            <a:off x="5011174" y="5835557"/>
            <a:ext cx="1496641" cy="51596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2" name="TextBox 231">
            <a:extLst>
              <a:ext uri="{FF2B5EF4-FFF2-40B4-BE49-F238E27FC236}">
                <a16:creationId xmlns:a16="http://schemas.microsoft.com/office/drawing/2014/main" id="{21A9F5F1-50F8-D74C-84D9-174118BE8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1601" y="4850717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Metabolic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233" name="Straight Arrow Connector 232">
            <a:extLst>
              <a:ext uri="{FF2B5EF4-FFF2-40B4-BE49-F238E27FC236}">
                <a16:creationId xmlns:a16="http://schemas.microsoft.com/office/drawing/2014/main" id="{D0C45913-46B2-954A-B89A-205FC9F6C527}"/>
              </a:ext>
            </a:extLst>
          </p:cNvPr>
          <p:cNvCxnSpPr>
            <a:cxnSpLocks/>
            <a:stCxn id="276" idx="2"/>
          </p:cNvCxnSpPr>
          <p:nvPr/>
        </p:nvCxnSpPr>
        <p:spPr>
          <a:xfrm flipH="1">
            <a:off x="2694876" y="3715670"/>
            <a:ext cx="2144966" cy="113233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43DDBC31-87F1-0A4B-9B0A-B50E669FD930}"/>
              </a:ext>
            </a:extLst>
          </p:cNvPr>
          <p:cNvSpPr txBox="1"/>
          <p:nvPr/>
        </p:nvSpPr>
        <p:spPr>
          <a:xfrm>
            <a:off x="118456" y="4773405"/>
            <a:ext cx="1626727" cy="1800493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Transfers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Freezing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Heat Stress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Water Deficiency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84F22443-42C2-EB4E-AF08-670E7EA9649F}"/>
              </a:ext>
            </a:extLst>
          </p:cNvPr>
          <p:cNvSpPr/>
          <p:nvPr/>
        </p:nvSpPr>
        <p:spPr>
          <a:xfrm rot="20909801" flipH="1">
            <a:off x="2335553" y="3461633"/>
            <a:ext cx="90695" cy="350058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59A98991-33DD-4745-83AB-92B0B8AB58F9}"/>
              </a:ext>
            </a:extLst>
          </p:cNvPr>
          <p:cNvSpPr/>
          <p:nvPr/>
        </p:nvSpPr>
        <p:spPr>
          <a:xfrm rot="18086153" flipH="1">
            <a:off x="6401354" y="2287244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4614EDC-6BAA-F541-8B7E-11BC9ED35330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240" name="Straight Arrow Connector 239">
            <a:extLst>
              <a:ext uri="{FF2B5EF4-FFF2-40B4-BE49-F238E27FC236}">
                <a16:creationId xmlns:a16="http://schemas.microsoft.com/office/drawing/2014/main" id="{DAC00C28-83B7-D040-B870-6519A6456ABF}"/>
              </a:ext>
            </a:extLst>
          </p:cNvPr>
          <p:cNvCxnSpPr>
            <a:cxnSpLocks/>
          </p:cNvCxnSpPr>
          <p:nvPr/>
        </p:nvCxnSpPr>
        <p:spPr>
          <a:xfrm flipH="1">
            <a:off x="2295748" y="4071695"/>
            <a:ext cx="275866" cy="759829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1" name="Straight Arrow Connector 240">
            <a:extLst>
              <a:ext uri="{FF2B5EF4-FFF2-40B4-BE49-F238E27FC236}">
                <a16:creationId xmlns:a16="http://schemas.microsoft.com/office/drawing/2014/main" id="{292F015E-85BC-7640-B029-A3223D5707E4}"/>
              </a:ext>
            </a:extLst>
          </p:cNvPr>
          <p:cNvCxnSpPr>
            <a:cxnSpLocks/>
            <a:stCxn id="204" idx="2"/>
          </p:cNvCxnSpPr>
          <p:nvPr/>
        </p:nvCxnSpPr>
        <p:spPr>
          <a:xfrm>
            <a:off x="2693751" y="4071695"/>
            <a:ext cx="613950" cy="115657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2" name="Straight Arrow Connector 241">
            <a:extLst>
              <a:ext uri="{FF2B5EF4-FFF2-40B4-BE49-F238E27FC236}">
                <a16:creationId xmlns:a16="http://schemas.microsoft.com/office/drawing/2014/main" id="{4896E308-D7A2-5941-9994-AC1DF7583104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75103" cy="46901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sp>
        <p:nvSpPr>
          <p:cNvPr id="243" name="TextBox 242">
            <a:extLst>
              <a:ext uri="{FF2B5EF4-FFF2-40B4-BE49-F238E27FC236}">
                <a16:creationId xmlns:a16="http://schemas.microsoft.com/office/drawing/2014/main" id="{290A4826-5732-D843-BCF1-C1DE55E6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2794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cxnSp>
        <p:nvCxnSpPr>
          <p:cNvPr id="244" name="Straight Arrow Connector 243">
            <a:extLst>
              <a:ext uri="{FF2B5EF4-FFF2-40B4-BE49-F238E27FC236}">
                <a16:creationId xmlns:a16="http://schemas.microsoft.com/office/drawing/2014/main" id="{F9B44E04-A6E6-EF46-BD02-B95339B48C53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5" name="Straight Arrow Connector 244">
            <a:extLst>
              <a:ext uri="{FF2B5EF4-FFF2-40B4-BE49-F238E27FC236}">
                <a16:creationId xmlns:a16="http://schemas.microsoft.com/office/drawing/2014/main" id="{863DA290-545C-CE40-9A63-BD8B1C0EB2D9}"/>
              </a:ext>
            </a:extLst>
          </p:cNvPr>
          <p:cNvCxnSpPr>
            <a:cxnSpLocks/>
          </p:cNvCxnSpPr>
          <p:nvPr/>
        </p:nvCxnSpPr>
        <p:spPr>
          <a:xfrm>
            <a:off x="2880360" y="2542032"/>
            <a:ext cx="1581912" cy="29992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6" name="Straight Arrow Connector 245">
            <a:extLst>
              <a:ext uri="{FF2B5EF4-FFF2-40B4-BE49-F238E27FC236}">
                <a16:creationId xmlns:a16="http://schemas.microsoft.com/office/drawing/2014/main" id="{4FF5D0BD-3FFC-9C45-B114-CF6ED8179CC3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3F57E297-AAFD-9E48-A3AB-05EB899F2A5E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FFC40AA0-AC32-824F-9710-94B6E7A158C9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9" name="Curved Connector 248">
            <a:extLst>
              <a:ext uri="{FF2B5EF4-FFF2-40B4-BE49-F238E27FC236}">
                <a16:creationId xmlns:a16="http://schemas.microsoft.com/office/drawing/2014/main" id="{D381B066-12E4-1942-BDA9-E9B48695DDDA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0FEFBE85-0DCD-D54E-9422-93C43592A929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251" name="Curved Connector 250">
            <a:extLst>
              <a:ext uri="{FF2B5EF4-FFF2-40B4-BE49-F238E27FC236}">
                <a16:creationId xmlns:a16="http://schemas.microsoft.com/office/drawing/2014/main" id="{A6937FF7-9169-4249-8207-1CB64D57502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pic>
        <p:nvPicPr>
          <p:cNvPr id="253" name="Picture 252">
            <a:extLst>
              <a:ext uri="{FF2B5EF4-FFF2-40B4-BE49-F238E27FC236}">
                <a16:creationId xmlns:a16="http://schemas.microsoft.com/office/drawing/2014/main" id="{05D531F1-8182-4840-A918-6C798C2CA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254" name="Picture 253">
            <a:extLst>
              <a:ext uri="{FF2B5EF4-FFF2-40B4-BE49-F238E27FC236}">
                <a16:creationId xmlns:a16="http://schemas.microsoft.com/office/drawing/2014/main" id="{6ED0967B-7566-0047-9093-3B2F408A5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C97A2E7-A36E-5C4C-AA54-C7E8EFEFC897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8E7D028F-4BDB-0C44-B4EE-92B23872E10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0EA088E0-B05A-CC4E-9499-2E59E3493181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5BD372D-5D16-0F4C-9527-D796E959F9D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B4EB83E2-1FAF-6049-ABB3-89A5E0D1D63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9952A796-7050-EA4D-8DC4-F8C37DA1A50A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23BD23A8-CCFF-5045-8DFD-6E41AFD53C1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F1BDCF7C-5577-9E40-A61A-D11A7BDD714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F6D51AA-FA29-5945-A06E-8182571FEA7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672ADB4-470B-B340-99B1-3A4CECF4AB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C10E3CBA-F3EF-DC4C-99FC-AE460354093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9875CE16-3DC4-1A4E-88EA-702A6EE4CB5B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56A8CF9E-DD10-A141-A3B7-C1C810F9015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7145EE7-0572-D345-96F6-410E7CEEAE7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69" name="Straight Arrow Connector 268">
            <a:extLst>
              <a:ext uri="{FF2B5EF4-FFF2-40B4-BE49-F238E27FC236}">
                <a16:creationId xmlns:a16="http://schemas.microsoft.com/office/drawing/2014/main" id="{FA71AFCB-35B2-294F-8A6A-F4511B70B1B2}"/>
              </a:ext>
            </a:extLst>
          </p:cNvPr>
          <p:cNvCxnSpPr>
            <a:cxnSpLocks/>
            <a:endCxn id="204" idx="1"/>
          </p:cNvCxnSpPr>
          <p:nvPr/>
        </p:nvCxnSpPr>
        <p:spPr>
          <a:xfrm flipV="1">
            <a:off x="990634" y="3933196"/>
            <a:ext cx="1286977" cy="280852"/>
          </a:xfrm>
          <a:prstGeom prst="straightConnector1">
            <a:avLst/>
          </a:pr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270" name="TextBox 269">
            <a:extLst>
              <a:ext uri="{FF2B5EF4-FFF2-40B4-BE49-F238E27FC236}">
                <a16:creationId xmlns:a16="http://schemas.microsoft.com/office/drawing/2014/main" id="{DC5803BB-FE15-7F41-BD75-6264C31011F3}"/>
              </a:ext>
            </a:extLst>
          </p:cNvPr>
          <p:cNvSpPr txBox="1"/>
          <p:nvPr/>
        </p:nvSpPr>
        <p:spPr>
          <a:xfrm>
            <a:off x="286739" y="3736526"/>
            <a:ext cx="1474788" cy="769441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Leaf-Out Initiation</a:t>
            </a:r>
          </a:p>
          <a:p>
            <a:pPr defTabSz="914400">
              <a:buSzPct val="70000"/>
              <a:defRPr/>
            </a:pP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 </a:t>
            </a:r>
            <a:r>
              <a:rPr lang="en-US" sz="1100" dirty="0">
                <a:solidFill>
                  <a:srgbClr val="1F6BA0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srgbClr val="000000"/>
                </a:solidFill>
                <a:ea typeface="Wingdings"/>
                <a:cs typeface="Cambria"/>
                <a:sym typeface="Wingdings"/>
              </a:rPr>
              <a:t>Photoperiod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Soil Moisture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libri Light" panose="020F0302020204030204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ea typeface="Wingdings"/>
                <a:cs typeface="Wingdings"/>
                <a:sym typeface="Wingdings"/>
              </a:rPr>
              <a:t>Temperature</a:t>
            </a:r>
            <a:endParaRPr lang="en-US" sz="1000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273" name="Rectangle 24">
            <a:extLst>
              <a:ext uri="{FF2B5EF4-FFF2-40B4-BE49-F238E27FC236}">
                <a16:creationId xmlns:a16="http://schemas.microsoft.com/office/drawing/2014/main" id="{49F82D56-C823-F840-AE6B-8B329172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2E75A70-8092-A442-97FB-09CE00A1AD32}"/>
              </a:ext>
            </a:extLst>
          </p:cNvPr>
          <p:cNvSpPr txBox="1"/>
          <p:nvPr/>
        </p:nvSpPr>
        <p:spPr>
          <a:xfrm>
            <a:off x="5013322" y="1589714"/>
            <a:ext cx="2013693" cy="178510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Maintenance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cs typeface="Arial" charset="0"/>
              </a:rPr>
              <a:t> Assimilation Rate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Leaf Area Index (LAI)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High Temperature (Q10)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77" name="TextBox 48">
            <a:extLst>
              <a:ext uri="{FF2B5EF4-FFF2-40B4-BE49-F238E27FC236}">
                <a16:creationId xmlns:a16="http://schemas.microsoft.com/office/drawing/2014/main" id="{9874995F-4335-384E-9C97-B0C1C688D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2080" y="5220875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Structural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C241A6C-9892-FB4C-86B0-50B53E87241A}"/>
              </a:ext>
            </a:extLst>
          </p:cNvPr>
          <p:cNvGrpSpPr/>
          <p:nvPr/>
        </p:nvGrpSpPr>
        <p:grpSpPr>
          <a:xfrm rot="20275914">
            <a:off x="4415395" y="2993878"/>
            <a:ext cx="319926" cy="404542"/>
            <a:chOff x="3510479" y="1211170"/>
            <a:chExt cx="2079479" cy="2629470"/>
          </a:xfrm>
        </p:grpSpPr>
        <p:sp>
          <p:nvSpPr>
            <p:cNvPr id="280" name="Oval 1">
              <a:extLst>
                <a:ext uri="{FF2B5EF4-FFF2-40B4-BE49-F238E27FC236}">
                  <a16:creationId xmlns:a16="http://schemas.microsoft.com/office/drawing/2014/main" id="{118E0A24-5040-B14E-BD52-80CAF62E1A0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Teardrop 280">
              <a:extLst>
                <a:ext uri="{FF2B5EF4-FFF2-40B4-BE49-F238E27FC236}">
                  <a16:creationId xmlns:a16="http://schemas.microsoft.com/office/drawing/2014/main" id="{E6E22E59-C455-0D46-8F24-6FC774589C23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Teardrop 281">
              <a:extLst>
                <a:ext uri="{FF2B5EF4-FFF2-40B4-BE49-F238E27FC236}">
                  <a16:creationId xmlns:a16="http://schemas.microsoft.com/office/drawing/2014/main" id="{1C6FF3EB-9160-C442-A28E-29496CDCB2E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Teardrop 282">
              <a:extLst>
                <a:ext uri="{FF2B5EF4-FFF2-40B4-BE49-F238E27FC236}">
                  <a16:creationId xmlns:a16="http://schemas.microsoft.com/office/drawing/2014/main" id="{22C322B0-C8C1-8644-A5E6-97100BF9D76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Teardrop 283">
              <a:extLst>
                <a:ext uri="{FF2B5EF4-FFF2-40B4-BE49-F238E27FC236}">
                  <a16:creationId xmlns:a16="http://schemas.microsoft.com/office/drawing/2014/main" id="{8D4F2E9A-6CC2-C54B-8818-6E1A34B3A30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ardrop 284">
              <a:extLst>
                <a:ext uri="{FF2B5EF4-FFF2-40B4-BE49-F238E27FC236}">
                  <a16:creationId xmlns:a16="http://schemas.microsoft.com/office/drawing/2014/main" id="{5156F7D4-FC4A-DB41-B1D0-5A22D562321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Teardrop 285">
              <a:extLst>
                <a:ext uri="{FF2B5EF4-FFF2-40B4-BE49-F238E27FC236}">
                  <a16:creationId xmlns:a16="http://schemas.microsoft.com/office/drawing/2014/main" id="{4458BF42-FE74-3A40-A387-B6B022F086F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Teardrop 286">
              <a:extLst>
                <a:ext uri="{FF2B5EF4-FFF2-40B4-BE49-F238E27FC236}">
                  <a16:creationId xmlns:a16="http://schemas.microsoft.com/office/drawing/2014/main" id="{08F42385-CD16-BB48-86F5-1EC0D09B830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Teardrop 287">
              <a:extLst>
                <a:ext uri="{FF2B5EF4-FFF2-40B4-BE49-F238E27FC236}">
                  <a16:creationId xmlns:a16="http://schemas.microsoft.com/office/drawing/2014/main" id="{102BC43A-9711-8142-B65B-F05767BD5F8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Teardrop 288">
              <a:extLst>
                <a:ext uri="{FF2B5EF4-FFF2-40B4-BE49-F238E27FC236}">
                  <a16:creationId xmlns:a16="http://schemas.microsoft.com/office/drawing/2014/main" id="{5246DC75-8EA3-0E46-9F76-9B4DFA21C3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Teardrop 289">
              <a:extLst>
                <a:ext uri="{FF2B5EF4-FFF2-40B4-BE49-F238E27FC236}">
                  <a16:creationId xmlns:a16="http://schemas.microsoft.com/office/drawing/2014/main" id="{9A71992C-6CC3-A34B-ADBA-0E4245CD284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Teardrop 290">
              <a:extLst>
                <a:ext uri="{FF2B5EF4-FFF2-40B4-BE49-F238E27FC236}">
                  <a16:creationId xmlns:a16="http://schemas.microsoft.com/office/drawing/2014/main" id="{BBB18DFA-C581-4E4E-B02D-DB9D24D090D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Teardrop 291">
              <a:extLst>
                <a:ext uri="{FF2B5EF4-FFF2-40B4-BE49-F238E27FC236}">
                  <a16:creationId xmlns:a16="http://schemas.microsoft.com/office/drawing/2014/main" id="{B54B3D5B-7014-744A-A999-DE4D6B36828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Teardrop 292">
              <a:extLst>
                <a:ext uri="{FF2B5EF4-FFF2-40B4-BE49-F238E27FC236}">
                  <a16:creationId xmlns:a16="http://schemas.microsoft.com/office/drawing/2014/main" id="{81416BA3-8828-0E4A-BF92-A63510964E4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ardrop 293">
              <a:extLst>
                <a:ext uri="{FF2B5EF4-FFF2-40B4-BE49-F238E27FC236}">
                  <a16:creationId xmlns:a16="http://schemas.microsoft.com/office/drawing/2014/main" id="{C1AFAE4C-7D49-A74E-AB6F-D8F27473A0A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Teardrop 294">
              <a:extLst>
                <a:ext uri="{FF2B5EF4-FFF2-40B4-BE49-F238E27FC236}">
                  <a16:creationId xmlns:a16="http://schemas.microsoft.com/office/drawing/2014/main" id="{401742A1-D612-3F4E-AEEC-5E167C707E7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Teardrop 295">
              <a:extLst>
                <a:ext uri="{FF2B5EF4-FFF2-40B4-BE49-F238E27FC236}">
                  <a16:creationId xmlns:a16="http://schemas.microsoft.com/office/drawing/2014/main" id="{C0AA8B57-6D4A-0B4D-A0B6-B77B5BA1A98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Teardrop 296">
              <a:extLst>
                <a:ext uri="{FF2B5EF4-FFF2-40B4-BE49-F238E27FC236}">
                  <a16:creationId xmlns:a16="http://schemas.microsoft.com/office/drawing/2014/main" id="{97DA4F4F-4A3C-F141-B89B-7F50C3B3332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Teardrop 297">
              <a:extLst>
                <a:ext uri="{FF2B5EF4-FFF2-40B4-BE49-F238E27FC236}">
                  <a16:creationId xmlns:a16="http://schemas.microsoft.com/office/drawing/2014/main" id="{88CA7054-1C44-934E-9377-3790ABA6F0E4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Teardrop 298">
              <a:extLst>
                <a:ext uri="{FF2B5EF4-FFF2-40B4-BE49-F238E27FC236}">
                  <a16:creationId xmlns:a16="http://schemas.microsoft.com/office/drawing/2014/main" id="{C57CA265-F3B2-D347-8815-0AF00826A8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Teardrop 299">
              <a:extLst>
                <a:ext uri="{FF2B5EF4-FFF2-40B4-BE49-F238E27FC236}">
                  <a16:creationId xmlns:a16="http://schemas.microsoft.com/office/drawing/2014/main" id="{5E45C52C-AC02-734B-BCEC-3AE9193FB2A5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Teardrop 300">
              <a:extLst>
                <a:ext uri="{FF2B5EF4-FFF2-40B4-BE49-F238E27FC236}">
                  <a16:creationId xmlns:a16="http://schemas.microsoft.com/office/drawing/2014/main" id="{8F9C3947-35F3-6246-9BDC-03633E803F8D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Teardrop 301">
              <a:extLst>
                <a:ext uri="{FF2B5EF4-FFF2-40B4-BE49-F238E27FC236}">
                  <a16:creationId xmlns:a16="http://schemas.microsoft.com/office/drawing/2014/main" id="{B744EB01-8DD0-4241-9F34-DB9E737B194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Teardrop 302">
              <a:extLst>
                <a:ext uri="{FF2B5EF4-FFF2-40B4-BE49-F238E27FC236}">
                  <a16:creationId xmlns:a16="http://schemas.microsoft.com/office/drawing/2014/main" id="{9F7F009D-F99E-6348-872F-7DEE908D0EE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Teardrop 303">
              <a:extLst>
                <a:ext uri="{FF2B5EF4-FFF2-40B4-BE49-F238E27FC236}">
                  <a16:creationId xmlns:a16="http://schemas.microsoft.com/office/drawing/2014/main" id="{0766E097-8D9F-6941-B220-AA1902FDED4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Teardrop 304">
              <a:extLst>
                <a:ext uri="{FF2B5EF4-FFF2-40B4-BE49-F238E27FC236}">
                  <a16:creationId xmlns:a16="http://schemas.microsoft.com/office/drawing/2014/main" id="{975C29CD-44BF-754C-B68D-7633A7428D7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eardrop 305">
              <a:extLst>
                <a:ext uri="{FF2B5EF4-FFF2-40B4-BE49-F238E27FC236}">
                  <a16:creationId xmlns:a16="http://schemas.microsoft.com/office/drawing/2014/main" id="{6610587F-24BA-3045-A948-5E1BAF3609A6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Teardrop 306">
              <a:extLst>
                <a:ext uri="{FF2B5EF4-FFF2-40B4-BE49-F238E27FC236}">
                  <a16:creationId xmlns:a16="http://schemas.microsoft.com/office/drawing/2014/main" id="{C145EA52-B102-6C47-9294-6DEC3D7DC096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Teardrop 307">
              <a:extLst>
                <a:ext uri="{FF2B5EF4-FFF2-40B4-BE49-F238E27FC236}">
                  <a16:creationId xmlns:a16="http://schemas.microsoft.com/office/drawing/2014/main" id="{2C68484C-3F7E-424A-B4B2-74449CB16BB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Teardrop 308">
              <a:extLst>
                <a:ext uri="{FF2B5EF4-FFF2-40B4-BE49-F238E27FC236}">
                  <a16:creationId xmlns:a16="http://schemas.microsoft.com/office/drawing/2014/main" id="{DE0ADE0D-E3F7-AE48-9DAC-36F9116E0CD0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CE6554D-F480-B643-AB85-B76D6739B7E4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311" name="Oval 1">
              <a:extLst>
                <a:ext uri="{FF2B5EF4-FFF2-40B4-BE49-F238E27FC236}">
                  <a16:creationId xmlns:a16="http://schemas.microsoft.com/office/drawing/2014/main" id="{47A80E82-05DE-D74D-B706-001841334C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Teardrop 311">
              <a:extLst>
                <a:ext uri="{FF2B5EF4-FFF2-40B4-BE49-F238E27FC236}">
                  <a16:creationId xmlns:a16="http://schemas.microsoft.com/office/drawing/2014/main" id="{37DA5BC5-538F-124F-9563-7F87166F14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Teardrop 312">
              <a:extLst>
                <a:ext uri="{FF2B5EF4-FFF2-40B4-BE49-F238E27FC236}">
                  <a16:creationId xmlns:a16="http://schemas.microsoft.com/office/drawing/2014/main" id="{6C1E1CD0-84FB-6943-9940-4B138ED13AB1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Teardrop 313">
              <a:extLst>
                <a:ext uri="{FF2B5EF4-FFF2-40B4-BE49-F238E27FC236}">
                  <a16:creationId xmlns:a16="http://schemas.microsoft.com/office/drawing/2014/main" id="{76D6177D-0525-6D4D-A637-C96D803B795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Teardrop 314">
              <a:extLst>
                <a:ext uri="{FF2B5EF4-FFF2-40B4-BE49-F238E27FC236}">
                  <a16:creationId xmlns:a16="http://schemas.microsoft.com/office/drawing/2014/main" id="{B9999F2D-88C9-4E4C-9A9E-DB0B07F72B8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Teardrop 315">
              <a:extLst>
                <a:ext uri="{FF2B5EF4-FFF2-40B4-BE49-F238E27FC236}">
                  <a16:creationId xmlns:a16="http://schemas.microsoft.com/office/drawing/2014/main" id="{362E7F97-CB15-C344-BB4A-80AF88FD4A66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Teardrop 316">
              <a:extLst>
                <a:ext uri="{FF2B5EF4-FFF2-40B4-BE49-F238E27FC236}">
                  <a16:creationId xmlns:a16="http://schemas.microsoft.com/office/drawing/2014/main" id="{7590276A-784F-3943-843F-A9F690468A7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Teardrop 317">
              <a:extLst>
                <a:ext uri="{FF2B5EF4-FFF2-40B4-BE49-F238E27FC236}">
                  <a16:creationId xmlns:a16="http://schemas.microsoft.com/office/drawing/2014/main" id="{1D9272C8-FCD9-A947-9030-D084633C954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Teardrop 318">
              <a:extLst>
                <a:ext uri="{FF2B5EF4-FFF2-40B4-BE49-F238E27FC236}">
                  <a16:creationId xmlns:a16="http://schemas.microsoft.com/office/drawing/2014/main" id="{85C2A1C0-F48F-7544-9563-96CB0419E97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Teardrop 319">
              <a:extLst>
                <a:ext uri="{FF2B5EF4-FFF2-40B4-BE49-F238E27FC236}">
                  <a16:creationId xmlns:a16="http://schemas.microsoft.com/office/drawing/2014/main" id="{0F138C78-74C2-E447-AA7A-457A0395426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Teardrop 320">
              <a:extLst>
                <a:ext uri="{FF2B5EF4-FFF2-40B4-BE49-F238E27FC236}">
                  <a16:creationId xmlns:a16="http://schemas.microsoft.com/office/drawing/2014/main" id="{286E28FE-322C-4841-9919-1B7F65805FE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Teardrop 321">
              <a:extLst>
                <a:ext uri="{FF2B5EF4-FFF2-40B4-BE49-F238E27FC236}">
                  <a16:creationId xmlns:a16="http://schemas.microsoft.com/office/drawing/2014/main" id="{8C656D3E-3A9B-CF4B-9AC3-253A56E49B6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Teardrop 322">
              <a:extLst>
                <a:ext uri="{FF2B5EF4-FFF2-40B4-BE49-F238E27FC236}">
                  <a16:creationId xmlns:a16="http://schemas.microsoft.com/office/drawing/2014/main" id="{54C31DBC-FB7F-0B4D-8BD3-93C5EDA296A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Teardrop 323">
              <a:extLst>
                <a:ext uri="{FF2B5EF4-FFF2-40B4-BE49-F238E27FC236}">
                  <a16:creationId xmlns:a16="http://schemas.microsoft.com/office/drawing/2014/main" id="{BF016B3D-EC16-144F-8FAC-3C6B9B0272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Teardrop 324">
              <a:extLst>
                <a:ext uri="{FF2B5EF4-FFF2-40B4-BE49-F238E27FC236}">
                  <a16:creationId xmlns:a16="http://schemas.microsoft.com/office/drawing/2014/main" id="{1A8817AE-FE69-5E49-A6E8-C2544F5B81E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Teardrop 325">
              <a:extLst>
                <a:ext uri="{FF2B5EF4-FFF2-40B4-BE49-F238E27FC236}">
                  <a16:creationId xmlns:a16="http://schemas.microsoft.com/office/drawing/2014/main" id="{FA92D0F0-ECF2-8F49-AE7E-62DEA004876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Teardrop 326">
              <a:extLst>
                <a:ext uri="{FF2B5EF4-FFF2-40B4-BE49-F238E27FC236}">
                  <a16:creationId xmlns:a16="http://schemas.microsoft.com/office/drawing/2014/main" id="{7343A053-F1E6-AE47-B4B4-48A4B0F74F3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Teardrop 327">
              <a:extLst>
                <a:ext uri="{FF2B5EF4-FFF2-40B4-BE49-F238E27FC236}">
                  <a16:creationId xmlns:a16="http://schemas.microsoft.com/office/drawing/2014/main" id="{1BED6B6D-6A35-9545-B3E9-7EA6A42260B6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Teardrop 328">
              <a:extLst>
                <a:ext uri="{FF2B5EF4-FFF2-40B4-BE49-F238E27FC236}">
                  <a16:creationId xmlns:a16="http://schemas.microsoft.com/office/drawing/2014/main" id="{44B3F517-7946-F34C-A87A-E540E400CF03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Teardrop 329">
              <a:extLst>
                <a:ext uri="{FF2B5EF4-FFF2-40B4-BE49-F238E27FC236}">
                  <a16:creationId xmlns:a16="http://schemas.microsoft.com/office/drawing/2014/main" id="{E6DBBCF9-D96D-474A-9EC6-39F9E6B6E0C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Teardrop 330">
              <a:extLst>
                <a:ext uri="{FF2B5EF4-FFF2-40B4-BE49-F238E27FC236}">
                  <a16:creationId xmlns:a16="http://schemas.microsoft.com/office/drawing/2014/main" id="{D0D0EEB5-1FF4-CA46-8BEF-C8F3A0A6ECB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Teardrop 331">
              <a:extLst>
                <a:ext uri="{FF2B5EF4-FFF2-40B4-BE49-F238E27FC236}">
                  <a16:creationId xmlns:a16="http://schemas.microsoft.com/office/drawing/2014/main" id="{697A74DE-429B-564D-875F-B21775FCE68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Teardrop 332">
              <a:extLst>
                <a:ext uri="{FF2B5EF4-FFF2-40B4-BE49-F238E27FC236}">
                  <a16:creationId xmlns:a16="http://schemas.microsoft.com/office/drawing/2014/main" id="{7E7BAFB5-FAAD-9842-9744-173CE33FA55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Teardrop 333">
              <a:extLst>
                <a:ext uri="{FF2B5EF4-FFF2-40B4-BE49-F238E27FC236}">
                  <a16:creationId xmlns:a16="http://schemas.microsoft.com/office/drawing/2014/main" id="{3D6DAA33-D96E-744A-AFB3-2546ED8999E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Teardrop 334">
              <a:extLst>
                <a:ext uri="{FF2B5EF4-FFF2-40B4-BE49-F238E27FC236}">
                  <a16:creationId xmlns:a16="http://schemas.microsoft.com/office/drawing/2014/main" id="{142A16E4-D21E-3E41-803A-C87FE082212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Teardrop 335">
              <a:extLst>
                <a:ext uri="{FF2B5EF4-FFF2-40B4-BE49-F238E27FC236}">
                  <a16:creationId xmlns:a16="http://schemas.microsoft.com/office/drawing/2014/main" id="{BD64E80E-C749-AE46-8BFD-A863C6AB210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Teardrop 336">
              <a:extLst>
                <a:ext uri="{FF2B5EF4-FFF2-40B4-BE49-F238E27FC236}">
                  <a16:creationId xmlns:a16="http://schemas.microsoft.com/office/drawing/2014/main" id="{861A4ECA-4E08-6447-BED0-971B1FBDE7C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Teardrop 337">
              <a:extLst>
                <a:ext uri="{FF2B5EF4-FFF2-40B4-BE49-F238E27FC236}">
                  <a16:creationId xmlns:a16="http://schemas.microsoft.com/office/drawing/2014/main" id="{DF6F7218-541A-8148-9259-AE97CCF4D28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Teardrop 338">
              <a:extLst>
                <a:ext uri="{FF2B5EF4-FFF2-40B4-BE49-F238E27FC236}">
                  <a16:creationId xmlns:a16="http://schemas.microsoft.com/office/drawing/2014/main" id="{099E587B-078E-B149-A841-5E9DF908813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Teardrop 339">
              <a:extLst>
                <a:ext uri="{FF2B5EF4-FFF2-40B4-BE49-F238E27FC236}">
                  <a16:creationId xmlns:a16="http://schemas.microsoft.com/office/drawing/2014/main" id="{26F40232-5D14-C047-85AD-AAFD14057CC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44542951-0802-F943-BB91-0D8393257731}"/>
              </a:ext>
            </a:extLst>
          </p:cNvPr>
          <p:cNvGrpSpPr/>
          <p:nvPr/>
        </p:nvGrpSpPr>
        <p:grpSpPr>
          <a:xfrm rot="21065350">
            <a:off x="3727049" y="2277700"/>
            <a:ext cx="319926" cy="404542"/>
            <a:chOff x="3510479" y="1211170"/>
            <a:chExt cx="2079479" cy="2629470"/>
          </a:xfrm>
        </p:grpSpPr>
        <p:sp>
          <p:nvSpPr>
            <p:cNvPr id="342" name="Oval 1">
              <a:extLst>
                <a:ext uri="{FF2B5EF4-FFF2-40B4-BE49-F238E27FC236}">
                  <a16:creationId xmlns:a16="http://schemas.microsoft.com/office/drawing/2014/main" id="{DEEBFD23-1032-804E-BCCC-4C29ED63D0DE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Teardrop 342">
              <a:extLst>
                <a:ext uri="{FF2B5EF4-FFF2-40B4-BE49-F238E27FC236}">
                  <a16:creationId xmlns:a16="http://schemas.microsoft.com/office/drawing/2014/main" id="{D1F62268-C431-744F-BCA1-F7EC30587280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Teardrop 343">
              <a:extLst>
                <a:ext uri="{FF2B5EF4-FFF2-40B4-BE49-F238E27FC236}">
                  <a16:creationId xmlns:a16="http://schemas.microsoft.com/office/drawing/2014/main" id="{8E5C2C03-2AC9-6746-8392-D0B7A96115F6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Teardrop 344">
              <a:extLst>
                <a:ext uri="{FF2B5EF4-FFF2-40B4-BE49-F238E27FC236}">
                  <a16:creationId xmlns:a16="http://schemas.microsoft.com/office/drawing/2014/main" id="{734F1A5A-2CCB-CC41-9D7B-2AD6DEE49B6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Teardrop 345">
              <a:extLst>
                <a:ext uri="{FF2B5EF4-FFF2-40B4-BE49-F238E27FC236}">
                  <a16:creationId xmlns:a16="http://schemas.microsoft.com/office/drawing/2014/main" id="{0A2AE20D-8870-C846-8978-533703FCB685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Teardrop 346">
              <a:extLst>
                <a:ext uri="{FF2B5EF4-FFF2-40B4-BE49-F238E27FC236}">
                  <a16:creationId xmlns:a16="http://schemas.microsoft.com/office/drawing/2014/main" id="{1A2B8EEF-5EF3-D240-BBAB-FAB6FD1C5B2F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Teardrop 347">
              <a:extLst>
                <a:ext uri="{FF2B5EF4-FFF2-40B4-BE49-F238E27FC236}">
                  <a16:creationId xmlns:a16="http://schemas.microsoft.com/office/drawing/2014/main" id="{90C425E0-1943-0341-9C6B-D4432825AF3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Teardrop 348">
              <a:extLst>
                <a:ext uri="{FF2B5EF4-FFF2-40B4-BE49-F238E27FC236}">
                  <a16:creationId xmlns:a16="http://schemas.microsoft.com/office/drawing/2014/main" id="{84B36064-F3DA-D042-9225-8B874F41C70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Teardrop 349">
              <a:extLst>
                <a:ext uri="{FF2B5EF4-FFF2-40B4-BE49-F238E27FC236}">
                  <a16:creationId xmlns:a16="http://schemas.microsoft.com/office/drawing/2014/main" id="{FCB87DDF-042B-5042-B219-8E4B6C992DB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Teardrop 350">
              <a:extLst>
                <a:ext uri="{FF2B5EF4-FFF2-40B4-BE49-F238E27FC236}">
                  <a16:creationId xmlns:a16="http://schemas.microsoft.com/office/drawing/2014/main" id="{C55B24D1-9B2B-3543-8E35-97AF44695EA7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Teardrop 351">
              <a:extLst>
                <a:ext uri="{FF2B5EF4-FFF2-40B4-BE49-F238E27FC236}">
                  <a16:creationId xmlns:a16="http://schemas.microsoft.com/office/drawing/2014/main" id="{737EAE35-4443-3041-A531-3A4B05BFC83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Teardrop 352">
              <a:extLst>
                <a:ext uri="{FF2B5EF4-FFF2-40B4-BE49-F238E27FC236}">
                  <a16:creationId xmlns:a16="http://schemas.microsoft.com/office/drawing/2014/main" id="{5F12AF31-62DC-AB43-831D-BEA19A5B45D4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Teardrop 353">
              <a:extLst>
                <a:ext uri="{FF2B5EF4-FFF2-40B4-BE49-F238E27FC236}">
                  <a16:creationId xmlns:a16="http://schemas.microsoft.com/office/drawing/2014/main" id="{61B44B8C-D403-BA42-9B4D-24BCB527BFF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Teardrop 354">
              <a:extLst>
                <a:ext uri="{FF2B5EF4-FFF2-40B4-BE49-F238E27FC236}">
                  <a16:creationId xmlns:a16="http://schemas.microsoft.com/office/drawing/2014/main" id="{F15F15F1-DDF8-3642-A580-8A15175A4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Teardrop 355">
              <a:extLst>
                <a:ext uri="{FF2B5EF4-FFF2-40B4-BE49-F238E27FC236}">
                  <a16:creationId xmlns:a16="http://schemas.microsoft.com/office/drawing/2014/main" id="{5EF5EA95-B195-0841-B757-8B5F808697B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Teardrop 356">
              <a:extLst>
                <a:ext uri="{FF2B5EF4-FFF2-40B4-BE49-F238E27FC236}">
                  <a16:creationId xmlns:a16="http://schemas.microsoft.com/office/drawing/2014/main" id="{956767A7-CD73-3B47-AB05-A07B09E8889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Teardrop 357">
              <a:extLst>
                <a:ext uri="{FF2B5EF4-FFF2-40B4-BE49-F238E27FC236}">
                  <a16:creationId xmlns:a16="http://schemas.microsoft.com/office/drawing/2014/main" id="{A4761FBD-680D-DE4B-8869-AB851C0D1177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ardrop 358">
              <a:extLst>
                <a:ext uri="{FF2B5EF4-FFF2-40B4-BE49-F238E27FC236}">
                  <a16:creationId xmlns:a16="http://schemas.microsoft.com/office/drawing/2014/main" id="{274CBE3B-94DC-0541-97C4-BCC12A66A308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Teardrop 359">
              <a:extLst>
                <a:ext uri="{FF2B5EF4-FFF2-40B4-BE49-F238E27FC236}">
                  <a16:creationId xmlns:a16="http://schemas.microsoft.com/office/drawing/2014/main" id="{0B261A26-966F-D347-878B-4DA1AB2BE1F9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Teardrop 360">
              <a:extLst>
                <a:ext uri="{FF2B5EF4-FFF2-40B4-BE49-F238E27FC236}">
                  <a16:creationId xmlns:a16="http://schemas.microsoft.com/office/drawing/2014/main" id="{25046AC9-5972-F745-AC3D-5228750EDD5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Teardrop 361">
              <a:extLst>
                <a:ext uri="{FF2B5EF4-FFF2-40B4-BE49-F238E27FC236}">
                  <a16:creationId xmlns:a16="http://schemas.microsoft.com/office/drawing/2014/main" id="{A801EB53-CFD2-B74E-B7C2-9C2C32475C6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Teardrop 362">
              <a:extLst>
                <a:ext uri="{FF2B5EF4-FFF2-40B4-BE49-F238E27FC236}">
                  <a16:creationId xmlns:a16="http://schemas.microsoft.com/office/drawing/2014/main" id="{15F52621-2B59-9C43-A2A7-74900D7F4C1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Teardrop 363">
              <a:extLst>
                <a:ext uri="{FF2B5EF4-FFF2-40B4-BE49-F238E27FC236}">
                  <a16:creationId xmlns:a16="http://schemas.microsoft.com/office/drawing/2014/main" id="{4E44A1C8-36C5-6A43-9606-BFEBE04D94D3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Teardrop 364">
              <a:extLst>
                <a:ext uri="{FF2B5EF4-FFF2-40B4-BE49-F238E27FC236}">
                  <a16:creationId xmlns:a16="http://schemas.microsoft.com/office/drawing/2014/main" id="{1824533D-4A3F-3C43-A16D-9B3054068C6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Teardrop 365">
              <a:extLst>
                <a:ext uri="{FF2B5EF4-FFF2-40B4-BE49-F238E27FC236}">
                  <a16:creationId xmlns:a16="http://schemas.microsoft.com/office/drawing/2014/main" id="{7E645C33-CA0F-634C-B0D6-0333180AD7CE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Teardrop 366">
              <a:extLst>
                <a:ext uri="{FF2B5EF4-FFF2-40B4-BE49-F238E27FC236}">
                  <a16:creationId xmlns:a16="http://schemas.microsoft.com/office/drawing/2014/main" id="{0513C3EE-7FBC-2C47-88FD-24ED432CABA9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Teardrop 367">
              <a:extLst>
                <a:ext uri="{FF2B5EF4-FFF2-40B4-BE49-F238E27FC236}">
                  <a16:creationId xmlns:a16="http://schemas.microsoft.com/office/drawing/2014/main" id="{8FF64E32-907B-FA41-A867-CCEA22FFBFC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Teardrop 368">
              <a:extLst>
                <a:ext uri="{FF2B5EF4-FFF2-40B4-BE49-F238E27FC236}">
                  <a16:creationId xmlns:a16="http://schemas.microsoft.com/office/drawing/2014/main" id="{A9ADD112-5CE1-A842-AE2B-70F89A1380BD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Teardrop 369">
              <a:extLst>
                <a:ext uri="{FF2B5EF4-FFF2-40B4-BE49-F238E27FC236}">
                  <a16:creationId xmlns:a16="http://schemas.microsoft.com/office/drawing/2014/main" id="{D5DA5B69-586E-214B-B467-39F0306F70A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Teardrop 370">
              <a:extLst>
                <a:ext uri="{FF2B5EF4-FFF2-40B4-BE49-F238E27FC236}">
                  <a16:creationId xmlns:a16="http://schemas.microsoft.com/office/drawing/2014/main" id="{FA6F4CA3-02D0-3C4E-B21A-2724E190EE1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72" name="TextBox 27">
            <a:extLst>
              <a:ext uri="{FF2B5EF4-FFF2-40B4-BE49-F238E27FC236}">
                <a16:creationId xmlns:a16="http://schemas.microsoft.com/office/drawing/2014/main" id="{D8ED8AF3-5AEC-9543-93A4-04CEF511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pic>
        <p:nvPicPr>
          <p:cNvPr id="374" name="Picture 373">
            <a:extLst>
              <a:ext uri="{FF2B5EF4-FFF2-40B4-BE49-F238E27FC236}">
                <a16:creationId xmlns:a16="http://schemas.microsoft.com/office/drawing/2014/main" id="{5EBF7225-9655-2941-BBEA-3D264BFD2A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375" name="TextBox 374">
            <a:extLst>
              <a:ext uri="{FF2B5EF4-FFF2-40B4-BE49-F238E27FC236}">
                <a16:creationId xmlns:a16="http://schemas.microsoft.com/office/drawing/2014/main" id="{34D4AFAF-5AD6-9642-ADC5-FE2DCAEAA770}"/>
              </a:ext>
            </a:extLst>
          </p:cNvPr>
          <p:cNvSpPr txBox="1"/>
          <p:nvPr/>
        </p:nvSpPr>
        <p:spPr>
          <a:xfrm>
            <a:off x="2428890" y="873064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sp>
        <p:nvSpPr>
          <p:cNvPr id="276" name="TextBox 22">
            <a:extLst>
              <a:ext uri="{FF2B5EF4-FFF2-40B4-BE49-F238E27FC236}">
                <a16:creationId xmlns:a16="http://schemas.microsoft.com/office/drawing/2014/main" id="{45037660-16C4-9048-8D5D-93BA230AC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8286" y="3438671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sp>
        <p:nvSpPr>
          <p:cNvPr id="252" name="TextBox 130">
            <a:extLst>
              <a:ext uri="{FF2B5EF4-FFF2-40B4-BE49-F238E27FC236}">
                <a16:creationId xmlns:a16="http://schemas.microsoft.com/office/drawing/2014/main" id="{EC3DA4FD-C169-4D4D-B483-FB26C0171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93494154-BD93-AB4B-B84F-62BE574E9877}"/>
              </a:ext>
            </a:extLst>
          </p:cNvPr>
          <p:cNvSpPr txBox="1"/>
          <p:nvPr/>
        </p:nvSpPr>
        <p:spPr>
          <a:xfrm>
            <a:off x="6942328" y="4048180"/>
            <a:ext cx="2010089" cy="923330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accent3">
                    <a:lumMod val="50000"/>
                  </a:schemeClr>
                </a:solidFill>
              </a:rPr>
              <a:t>Live</a:t>
            </a:r>
            <a:r>
              <a:rPr lang="en-US" dirty="0"/>
              <a:t> carbon pools are transferred to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/>
              <a:t> pools.</a:t>
            </a:r>
          </a:p>
        </p:txBody>
      </p:sp>
    </p:spTree>
    <p:extLst>
      <p:ext uri="{BB962C8B-B14F-4D97-AF65-F5344CB8AC3E}">
        <p14:creationId xmlns:p14="http://schemas.microsoft.com/office/powerpoint/2010/main" val="8311989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Freeform 375">
            <a:extLst>
              <a:ext uri="{FF2B5EF4-FFF2-40B4-BE49-F238E27FC236}">
                <a16:creationId xmlns:a16="http://schemas.microsoft.com/office/drawing/2014/main" id="{632F6326-5186-B34F-AFE4-8FB6C1763A63}"/>
              </a:ext>
            </a:extLst>
          </p:cNvPr>
          <p:cNvSpPr/>
          <p:nvPr/>
        </p:nvSpPr>
        <p:spPr>
          <a:xfrm rot="18086153" flipH="1">
            <a:off x="6709630" y="2724162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ln w="19050"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D0C30CD5-671F-504D-9840-5F3E128F2BB0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190" name="Freeform 189">
            <a:extLst>
              <a:ext uri="{FF2B5EF4-FFF2-40B4-BE49-F238E27FC236}">
                <a16:creationId xmlns:a16="http://schemas.microsoft.com/office/drawing/2014/main" id="{97312A15-20B8-A64A-B127-D0022F8B4D62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riangle 190">
            <a:extLst>
              <a:ext uri="{FF2B5EF4-FFF2-40B4-BE49-F238E27FC236}">
                <a16:creationId xmlns:a16="http://schemas.microsoft.com/office/drawing/2014/main" id="{6BE4C75F-39DB-7F42-B88F-B6D0049338B7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Triangle 263">
            <a:extLst>
              <a:ext uri="{FF2B5EF4-FFF2-40B4-BE49-F238E27FC236}">
                <a16:creationId xmlns:a16="http://schemas.microsoft.com/office/drawing/2014/main" id="{AB4622F0-153A-9541-BECA-F789C8688F4D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Triangle 264">
            <a:extLst>
              <a:ext uri="{FF2B5EF4-FFF2-40B4-BE49-F238E27FC236}">
                <a16:creationId xmlns:a16="http://schemas.microsoft.com/office/drawing/2014/main" id="{BDFC7A9A-DB5C-6E42-89B6-D76B15BBC232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Triangle 264">
            <a:extLst>
              <a:ext uri="{FF2B5EF4-FFF2-40B4-BE49-F238E27FC236}">
                <a16:creationId xmlns:a16="http://schemas.microsoft.com/office/drawing/2014/main" id="{0A68E232-21F0-004F-9B6E-F210E5BFED0E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Triangle 194">
            <a:extLst>
              <a:ext uri="{FF2B5EF4-FFF2-40B4-BE49-F238E27FC236}">
                <a16:creationId xmlns:a16="http://schemas.microsoft.com/office/drawing/2014/main" id="{7886106B-DFD2-FA4D-98F1-3B2C8ECEE50D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riangle 263">
            <a:extLst>
              <a:ext uri="{FF2B5EF4-FFF2-40B4-BE49-F238E27FC236}">
                <a16:creationId xmlns:a16="http://schemas.microsoft.com/office/drawing/2014/main" id="{FC7884AC-8A4A-5B41-B935-B41FBFC0DAC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Triangle 264">
            <a:extLst>
              <a:ext uri="{FF2B5EF4-FFF2-40B4-BE49-F238E27FC236}">
                <a16:creationId xmlns:a16="http://schemas.microsoft.com/office/drawing/2014/main" id="{17371019-A0E6-BC43-AD82-32846B5F992D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B9E9F198-8D27-4743-B1A7-64C87298D6A3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Triangle 264">
            <a:extLst>
              <a:ext uri="{FF2B5EF4-FFF2-40B4-BE49-F238E27FC236}">
                <a16:creationId xmlns:a16="http://schemas.microsoft.com/office/drawing/2014/main" id="{27D3F780-C555-0642-B14A-8547E5C21012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Triangle 264">
            <a:extLst>
              <a:ext uri="{FF2B5EF4-FFF2-40B4-BE49-F238E27FC236}">
                <a16:creationId xmlns:a16="http://schemas.microsoft.com/office/drawing/2014/main" id="{E983BF94-3A74-F54A-A6C6-B7BCBC5C9270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Triangle 264">
            <a:extLst>
              <a:ext uri="{FF2B5EF4-FFF2-40B4-BE49-F238E27FC236}">
                <a16:creationId xmlns:a16="http://schemas.microsoft.com/office/drawing/2014/main" id="{408882B5-5479-5B40-B943-884DB22B3489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6E987418-1944-734D-B400-6A6D224053AF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3" name="TextBox 27">
            <a:extLst>
              <a:ext uri="{FF2B5EF4-FFF2-40B4-BE49-F238E27FC236}">
                <a16:creationId xmlns:a16="http://schemas.microsoft.com/office/drawing/2014/main" id="{E5DEFECC-394A-FB4E-BB54-58E78569F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204" name="TextBox 34">
            <a:extLst>
              <a:ext uri="{FF2B5EF4-FFF2-40B4-BE49-F238E27FC236}">
                <a16:creationId xmlns:a16="http://schemas.microsoft.com/office/drawing/2014/main" id="{DFB2B4FE-F5DF-C54F-9687-02C3C59C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sp>
        <p:nvSpPr>
          <p:cNvPr id="205" name="TextBox 50">
            <a:extLst>
              <a:ext uri="{FF2B5EF4-FFF2-40B4-BE49-F238E27FC236}">
                <a16:creationId xmlns:a16="http://schemas.microsoft.com/office/drawing/2014/main" id="{CF027B98-07BF-D645-B790-7659EF3E7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929" y="4892552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Dead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Biomass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TextBox 51">
            <a:extLst>
              <a:ext uri="{FF2B5EF4-FFF2-40B4-BE49-F238E27FC236}">
                <a16:creationId xmlns:a16="http://schemas.microsoft.com/office/drawing/2014/main" id="{F19BC718-FC79-6F4D-A602-58A21101D1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308" y="5630337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Litter</a:t>
            </a:r>
          </a:p>
        </p:txBody>
      </p:sp>
      <p:sp>
        <p:nvSpPr>
          <p:cNvPr id="207" name="TextBox 53">
            <a:extLst>
              <a:ext uri="{FF2B5EF4-FFF2-40B4-BE49-F238E27FC236}">
                <a16:creationId xmlns:a16="http://schemas.microsoft.com/office/drawing/2014/main" id="{0CDA0F37-E32A-F945-8061-3233DDAB33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184" y="6483420"/>
            <a:ext cx="1057275" cy="277813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Passive</a:t>
            </a:r>
          </a:p>
        </p:txBody>
      </p:sp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98E87A21-CC12-184F-8287-AE31C8815753}"/>
              </a:ext>
            </a:extLst>
          </p:cNvPr>
          <p:cNvCxnSpPr>
            <a:cxnSpLocks/>
            <a:stCxn id="273" idx="3"/>
          </p:cNvCxnSpPr>
          <p:nvPr/>
        </p:nvCxnSpPr>
        <p:spPr>
          <a:xfrm>
            <a:off x="5726054" y="4686298"/>
            <a:ext cx="247751" cy="20909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9FF6462B-9D82-F148-AE24-04D85CFD300B}"/>
              </a:ext>
            </a:extLst>
          </p:cNvPr>
          <p:cNvCxnSpPr>
            <a:cxnSpLocks/>
          </p:cNvCxnSpPr>
          <p:nvPr/>
        </p:nvCxnSpPr>
        <p:spPr>
          <a:xfrm>
            <a:off x="5893492" y="5663232"/>
            <a:ext cx="627816" cy="9505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0" name="Elbow Connector 209">
            <a:extLst>
              <a:ext uri="{FF2B5EF4-FFF2-40B4-BE49-F238E27FC236}">
                <a16:creationId xmlns:a16="http://schemas.microsoft.com/office/drawing/2014/main" id="{9905CCF2-1CF7-CE40-8896-A7181EE67220}"/>
              </a:ext>
            </a:extLst>
          </p:cNvPr>
          <p:cNvCxnSpPr>
            <a:cxnSpLocks/>
          </p:cNvCxnSpPr>
          <p:nvPr/>
        </p:nvCxnSpPr>
        <p:spPr>
          <a:xfrm rot="16200000" flipH="1">
            <a:off x="7467382" y="6348565"/>
            <a:ext cx="254338" cy="17126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1" name="Elbow Connector 210">
            <a:extLst>
              <a:ext uri="{FF2B5EF4-FFF2-40B4-BE49-F238E27FC236}">
                <a16:creationId xmlns:a16="http://schemas.microsoft.com/office/drawing/2014/main" id="{C1A73265-4160-7E48-A1B5-C155E5F05C5E}"/>
              </a:ext>
            </a:extLst>
          </p:cNvPr>
          <p:cNvCxnSpPr>
            <a:stCxn id="207" idx="0"/>
            <a:endCxn id="272" idx="3"/>
          </p:cNvCxnSpPr>
          <p:nvPr/>
        </p:nvCxnSpPr>
        <p:spPr>
          <a:xfrm rot="16200000" flipV="1">
            <a:off x="7938372" y="6212969"/>
            <a:ext cx="253930" cy="286971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2" name="Elbow Connector 211">
            <a:extLst>
              <a:ext uri="{FF2B5EF4-FFF2-40B4-BE49-F238E27FC236}">
                <a16:creationId xmlns:a16="http://schemas.microsoft.com/office/drawing/2014/main" id="{F59A4D30-B65B-9F4B-8D99-021D1E79359C}"/>
              </a:ext>
            </a:extLst>
          </p:cNvPr>
          <p:cNvCxnSpPr>
            <a:cxnSpLocks/>
          </p:cNvCxnSpPr>
          <p:nvPr/>
        </p:nvCxnSpPr>
        <p:spPr>
          <a:xfrm>
            <a:off x="3198955" y="5313472"/>
            <a:ext cx="4470485" cy="1440653"/>
          </a:xfrm>
          <a:prstGeom prst="bentConnector3">
            <a:avLst>
              <a:gd name="adj1" fmla="val 2274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3" name="Straight Arrow Connector 212">
            <a:extLst>
              <a:ext uri="{FF2B5EF4-FFF2-40B4-BE49-F238E27FC236}">
                <a16:creationId xmlns:a16="http://schemas.microsoft.com/office/drawing/2014/main" id="{2BFE4AB7-DC2B-D149-8252-DA919AE0BCA9}"/>
              </a:ext>
            </a:extLst>
          </p:cNvPr>
          <p:cNvCxnSpPr>
            <a:cxnSpLocks/>
            <a:stCxn id="205" idx="1"/>
            <a:endCxn id="277" idx="3"/>
          </p:cNvCxnSpPr>
          <p:nvPr/>
        </p:nvCxnSpPr>
        <p:spPr>
          <a:xfrm flipH="1">
            <a:off x="3755280" y="5123385"/>
            <a:ext cx="1918649" cy="32832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14" name="Freeform 213">
            <a:extLst>
              <a:ext uri="{FF2B5EF4-FFF2-40B4-BE49-F238E27FC236}">
                <a16:creationId xmlns:a16="http://schemas.microsoft.com/office/drawing/2014/main" id="{80E4982C-52FB-9D46-B971-A5367165E051}"/>
              </a:ext>
            </a:extLst>
          </p:cNvPr>
          <p:cNvSpPr/>
          <p:nvPr/>
        </p:nvSpPr>
        <p:spPr>
          <a:xfrm>
            <a:off x="5302456" y="5238587"/>
            <a:ext cx="119062" cy="303213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0" name="TextBox 118">
            <a:extLst>
              <a:ext uri="{FF2B5EF4-FFF2-40B4-BE49-F238E27FC236}">
                <a16:creationId xmlns:a16="http://schemas.microsoft.com/office/drawing/2014/main" id="{BA380BA7-D325-794F-8C9C-666FEE754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9772" y="3501674"/>
            <a:ext cx="1839913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70AD47">
                <a:lumMod val="50000"/>
              </a:srgbClr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Autotrophic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Respiration: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Release</a:t>
            </a: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41D23113-D4C7-524B-AE3B-C5FEDDA2316C}"/>
              </a:ext>
            </a:extLst>
          </p:cNvPr>
          <p:cNvSpPr/>
          <p:nvPr/>
        </p:nvSpPr>
        <p:spPr>
          <a:xfrm rot="7999015" flipH="1">
            <a:off x="5255853" y="3452827"/>
            <a:ext cx="207374" cy="48098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22225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 w="25400">
                <a:solidFill>
                  <a:prstClr val="black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3" name="Freeform 222">
            <a:extLst>
              <a:ext uri="{FF2B5EF4-FFF2-40B4-BE49-F238E27FC236}">
                <a16:creationId xmlns:a16="http://schemas.microsoft.com/office/drawing/2014/main" id="{D8ED09F3-EFC8-7240-8D1C-2163B6C22BDD}"/>
              </a:ext>
            </a:extLst>
          </p:cNvPr>
          <p:cNvSpPr/>
          <p:nvPr/>
        </p:nvSpPr>
        <p:spPr>
          <a:xfrm flipH="1">
            <a:off x="5393507" y="4215411"/>
            <a:ext cx="82061" cy="40693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46437B04-1651-204E-9642-AD9554AF07F2}"/>
              </a:ext>
            </a:extLst>
          </p:cNvPr>
          <p:cNvSpPr/>
          <p:nvPr/>
        </p:nvSpPr>
        <p:spPr>
          <a:xfrm flipH="1">
            <a:off x="3918378" y="6025372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C1252E51-F0A5-8143-A815-4FBDA2CFA188}"/>
              </a:ext>
            </a:extLst>
          </p:cNvPr>
          <p:cNvCxnSpPr>
            <a:stCxn id="276" idx="2"/>
            <a:endCxn id="277" idx="0"/>
          </p:cNvCxnSpPr>
          <p:nvPr/>
        </p:nvCxnSpPr>
        <p:spPr>
          <a:xfrm flipH="1">
            <a:off x="3333680" y="3715143"/>
            <a:ext cx="1504700" cy="15057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51D28D71-C0EE-0747-81C1-ECFC75815F1E}"/>
              </a:ext>
            </a:extLst>
          </p:cNvPr>
          <p:cNvCxnSpPr>
            <a:cxnSpLocks/>
          </p:cNvCxnSpPr>
          <p:nvPr/>
        </p:nvCxnSpPr>
        <p:spPr>
          <a:xfrm flipV="1">
            <a:off x="5011174" y="5835557"/>
            <a:ext cx="1496641" cy="51596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7" name="Straight Arrow Connector 226">
            <a:extLst>
              <a:ext uri="{FF2B5EF4-FFF2-40B4-BE49-F238E27FC236}">
                <a16:creationId xmlns:a16="http://schemas.microsoft.com/office/drawing/2014/main" id="{33849067-E8AF-CA42-ABBC-7A0F151C5F41}"/>
              </a:ext>
            </a:extLst>
          </p:cNvPr>
          <p:cNvCxnSpPr>
            <a:cxnSpLocks/>
            <a:stCxn id="232" idx="2"/>
          </p:cNvCxnSpPr>
          <p:nvPr/>
        </p:nvCxnSpPr>
        <p:spPr>
          <a:xfrm>
            <a:off x="2273239" y="5312382"/>
            <a:ext cx="1018509" cy="141350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8D20A125-2F1D-2B48-BE1F-8474A5BE76EF}"/>
              </a:ext>
            </a:extLst>
          </p:cNvPr>
          <p:cNvCxnSpPr>
            <a:cxnSpLocks/>
            <a:stCxn id="205" idx="1"/>
            <a:endCxn id="232" idx="3"/>
          </p:cNvCxnSpPr>
          <p:nvPr/>
        </p:nvCxnSpPr>
        <p:spPr>
          <a:xfrm flipH="1" flipV="1">
            <a:off x="2694876" y="5081550"/>
            <a:ext cx="2979053" cy="41835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30" name="Elbow Connector 229">
            <a:extLst>
              <a:ext uri="{FF2B5EF4-FFF2-40B4-BE49-F238E27FC236}">
                <a16:creationId xmlns:a16="http://schemas.microsoft.com/office/drawing/2014/main" id="{0F11A741-AC1D-F945-AE2C-ABF12A2C45AC}"/>
              </a:ext>
            </a:extLst>
          </p:cNvPr>
          <p:cNvCxnSpPr/>
          <p:nvPr/>
        </p:nvCxnSpPr>
        <p:spPr>
          <a:xfrm rot="16200000" flipV="1">
            <a:off x="7436363" y="5706813"/>
            <a:ext cx="684490" cy="86042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31" name="Straight Arrow Connector 230">
            <a:extLst>
              <a:ext uri="{FF2B5EF4-FFF2-40B4-BE49-F238E27FC236}">
                <a16:creationId xmlns:a16="http://schemas.microsoft.com/office/drawing/2014/main" id="{1F63870D-EEF6-8F4A-882C-1EAB6EBCD13B}"/>
              </a:ext>
            </a:extLst>
          </p:cNvPr>
          <p:cNvCxnSpPr>
            <a:stCxn id="272" idx="0"/>
          </p:cNvCxnSpPr>
          <p:nvPr/>
        </p:nvCxnSpPr>
        <p:spPr>
          <a:xfrm flipH="1" flipV="1">
            <a:off x="7316647" y="5906562"/>
            <a:ext cx="192271" cy="18442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2" name="TextBox 231">
            <a:extLst>
              <a:ext uri="{FF2B5EF4-FFF2-40B4-BE49-F238E27FC236}">
                <a16:creationId xmlns:a16="http://schemas.microsoft.com/office/drawing/2014/main" id="{21A9F5F1-50F8-D74C-84D9-174118BE8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1601" y="4850717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Metabolic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233" name="Straight Arrow Connector 232">
            <a:extLst>
              <a:ext uri="{FF2B5EF4-FFF2-40B4-BE49-F238E27FC236}">
                <a16:creationId xmlns:a16="http://schemas.microsoft.com/office/drawing/2014/main" id="{D0C45913-46B2-954A-B89A-205FC9F6C527}"/>
              </a:ext>
            </a:extLst>
          </p:cNvPr>
          <p:cNvCxnSpPr>
            <a:cxnSpLocks/>
            <a:stCxn id="276" idx="2"/>
          </p:cNvCxnSpPr>
          <p:nvPr/>
        </p:nvCxnSpPr>
        <p:spPr>
          <a:xfrm flipH="1">
            <a:off x="11386302" y="10575856"/>
            <a:ext cx="2054106" cy="1220900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43DDBC31-87F1-0A4B-9B0A-B50E669FD930}"/>
              </a:ext>
            </a:extLst>
          </p:cNvPr>
          <p:cNvSpPr txBox="1"/>
          <p:nvPr/>
        </p:nvSpPr>
        <p:spPr>
          <a:xfrm>
            <a:off x="118456" y="4773405"/>
            <a:ext cx="1626727" cy="1800493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Transfers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Freezing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Heat Stress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Water Deficiency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84F22443-42C2-EB4E-AF08-670E7EA9649F}"/>
              </a:ext>
            </a:extLst>
          </p:cNvPr>
          <p:cNvSpPr/>
          <p:nvPr/>
        </p:nvSpPr>
        <p:spPr>
          <a:xfrm rot="20909801" flipH="1">
            <a:off x="2335553" y="3461633"/>
            <a:ext cx="90695" cy="350058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59A98991-33DD-4745-83AB-92B0B8AB58F9}"/>
              </a:ext>
            </a:extLst>
          </p:cNvPr>
          <p:cNvSpPr/>
          <p:nvPr/>
        </p:nvSpPr>
        <p:spPr>
          <a:xfrm rot="18086153" flipH="1">
            <a:off x="6401354" y="2287244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4614EDC-6BAA-F541-8B7E-11BC9ED35330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240" name="Straight Arrow Connector 239">
            <a:extLst>
              <a:ext uri="{FF2B5EF4-FFF2-40B4-BE49-F238E27FC236}">
                <a16:creationId xmlns:a16="http://schemas.microsoft.com/office/drawing/2014/main" id="{DAC00C28-83B7-D040-B870-6519A6456ABF}"/>
              </a:ext>
            </a:extLst>
          </p:cNvPr>
          <p:cNvCxnSpPr>
            <a:cxnSpLocks/>
          </p:cNvCxnSpPr>
          <p:nvPr/>
        </p:nvCxnSpPr>
        <p:spPr>
          <a:xfrm flipH="1">
            <a:off x="2295748" y="4071695"/>
            <a:ext cx="275866" cy="759829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1" name="Straight Arrow Connector 240">
            <a:extLst>
              <a:ext uri="{FF2B5EF4-FFF2-40B4-BE49-F238E27FC236}">
                <a16:creationId xmlns:a16="http://schemas.microsoft.com/office/drawing/2014/main" id="{292F015E-85BC-7640-B029-A3223D5707E4}"/>
              </a:ext>
            </a:extLst>
          </p:cNvPr>
          <p:cNvCxnSpPr>
            <a:cxnSpLocks/>
          </p:cNvCxnSpPr>
          <p:nvPr/>
        </p:nvCxnSpPr>
        <p:spPr>
          <a:xfrm>
            <a:off x="2697480" y="4069080"/>
            <a:ext cx="612648" cy="115214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2" name="Straight Arrow Connector 241">
            <a:extLst>
              <a:ext uri="{FF2B5EF4-FFF2-40B4-BE49-F238E27FC236}">
                <a16:creationId xmlns:a16="http://schemas.microsoft.com/office/drawing/2014/main" id="{4896E308-D7A2-5941-9994-AC1DF7583104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75103" cy="46901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sp>
        <p:nvSpPr>
          <p:cNvPr id="243" name="TextBox 242">
            <a:extLst>
              <a:ext uri="{FF2B5EF4-FFF2-40B4-BE49-F238E27FC236}">
                <a16:creationId xmlns:a16="http://schemas.microsoft.com/office/drawing/2014/main" id="{290A4826-5732-D843-BCF1-C1DE55E6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2794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cxnSp>
        <p:nvCxnSpPr>
          <p:cNvPr id="244" name="Straight Arrow Connector 243">
            <a:extLst>
              <a:ext uri="{FF2B5EF4-FFF2-40B4-BE49-F238E27FC236}">
                <a16:creationId xmlns:a16="http://schemas.microsoft.com/office/drawing/2014/main" id="{F9B44E04-A6E6-EF46-BD02-B95339B48C53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5" name="Straight Arrow Connector 244">
            <a:extLst>
              <a:ext uri="{FF2B5EF4-FFF2-40B4-BE49-F238E27FC236}">
                <a16:creationId xmlns:a16="http://schemas.microsoft.com/office/drawing/2014/main" id="{863DA290-545C-CE40-9A63-BD8B1C0EB2D9}"/>
              </a:ext>
            </a:extLst>
          </p:cNvPr>
          <p:cNvCxnSpPr>
            <a:cxnSpLocks/>
          </p:cNvCxnSpPr>
          <p:nvPr/>
        </p:nvCxnSpPr>
        <p:spPr>
          <a:xfrm>
            <a:off x="2880360" y="2542032"/>
            <a:ext cx="1581912" cy="29992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6" name="Straight Arrow Connector 245">
            <a:extLst>
              <a:ext uri="{FF2B5EF4-FFF2-40B4-BE49-F238E27FC236}">
                <a16:creationId xmlns:a16="http://schemas.microsoft.com/office/drawing/2014/main" id="{4FF5D0BD-3FFC-9C45-B114-CF6ED8179CC3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3F57E297-AAFD-9E48-A3AB-05EB899F2A5E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FFC40AA0-AC32-824F-9710-94B6E7A158C9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9" name="Curved Connector 248">
            <a:extLst>
              <a:ext uri="{FF2B5EF4-FFF2-40B4-BE49-F238E27FC236}">
                <a16:creationId xmlns:a16="http://schemas.microsoft.com/office/drawing/2014/main" id="{D381B066-12E4-1942-BDA9-E9B48695DDDA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0FEFBE85-0DCD-D54E-9422-93C43592A929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251" name="Curved Connector 250">
            <a:extLst>
              <a:ext uri="{FF2B5EF4-FFF2-40B4-BE49-F238E27FC236}">
                <a16:creationId xmlns:a16="http://schemas.microsoft.com/office/drawing/2014/main" id="{A6937FF7-9169-4249-8207-1CB64D57502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2" name="TextBox 130">
            <a:extLst>
              <a:ext uri="{FF2B5EF4-FFF2-40B4-BE49-F238E27FC236}">
                <a16:creationId xmlns:a16="http://schemas.microsoft.com/office/drawing/2014/main" id="{EC3DA4FD-C169-4D4D-B483-FB26C0171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pic>
        <p:nvPicPr>
          <p:cNvPr id="253" name="Picture 252">
            <a:extLst>
              <a:ext uri="{FF2B5EF4-FFF2-40B4-BE49-F238E27FC236}">
                <a16:creationId xmlns:a16="http://schemas.microsoft.com/office/drawing/2014/main" id="{05D531F1-8182-4840-A918-6C798C2CA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254" name="Picture 253">
            <a:extLst>
              <a:ext uri="{FF2B5EF4-FFF2-40B4-BE49-F238E27FC236}">
                <a16:creationId xmlns:a16="http://schemas.microsoft.com/office/drawing/2014/main" id="{6ED0967B-7566-0047-9093-3B2F408A5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C97A2E7-A36E-5C4C-AA54-C7E8EFEFC897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8E7D028F-4BDB-0C44-B4EE-92B23872E10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0EA088E0-B05A-CC4E-9499-2E59E3493181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5BD372D-5D16-0F4C-9527-D796E959F9D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B4EB83E2-1FAF-6049-ABB3-89A5E0D1D63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9952A796-7050-EA4D-8DC4-F8C37DA1A50A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23BD23A8-CCFF-5045-8DFD-6E41AFD53C1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F1BDCF7C-5577-9E40-A61A-D11A7BDD714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F6D51AA-FA29-5945-A06E-8182571FEA7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672ADB4-470B-B340-99B1-3A4CECF4AB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C10E3CBA-F3EF-DC4C-99FC-AE460354093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9875CE16-3DC4-1A4E-88EA-702A6EE4CB5B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56A8CF9E-DD10-A141-A3B7-C1C810F9015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7145EE7-0572-D345-96F6-410E7CEEAE7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69" name="Straight Arrow Connector 268">
            <a:extLst>
              <a:ext uri="{FF2B5EF4-FFF2-40B4-BE49-F238E27FC236}">
                <a16:creationId xmlns:a16="http://schemas.microsoft.com/office/drawing/2014/main" id="{FA71AFCB-35B2-294F-8A6A-F4511B70B1B2}"/>
              </a:ext>
            </a:extLst>
          </p:cNvPr>
          <p:cNvCxnSpPr>
            <a:cxnSpLocks/>
            <a:endCxn id="204" idx="1"/>
          </p:cNvCxnSpPr>
          <p:nvPr/>
        </p:nvCxnSpPr>
        <p:spPr>
          <a:xfrm flipV="1">
            <a:off x="990634" y="3933196"/>
            <a:ext cx="1286977" cy="280852"/>
          </a:xfrm>
          <a:prstGeom prst="straightConnector1">
            <a:avLst/>
          </a:pr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270" name="TextBox 269">
            <a:extLst>
              <a:ext uri="{FF2B5EF4-FFF2-40B4-BE49-F238E27FC236}">
                <a16:creationId xmlns:a16="http://schemas.microsoft.com/office/drawing/2014/main" id="{DC5803BB-FE15-7F41-BD75-6264C31011F3}"/>
              </a:ext>
            </a:extLst>
          </p:cNvPr>
          <p:cNvSpPr txBox="1"/>
          <p:nvPr/>
        </p:nvSpPr>
        <p:spPr>
          <a:xfrm>
            <a:off x="286739" y="3736526"/>
            <a:ext cx="1474788" cy="769441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Leaf-Out Initiation</a:t>
            </a:r>
          </a:p>
          <a:p>
            <a:pPr defTabSz="914400">
              <a:buSzPct val="70000"/>
              <a:defRPr/>
            </a:pP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 </a:t>
            </a:r>
            <a:r>
              <a:rPr lang="en-US" sz="1100" dirty="0">
                <a:solidFill>
                  <a:srgbClr val="1F6BA0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srgbClr val="000000"/>
                </a:solidFill>
                <a:ea typeface="Wingdings"/>
                <a:cs typeface="Cambria"/>
                <a:sym typeface="Wingdings"/>
              </a:rPr>
              <a:t>Photoperiod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Soil Moisture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libri Light" panose="020F0302020204030204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ea typeface="Wingdings"/>
                <a:cs typeface="Wingdings"/>
                <a:sym typeface="Wingdings"/>
              </a:rPr>
              <a:t>Temperature</a:t>
            </a:r>
            <a:endParaRPr lang="en-US" sz="1000" dirty="0">
              <a:solidFill>
                <a:prstClr val="black"/>
              </a:solidFill>
              <a:cs typeface="Arial" charset="0"/>
            </a:endParaRPr>
          </a:p>
        </p:txBody>
      </p:sp>
      <p:cxnSp>
        <p:nvCxnSpPr>
          <p:cNvPr id="271" name="Straight Arrow Connector 270">
            <a:extLst>
              <a:ext uri="{FF2B5EF4-FFF2-40B4-BE49-F238E27FC236}">
                <a16:creationId xmlns:a16="http://schemas.microsoft.com/office/drawing/2014/main" id="{8599EC8D-9AE9-B045-B9BE-031A198F3012}"/>
              </a:ext>
            </a:extLst>
          </p:cNvPr>
          <p:cNvCxnSpPr>
            <a:cxnSpLocks/>
            <a:endCxn id="277" idx="1"/>
          </p:cNvCxnSpPr>
          <p:nvPr/>
        </p:nvCxnSpPr>
        <p:spPr>
          <a:xfrm>
            <a:off x="2689588" y="5266735"/>
            <a:ext cx="222492" cy="18497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72" name="TextBox 52">
            <a:extLst>
              <a:ext uri="{FF2B5EF4-FFF2-40B4-BE49-F238E27FC236}">
                <a16:creationId xmlns:a16="http://schemas.microsoft.com/office/drawing/2014/main" id="{FC5657DE-BC78-E044-A651-7A102C566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5984" y="6090990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Slow</a:t>
            </a:r>
          </a:p>
        </p:txBody>
      </p:sp>
      <p:sp>
        <p:nvSpPr>
          <p:cNvPr id="273" name="Rectangle 24">
            <a:extLst>
              <a:ext uri="{FF2B5EF4-FFF2-40B4-BE49-F238E27FC236}">
                <a16:creationId xmlns:a16="http://schemas.microsoft.com/office/drawing/2014/main" id="{49F82D56-C823-F840-AE6B-8B329172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2E75A70-8092-A442-97FB-09CE00A1AD32}"/>
              </a:ext>
            </a:extLst>
          </p:cNvPr>
          <p:cNvSpPr txBox="1"/>
          <p:nvPr/>
        </p:nvSpPr>
        <p:spPr>
          <a:xfrm>
            <a:off x="5013322" y="1589714"/>
            <a:ext cx="2013693" cy="178510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Maintenance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cs typeface="Arial" charset="0"/>
              </a:rPr>
              <a:t> Assimilation Rate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Leaf Area Index (LAI)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High Temperature (Q10)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76" name="TextBox 22">
            <a:extLst>
              <a:ext uri="{FF2B5EF4-FFF2-40B4-BE49-F238E27FC236}">
                <a16:creationId xmlns:a16="http://schemas.microsoft.com/office/drawing/2014/main" id="{45037660-16C4-9048-8D5D-93BA230AC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6824" y="3438144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sp>
        <p:nvSpPr>
          <p:cNvPr id="277" name="TextBox 48">
            <a:extLst>
              <a:ext uri="{FF2B5EF4-FFF2-40B4-BE49-F238E27FC236}">
                <a16:creationId xmlns:a16="http://schemas.microsoft.com/office/drawing/2014/main" id="{9874995F-4335-384E-9C97-B0C1C688D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2080" y="5220875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Structural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278" name="Elbow Connector 277">
            <a:extLst>
              <a:ext uri="{FF2B5EF4-FFF2-40B4-BE49-F238E27FC236}">
                <a16:creationId xmlns:a16="http://schemas.microsoft.com/office/drawing/2014/main" id="{96E7BF3A-99A8-E543-9469-2F63B212EC21}"/>
              </a:ext>
            </a:extLst>
          </p:cNvPr>
          <p:cNvCxnSpPr>
            <a:cxnSpLocks/>
            <a:endCxn id="272" idx="1"/>
          </p:cNvCxnSpPr>
          <p:nvPr/>
        </p:nvCxnSpPr>
        <p:spPr>
          <a:xfrm flipV="1">
            <a:off x="6404862" y="6229490"/>
            <a:ext cx="691122" cy="524635"/>
          </a:xfrm>
          <a:prstGeom prst="bentConnector3">
            <a:avLst>
              <a:gd name="adj1" fmla="val 14718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C241A6C-9892-FB4C-86B0-50B53E87241A}"/>
              </a:ext>
            </a:extLst>
          </p:cNvPr>
          <p:cNvGrpSpPr/>
          <p:nvPr/>
        </p:nvGrpSpPr>
        <p:grpSpPr>
          <a:xfrm rot="20275914">
            <a:off x="4415395" y="2993878"/>
            <a:ext cx="319926" cy="404542"/>
            <a:chOff x="3510479" y="1211170"/>
            <a:chExt cx="2079479" cy="2629470"/>
          </a:xfrm>
        </p:grpSpPr>
        <p:sp>
          <p:nvSpPr>
            <p:cNvPr id="280" name="Oval 1">
              <a:extLst>
                <a:ext uri="{FF2B5EF4-FFF2-40B4-BE49-F238E27FC236}">
                  <a16:creationId xmlns:a16="http://schemas.microsoft.com/office/drawing/2014/main" id="{118E0A24-5040-B14E-BD52-80CAF62E1A0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Teardrop 280">
              <a:extLst>
                <a:ext uri="{FF2B5EF4-FFF2-40B4-BE49-F238E27FC236}">
                  <a16:creationId xmlns:a16="http://schemas.microsoft.com/office/drawing/2014/main" id="{E6E22E59-C455-0D46-8F24-6FC774589C23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Teardrop 281">
              <a:extLst>
                <a:ext uri="{FF2B5EF4-FFF2-40B4-BE49-F238E27FC236}">
                  <a16:creationId xmlns:a16="http://schemas.microsoft.com/office/drawing/2014/main" id="{1C6FF3EB-9160-C442-A28E-29496CDCB2E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Teardrop 282">
              <a:extLst>
                <a:ext uri="{FF2B5EF4-FFF2-40B4-BE49-F238E27FC236}">
                  <a16:creationId xmlns:a16="http://schemas.microsoft.com/office/drawing/2014/main" id="{22C322B0-C8C1-8644-A5E6-97100BF9D76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Teardrop 283">
              <a:extLst>
                <a:ext uri="{FF2B5EF4-FFF2-40B4-BE49-F238E27FC236}">
                  <a16:creationId xmlns:a16="http://schemas.microsoft.com/office/drawing/2014/main" id="{8D4F2E9A-6CC2-C54B-8818-6E1A34B3A30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ardrop 284">
              <a:extLst>
                <a:ext uri="{FF2B5EF4-FFF2-40B4-BE49-F238E27FC236}">
                  <a16:creationId xmlns:a16="http://schemas.microsoft.com/office/drawing/2014/main" id="{5156F7D4-FC4A-DB41-B1D0-5A22D562321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Teardrop 285">
              <a:extLst>
                <a:ext uri="{FF2B5EF4-FFF2-40B4-BE49-F238E27FC236}">
                  <a16:creationId xmlns:a16="http://schemas.microsoft.com/office/drawing/2014/main" id="{4458BF42-FE74-3A40-A387-B6B022F086F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Teardrop 286">
              <a:extLst>
                <a:ext uri="{FF2B5EF4-FFF2-40B4-BE49-F238E27FC236}">
                  <a16:creationId xmlns:a16="http://schemas.microsoft.com/office/drawing/2014/main" id="{08F42385-CD16-BB48-86F5-1EC0D09B830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Teardrop 287">
              <a:extLst>
                <a:ext uri="{FF2B5EF4-FFF2-40B4-BE49-F238E27FC236}">
                  <a16:creationId xmlns:a16="http://schemas.microsoft.com/office/drawing/2014/main" id="{102BC43A-9711-8142-B65B-F05767BD5F8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Teardrop 288">
              <a:extLst>
                <a:ext uri="{FF2B5EF4-FFF2-40B4-BE49-F238E27FC236}">
                  <a16:creationId xmlns:a16="http://schemas.microsoft.com/office/drawing/2014/main" id="{5246DC75-8EA3-0E46-9F76-9B4DFA21C3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Teardrop 289">
              <a:extLst>
                <a:ext uri="{FF2B5EF4-FFF2-40B4-BE49-F238E27FC236}">
                  <a16:creationId xmlns:a16="http://schemas.microsoft.com/office/drawing/2014/main" id="{9A71992C-6CC3-A34B-ADBA-0E4245CD284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Teardrop 290">
              <a:extLst>
                <a:ext uri="{FF2B5EF4-FFF2-40B4-BE49-F238E27FC236}">
                  <a16:creationId xmlns:a16="http://schemas.microsoft.com/office/drawing/2014/main" id="{BBB18DFA-C581-4E4E-B02D-DB9D24D090D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Teardrop 291">
              <a:extLst>
                <a:ext uri="{FF2B5EF4-FFF2-40B4-BE49-F238E27FC236}">
                  <a16:creationId xmlns:a16="http://schemas.microsoft.com/office/drawing/2014/main" id="{B54B3D5B-7014-744A-A999-DE4D6B36828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Teardrop 292">
              <a:extLst>
                <a:ext uri="{FF2B5EF4-FFF2-40B4-BE49-F238E27FC236}">
                  <a16:creationId xmlns:a16="http://schemas.microsoft.com/office/drawing/2014/main" id="{81416BA3-8828-0E4A-BF92-A63510964E4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ardrop 293">
              <a:extLst>
                <a:ext uri="{FF2B5EF4-FFF2-40B4-BE49-F238E27FC236}">
                  <a16:creationId xmlns:a16="http://schemas.microsoft.com/office/drawing/2014/main" id="{C1AFAE4C-7D49-A74E-AB6F-D8F27473A0A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Teardrop 294">
              <a:extLst>
                <a:ext uri="{FF2B5EF4-FFF2-40B4-BE49-F238E27FC236}">
                  <a16:creationId xmlns:a16="http://schemas.microsoft.com/office/drawing/2014/main" id="{401742A1-D612-3F4E-AEEC-5E167C707E7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Teardrop 295">
              <a:extLst>
                <a:ext uri="{FF2B5EF4-FFF2-40B4-BE49-F238E27FC236}">
                  <a16:creationId xmlns:a16="http://schemas.microsoft.com/office/drawing/2014/main" id="{C0AA8B57-6D4A-0B4D-A0B6-B77B5BA1A98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Teardrop 296">
              <a:extLst>
                <a:ext uri="{FF2B5EF4-FFF2-40B4-BE49-F238E27FC236}">
                  <a16:creationId xmlns:a16="http://schemas.microsoft.com/office/drawing/2014/main" id="{97DA4F4F-4A3C-F141-B89B-7F50C3B3332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Teardrop 297">
              <a:extLst>
                <a:ext uri="{FF2B5EF4-FFF2-40B4-BE49-F238E27FC236}">
                  <a16:creationId xmlns:a16="http://schemas.microsoft.com/office/drawing/2014/main" id="{88CA7054-1C44-934E-9377-3790ABA6F0E4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Teardrop 298">
              <a:extLst>
                <a:ext uri="{FF2B5EF4-FFF2-40B4-BE49-F238E27FC236}">
                  <a16:creationId xmlns:a16="http://schemas.microsoft.com/office/drawing/2014/main" id="{C57CA265-F3B2-D347-8815-0AF00826A8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Teardrop 299">
              <a:extLst>
                <a:ext uri="{FF2B5EF4-FFF2-40B4-BE49-F238E27FC236}">
                  <a16:creationId xmlns:a16="http://schemas.microsoft.com/office/drawing/2014/main" id="{5E45C52C-AC02-734B-BCEC-3AE9193FB2A5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Teardrop 300">
              <a:extLst>
                <a:ext uri="{FF2B5EF4-FFF2-40B4-BE49-F238E27FC236}">
                  <a16:creationId xmlns:a16="http://schemas.microsoft.com/office/drawing/2014/main" id="{8F9C3947-35F3-6246-9BDC-03633E803F8D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Teardrop 301">
              <a:extLst>
                <a:ext uri="{FF2B5EF4-FFF2-40B4-BE49-F238E27FC236}">
                  <a16:creationId xmlns:a16="http://schemas.microsoft.com/office/drawing/2014/main" id="{B744EB01-8DD0-4241-9F34-DB9E737B194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Teardrop 302">
              <a:extLst>
                <a:ext uri="{FF2B5EF4-FFF2-40B4-BE49-F238E27FC236}">
                  <a16:creationId xmlns:a16="http://schemas.microsoft.com/office/drawing/2014/main" id="{9F7F009D-F99E-6348-872F-7DEE908D0EE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Teardrop 303">
              <a:extLst>
                <a:ext uri="{FF2B5EF4-FFF2-40B4-BE49-F238E27FC236}">
                  <a16:creationId xmlns:a16="http://schemas.microsoft.com/office/drawing/2014/main" id="{0766E097-8D9F-6941-B220-AA1902FDED4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Teardrop 304">
              <a:extLst>
                <a:ext uri="{FF2B5EF4-FFF2-40B4-BE49-F238E27FC236}">
                  <a16:creationId xmlns:a16="http://schemas.microsoft.com/office/drawing/2014/main" id="{975C29CD-44BF-754C-B68D-7633A7428D7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eardrop 305">
              <a:extLst>
                <a:ext uri="{FF2B5EF4-FFF2-40B4-BE49-F238E27FC236}">
                  <a16:creationId xmlns:a16="http://schemas.microsoft.com/office/drawing/2014/main" id="{6610587F-24BA-3045-A948-5E1BAF3609A6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Teardrop 306">
              <a:extLst>
                <a:ext uri="{FF2B5EF4-FFF2-40B4-BE49-F238E27FC236}">
                  <a16:creationId xmlns:a16="http://schemas.microsoft.com/office/drawing/2014/main" id="{C145EA52-B102-6C47-9294-6DEC3D7DC096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Teardrop 307">
              <a:extLst>
                <a:ext uri="{FF2B5EF4-FFF2-40B4-BE49-F238E27FC236}">
                  <a16:creationId xmlns:a16="http://schemas.microsoft.com/office/drawing/2014/main" id="{2C68484C-3F7E-424A-B4B2-74449CB16BB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Teardrop 308">
              <a:extLst>
                <a:ext uri="{FF2B5EF4-FFF2-40B4-BE49-F238E27FC236}">
                  <a16:creationId xmlns:a16="http://schemas.microsoft.com/office/drawing/2014/main" id="{DE0ADE0D-E3F7-AE48-9DAC-36F9116E0CD0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CE6554D-F480-B643-AB85-B76D6739B7E4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311" name="Oval 1">
              <a:extLst>
                <a:ext uri="{FF2B5EF4-FFF2-40B4-BE49-F238E27FC236}">
                  <a16:creationId xmlns:a16="http://schemas.microsoft.com/office/drawing/2014/main" id="{47A80E82-05DE-D74D-B706-001841334C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Teardrop 311">
              <a:extLst>
                <a:ext uri="{FF2B5EF4-FFF2-40B4-BE49-F238E27FC236}">
                  <a16:creationId xmlns:a16="http://schemas.microsoft.com/office/drawing/2014/main" id="{37DA5BC5-538F-124F-9563-7F87166F14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Teardrop 312">
              <a:extLst>
                <a:ext uri="{FF2B5EF4-FFF2-40B4-BE49-F238E27FC236}">
                  <a16:creationId xmlns:a16="http://schemas.microsoft.com/office/drawing/2014/main" id="{6C1E1CD0-84FB-6943-9940-4B138ED13AB1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Teardrop 313">
              <a:extLst>
                <a:ext uri="{FF2B5EF4-FFF2-40B4-BE49-F238E27FC236}">
                  <a16:creationId xmlns:a16="http://schemas.microsoft.com/office/drawing/2014/main" id="{76D6177D-0525-6D4D-A637-C96D803B795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Teardrop 314">
              <a:extLst>
                <a:ext uri="{FF2B5EF4-FFF2-40B4-BE49-F238E27FC236}">
                  <a16:creationId xmlns:a16="http://schemas.microsoft.com/office/drawing/2014/main" id="{B9999F2D-88C9-4E4C-9A9E-DB0B07F72B8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Teardrop 315">
              <a:extLst>
                <a:ext uri="{FF2B5EF4-FFF2-40B4-BE49-F238E27FC236}">
                  <a16:creationId xmlns:a16="http://schemas.microsoft.com/office/drawing/2014/main" id="{362E7F97-CB15-C344-BB4A-80AF88FD4A66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Teardrop 316">
              <a:extLst>
                <a:ext uri="{FF2B5EF4-FFF2-40B4-BE49-F238E27FC236}">
                  <a16:creationId xmlns:a16="http://schemas.microsoft.com/office/drawing/2014/main" id="{7590276A-784F-3943-843F-A9F690468A7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Teardrop 317">
              <a:extLst>
                <a:ext uri="{FF2B5EF4-FFF2-40B4-BE49-F238E27FC236}">
                  <a16:creationId xmlns:a16="http://schemas.microsoft.com/office/drawing/2014/main" id="{1D9272C8-FCD9-A947-9030-D084633C954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Teardrop 318">
              <a:extLst>
                <a:ext uri="{FF2B5EF4-FFF2-40B4-BE49-F238E27FC236}">
                  <a16:creationId xmlns:a16="http://schemas.microsoft.com/office/drawing/2014/main" id="{85C2A1C0-F48F-7544-9563-96CB0419E97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Teardrop 319">
              <a:extLst>
                <a:ext uri="{FF2B5EF4-FFF2-40B4-BE49-F238E27FC236}">
                  <a16:creationId xmlns:a16="http://schemas.microsoft.com/office/drawing/2014/main" id="{0F138C78-74C2-E447-AA7A-457A0395426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Teardrop 320">
              <a:extLst>
                <a:ext uri="{FF2B5EF4-FFF2-40B4-BE49-F238E27FC236}">
                  <a16:creationId xmlns:a16="http://schemas.microsoft.com/office/drawing/2014/main" id="{286E28FE-322C-4841-9919-1B7F65805FE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Teardrop 321">
              <a:extLst>
                <a:ext uri="{FF2B5EF4-FFF2-40B4-BE49-F238E27FC236}">
                  <a16:creationId xmlns:a16="http://schemas.microsoft.com/office/drawing/2014/main" id="{8C656D3E-3A9B-CF4B-9AC3-253A56E49B6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Teardrop 322">
              <a:extLst>
                <a:ext uri="{FF2B5EF4-FFF2-40B4-BE49-F238E27FC236}">
                  <a16:creationId xmlns:a16="http://schemas.microsoft.com/office/drawing/2014/main" id="{54C31DBC-FB7F-0B4D-8BD3-93C5EDA296A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Teardrop 323">
              <a:extLst>
                <a:ext uri="{FF2B5EF4-FFF2-40B4-BE49-F238E27FC236}">
                  <a16:creationId xmlns:a16="http://schemas.microsoft.com/office/drawing/2014/main" id="{BF016B3D-EC16-144F-8FAC-3C6B9B0272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Teardrop 324">
              <a:extLst>
                <a:ext uri="{FF2B5EF4-FFF2-40B4-BE49-F238E27FC236}">
                  <a16:creationId xmlns:a16="http://schemas.microsoft.com/office/drawing/2014/main" id="{1A8817AE-FE69-5E49-A6E8-C2544F5B81E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Teardrop 325">
              <a:extLst>
                <a:ext uri="{FF2B5EF4-FFF2-40B4-BE49-F238E27FC236}">
                  <a16:creationId xmlns:a16="http://schemas.microsoft.com/office/drawing/2014/main" id="{FA92D0F0-ECF2-8F49-AE7E-62DEA004876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Teardrop 326">
              <a:extLst>
                <a:ext uri="{FF2B5EF4-FFF2-40B4-BE49-F238E27FC236}">
                  <a16:creationId xmlns:a16="http://schemas.microsoft.com/office/drawing/2014/main" id="{7343A053-F1E6-AE47-B4B4-48A4B0F74F3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Teardrop 327">
              <a:extLst>
                <a:ext uri="{FF2B5EF4-FFF2-40B4-BE49-F238E27FC236}">
                  <a16:creationId xmlns:a16="http://schemas.microsoft.com/office/drawing/2014/main" id="{1BED6B6D-6A35-9545-B3E9-7EA6A42260B6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Teardrop 328">
              <a:extLst>
                <a:ext uri="{FF2B5EF4-FFF2-40B4-BE49-F238E27FC236}">
                  <a16:creationId xmlns:a16="http://schemas.microsoft.com/office/drawing/2014/main" id="{44B3F517-7946-F34C-A87A-E540E400CF03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Teardrop 329">
              <a:extLst>
                <a:ext uri="{FF2B5EF4-FFF2-40B4-BE49-F238E27FC236}">
                  <a16:creationId xmlns:a16="http://schemas.microsoft.com/office/drawing/2014/main" id="{E6DBBCF9-D96D-474A-9EC6-39F9E6B6E0C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Teardrop 330">
              <a:extLst>
                <a:ext uri="{FF2B5EF4-FFF2-40B4-BE49-F238E27FC236}">
                  <a16:creationId xmlns:a16="http://schemas.microsoft.com/office/drawing/2014/main" id="{D0D0EEB5-1FF4-CA46-8BEF-C8F3A0A6ECB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Teardrop 331">
              <a:extLst>
                <a:ext uri="{FF2B5EF4-FFF2-40B4-BE49-F238E27FC236}">
                  <a16:creationId xmlns:a16="http://schemas.microsoft.com/office/drawing/2014/main" id="{697A74DE-429B-564D-875F-B21775FCE68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Teardrop 332">
              <a:extLst>
                <a:ext uri="{FF2B5EF4-FFF2-40B4-BE49-F238E27FC236}">
                  <a16:creationId xmlns:a16="http://schemas.microsoft.com/office/drawing/2014/main" id="{7E7BAFB5-FAAD-9842-9744-173CE33FA55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Teardrop 333">
              <a:extLst>
                <a:ext uri="{FF2B5EF4-FFF2-40B4-BE49-F238E27FC236}">
                  <a16:creationId xmlns:a16="http://schemas.microsoft.com/office/drawing/2014/main" id="{3D6DAA33-D96E-744A-AFB3-2546ED8999E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Teardrop 334">
              <a:extLst>
                <a:ext uri="{FF2B5EF4-FFF2-40B4-BE49-F238E27FC236}">
                  <a16:creationId xmlns:a16="http://schemas.microsoft.com/office/drawing/2014/main" id="{142A16E4-D21E-3E41-803A-C87FE082212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Teardrop 335">
              <a:extLst>
                <a:ext uri="{FF2B5EF4-FFF2-40B4-BE49-F238E27FC236}">
                  <a16:creationId xmlns:a16="http://schemas.microsoft.com/office/drawing/2014/main" id="{BD64E80E-C749-AE46-8BFD-A863C6AB210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Teardrop 336">
              <a:extLst>
                <a:ext uri="{FF2B5EF4-FFF2-40B4-BE49-F238E27FC236}">
                  <a16:creationId xmlns:a16="http://schemas.microsoft.com/office/drawing/2014/main" id="{861A4ECA-4E08-6447-BED0-971B1FBDE7C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Teardrop 337">
              <a:extLst>
                <a:ext uri="{FF2B5EF4-FFF2-40B4-BE49-F238E27FC236}">
                  <a16:creationId xmlns:a16="http://schemas.microsoft.com/office/drawing/2014/main" id="{DF6F7218-541A-8148-9259-AE97CCF4D28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Teardrop 338">
              <a:extLst>
                <a:ext uri="{FF2B5EF4-FFF2-40B4-BE49-F238E27FC236}">
                  <a16:creationId xmlns:a16="http://schemas.microsoft.com/office/drawing/2014/main" id="{099E587B-078E-B149-A841-5E9DF908813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Teardrop 339">
              <a:extLst>
                <a:ext uri="{FF2B5EF4-FFF2-40B4-BE49-F238E27FC236}">
                  <a16:creationId xmlns:a16="http://schemas.microsoft.com/office/drawing/2014/main" id="{26F40232-5D14-C047-85AD-AAFD14057CC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44542951-0802-F943-BB91-0D8393257731}"/>
              </a:ext>
            </a:extLst>
          </p:cNvPr>
          <p:cNvGrpSpPr/>
          <p:nvPr/>
        </p:nvGrpSpPr>
        <p:grpSpPr>
          <a:xfrm rot="21065350">
            <a:off x="3727049" y="2277700"/>
            <a:ext cx="319926" cy="404542"/>
            <a:chOff x="3510479" y="1211170"/>
            <a:chExt cx="2079479" cy="2629470"/>
          </a:xfrm>
        </p:grpSpPr>
        <p:sp>
          <p:nvSpPr>
            <p:cNvPr id="342" name="Oval 1">
              <a:extLst>
                <a:ext uri="{FF2B5EF4-FFF2-40B4-BE49-F238E27FC236}">
                  <a16:creationId xmlns:a16="http://schemas.microsoft.com/office/drawing/2014/main" id="{DEEBFD23-1032-804E-BCCC-4C29ED63D0DE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Teardrop 342">
              <a:extLst>
                <a:ext uri="{FF2B5EF4-FFF2-40B4-BE49-F238E27FC236}">
                  <a16:creationId xmlns:a16="http://schemas.microsoft.com/office/drawing/2014/main" id="{D1F62268-C431-744F-BCA1-F7EC30587280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Teardrop 343">
              <a:extLst>
                <a:ext uri="{FF2B5EF4-FFF2-40B4-BE49-F238E27FC236}">
                  <a16:creationId xmlns:a16="http://schemas.microsoft.com/office/drawing/2014/main" id="{8E5C2C03-2AC9-6746-8392-D0B7A96115F6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Teardrop 344">
              <a:extLst>
                <a:ext uri="{FF2B5EF4-FFF2-40B4-BE49-F238E27FC236}">
                  <a16:creationId xmlns:a16="http://schemas.microsoft.com/office/drawing/2014/main" id="{734F1A5A-2CCB-CC41-9D7B-2AD6DEE49B6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Teardrop 345">
              <a:extLst>
                <a:ext uri="{FF2B5EF4-FFF2-40B4-BE49-F238E27FC236}">
                  <a16:creationId xmlns:a16="http://schemas.microsoft.com/office/drawing/2014/main" id="{0A2AE20D-8870-C846-8978-533703FCB685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Teardrop 346">
              <a:extLst>
                <a:ext uri="{FF2B5EF4-FFF2-40B4-BE49-F238E27FC236}">
                  <a16:creationId xmlns:a16="http://schemas.microsoft.com/office/drawing/2014/main" id="{1A2B8EEF-5EF3-D240-BBAB-FAB6FD1C5B2F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Teardrop 347">
              <a:extLst>
                <a:ext uri="{FF2B5EF4-FFF2-40B4-BE49-F238E27FC236}">
                  <a16:creationId xmlns:a16="http://schemas.microsoft.com/office/drawing/2014/main" id="{90C425E0-1943-0341-9C6B-D4432825AF3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Teardrop 348">
              <a:extLst>
                <a:ext uri="{FF2B5EF4-FFF2-40B4-BE49-F238E27FC236}">
                  <a16:creationId xmlns:a16="http://schemas.microsoft.com/office/drawing/2014/main" id="{84B36064-F3DA-D042-9225-8B874F41C70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Teardrop 349">
              <a:extLst>
                <a:ext uri="{FF2B5EF4-FFF2-40B4-BE49-F238E27FC236}">
                  <a16:creationId xmlns:a16="http://schemas.microsoft.com/office/drawing/2014/main" id="{FCB87DDF-042B-5042-B219-8E4B6C992DB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Teardrop 350">
              <a:extLst>
                <a:ext uri="{FF2B5EF4-FFF2-40B4-BE49-F238E27FC236}">
                  <a16:creationId xmlns:a16="http://schemas.microsoft.com/office/drawing/2014/main" id="{C55B24D1-9B2B-3543-8E35-97AF44695EA7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Teardrop 351">
              <a:extLst>
                <a:ext uri="{FF2B5EF4-FFF2-40B4-BE49-F238E27FC236}">
                  <a16:creationId xmlns:a16="http://schemas.microsoft.com/office/drawing/2014/main" id="{737EAE35-4443-3041-A531-3A4B05BFC83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Teardrop 352">
              <a:extLst>
                <a:ext uri="{FF2B5EF4-FFF2-40B4-BE49-F238E27FC236}">
                  <a16:creationId xmlns:a16="http://schemas.microsoft.com/office/drawing/2014/main" id="{5F12AF31-62DC-AB43-831D-BEA19A5B45D4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Teardrop 353">
              <a:extLst>
                <a:ext uri="{FF2B5EF4-FFF2-40B4-BE49-F238E27FC236}">
                  <a16:creationId xmlns:a16="http://schemas.microsoft.com/office/drawing/2014/main" id="{61B44B8C-D403-BA42-9B4D-24BCB527BFF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Teardrop 354">
              <a:extLst>
                <a:ext uri="{FF2B5EF4-FFF2-40B4-BE49-F238E27FC236}">
                  <a16:creationId xmlns:a16="http://schemas.microsoft.com/office/drawing/2014/main" id="{F15F15F1-DDF8-3642-A580-8A15175A4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Teardrop 355">
              <a:extLst>
                <a:ext uri="{FF2B5EF4-FFF2-40B4-BE49-F238E27FC236}">
                  <a16:creationId xmlns:a16="http://schemas.microsoft.com/office/drawing/2014/main" id="{5EF5EA95-B195-0841-B757-8B5F808697B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Teardrop 356">
              <a:extLst>
                <a:ext uri="{FF2B5EF4-FFF2-40B4-BE49-F238E27FC236}">
                  <a16:creationId xmlns:a16="http://schemas.microsoft.com/office/drawing/2014/main" id="{956767A7-CD73-3B47-AB05-A07B09E8889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Teardrop 357">
              <a:extLst>
                <a:ext uri="{FF2B5EF4-FFF2-40B4-BE49-F238E27FC236}">
                  <a16:creationId xmlns:a16="http://schemas.microsoft.com/office/drawing/2014/main" id="{A4761FBD-680D-DE4B-8869-AB851C0D1177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ardrop 358">
              <a:extLst>
                <a:ext uri="{FF2B5EF4-FFF2-40B4-BE49-F238E27FC236}">
                  <a16:creationId xmlns:a16="http://schemas.microsoft.com/office/drawing/2014/main" id="{274CBE3B-94DC-0541-97C4-BCC12A66A308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Teardrop 359">
              <a:extLst>
                <a:ext uri="{FF2B5EF4-FFF2-40B4-BE49-F238E27FC236}">
                  <a16:creationId xmlns:a16="http://schemas.microsoft.com/office/drawing/2014/main" id="{0B261A26-966F-D347-878B-4DA1AB2BE1F9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Teardrop 360">
              <a:extLst>
                <a:ext uri="{FF2B5EF4-FFF2-40B4-BE49-F238E27FC236}">
                  <a16:creationId xmlns:a16="http://schemas.microsoft.com/office/drawing/2014/main" id="{25046AC9-5972-F745-AC3D-5228750EDD5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Teardrop 361">
              <a:extLst>
                <a:ext uri="{FF2B5EF4-FFF2-40B4-BE49-F238E27FC236}">
                  <a16:creationId xmlns:a16="http://schemas.microsoft.com/office/drawing/2014/main" id="{A801EB53-CFD2-B74E-B7C2-9C2C32475C6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Teardrop 362">
              <a:extLst>
                <a:ext uri="{FF2B5EF4-FFF2-40B4-BE49-F238E27FC236}">
                  <a16:creationId xmlns:a16="http://schemas.microsoft.com/office/drawing/2014/main" id="{15F52621-2B59-9C43-A2A7-74900D7F4C1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Teardrop 363">
              <a:extLst>
                <a:ext uri="{FF2B5EF4-FFF2-40B4-BE49-F238E27FC236}">
                  <a16:creationId xmlns:a16="http://schemas.microsoft.com/office/drawing/2014/main" id="{4E44A1C8-36C5-6A43-9606-BFEBE04D94D3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Teardrop 364">
              <a:extLst>
                <a:ext uri="{FF2B5EF4-FFF2-40B4-BE49-F238E27FC236}">
                  <a16:creationId xmlns:a16="http://schemas.microsoft.com/office/drawing/2014/main" id="{1824533D-4A3F-3C43-A16D-9B3054068C6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Teardrop 365">
              <a:extLst>
                <a:ext uri="{FF2B5EF4-FFF2-40B4-BE49-F238E27FC236}">
                  <a16:creationId xmlns:a16="http://schemas.microsoft.com/office/drawing/2014/main" id="{7E645C33-CA0F-634C-B0D6-0333180AD7CE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Teardrop 366">
              <a:extLst>
                <a:ext uri="{FF2B5EF4-FFF2-40B4-BE49-F238E27FC236}">
                  <a16:creationId xmlns:a16="http://schemas.microsoft.com/office/drawing/2014/main" id="{0513C3EE-7FBC-2C47-88FD-24ED432CABA9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Teardrop 367">
              <a:extLst>
                <a:ext uri="{FF2B5EF4-FFF2-40B4-BE49-F238E27FC236}">
                  <a16:creationId xmlns:a16="http://schemas.microsoft.com/office/drawing/2014/main" id="{8FF64E32-907B-FA41-A867-CCEA22FFBFC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Teardrop 368">
              <a:extLst>
                <a:ext uri="{FF2B5EF4-FFF2-40B4-BE49-F238E27FC236}">
                  <a16:creationId xmlns:a16="http://schemas.microsoft.com/office/drawing/2014/main" id="{A9ADD112-5CE1-A842-AE2B-70F89A1380BD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Teardrop 369">
              <a:extLst>
                <a:ext uri="{FF2B5EF4-FFF2-40B4-BE49-F238E27FC236}">
                  <a16:creationId xmlns:a16="http://schemas.microsoft.com/office/drawing/2014/main" id="{D5DA5B69-586E-214B-B467-39F0306F70A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Teardrop 370">
              <a:extLst>
                <a:ext uri="{FF2B5EF4-FFF2-40B4-BE49-F238E27FC236}">
                  <a16:creationId xmlns:a16="http://schemas.microsoft.com/office/drawing/2014/main" id="{FA6F4CA3-02D0-3C4E-B21A-2724E190EE1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72" name="TextBox 27">
            <a:extLst>
              <a:ext uri="{FF2B5EF4-FFF2-40B4-BE49-F238E27FC236}">
                <a16:creationId xmlns:a16="http://schemas.microsoft.com/office/drawing/2014/main" id="{D8ED8AF3-5AEC-9543-93A4-04CEF511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cxnSp>
        <p:nvCxnSpPr>
          <p:cNvPr id="373" name="Straight Arrow Connector 372">
            <a:extLst>
              <a:ext uri="{FF2B5EF4-FFF2-40B4-BE49-F238E27FC236}">
                <a16:creationId xmlns:a16="http://schemas.microsoft.com/office/drawing/2014/main" id="{B2FC1E5A-322D-BC45-9F0F-46260B58C34A}"/>
              </a:ext>
            </a:extLst>
          </p:cNvPr>
          <p:cNvCxnSpPr/>
          <p:nvPr/>
        </p:nvCxnSpPr>
        <p:spPr>
          <a:xfrm flipH="1">
            <a:off x="7189647" y="5906562"/>
            <a:ext cx="127000" cy="22925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pic>
        <p:nvPicPr>
          <p:cNvPr id="374" name="Picture 373">
            <a:extLst>
              <a:ext uri="{FF2B5EF4-FFF2-40B4-BE49-F238E27FC236}">
                <a16:creationId xmlns:a16="http://schemas.microsoft.com/office/drawing/2014/main" id="{5EBF7225-9655-2941-BBEA-3D264BFD2A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375" name="TextBox 374">
            <a:extLst>
              <a:ext uri="{FF2B5EF4-FFF2-40B4-BE49-F238E27FC236}">
                <a16:creationId xmlns:a16="http://schemas.microsoft.com/office/drawing/2014/main" id="{34D4AFAF-5AD6-9642-ADC5-FE2DCAEAA770}"/>
              </a:ext>
            </a:extLst>
          </p:cNvPr>
          <p:cNvSpPr txBox="1"/>
          <p:nvPr/>
        </p:nvSpPr>
        <p:spPr>
          <a:xfrm>
            <a:off x="2428890" y="873064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cxnSp>
        <p:nvCxnSpPr>
          <p:cNvPr id="377" name="Straight Arrow Connector 376">
            <a:extLst>
              <a:ext uri="{FF2B5EF4-FFF2-40B4-BE49-F238E27FC236}">
                <a16:creationId xmlns:a16="http://schemas.microsoft.com/office/drawing/2014/main" id="{6E8E4F2D-E792-4D42-8988-9FED1E859DF3}"/>
              </a:ext>
            </a:extLst>
          </p:cNvPr>
          <p:cNvCxnSpPr>
            <a:cxnSpLocks/>
          </p:cNvCxnSpPr>
          <p:nvPr/>
        </p:nvCxnSpPr>
        <p:spPr>
          <a:xfrm flipH="1">
            <a:off x="2694876" y="3715670"/>
            <a:ext cx="2144966" cy="113233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378" name="TextBox 377">
            <a:extLst>
              <a:ext uri="{FF2B5EF4-FFF2-40B4-BE49-F238E27FC236}">
                <a16:creationId xmlns:a16="http://schemas.microsoft.com/office/drawing/2014/main" id="{5FB3B2D0-D969-2B48-96EE-9349D946C568}"/>
              </a:ext>
            </a:extLst>
          </p:cNvPr>
          <p:cNvSpPr txBox="1"/>
          <p:nvPr/>
        </p:nvSpPr>
        <p:spPr>
          <a:xfrm>
            <a:off x="6943832" y="4107021"/>
            <a:ext cx="2010089" cy="1200329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Carbon in </a:t>
            </a:r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/>
              <a:t> pools cascades and recycles through soil pools.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307BC7DA-39FF-9246-8892-B9A55C6800CD}"/>
              </a:ext>
            </a:extLst>
          </p:cNvPr>
          <p:cNvSpPr txBox="1"/>
          <p:nvPr/>
        </p:nvSpPr>
        <p:spPr>
          <a:xfrm>
            <a:off x="7411057" y="2501715"/>
            <a:ext cx="1634110" cy="1477328"/>
          </a:xfrm>
          <a:prstGeom prst="rect">
            <a:avLst/>
          </a:prstGeom>
          <a:solidFill>
            <a:srgbClr val="FFFDF1"/>
          </a:solidFill>
          <a:ln w="25400">
            <a:solidFill>
              <a:schemeClr val="accent3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9E160D"/>
                </a:solidFill>
              </a:rPr>
              <a:t>Dead</a:t>
            </a:r>
            <a:r>
              <a:rPr lang="en-US" dirty="0"/>
              <a:t> pools respire carbon via heterotrophic respiration.</a:t>
            </a:r>
          </a:p>
        </p:txBody>
      </p:sp>
    </p:spTree>
    <p:extLst>
      <p:ext uri="{BB962C8B-B14F-4D97-AF65-F5344CB8AC3E}">
        <p14:creationId xmlns:p14="http://schemas.microsoft.com/office/powerpoint/2010/main" val="220565777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Freeform 375">
            <a:extLst>
              <a:ext uri="{FF2B5EF4-FFF2-40B4-BE49-F238E27FC236}">
                <a16:creationId xmlns:a16="http://schemas.microsoft.com/office/drawing/2014/main" id="{632F6326-5186-B34F-AFE4-8FB6C1763A63}"/>
              </a:ext>
            </a:extLst>
          </p:cNvPr>
          <p:cNvSpPr/>
          <p:nvPr/>
        </p:nvSpPr>
        <p:spPr>
          <a:xfrm rot="18086153" flipH="1">
            <a:off x="6709630" y="2724162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ln w="19050"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D0C30CD5-671F-504D-9840-5F3E128F2BB0}"/>
              </a:ext>
            </a:extLst>
          </p:cNvPr>
          <p:cNvCxnSpPr>
            <a:cxnSpLocks/>
          </p:cNvCxnSpPr>
          <p:nvPr/>
        </p:nvCxnSpPr>
        <p:spPr>
          <a:xfrm>
            <a:off x="1606734" y="5385950"/>
            <a:ext cx="5596696" cy="0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190" name="Freeform 189">
            <a:extLst>
              <a:ext uri="{FF2B5EF4-FFF2-40B4-BE49-F238E27FC236}">
                <a16:creationId xmlns:a16="http://schemas.microsoft.com/office/drawing/2014/main" id="{97312A15-20B8-A64A-B127-D0022F8B4D62}"/>
              </a:ext>
            </a:extLst>
          </p:cNvPr>
          <p:cNvSpPr>
            <a:spLocks/>
          </p:cNvSpPr>
          <p:nvPr/>
        </p:nvSpPr>
        <p:spPr>
          <a:xfrm>
            <a:off x="1779019" y="5419472"/>
            <a:ext cx="5102083" cy="1230630"/>
          </a:xfrm>
          <a:custGeom>
            <a:avLst/>
            <a:gdLst>
              <a:gd name="connsiteX0" fmla="*/ 1573619 w 3622158"/>
              <a:gd name="connsiteY0" fmla="*/ 0 h 1509823"/>
              <a:gd name="connsiteX1" fmla="*/ 1453116 w 3622158"/>
              <a:gd name="connsiteY1" fmla="*/ 262270 h 1509823"/>
              <a:gd name="connsiteX2" fmla="*/ 1020726 w 3622158"/>
              <a:gd name="connsiteY2" fmla="*/ 311888 h 1509823"/>
              <a:gd name="connsiteX3" fmla="*/ 595423 w 3622158"/>
              <a:gd name="connsiteY3" fmla="*/ 248093 h 1509823"/>
              <a:gd name="connsiteX4" fmla="*/ 326065 w 3622158"/>
              <a:gd name="connsiteY4" fmla="*/ 120502 h 1509823"/>
              <a:gd name="connsiteX5" fmla="*/ 567070 w 3622158"/>
              <a:gd name="connsiteY5" fmla="*/ 297711 h 1509823"/>
              <a:gd name="connsiteX6" fmla="*/ 233916 w 3622158"/>
              <a:gd name="connsiteY6" fmla="*/ 432391 h 1509823"/>
              <a:gd name="connsiteX7" fmla="*/ 609600 w 3622158"/>
              <a:gd name="connsiteY7" fmla="*/ 340242 h 1509823"/>
              <a:gd name="connsiteX8" fmla="*/ 1020726 w 3622158"/>
              <a:gd name="connsiteY8" fmla="*/ 354418 h 1509823"/>
              <a:gd name="connsiteX9" fmla="*/ 786809 w 3622158"/>
              <a:gd name="connsiteY9" fmla="*/ 531628 h 1509823"/>
              <a:gd name="connsiteX10" fmla="*/ 1070344 w 3622158"/>
              <a:gd name="connsiteY10" fmla="*/ 382772 h 1509823"/>
              <a:gd name="connsiteX11" fmla="*/ 1502735 w 3622158"/>
              <a:gd name="connsiteY11" fmla="*/ 318977 h 1509823"/>
              <a:gd name="connsiteX12" fmla="*/ 1672856 w 3622158"/>
              <a:gd name="connsiteY12" fmla="*/ 14177 h 1509823"/>
              <a:gd name="connsiteX13" fmla="*/ 1616149 w 3622158"/>
              <a:gd name="connsiteY13" fmla="*/ 453656 h 1509823"/>
              <a:gd name="connsiteX14" fmla="*/ 1254642 w 3622158"/>
              <a:gd name="connsiteY14" fmla="*/ 708837 h 1509823"/>
              <a:gd name="connsiteX15" fmla="*/ 829340 w 3622158"/>
              <a:gd name="connsiteY15" fmla="*/ 808074 h 1509823"/>
              <a:gd name="connsiteX16" fmla="*/ 496186 w 3622158"/>
              <a:gd name="connsiteY16" fmla="*/ 659218 h 1509823"/>
              <a:gd name="connsiteX17" fmla="*/ 800986 w 3622158"/>
              <a:gd name="connsiteY17" fmla="*/ 871870 h 1509823"/>
              <a:gd name="connsiteX18" fmla="*/ 446568 w 3622158"/>
              <a:gd name="connsiteY18" fmla="*/ 907311 h 1509823"/>
              <a:gd name="connsiteX19" fmla="*/ 836428 w 3622158"/>
              <a:gd name="connsiteY19" fmla="*/ 935665 h 1509823"/>
              <a:gd name="connsiteX20" fmla="*/ 1119963 w 3622158"/>
              <a:gd name="connsiteY20" fmla="*/ 864781 h 1509823"/>
              <a:gd name="connsiteX21" fmla="*/ 730102 w 3622158"/>
              <a:gd name="connsiteY21" fmla="*/ 1148316 h 1509823"/>
              <a:gd name="connsiteX22" fmla="*/ 375684 w 3622158"/>
              <a:gd name="connsiteY22" fmla="*/ 1233377 h 1509823"/>
              <a:gd name="connsiteX23" fmla="*/ 106326 w 3622158"/>
              <a:gd name="connsiteY23" fmla="*/ 1020725 h 1509823"/>
              <a:gd name="connsiteX24" fmla="*/ 382772 w 3622158"/>
              <a:gd name="connsiteY24" fmla="*/ 1297172 h 1509823"/>
              <a:gd name="connsiteX25" fmla="*/ 0 w 3622158"/>
              <a:gd name="connsiteY25" fmla="*/ 1268818 h 1509823"/>
              <a:gd name="connsiteX26" fmla="*/ 389861 w 3622158"/>
              <a:gd name="connsiteY26" fmla="*/ 1353879 h 1509823"/>
              <a:gd name="connsiteX27" fmla="*/ 7088 w 3622158"/>
              <a:gd name="connsiteY27" fmla="*/ 1474381 h 1509823"/>
              <a:gd name="connsiteX28" fmla="*/ 418214 w 3622158"/>
              <a:gd name="connsiteY28" fmla="*/ 1396409 h 1509823"/>
              <a:gd name="connsiteX29" fmla="*/ 779721 w 3622158"/>
              <a:gd name="connsiteY29" fmla="*/ 1261730 h 1509823"/>
              <a:gd name="connsiteX30" fmla="*/ 1020726 w 3622158"/>
              <a:gd name="connsiteY30" fmla="*/ 1041991 h 1509823"/>
              <a:gd name="connsiteX31" fmla="*/ 964019 w 3622158"/>
              <a:gd name="connsiteY31" fmla="*/ 1431851 h 1509823"/>
              <a:gd name="connsiteX32" fmla="*/ 1077433 w 3622158"/>
              <a:gd name="connsiteY32" fmla="*/ 1034902 h 1509823"/>
              <a:gd name="connsiteX33" fmla="*/ 1297172 w 3622158"/>
              <a:gd name="connsiteY33" fmla="*/ 779721 h 1509823"/>
              <a:gd name="connsiteX34" fmla="*/ 1630326 w 3622158"/>
              <a:gd name="connsiteY34" fmla="*/ 545804 h 1509823"/>
              <a:gd name="connsiteX35" fmla="*/ 1566530 w 3622158"/>
              <a:gd name="connsiteY35" fmla="*/ 914400 h 1509823"/>
              <a:gd name="connsiteX36" fmla="*/ 1389321 w 3622158"/>
              <a:gd name="connsiteY36" fmla="*/ 1119963 h 1509823"/>
              <a:gd name="connsiteX37" fmla="*/ 1609061 w 3622158"/>
              <a:gd name="connsiteY37" fmla="*/ 949842 h 1509823"/>
              <a:gd name="connsiteX38" fmla="*/ 1538177 w 3622158"/>
              <a:gd name="connsiteY38" fmla="*/ 1304260 h 1509823"/>
              <a:gd name="connsiteX39" fmla="*/ 1304261 w 3622158"/>
              <a:gd name="connsiteY39" fmla="*/ 1375144 h 1509823"/>
              <a:gd name="connsiteX40" fmla="*/ 1552354 w 3622158"/>
              <a:gd name="connsiteY40" fmla="*/ 1346791 h 1509823"/>
              <a:gd name="connsiteX41" fmla="*/ 1545265 w 3622158"/>
              <a:gd name="connsiteY41" fmla="*/ 1509823 h 1509823"/>
              <a:gd name="connsiteX42" fmla="*/ 1601972 w 3622158"/>
              <a:gd name="connsiteY42" fmla="*/ 1339702 h 1509823"/>
              <a:gd name="connsiteX43" fmla="*/ 1772093 w 3622158"/>
              <a:gd name="connsiteY43" fmla="*/ 1453116 h 1509823"/>
              <a:gd name="connsiteX44" fmla="*/ 1601972 w 3622158"/>
              <a:gd name="connsiteY44" fmla="*/ 1282995 h 1509823"/>
              <a:gd name="connsiteX45" fmla="*/ 1679944 w 3622158"/>
              <a:gd name="connsiteY45" fmla="*/ 935665 h 1509823"/>
              <a:gd name="connsiteX46" fmla="*/ 1793358 w 3622158"/>
              <a:gd name="connsiteY46" fmla="*/ 1190846 h 1509823"/>
              <a:gd name="connsiteX47" fmla="*/ 1701209 w 3622158"/>
              <a:gd name="connsiteY47" fmla="*/ 850604 h 1509823"/>
              <a:gd name="connsiteX48" fmla="*/ 1757916 w 3622158"/>
              <a:gd name="connsiteY48" fmla="*/ 538716 h 1509823"/>
              <a:gd name="connsiteX49" fmla="*/ 2083982 w 3622158"/>
              <a:gd name="connsiteY49" fmla="*/ 1006549 h 1509823"/>
              <a:gd name="connsiteX50" fmla="*/ 2587256 w 3622158"/>
              <a:gd name="connsiteY50" fmla="*/ 1375144 h 1509823"/>
              <a:gd name="connsiteX51" fmla="*/ 2948763 w 3622158"/>
              <a:gd name="connsiteY51" fmla="*/ 1332614 h 1509823"/>
              <a:gd name="connsiteX52" fmla="*/ 2601433 w 3622158"/>
              <a:gd name="connsiteY52" fmla="*/ 1325525 h 1509823"/>
              <a:gd name="connsiteX53" fmla="*/ 2948763 w 3622158"/>
              <a:gd name="connsiteY53" fmla="*/ 1261730 h 1509823"/>
              <a:gd name="connsiteX54" fmla="*/ 2580168 w 3622158"/>
              <a:gd name="connsiteY54" fmla="*/ 1240465 h 1509823"/>
              <a:gd name="connsiteX55" fmla="*/ 2190307 w 3622158"/>
              <a:gd name="connsiteY55" fmla="*/ 921488 h 1509823"/>
              <a:gd name="connsiteX56" fmla="*/ 1835888 w 3622158"/>
              <a:gd name="connsiteY56" fmla="*/ 496186 h 1509823"/>
              <a:gd name="connsiteX57" fmla="*/ 2558902 w 3622158"/>
              <a:gd name="connsiteY57" fmla="*/ 914400 h 1509823"/>
              <a:gd name="connsiteX58" fmla="*/ 3274828 w 3622158"/>
              <a:gd name="connsiteY58" fmla="*/ 1027814 h 1509823"/>
              <a:gd name="connsiteX59" fmla="*/ 3622158 w 3622158"/>
              <a:gd name="connsiteY59" fmla="*/ 1261730 h 1509823"/>
              <a:gd name="connsiteX60" fmla="*/ 3310270 w 3622158"/>
              <a:gd name="connsiteY60" fmla="*/ 999460 h 1509823"/>
              <a:gd name="connsiteX61" fmla="*/ 3586716 w 3622158"/>
              <a:gd name="connsiteY61" fmla="*/ 893135 h 1509823"/>
              <a:gd name="connsiteX62" fmla="*/ 3246475 w 3622158"/>
              <a:gd name="connsiteY62" fmla="*/ 942753 h 1509823"/>
              <a:gd name="connsiteX63" fmla="*/ 2544726 w 3622158"/>
              <a:gd name="connsiteY63" fmla="*/ 829339 h 1509823"/>
              <a:gd name="connsiteX64" fmla="*/ 1842977 w 3622158"/>
              <a:gd name="connsiteY64" fmla="*/ 404037 h 1509823"/>
              <a:gd name="connsiteX65" fmla="*/ 1963479 w 3622158"/>
              <a:gd name="connsiteY65" fmla="*/ 198474 h 1509823"/>
              <a:gd name="connsiteX66" fmla="*/ 2587256 w 3622158"/>
              <a:gd name="connsiteY66" fmla="*/ 425302 h 1509823"/>
              <a:gd name="connsiteX67" fmla="*/ 3196856 w 3622158"/>
              <a:gd name="connsiteY67" fmla="*/ 446567 h 1509823"/>
              <a:gd name="connsiteX68" fmla="*/ 3579628 w 3622158"/>
              <a:gd name="connsiteY68" fmla="*/ 595423 h 1509823"/>
              <a:gd name="connsiteX69" fmla="*/ 3225209 w 3622158"/>
              <a:gd name="connsiteY69" fmla="*/ 432391 h 1509823"/>
              <a:gd name="connsiteX70" fmla="*/ 3600893 w 3622158"/>
              <a:gd name="connsiteY70" fmla="*/ 489097 h 1509823"/>
              <a:gd name="connsiteX71" fmla="*/ 3189768 w 3622158"/>
              <a:gd name="connsiteY71" fmla="*/ 368595 h 1509823"/>
              <a:gd name="connsiteX72" fmla="*/ 2580168 w 3622158"/>
              <a:gd name="connsiteY72" fmla="*/ 340242 h 1509823"/>
              <a:gd name="connsiteX73" fmla="*/ 1977656 w 3622158"/>
              <a:gd name="connsiteY73" fmla="*/ 63795 h 1509823"/>
              <a:gd name="connsiteX74" fmla="*/ 2013098 w 3622158"/>
              <a:gd name="connsiteY74" fmla="*/ 0 h 1509823"/>
              <a:gd name="connsiteX75" fmla="*/ 2013098 w 3622158"/>
              <a:gd name="connsiteY75" fmla="*/ 0 h 1509823"/>
              <a:gd name="connsiteX76" fmla="*/ 1573619 w 3622158"/>
              <a:gd name="connsiteY76" fmla="*/ 0 h 1509823"/>
              <a:gd name="connsiteX0" fmla="*/ 1573619 w 3622158"/>
              <a:gd name="connsiteY0" fmla="*/ 0 h 1573618"/>
              <a:gd name="connsiteX1" fmla="*/ 1453116 w 3622158"/>
              <a:gd name="connsiteY1" fmla="*/ 262270 h 1573618"/>
              <a:gd name="connsiteX2" fmla="*/ 1020726 w 3622158"/>
              <a:gd name="connsiteY2" fmla="*/ 311888 h 1573618"/>
              <a:gd name="connsiteX3" fmla="*/ 595423 w 3622158"/>
              <a:gd name="connsiteY3" fmla="*/ 248093 h 1573618"/>
              <a:gd name="connsiteX4" fmla="*/ 326065 w 3622158"/>
              <a:gd name="connsiteY4" fmla="*/ 120502 h 1573618"/>
              <a:gd name="connsiteX5" fmla="*/ 567070 w 3622158"/>
              <a:gd name="connsiteY5" fmla="*/ 297711 h 1573618"/>
              <a:gd name="connsiteX6" fmla="*/ 233916 w 3622158"/>
              <a:gd name="connsiteY6" fmla="*/ 432391 h 1573618"/>
              <a:gd name="connsiteX7" fmla="*/ 609600 w 3622158"/>
              <a:gd name="connsiteY7" fmla="*/ 340242 h 1573618"/>
              <a:gd name="connsiteX8" fmla="*/ 1020726 w 3622158"/>
              <a:gd name="connsiteY8" fmla="*/ 354418 h 1573618"/>
              <a:gd name="connsiteX9" fmla="*/ 786809 w 3622158"/>
              <a:gd name="connsiteY9" fmla="*/ 531628 h 1573618"/>
              <a:gd name="connsiteX10" fmla="*/ 1070344 w 3622158"/>
              <a:gd name="connsiteY10" fmla="*/ 382772 h 1573618"/>
              <a:gd name="connsiteX11" fmla="*/ 1502735 w 3622158"/>
              <a:gd name="connsiteY11" fmla="*/ 318977 h 1573618"/>
              <a:gd name="connsiteX12" fmla="*/ 1672856 w 3622158"/>
              <a:gd name="connsiteY12" fmla="*/ 14177 h 1573618"/>
              <a:gd name="connsiteX13" fmla="*/ 1616149 w 3622158"/>
              <a:gd name="connsiteY13" fmla="*/ 453656 h 1573618"/>
              <a:gd name="connsiteX14" fmla="*/ 1254642 w 3622158"/>
              <a:gd name="connsiteY14" fmla="*/ 708837 h 1573618"/>
              <a:gd name="connsiteX15" fmla="*/ 829340 w 3622158"/>
              <a:gd name="connsiteY15" fmla="*/ 808074 h 1573618"/>
              <a:gd name="connsiteX16" fmla="*/ 496186 w 3622158"/>
              <a:gd name="connsiteY16" fmla="*/ 659218 h 1573618"/>
              <a:gd name="connsiteX17" fmla="*/ 800986 w 3622158"/>
              <a:gd name="connsiteY17" fmla="*/ 871870 h 1573618"/>
              <a:gd name="connsiteX18" fmla="*/ 446568 w 3622158"/>
              <a:gd name="connsiteY18" fmla="*/ 907311 h 1573618"/>
              <a:gd name="connsiteX19" fmla="*/ 836428 w 3622158"/>
              <a:gd name="connsiteY19" fmla="*/ 935665 h 1573618"/>
              <a:gd name="connsiteX20" fmla="*/ 1119963 w 3622158"/>
              <a:gd name="connsiteY20" fmla="*/ 864781 h 1573618"/>
              <a:gd name="connsiteX21" fmla="*/ 730102 w 3622158"/>
              <a:gd name="connsiteY21" fmla="*/ 1148316 h 1573618"/>
              <a:gd name="connsiteX22" fmla="*/ 375684 w 3622158"/>
              <a:gd name="connsiteY22" fmla="*/ 1233377 h 1573618"/>
              <a:gd name="connsiteX23" fmla="*/ 106326 w 3622158"/>
              <a:gd name="connsiteY23" fmla="*/ 1020725 h 1573618"/>
              <a:gd name="connsiteX24" fmla="*/ 382772 w 3622158"/>
              <a:gd name="connsiteY24" fmla="*/ 1297172 h 1573618"/>
              <a:gd name="connsiteX25" fmla="*/ 0 w 3622158"/>
              <a:gd name="connsiteY25" fmla="*/ 1268818 h 1573618"/>
              <a:gd name="connsiteX26" fmla="*/ 389861 w 3622158"/>
              <a:gd name="connsiteY26" fmla="*/ 1353879 h 1573618"/>
              <a:gd name="connsiteX27" fmla="*/ 70883 w 3622158"/>
              <a:gd name="connsiteY27" fmla="*/ 1573618 h 1573618"/>
              <a:gd name="connsiteX28" fmla="*/ 418214 w 3622158"/>
              <a:gd name="connsiteY28" fmla="*/ 1396409 h 1573618"/>
              <a:gd name="connsiteX29" fmla="*/ 779721 w 3622158"/>
              <a:gd name="connsiteY29" fmla="*/ 1261730 h 1573618"/>
              <a:gd name="connsiteX30" fmla="*/ 1020726 w 3622158"/>
              <a:gd name="connsiteY30" fmla="*/ 1041991 h 1573618"/>
              <a:gd name="connsiteX31" fmla="*/ 964019 w 3622158"/>
              <a:gd name="connsiteY31" fmla="*/ 1431851 h 1573618"/>
              <a:gd name="connsiteX32" fmla="*/ 1077433 w 3622158"/>
              <a:gd name="connsiteY32" fmla="*/ 1034902 h 1573618"/>
              <a:gd name="connsiteX33" fmla="*/ 1297172 w 3622158"/>
              <a:gd name="connsiteY33" fmla="*/ 779721 h 1573618"/>
              <a:gd name="connsiteX34" fmla="*/ 1630326 w 3622158"/>
              <a:gd name="connsiteY34" fmla="*/ 545804 h 1573618"/>
              <a:gd name="connsiteX35" fmla="*/ 1566530 w 3622158"/>
              <a:gd name="connsiteY35" fmla="*/ 914400 h 1573618"/>
              <a:gd name="connsiteX36" fmla="*/ 1389321 w 3622158"/>
              <a:gd name="connsiteY36" fmla="*/ 1119963 h 1573618"/>
              <a:gd name="connsiteX37" fmla="*/ 1609061 w 3622158"/>
              <a:gd name="connsiteY37" fmla="*/ 949842 h 1573618"/>
              <a:gd name="connsiteX38" fmla="*/ 1538177 w 3622158"/>
              <a:gd name="connsiteY38" fmla="*/ 1304260 h 1573618"/>
              <a:gd name="connsiteX39" fmla="*/ 1304261 w 3622158"/>
              <a:gd name="connsiteY39" fmla="*/ 1375144 h 1573618"/>
              <a:gd name="connsiteX40" fmla="*/ 1552354 w 3622158"/>
              <a:gd name="connsiteY40" fmla="*/ 1346791 h 1573618"/>
              <a:gd name="connsiteX41" fmla="*/ 1545265 w 3622158"/>
              <a:gd name="connsiteY41" fmla="*/ 1509823 h 1573618"/>
              <a:gd name="connsiteX42" fmla="*/ 1601972 w 3622158"/>
              <a:gd name="connsiteY42" fmla="*/ 1339702 h 1573618"/>
              <a:gd name="connsiteX43" fmla="*/ 1772093 w 3622158"/>
              <a:gd name="connsiteY43" fmla="*/ 1453116 h 1573618"/>
              <a:gd name="connsiteX44" fmla="*/ 1601972 w 3622158"/>
              <a:gd name="connsiteY44" fmla="*/ 1282995 h 1573618"/>
              <a:gd name="connsiteX45" fmla="*/ 1679944 w 3622158"/>
              <a:gd name="connsiteY45" fmla="*/ 935665 h 1573618"/>
              <a:gd name="connsiteX46" fmla="*/ 1793358 w 3622158"/>
              <a:gd name="connsiteY46" fmla="*/ 1190846 h 1573618"/>
              <a:gd name="connsiteX47" fmla="*/ 1701209 w 3622158"/>
              <a:gd name="connsiteY47" fmla="*/ 850604 h 1573618"/>
              <a:gd name="connsiteX48" fmla="*/ 1757916 w 3622158"/>
              <a:gd name="connsiteY48" fmla="*/ 538716 h 1573618"/>
              <a:gd name="connsiteX49" fmla="*/ 2083982 w 3622158"/>
              <a:gd name="connsiteY49" fmla="*/ 1006549 h 1573618"/>
              <a:gd name="connsiteX50" fmla="*/ 2587256 w 3622158"/>
              <a:gd name="connsiteY50" fmla="*/ 1375144 h 1573618"/>
              <a:gd name="connsiteX51" fmla="*/ 2948763 w 3622158"/>
              <a:gd name="connsiteY51" fmla="*/ 1332614 h 1573618"/>
              <a:gd name="connsiteX52" fmla="*/ 2601433 w 3622158"/>
              <a:gd name="connsiteY52" fmla="*/ 1325525 h 1573618"/>
              <a:gd name="connsiteX53" fmla="*/ 2948763 w 3622158"/>
              <a:gd name="connsiteY53" fmla="*/ 1261730 h 1573618"/>
              <a:gd name="connsiteX54" fmla="*/ 2580168 w 3622158"/>
              <a:gd name="connsiteY54" fmla="*/ 1240465 h 1573618"/>
              <a:gd name="connsiteX55" fmla="*/ 2190307 w 3622158"/>
              <a:gd name="connsiteY55" fmla="*/ 921488 h 1573618"/>
              <a:gd name="connsiteX56" fmla="*/ 1835888 w 3622158"/>
              <a:gd name="connsiteY56" fmla="*/ 496186 h 1573618"/>
              <a:gd name="connsiteX57" fmla="*/ 2558902 w 3622158"/>
              <a:gd name="connsiteY57" fmla="*/ 914400 h 1573618"/>
              <a:gd name="connsiteX58" fmla="*/ 3274828 w 3622158"/>
              <a:gd name="connsiteY58" fmla="*/ 1027814 h 1573618"/>
              <a:gd name="connsiteX59" fmla="*/ 3622158 w 3622158"/>
              <a:gd name="connsiteY59" fmla="*/ 1261730 h 1573618"/>
              <a:gd name="connsiteX60" fmla="*/ 3310270 w 3622158"/>
              <a:gd name="connsiteY60" fmla="*/ 999460 h 1573618"/>
              <a:gd name="connsiteX61" fmla="*/ 3586716 w 3622158"/>
              <a:gd name="connsiteY61" fmla="*/ 893135 h 1573618"/>
              <a:gd name="connsiteX62" fmla="*/ 3246475 w 3622158"/>
              <a:gd name="connsiteY62" fmla="*/ 942753 h 1573618"/>
              <a:gd name="connsiteX63" fmla="*/ 2544726 w 3622158"/>
              <a:gd name="connsiteY63" fmla="*/ 829339 h 1573618"/>
              <a:gd name="connsiteX64" fmla="*/ 1842977 w 3622158"/>
              <a:gd name="connsiteY64" fmla="*/ 404037 h 1573618"/>
              <a:gd name="connsiteX65" fmla="*/ 1963479 w 3622158"/>
              <a:gd name="connsiteY65" fmla="*/ 198474 h 1573618"/>
              <a:gd name="connsiteX66" fmla="*/ 2587256 w 3622158"/>
              <a:gd name="connsiteY66" fmla="*/ 425302 h 1573618"/>
              <a:gd name="connsiteX67" fmla="*/ 3196856 w 3622158"/>
              <a:gd name="connsiteY67" fmla="*/ 446567 h 1573618"/>
              <a:gd name="connsiteX68" fmla="*/ 3579628 w 3622158"/>
              <a:gd name="connsiteY68" fmla="*/ 595423 h 1573618"/>
              <a:gd name="connsiteX69" fmla="*/ 3225209 w 3622158"/>
              <a:gd name="connsiteY69" fmla="*/ 432391 h 1573618"/>
              <a:gd name="connsiteX70" fmla="*/ 3600893 w 3622158"/>
              <a:gd name="connsiteY70" fmla="*/ 489097 h 1573618"/>
              <a:gd name="connsiteX71" fmla="*/ 3189768 w 3622158"/>
              <a:gd name="connsiteY71" fmla="*/ 368595 h 1573618"/>
              <a:gd name="connsiteX72" fmla="*/ 2580168 w 3622158"/>
              <a:gd name="connsiteY72" fmla="*/ 340242 h 1573618"/>
              <a:gd name="connsiteX73" fmla="*/ 1977656 w 3622158"/>
              <a:gd name="connsiteY73" fmla="*/ 63795 h 1573618"/>
              <a:gd name="connsiteX74" fmla="*/ 2013098 w 3622158"/>
              <a:gd name="connsiteY74" fmla="*/ 0 h 1573618"/>
              <a:gd name="connsiteX75" fmla="*/ 2013098 w 3622158"/>
              <a:gd name="connsiteY75" fmla="*/ 0 h 1573618"/>
              <a:gd name="connsiteX76" fmla="*/ 1573619 w 3622158"/>
              <a:gd name="connsiteY76" fmla="*/ 0 h 1573618"/>
              <a:gd name="connsiteX0" fmla="*/ 1552354 w 3600893"/>
              <a:gd name="connsiteY0" fmla="*/ 0 h 1573618"/>
              <a:gd name="connsiteX1" fmla="*/ 1431851 w 3600893"/>
              <a:gd name="connsiteY1" fmla="*/ 262270 h 1573618"/>
              <a:gd name="connsiteX2" fmla="*/ 999461 w 3600893"/>
              <a:gd name="connsiteY2" fmla="*/ 311888 h 1573618"/>
              <a:gd name="connsiteX3" fmla="*/ 574158 w 3600893"/>
              <a:gd name="connsiteY3" fmla="*/ 248093 h 1573618"/>
              <a:gd name="connsiteX4" fmla="*/ 304800 w 3600893"/>
              <a:gd name="connsiteY4" fmla="*/ 120502 h 1573618"/>
              <a:gd name="connsiteX5" fmla="*/ 545805 w 3600893"/>
              <a:gd name="connsiteY5" fmla="*/ 297711 h 1573618"/>
              <a:gd name="connsiteX6" fmla="*/ 212651 w 3600893"/>
              <a:gd name="connsiteY6" fmla="*/ 432391 h 1573618"/>
              <a:gd name="connsiteX7" fmla="*/ 588335 w 3600893"/>
              <a:gd name="connsiteY7" fmla="*/ 340242 h 1573618"/>
              <a:gd name="connsiteX8" fmla="*/ 999461 w 3600893"/>
              <a:gd name="connsiteY8" fmla="*/ 354418 h 1573618"/>
              <a:gd name="connsiteX9" fmla="*/ 765544 w 3600893"/>
              <a:gd name="connsiteY9" fmla="*/ 531628 h 1573618"/>
              <a:gd name="connsiteX10" fmla="*/ 1049079 w 3600893"/>
              <a:gd name="connsiteY10" fmla="*/ 382772 h 1573618"/>
              <a:gd name="connsiteX11" fmla="*/ 1481470 w 3600893"/>
              <a:gd name="connsiteY11" fmla="*/ 318977 h 1573618"/>
              <a:gd name="connsiteX12" fmla="*/ 1651591 w 3600893"/>
              <a:gd name="connsiteY12" fmla="*/ 14177 h 1573618"/>
              <a:gd name="connsiteX13" fmla="*/ 1594884 w 3600893"/>
              <a:gd name="connsiteY13" fmla="*/ 453656 h 1573618"/>
              <a:gd name="connsiteX14" fmla="*/ 1233377 w 3600893"/>
              <a:gd name="connsiteY14" fmla="*/ 708837 h 1573618"/>
              <a:gd name="connsiteX15" fmla="*/ 808075 w 3600893"/>
              <a:gd name="connsiteY15" fmla="*/ 808074 h 1573618"/>
              <a:gd name="connsiteX16" fmla="*/ 474921 w 3600893"/>
              <a:gd name="connsiteY16" fmla="*/ 659218 h 1573618"/>
              <a:gd name="connsiteX17" fmla="*/ 779721 w 3600893"/>
              <a:gd name="connsiteY17" fmla="*/ 871870 h 1573618"/>
              <a:gd name="connsiteX18" fmla="*/ 425303 w 3600893"/>
              <a:gd name="connsiteY18" fmla="*/ 907311 h 1573618"/>
              <a:gd name="connsiteX19" fmla="*/ 815163 w 3600893"/>
              <a:gd name="connsiteY19" fmla="*/ 935665 h 1573618"/>
              <a:gd name="connsiteX20" fmla="*/ 1098698 w 3600893"/>
              <a:gd name="connsiteY20" fmla="*/ 864781 h 1573618"/>
              <a:gd name="connsiteX21" fmla="*/ 708837 w 3600893"/>
              <a:gd name="connsiteY21" fmla="*/ 1148316 h 1573618"/>
              <a:gd name="connsiteX22" fmla="*/ 354419 w 3600893"/>
              <a:gd name="connsiteY22" fmla="*/ 1233377 h 1573618"/>
              <a:gd name="connsiteX23" fmla="*/ 85061 w 3600893"/>
              <a:gd name="connsiteY23" fmla="*/ 1020725 h 1573618"/>
              <a:gd name="connsiteX24" fmla="*/ 361507 w 3600893"/>
              <a:gd name="connsiteY24" fmla="*/ 1297172 h 1573618"/>
              <a:gd name="connsiteX25" fmla="*/ 0 w 3600893"/>
              <a:gd name="connsiteY25" fmla="*/ 1438939 h 1573618"/>
              <a:gd name="connsiteX26" fmla="*/ 368596 w 3600893"/>
              <a:gd name="connsiteY26" fmla="*/ 1353879 h 1573618"/>
              <a:gd name="connsiteX27" fmla="*/ 49618 w 3600893"/>
              <a:gd name="connsiteY27" fmla="*/ 1573618 h 1573618"/>
              <a:gd name="connsiteX28" fmla="*/ 396949 w 3600893"/>
              <a:gd name="connsiteY28" fmla="*/ 1396409 h 1573618"/>
              <a:gd name="connsiteX29" fmla="*/ 758456 w 3600893"/>
              <a:gd name="connsiteY29" fmla="*/ 1261730 h 1573618"/>
              <a:gd name="connsiteX30" fmla="*/ 999461 w 3600893"/>
              <a:gd name="connsiteY30" fmla="*/ 1041991 h 1573618"/>
              <a:gd name="connsiteX31" fmla="*/ 942754 w 3600893"/>
              <a:gd name="connsiteY31" fmla="*/ 1431851 h 1573618"/>
              <a:gd name="connsiteX32" fmla="*/ 1056168 w 3600893"/>
              <a:gd name="connsiteY32" fmla="*/ 1034902 h 1573618"/>
              <a:gd name="connsiteX33" fmla="*/ 1275907 w 3600893"/>
              <a:gd name="connsiteY33" fmla="*/ 779721 h 1573618"/>
              <a:gd name="connsiteX34" fmla="*/ 1609061 w 3600893"/>
              <a:gd name="connsiteY34" fmla="*/ 545804 h 1573618"/>
              <a:gd name="connsiteX35" fmla="*/ 1545265 w 3600893"/>
              <a:gd name="connsiteY35" fmla="*/ 914400 h 1573618"/>
              <a:gd name="connsiteX36" fmla="*/ 1368056 w 3600893"/>
              <a:gd name="connsiteY36" fmla="*/ 1119963 h 1573618"/>
              <a:gd name="connsiteX37" fmla="*/ 1587796 w 3600893"/>
              <a:gd name="connsiteY37" fmla="*/ 949842 h 1573618"/>
              <a:gd name="connsiteX38" fmla="*/ 1516912 w 3600893"/>
              <a:gd name="connsiteY38" fmla="*/ 1304260 h 1573618"/>
              <a:gd name="connsiteX39" fmla="*/ 1282996 w 3600893"/>
              <a:gd name="connsiteY39" fmla="*/ 1375144 h 1573618"/>
              <a:gd name="connsiteX40" fmla="*/ 1531089 w 3600893"/>
              <a:gd name="connsiteY40" fmla="*/ 1346791 h 1573618"/>
              <a:gd name="connsiteX41" fmla="*/ 1524000 w 3600893"/>
              <a:gd name="connsiteY41" fmla="*/ 1509823 h 1573618"/>
              <a:gd name="connsiteX42" fmla="*/ 1580707 w 3600893"/>
              <a:gd name="connsiteY42" fmla="*/ 1339702 h 1573618"/>
              <a:gd name="connsiteX43" fmla="*/ 1750828 w 3600893"/>
              <a:gd name="connsiteY43" fmla="*/ 1453116 h 1573618"/>
              <a:gd name="connsiteX44" fmla="*/ 1580707 w 3600893"/>
              <a:gd name="connsiteY44" fmla="*/ 1282995 h 1573618"/>
              <a:gd name="connsiteX45" fmla="*/ 1658679 w 3600893"/>
              <a:gd name="connsiteY45" fmla="*/ 935665 h 1573618"/>
              <a:gd name="connsiteX46" fmla="*/ 1772093 w 3600893"/>
              <a:gd name="connsiteY46" fmla="*/ 1190846 h 1573618"/>
              <a:gd name="connsiteX47" fmla="*/ 1679944 w 3600893"/>
              <a:gd name="connsiteY47" fmla="*/ 850604 h 1573618"/>
              <a:gd name="connsiteX48" fmla="*/ 1736651 w 3600893"/>
              <a:gd name="connsiteY48" fmla="*/ 538716 h 1573618"/>
              <a:gd name="connsiteX49" fmla="*/ 2062717 w 3600893"/>
              <a:gd name="connsiteY49" fmla="*/ 1006549 h 1573618"/>
              <a:gd name="connsiteX50" fmla="*/ 2565991 w 3600893"/>
              <a:gd name="connsiteY50" fmla="*/ 1375144 h 1573618"/>
              <a:gd name="connsiteX51" fmla="*/ 2927498 w 3600893"/>
              <a:gd name="connsiteY51" fmla="*/ 1332614 h 1573618"/>
              <a:gd name="connsiteX52" fmla="*/ 2580168 w 3600893"/>
              <a:gd name="connsiteY52" fmla="*/ 1325525 h 1573618"/>
              <a:gd name="connsiteX53" fmla="*/ 2927498 w 3600893"/>
              <a:gd name="connsiteY53" fmla="*/ 1261730 h 1573618"/>
              <a:gd name="connsiteX54" fmla="*/ 2558903 w 3600893"/>
              <a:gd name="connsiteY54" fmla="*/ 1240465 h 1573618"/>
              <a:gd name="connsiteX55" fmla="*/ 2169042 w 3600893"/>
              <a:gd name="connsiteY55" fmla="*/ 921488 h 1573618"/>
              <a:gd name="connsiteX56" fmla="*/ 1814623 w 3600893"/>
              <a:gd name="connsiteY56" fmla="*/ 496186 h 1573618"/>
              <a:gd name="connsiteX57" fmla="*/ 2537637 w 3600893"/>
              <a:gd name="connsiteY57" fmla="*/ 914400 h 1573618"/>
              <a:gd name="connsiteX58" fmla="*/ 3253563 w 3600893"/>
              <a:gd name="connsiteY58" fmla="*/ 1027814 h 1573618"/>
              <a:gd name="connsiteX59" fmla="*/ 3600893 w 3600893"/>
              <a:gd name="connsiteY59" fmla="*/ 1261730 h 1573618"/>
              <a:gd name="connsiteX60" fmla="*/ 3289005 w 3600893"/>
              <a:gd name="connsiteY60" fmla="*/ 999460 h 1573618"/>
              <a:gd name="connsiteX61" fmla="*/ 3565451 w 3600893"/>
              <a:gd name="connsiteY61" fmla="*/ 893135 h 1573618"/>
              <a:gd name="connsiteX62" fmla="*/ 3225210 w 3600893"/>
              <a:gd name="connsiteY62" fmla="*/ 942753 h 1573618"/>
              <a:gd name="connsiteX63" fmla="*/ 2523461 w 3600893"/>
              <a:gd name="connsiteY63" fmla="*/ 829339 h 1573618"/>
              <a:gd name="connsiteX64" fmla="*/ 1821712 w 3600893"/>
              <a:gd name="connsiteY64" fmla="*/ 404037 h 1573618"/>
              <a:gd name="connsiteX65" fmla="*/ 1942214 w 3600893"/>
              <a:gd name="connsiteY65" fmla="*/ 198474 h 1573618"/>
              <a:gd name="connsiteX66" fmla="*/ 2565991 w 3600893"/>
              <a:gd name="connsiteY66" fmla="*/ 425302 h 1573618"/>
              <a:gd name="connsiteX67" fmla="*/ 3175591 w 3600893"/>
              <a:gd name="connsiteY67" fmla="*/ 446567 h 1573618"/>
              <a:gd name="connsiteX68" fmla="*/ 3558363 w 3600893"/>
              <a:gd name="connsiteY68" fmla="*/ 595423 h 1573618"/>
              <a:gd name="connsiteX69" fmla="*/ 3203944 w 3600893"/>
              <a:gd name="connsiteY69" fmla="*/ 432391 h 1573618"/>
              <a:gd name="connsiteX70" fmla="*/ 3579628 w 3600893"/>
              <a:gd name="connsiteY70" fmla="*/ 489097 h 1573618"/>
              <a:gd name="connsiteX71" fmla="*/ 3168503 w 3600893"/>
              <a:gd name="connsiteY71" fmla="*/ 368595 h 1573618"/>
              <a:gd name="connsiteX72" fmla="*/ 2558903 w 3600893"/>
              <a:gd name="connsiteY72" fmla="*/ 340242 h 1573618"/>
              <a:gd name="connsiteX73" fmla="*/ 1956391 w 3600893"/>
              <a:gd name="connsiteY73" fmla="*/ 63795 h 1573618"/>
              <a:gd name="connsiteX74" fmla="*/ 1991833 w 3600893"/>
              <a:gd name="connsiteY74" fmla="*/ 0 h 1573618"/>
              <a:gd name="connsiteX75" fmla="*/ 1991833 w 3600893"/>
              <a:gd name="connsiteY75" fmla="*/ 0 h 1573618"/>
              <a:gd name="connsiteX76" fmla="*/ 1552354 w 3600893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715925 w 3607981"/>
              <a:gd name="connsiteY21" fmla="*/ 1148316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765544 w 3607981"/>
              <a:gd name="connsiteY29" fmla="*/ 1261730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34586 w 3607981"/>
              <a:gd name="connsiteY51" fmla="*/ 1332614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906232 w 3607981"/>
              <a:gd name="connsiteY51" fmla="*/ 1502735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34586 w 3607981"/>
              <a:gd name="connsiteY53" fmla="*/ 1261730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81470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375144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20409 w 3607981"/>
              <a:gd name="connsiteY53" fmla="*/ 1240465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59442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59442 w 3607981"/>
              <a:gd name="connsiteY76" fmla="*/ 0 h 1573618"/>
              <a:gd name="connsiteX0" fmla="*/ 1573656 w 3607981"/>
              <a:gd name="connsiteY0" fmla="*/ 0 h 1573618"/>
              <a:gd name="connsiteX1" fmla="*/ 1438939 w 3607981"/>
              <a:gd name="connsiteY1" fmla="*/ 262270 h 1573618"/>
              <a:gd name="connsiteX2" fmla="*/ 1006549 w 3607981"/>
              <a:gd name="connsiteY2" fmla="*/ 311888 h 1573618"/>
              <a:gd name="connsiteX3" fmla="*/ 581246 w 3607981"/>
              <a:gd name="connsiteY3" fmla="*/ 248093 h 1573618"/>
              <a:gd name="connsiteX4" fmla="*/ 311888 w 3607981"/>
              <a:gd name="connsiteY4" fmla="*/ 120502 h 1573618"/>
              <a:gd name="connsiteX5" fmla="*/ 552893 w 3607981"/>
              <a:gd name="connsiteY5" fmla="*/ 297711 h 1573618"/>
              <a:gd name="connsiteX6" fmla="*/ 219739 w 3607981"/>
              <a:gd name="connsiteY6" fmla="*/ 432391 h 1573618"/>
              <a:gd name="connsiteX7" fmla="*/ 595423 w 3607981"/>
              <a:gd name="connsiteY7" fmla="*/ 340242 h 1573618"/>
              <a:gd name="connsiteX8" fmla="*/ 1006549 w 3607981"/>
              <a:gd name="connsiteY8" fmla="*/ 354418 h 1573618"/>
              <a:gd name="connsiteX9" fmla="*/ 772632 w 3607981"/>
              <a:gd name="connsiteY9" fmla="*/ 531628 h 1573618"/>
              <a:gd name="connsiteX10" fmla="*/ 1056167 w 3607981"/>
              <a:gd name="connsiteY10" fmla="*/ 382772 h 1573618"/>
              <a:gd name="connsiteX11" fmla="*/ 1488558 w 3607981"/>
              <a:gd name="connsiteY11" fmla="*/ 318977 h 1573618"/>
              <a:gd name="connsiteX12" fmla="*/ 1658679 w 3607981"/>
              <a:gd name="connsiteY12" fmla="*/ 14177 h 1573618"/>
              <a:gd name="connsiteX13" fmla="*/ 1601972 w 3607981"/>
              <a:gd name="connsiteY13" fmla="*/ 453656 h 1573618"/>
              <a:gd name="connsiteX14" fmla="*/ 1240465 w 3607981"/>
              <a:gd name="connsiteY14" fmla="*/ 708837 h 1573618"/>
              <a:gd name="connsiteX15" fmla="*/ 815163 w 3607981"/>
              <a:gd name="connsiteY15" fmla="*/ 808074 h 1573618"/>
              <a:gd name="connsiteX16" fmla="*/ 482009 w 3607981"/>
              <a:gd name="connsiteY16" fmla="*/ 659218 h 1573618"/>
              <a:gd name="connsiteX17" fmla="*/ 786809 w 3607981"/>
              <a:gd name="connsiteY17" fmla="*/ 871870 h 1573618"/>
              <a:gd name="connsiteX18" fmla="*/ 432391 w 3607981"/>
              <a:gd name="connsiteY18" fmla="*/ 907311 h 1573618"/>
              <a:gd name="connsiteX19" fmla="*/ 822251 w 3607981"/>
              <a:gd name="connsiteY19" fmla="*/ 935665 h 1573618"/>
              <a:gd name="connsiteX20" fmla="*/ 1105786 w 3607981"/>
              <a:gd name="connsiteY20" fmla="*/ 864781 h 1573618"/>
              <a:gd name="connsiteX21" fmla="*/ 616688 w 3607981"/>
              <a:gd name="connsiteY21" fmla="*/ 1226289 h 1573618"/>
              <a:gd name="connsiteX22" fmla="*/ 361507 w 3607981"/>
              <a:gd name="connsiteY22" fmla="*/ 1233377 h 1573618"/>
              <a:gd name="connsiteX23" fmla="*/ 0 w 3607981"/>
              <a:gd name="connsiteY23" fmla="*/ 1254641 h 1573618"/>
              <a:gd name="connsiteX24" fmla="*/ 368595 w 3607981"/>
              <a:gd name="connsiteY24" fmla="*/ 1297172 h 1573618"/>
              <a:gd name="connsiteX25" fmla="*/ 7088 w 3607981"/>
              <a:gd name="connsiteY25" fmla="*/ 1438939 h 1573618"/>
              <a:gd name="connsiteX26" fmla="*/ 375684 w 3607981"/>
              <a:gd name="connsiteY26" fmla="*/ 1353879 h 1573618"/>
              <a:gd name="connsiteX27" fmla="*/ 56706 w 3607981"/>
              <a:gd name="connsiteY27" fmla="*/ 1573618 h 1573618"/>
              <a:gd name="connsiteX28" fmla="*/ 404037 w 3607981"/>
              <a:gd name="connsiteY28" fmla="*/ 1396409 h 1573618"/>
              <a:gd name="connsiteX29" fmla="*/ 694660 w 3607981"/>
              <a:gd name="connsiteY29" fmla="*/ 1290083 h 1573618"/>
              <a:gd name="connsiteX30" fmla="*/ 1006549 w 3607981"/>
              <a:gd name="connsiteY30" fmla="*/ 1041991 h 1573618"/>
              <a:gd name="connsiteX31" fmla="*/ 949842 w 3607981"/>
              <a:gd name="connsiteY31" fmla="*/ 1431851 h 1573618"/>
              <a:gd name="connsiteX32" fmla="*/ 1063256 w 3607981"/>
              <a:gd name="connsiteY32" fmla="*/ 1034902 h 1573618"/>
              <a:gd name="connsiteX33" fmla="*/ 1282995 w 3607981"/>
              <a:gd name="connsiteY33" fmla="*/ 779721 h 1573618"/>
              <a:gd name="connsiteX34" fmla="*/ 1616149 w 3607981"/>
              <a:gd name="connsiteY34" fmla="*/ 545804 h 1573618"/>
              <a:gd name="connsiteX35" fmla="*/ 1552353 w 3607981"/>
              <a:gd name="connsiteY35" fmla="*/ 914400 h 1573618"/>
              <a:gd name="connsiteX36" fmla="*/ 1375144 w 3607981"/>
              <a:gd name="connsiteY36" fmla="*/ 1119963 h 1573618"/>
              <a:gd name="connsiteX37" fmla="*/ 1594884 w 3607981"/>
              <a:gd name="connsiteY37" fmla="*/ 949842 h 1573618"/>
              <a:gd name="connsiteX38" fmla="*/ 1524000 w 3607981"/>
              <a:gd name="connsiteY38" fmla="*/ 1304260 h 1573618"/>
              <a:gd name="connsiteX39" fmla="*/ 1290084 w 3607981"/>
              <a:gd name="connsiteY39" fmla="*/ 1375144 h 1573618"/>
              <a:gd name="connsiteX40" fmla="*/ 1538177 w 3607981"/>
              <a:gd name="connsiteY40" fmla="*/ 1346791 h 1573618"/>
              <a:gd name="connsiteX41" fmla="*/ 1531088 w 3607981"/>
              <a:gd name="connsiteY41" fmla="*/ 1509823 h 1573618"/>
              <a:gd name="connsiteX42" fmla="*/ 1587795 w 3607981"/>
              <a:gd name="connsiteY42" fmla="*/ 1339702 h 1573618"/>
              <a:gd name="connsiteX43" fmla="*/ 1757916 w 3607981"/>
              <a:gd name="connsiteY43" fmla="*/ 1453116 h 1573618"/>
              <a:gd name="connsiteX44" fmla="*/ 1587795 w 3607981"/>
              <a:gd name="connsiteY44" fmla="*/ 1282995 h 1573618"/>
              <a:gd name="connsiteX45" fmla="*/ 1665767 w 3607981"/>
              <a:gd name="connsiteY45" fmla="*/ 935665 h 1573618"/>
              <a:gd name="connsiteX46" fmla="*/ 1779181 w 3607981"/>
              <a:gd name="connsiteY46" fmla="*/ 1190846 h 1573618"/>
              <a:gd name="connsiteX47" fmla="*/ 1687032 w 3607981"/>
              <a:gd name="connsiteY47" fmla="*/ 850604 h 1573618"/>
              <a:gd name="connsiteX48" fmla="*/ 1743739 w 3607981"/>
              <a:gd name="connsiteY48" fmla="*/ 538716 h 1573618"/>
              <a:gd name="connsiteX49" fmla="*/ 2069805 w 3607981"/>
              <a:gd name="connsiteY49" fmla="*/ 1006549 h 1573618"/>
              <a:gd name="connsiteX50" fmla="*/ 2573079 w 3607981"/>
              <a:gd name="connsiteY50" fmla="*/ 1410585 h 1573618"/>
              <a:gd name="connsiteX51" fmla="*/ 2884967 w 3607981"/>
              <a:gd name="connsiteY51" fmla="*/ 1446028 h 1573618"/>
              <a:gd name="connsiteX52" fmla="*/ 2587256 w 3607981"/>
              <a:gd name="connsiteY52" fmla="*/ 1325525 h 1573618"/>
              <a:gd name="connsiteX53" fmla="*/ 2906233 w 3607981"/>
              <a:gd name="connsiteY53" fmla="*/ 1275907 h 1573618"/>
              <a:gd name="connsiteX54" fmla="*/ 2565991 w 3607981"/>
              <a:gd name="connsiteY54" fmla="*/ 1240465 h 1573618"/>
              <a:gd name="connsiteX55" fmla="*/ 2176130 w 3607981"/>
              <a:gd name="connsiteY55" fmla="*/ 921488 h 1573618"/>
              <a:gd name="connsiteX56" fmla="*/ 1821711 w 3607981"/>
              <a:gd name="connsiteY56" fmla="*/ 496186 h 1573618"/>
              <a:gd name="connsiteX57" fmla="*/ 2544725 w 3607981"/>
              <a:gd name="connsiteY57" fmla="*/ 914400 h 1573618"/>
              <a:gd name="connsiteX58" fmla="*/ 3260651 w 3607981"/>
              <a:gd name="connsiteY58" fmla="*/ 1027814 h 1573618"/>
              <a:gd name="connsiteX59" fmla="*/ 3607981 w 3607981"/>
              <a:gd name="connsiteY59" fmla="*/ 1261730 h 1573618"/>
              <a:gd name="connsiteX60" fmla="*/ 3296093 w 3607981"/>
              <a:gd name="connsiteY60" fmla="*/ 999460 h 1573618"/>
              <a:gd name="connsiteX61" fmla="*/ 3572539 w 3607981"/>
              <a:gd name="connsiteY61" fmla="*/ 893135 h 1573618"/>
              <a:gd name="connsiteX62" fmla="*/ 3232298 w 3607981"/>
              <a:gd name="connsiteY62" fmla="*/ 942753 h 1573618"/>
              <a:gd name="connsiteX63" fmla="*/ 2530549 w 3607981"/>
              <a:gd name="connsiteY63" fmla="*/ 829339 h 1573618"/>
              <a:gd name="connsiteX64" fmla="*/ 1828800 w 3607981"/>
              <a:gd name="connsiteY64" fmla="*/ 404037 h 1573618"/>
              <a:gd name="connsiteX65" fmla="*/ 1949302 w 3607981"/>
              <a:gd name="connsiteY65" fmla="*/ 198474 h 1573618"/>
              <a:gd name="connsiteX66" fmla="*/ 2573079 w 3607981"/>
              <a:gd name="connsiteY66" fmla="*/ 425302 h 1573618"/>
              <a:gd name="connsiteX67" fmla="*/ 3182679 w 3607981"/>
              <a:gd name="connsiteY67" fmla="*/ 446567 h 1573618"/>
              <a:gd name="connsiteX68" fmla="*/ 3565451 w 3607981"/>
              <a:gd name="connsiteY68" fmla="*/ 595423 h 1573618"/>
              <a:gd name="connsiteX69" fmla="*/ 3211032 w 3607981"/>
              <a:gd name="connsiteY69" fmla="*/ 432391 h 1573618"/>
              <a:gd name="connsiteX70" fmla="*/ 3586716 w 3607981"/>
              <a:gd name="connsiteY70" fmla="*/ 489097 h 1573618"/>
              <a:gd name="connsiteX71" fmla="*/ 3175591 w 3607981"/>
              <a:gd name="connsiteY71" fmla="*/ 368595 h 1573618"/>
              <a:gd name="connsiteX72" fmla="*/ 2565991 w 3607981"/>
              <a:gd name="connsiteY72" fmla="*/ 340242 h 1573618"/>
              <a:gd name="connsiteX73" fmla="*/ 1963479 w 3607981"/>
              <a:gd name="connsiteY73" fmla="*/ 63795 h 1573618"/>
              <a:gd name="connsiteX74" fmla="*/ 1998921 w 3607981"/>
              <a:gd name="connsiteY74" fmla="*/ 0 h 1573618"/>
              <a:gd name="connsiteX75" fmla="*/ 1998921 w 3607981"/>
              <a:gd name="connsiteY75" fmla="*/ 0 h 1573618"/>
              <a:gd name="connsiteX76" fmla="*/ 1573656 w 3607981"/>
              <a:gd name="connsiteY76" fmla="*/ 0 h 157361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6130 w 3607981"/>
              <a:gd name="connsiteY55" fmla="*/ 927838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069805 w 3607981"/>
              <a:gd name="connsiteY49" fmla="*/ 1012899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573079 w 3607981"/>
              <a:gd name="connsiteY50" fmla="*/ 1416935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87256 w 3607981"/>
              <a:gd name="connsiteY52" fmla="*/ 1331875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565991 w 3607981"/>
              <a:gd name="connsiteY54" fmla="*/ 1246815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13661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240465 w 3607981"/>
              <a:gd name="connsiteY14" fmla="*/ 715187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14424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42015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616688 w 3607981"/>
              <a:gd name="connsiteY21" fmla="*/ 1232639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361507 w 3607981"/>
              <a:gd name="connsiteY22" fmla="*/ 1239727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368595 w 3607981"/>
              <a:gd name="connsiteY24" fmla="*/ 1303522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375684 w 3607981"/>
              <a:gd name="connsiteY26" fmla="*/ 1360229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7088 w 3607981"/>
              <a:gd name="connsiteY25" fmla="*/ 1445289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79968"/>
              <a:gd name="connsiteX1" fmla="*/ 1438939 w 3607981"/>
              <a:gd name="connsiteY1" fmla="*/ 268620 h 1579968"/>
              <a:gd name="connsiteX2" fmla="*/ 1006549 w 3607981"/>
              <a:gd name="connsiteY2" fmla="*/ 318238 h 1579968"/>
              <a:gd name="connsiteX3" fmla="*/ 581246 w 3607981"/>
              <a:gd name="connsiteY3" fmla="*/ 254443 h 1579968"/>
              <a:gd name="connsiteX4" fmla="*/ 311888 w 3607981"/>
              <a:gd name="connsiteY4" fmla="*/ 126852 h 1579968"/>
              <a:gd name="connsiteX5" fmla="*/ 552893 w 3607981"/>
              <a:gd name="connsiteY5" fmla="*/ 304061 h 1579968"/>
              <a:gd name="connsiteX6" fmla="*/ 219739 w 3607981"/>
              <a:gd name="connsiteY6" fmla="*/ 438741 h 1579968"/>
              <a:gd name="connsiteX7" fmla="*/ 595423 w 3607981"/>
              <a:gd name="connsiteY7" fmla="*/ 346592 h 1579968"/>
              <a:gd name="connsiteX8" fmla="*/ 1006549 w 3607981"/>
              <a:gd name="connsiteY8" fmla="*/ 360768 h 1579968"/>
              <a:gd name="connsiteX9" fmla="*/ 772632 w 3607981"/>
              <a:gd name="connsiteY9" fmla="*/ 537978 h 1579968"/>
              <a:gd name="connsiteX10" fmla="*/ 1056167 w 3607981"/>
              <a:gd name="connsiteY10" fmla="*/ 389122 h 1579968"/>
              <a:gd name="connsiteX11" fmla="*/ 1488558 w 3607981"/>
              <a:gd name="connsiteY11" fmla="*/ 325327 h 1579968"/>
              <a:gd name="connsiteX12" fmla="*/ 1658679 w 3607981"/>
              <a:gd name="connsiteY12" fmla="*/ 20527 h 1579968"/>
              <a:gd name="connsiteX13" fmla="*/ 1601972 w 3607981"/>
              <a:gd name="connsiteY13" fmla="*/ 460006 h 1579968"/>
              <a:gd name="connsiteX14" fmla="*/ 1152641 w 3607981"/>
              <a:gd name="connsiteY14" fmla="*/ 797845 h 1579968"/>
              <a:gd name="connsiteX15" fmla="*/ 815163 w 3607981"/>
              <a:gd name="connsiteY15" fmla="*/ 845420 h 1579968"/>
              <a:gd name="connsiteX16" fmla="*/ 482009 w 3607981"/>
              <a:gd name="connsiteY16" fmla="*/ 665568 h 1579968"/>
              <a:gd name="connsiteX17" fmla="*/ 786809 w 3607981"/>
              <a:gd name="connsiteY17" fmla="*/ 878220 h 1579968"/>
              <a:gd name="connsiteX18" fmla="*/ 432391 w 3607981"/>
              <a:gd name="connsiteY18" fmla="*/ 975654 h 1579968"/>
              <a:gd name="connsiteX19" fmla="*/ 822251 w 3607981"/>
              <a:gd name="connsiteY19" fmla="*/ 926516 h 1579968"/>
              <a:gd name="connsiteX20" fmla="*/ 1105786 w 3607981"/>
              <a:gd name="connsiteY20" fmla="*/ 871131 h 1579968"/>
              <a:gd name="connsiteX21" fmla="*/ 725176 w 3607981"/>
              <a:gd name="connsiteY21" fmla="*/ 1087988 h 1579968"/>
              <a:gd name="connsiteX22" fmla="*/ 480327 w 3607981"/>
              <a:gd name="connsiteY22" fmla="*/ 1188066 h 1579968"/>
              <a:gd name="connsiteX23" fmla="*/ 0 w 3607981"/>
              <a:gd name="connsiteY23" fmla="*/ 1260991 h 1579968"/>
              <a:gd name="connsiteX24" fmla="*/ 451252 w 3607981"/>
              <a:gd name="connsiteY24" fmla="*/ 1251861 h 1579968"/>
              <a:gd name="connsiteX25" fmla="*/ 1922 w 3607981"/>
              <a:gd name="connsiteY25" fmla="*/ 1403960 h 1579968"/>
              <a:gd name="connsiteX26" fmla="*/ 468674 w 3607981"/>
              <a:gd name="connsiteY26" fmla="*/ 1298236 h 1579968"/>
              <a:gd name="connsiteX27" fmla="*/ 56706 w 3607981"/>
              <a:gd name="connsiteY27" fmla="*/ 1579968 h 1579968"/>
              <a:gd name="connsiteX28" fmla="*/ 404037 w 3607981"/>
              <a:gd name="connsiteY28" fmla="*/ 1402759 h 1579968"/>
              <a:gd name="connsiteX29" fmla="*/ 694660 w 3607981"/>
              <a:gd name="connsiteY29" fmla="*/ 1296433 h 1579968"/>
              <a:gd name="connsiteX30" fmla="*/ 1006549 w 3607981"/>
              <a:gd name="connsiteY30" fmla="*/ 1048341 h 1579968"/>
              <a:gd name="connsiteX31" fmla="*/ 949842 w 3607981"/>
              <a:gd name="connsiteY31" fmla="*/ 1438201 h 1579968"/>
              <a:gd name="connsiteX32" fmla="*/ 1063256 w 3607981"/>
              <a:gd name="connsiteY32" fmla="*/ 1041252 h 1579968"/>
              <a:gd name="connsiteX33" fmla="*/ 1282995 w 3607981"/>
              <a:gd name="connsiteY33" fmla="*/ 786071 h 1579968"/>
              <a:gd name="connsiteX34" fmla="*/ 1616149 w 3607981"/>
              <a:gd name="connsiteY34" fmla="*/ 552154 h 1579968"/>
              <a:gd name="connsiteX35" fmla="*/ 1552353 w 3607981"/>
              <a:gd name="connsiteY35" fmla="*/ 920750 h 1579968"/>
              <a:gd name="connsiteX36" fmla="*/ 1375144 w 3607981"/>
              <a:gd name="connsiteY36" fmla="*/ 1126313 h 1579968"/>
              <a:gd name="connsiteX37" fmla="*/ 1594884 w 3607981"/>
              <a:gd name="connsiteY37" fmla="*/ 956192 h 1579968"/>
              <a:gd name="connsiteX38" fmla="*/ 1524000 w 3607981"/>
              <a:gd name="connsiteY38" fmla="*/ 1310610 h 1579968"/>
              <a:gd name="connsiteX39" fmla="*/ 1290084 w 3607981"/>
              <a:gd name="connsiteY39" fmla="*/ 1381494 h 1579968"/>
              <a:gd name="connsiteX40" fmla="*/ 1538177 w 3607981"/>
              <a:gd name="connsiteY40" fmla="*/ 1353141 h 1579968"/>
              <a:gd name="connsiteX41" fmla="*/ 1531088 w 3607981"/>
              <a:gd name="connsiteY41" fmla="*/ 1516173 h 1579968"/>
              <a:gd name="connsiteX42" fmla="*/ 1587795 w 3607981"/>
              <a:gd name="connsiteY42" fmla="*/ 1346052 h 1579968"/>
              <a:gd name="connsiteX43" fmla="*/ 1757916 w 3607981"/>
              <a:gd name="connsiteY43" fmla="*/ 1459466 h 1579968"/>
              <a:gd name="connsiteX44" fmla="*/ 1587795 w 3607981"/>
              <a:gd name="connsiteY44" fmla="*/ 1289345 h 1579968"/>
              <a:gd name="connsiteX45" fmla="*/ 1665767 w 3607981"/>
              <a:gd name="connsiteY45" fmla="*/ 942015 h 1579968"/>
              <a:gd name="connsiteX46" fmla="*/ 1779181 w 3607981"/>
              <a:gd name="connsiteY46" fmla="*/ 1197196 h 1579968"/>
              <a:gd name="connsiteX47" fmla="*/ 1687032 w 3607981"/>
              <a:gd name="connsiteY47" fmla="*/ 856954 h 1579968"/>
              <a:gd name="connsiteX48" fmla="*/ 1743739 w 3607981"/>
              <a:gd name="connsiteY48" fmla="*/ 545066 h 1579968"/>
              <a:gd name="connsiteX49" fmla="*/ 2121466 w 3607981"/>
              <a:gd name="connsiteY49" fmla="*/ 1043895 h 1579968"/>
              <a:gd name="connsiteX50" fmla="*/ 2474924 w 3607981"/>
              <a:gd name="connsiteY50" fmla="*/ 1329111 h 1579968"/>
              <a:gd name="connsiteX51" fmla="*/ 2884967 w 3607981"/>
              <a:gd name="connsiteY51" fmla="*/ 1452378 h 1579968"/>
              <a:gd name="connsiteX52" fmla="*/ 2576924 w 3607981"/>
              <a:gd name="connsiteY52" fmla="*/ 1311210 h 1579968"/>
              <a:gd name="connsiteX53" fmla="*/ 2906233 w 3607981"/>
              <a:gd name="connsiteY53" fmla="*/ 1282257 h 1579968"/>
              <a:gd name="connsiteX54" fmla="*/ 2602154 w 3607981"/>
              <a:gd name="connsiteY54" fmla="*/ 1277812 h 1579968"/>
              <a:gd name="connsiteX55" fmla="*/ 2170964 w 3607981"/>
              <a:gd name="connsiteY55" fmla="*/ 1000164 h 1579968"/>
              <a:gd name="connsiteX56" fmla="*/ 1821711 w 3607981"/>
              <a:gd name="connsiteY56" fmla="*/ 502536 h 1579968"/>
              <a:gd name="connsiteX57" fmla="*/ 2544725 w 3607981"/>
              <a:gd name="connsiteY57" fmla="*/ 920750 h 1579968"/>
              <a:gd name="connsiteX58" fmla="*/ 3260651 w 3607981"/>
              <a:gd name="connsiteY58" fmla="*/ 1034164 h 1579968"/>
              <a:gd name="connsiteX59" fmla="*/ 3607981 w 3607981"/>
              <a:gd name="connsiteY59" fmla="*/ 1268080 h 1579968"/>
              <a:gd name="connsiteX60" fmla="*/ 3296093 w 3607981"/>
              <a:gd name="connsiteY60" fmla="*/ 1005810 h 1579968"/>
              <a:gd name="connsiteX61" fmla="*/ 3572539 w 3607981"/>
              <a:gd name="connsiteY61" fmla="*/ 899485 h 1579968"/>
              <a:gd name="connsiteX62" fmla="*/ 3232298 w 3607981"/>
              <a:gd name="connsiteY62" fmla="*/ 949103 h 1579968"/>
              <a:gd name="connsiteX63" fmla="*/ 2530549 w 3607981"/>
              <a:gd name="connsiteY63" fmla="*/ 835689 h 1579968"/>
              <a:gd name="connsiteX64" fmla="*/ 1828800 w 3607981"/>
              <a:gd name="connsiteY64" fmla="*/ 410387 h 1579968"/>
              <a:gd name="connsiteX65" fmla="*/ 1949302 w 3607981"/>
              <a:gd name="connsiteY65" fmla="*/ 204824 h 1579968"/>
              <a:gd name="connsiteX66" fmla="*/ 2573079 w 3607981"/>
              <a:gd name="connsiteY66" fmla="*/ 431652 h 1579968"/>
              <a:gd name="connsiteX67" fmla="*/ 3182679 w 3607981"/>
              <a:gd name="connsiteY67" fmla="*/ 452917 h 1579968"/>
              <a:gd name="connsiteX68" fmla="*/ 3565451 w 3607981"/>
              <a:gd name="connsiteY68" fmla="*/ 601773 h 1579968"/>
              <a:gd name="connsiteX69" fmla="*/ 3211032 w 3607981"/>
              <a:gd name="connsiteY69" fmla="*/ 438741 h 1579968"/>
              <a:gd name="connsiteX70" fmla="*/ 3586716 w 3607981"/>
              <a:gd name="connsiteY70" fmla="*/ 495447 h 1579968"/>
              <a:gd name="connsiteX71" fmla="*/ 3175591 w 3607981"/>
              <a:gd name="connsiteY71" fmla="*/ 374945 h 1579968"/>
              <a:gd name="connsiteX72" fmla="*/ 2565991 w 3607981"/>
              <a:gd name="connsiteY72" fmla="*/ 346592 h 1579968"/>
              <a:gd name="connsiteX73" fmla="*/ 1963479 w 3607981"/>
              <a:gd name="connsiteY73" fmla="*/ 70145 h 1579968"/>
              <a:gd name="connsiteX74" fmla="*/ 1998921 w 3607981"/>
              <a:gd name="connsiteY74" fmla="*/ 6350 h 1579968"/>
              <a:gd name="connsiteX75" fmla="*/ 2011621 w 3607981"/>
              <a:gd name="connsiteY75" fmla="*/ 0 h 1579968"/>
              <a:gd name="connsiteX76" fmla="*/ 1573656 w 3607981"/>
              <a:gd name="connsiteY76" fmla="*/ 6350 h 1579968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94660 w 3607981"/>
              <a:gd name="connsiteY29" fmla="*/ 1296433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25176 w 3607981"/>
              <a:gd name="connsiteY21" fmla="*/ 1087988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815163 w 3607981"/>
              <a:gd name="connsiteY15" fmla="*/ 845420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482009 w 3607981"/>
              <a:gd name="connsiteY16" fmla="*/ 665568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6809 w 3607981"/>
              <a:gd name="connsiteY17" fmla="*/ 878220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432391 w 3607981"/>
              <a:gd name="connsiteY18" fmla="*/ 975654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822251 w 3607981"/>
              <a:gd name="connsiteY19" fmla="*/ 926516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38741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82679 w 3607981"/>
              <a:gd name="connsiteY67" fmla="*/ 452917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75591 w 3607981"/>
              <a:gd name="connsiteY71" fmla="*/ 374945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0092 w 3607981"/>
              <a:gd name="connsiteY71" fmla="*/ 395609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211032 w 3607981"/>
              <a:gd name="connsiteY69" fmla="*/ 418077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90368 w 3607981"/>
              <a:gd name="connsiteY69" fmla="*/ 428409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602154 w 3607981"/>
              <a:gd name="connsiteY54" fmla="*/ 1277812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576924 w 3607981"/>
              <a:gd name="connsiteY52" fmla="*/ 1311210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84967 w 3607981"/>
              <a:gd name="connsiteY51" fmla="*/ 1452378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6350 h 1523141"/>
              <a:gd name="connsiteX1" fmla="*/ 1438939 w 3607981"/>
              <a:gd name="connsiteY1" fmla="*/ 268620 h 1523141"/>
              <a:gd name="connsiteX2" fmla="*/ 1006549 w 3607981"/>
              <a:gd name="connsiteY2" fmla="*/ 318238 h 1523141"/>
              <a:gd name="connsiteX3" fmla="*/ 581246 w 3607981"/>
              <a:gd name="connsiteY3" fmla="*/ 254443 h 1523141"/>
              <a:gd name="connsiteX4" fmla="*/ 311888 w 3607981"/>
              <a:gd name="connsiteY4" fmla="*/ 126852 h 1523141"/>
              <a:gd name="connsiteX5" fmla="*/ 552893 w 3607981"/>
              <a:gd name="connsiteY5" fmla="*/ 304061 h 1523141"/>
              <a:gd name="connsiteX6" fmla="*/ 219739 w 3607981"/>
              <a:gd name="connsiteY6" fmla="*/ 438741 h 1523141"/>
              <a:gd name="connsiteX7" fmla="*/ 595423 w 3607981"/>
              <a:gd name="connsiteY7" fmla="*/ 346592 h 1523141"/>
              <a:gd name="connsiteX8" fmla="*/ 1006549 w 3607981"/>
              <a:gd name="connsiteY8" fmla="*/ 360768 h 1523141"/>
              <a:gd name="connsiteX9" fmla="*/ 772632 w 3607981"/>
              <a:gd name="connsiteY9" fmla="*/ 537978 h 1523141"/>
              <a:gd name="connsiteX10" fmla="*/ 1056167 w 3607981"/>
              <a:gd name="connsiteY10" fmla="*/ 389122 h 1523141"/>
              <a:gd name="connsiteX11" fmla="*/ 1488558 w 3607981"/>
              <a:gd name="connsiteY11" fmla="*/ 325327 h 1523141"/>
              <a:gd name="connsiteX12" fmla="*/ 1658679 w 3607981"/>
              <a:gd name="connsiteY12" fmla="*/ 20527 h 1523141"/>
              <a:gd name="connsiteX13" fmla="*/ 1601972 w 3607981"/>
              <a:gd name="connsiteY13" fmla="*/ 460006 h 1523141"/>
              <a:gd name="connsiteX14" fmla="*/ 1152641 w 3607981"/>
              <a:gd name="connsiteY14" fmla="*/ 797845 h 1523141"/>
              <a:gd name="connsiteX15" fmla="*/ 717007 w 3607981"/>
              <a:gd name="connsiteY15" fmla="*/ 716268 h 1523141"/>
              <a:gd name="connsiteX16" fmla="*/ 378687 w 3607981"/>
              <a:gd name="connsiteY16" fmla="*/ 619073 h 1523141"/>
              <a:gd name="connsiteX17" fmla="*/ 781643 w 3607981"/>
              <a:gd name="connsiteY17" fmla="*/ 795562 h 1523141"/>
              <a:gd name="connsiteX18" fmla="*/ 365232 w 3607981"/>
              <a:gd name="connsiteY18" fmla="*/ 810339 h 1523141"/>
              <a:gd name="connsiteX19" fmla="*/ 744759 w 3607981"/>
              <a:gd name="connsiteY19" fmla="*/ 859357 h 1523141"/>
              <a:gd name="connsiteX20" fmla="*/ 1105786 w 3607981"/>
              <a:gd name="connsiteY20" fmla="*/ 871131 h 1523141"/>
              <a:gd name="connsiteX21" fmla="*/ 709678 w 3607981"/>
              <a:gd name="connsiteY21" fmla="*/ 1118985 h 1523141"/>
              <a:gd name="connsiteX22" fmla="*/ 480327 w 3607981"/>
              <a:gd name="connsiteY22" fmla="*/ 1188066 h 1523141"/>
              <a:gd name="connsiteX23" fmla="*/ 0 w 3607981"/>
              <a:gd name="connsiteY23" fmla="*/ 1260991 h 1523141"/>
              <a:gd name="connsiteX24" fmla="*/ 451252 w 3607981"/>
              <a:gd name="connsiteY24" fmla="*/ 1251861 h 1523141"/>
              <a:gd name="connsiteX25" fmla="*/ 1922 w 3607981"/>
              <a:gd name="connsiteY25" fmla="*/ 1403960 h 1523141"/>
              <a:gd name="connsiteX26" fmla="*/ 468674 w 3607981"/>
              <a:gd name="connsiteY26" fmla="*/ 1298236 h 1523141"/>
              <a:gd name="connsiteX27" fmla="*/ 41207 w 3607981"/>
              <a:gd name="connsiteY27" fmla="*/ 1523141 h 1523141"/>
              <a:gd name="connsiteX28" fmla="*/ 404037 w 3607981"/>
              <a:gd name="connsiteY28" fmla="*/ 1402759 h 1523141"/>
              <a:gd name="connsiteX29" fmla="*/ 632667 w 3607981"/>
              <a:gd name="connsiteY29" fmla="*/ 1275769 h 1523141"/>
              <a:gd name="connsiteX30" fmla="*/ 1006549 w 3607981"/>
              <a:gd name="connsiteY30" fmla="*/ 1048341 h 1523141"/>
              <a:gd name="connsiteX31" fmla="*/ 949842 w 3607981"/>
              <a:gd name="connsiteY31" fmla="*/ 1438201 h 1523141"/>
              <a:gd name="connsiteX32" fmla="*/ 1063256 w 3607981"/>
              <a:gd name="connsiteY32" fmla="*/ 1041252 h 1523141"/>
              <a:gd name="connsiteX33" fmla="*/ 1282995 w 3607981"/>
              <a:gd name="connsiteY33" fmla="*/ 786071 h 1523141"/>
              <a:gd name="connsiteX34" fmla="*/ 1616149 w 3607981"/>
              <a:gd name="connsiteY34" fmla="*/ 552154 h 1523141"/>
              <a:gd name="connsiteX35" fmla="*/ 1552353 w 3607981"/>
              <a:gd name="connsiteY35" fmla="*/ 920750 h 1523141"/>
              <a:gd name="connsiteX36" fmla="*/ 1375144 w 3607981"/>
              <a:gd name="connsiteY36" fmla="*/ 1126313 h 1523141"/>
              <a:gd name="connsiteX37" fmla="*/ 1594884 w 3607981"/>
              <a:gd name="connsiteY37" fmla="*/ 956192 h 1523141"/>
              <a:gd name="connsiteX38" fmla="*/ 1524000 w 3607981"/>
              <a:gd name="connsiteY38" fmla="*/ 1310610 h 1523141"/>
              <a:gd name="connsiteX39" fmla="*/ 1290084 w 3607981"/>
              <a:gd name="connsiteY39" fmla="*/ 1381494 h 1523141"/>
              <a:gd name="connsiteX40" fmla="*/ 1538177 w 3607981"/>
              <a:gd name="connsiteY40" fmla="*/ 1353141 h 1523141"/>
              <a:gd name="connsiteX41" fmla="*/ 1531088 w 3607981"/>
              <a:gd name="connsiteY41" fmla="*/ 1516173 h 1523141"/>
              <a:gd name="connsiteX42" fmla="*/ 1587795 w 3607981"/>
              <a:gd name="connsiteY42" fmla="*/ 1346052 h 1523141"/>
              <a:gd name="connsiteX43" fmla="*/ 1757916 w 3607981"/>
              <a:gd name="connsiteY43" fmla="*/ 1459466 h 1523141"/>
              <a:gd name="connsiteX44" fmla="*/ 1587795 w 3607981"/>
              <a:gd name="connsiteY44" fmla="*/ 1289345 h 1523141"/>
              <a:gd name="connsiteX45" fmla="*/ 1665767 w 3607981"/>
              <a:gd name="connsiteY45" fmla="*/ 942015 h 1523141"/>
              <a:gd name="connsiteX46" fmla="*/ 1779181 w 3607981"/>
              <a:gd name="connsiteY46" fmla="*/ 1197196 h 1523141"/>
              <a:gd name="connsiteX47" fmla="*/ 1687032 w 3607981"/>
              <a:gd name="connsiteY47" fmla="*/ 856954 h 1523141"/>
              <a:gd name="connsiteX48" fmla="*/ 1743739 w 3607981"/>
              <a:gd name="connsiteY48" fmla="*/ 545066 h 1523141"/>
              <a:gd name="connsiteX49" fmla="*/ 2121466 w 3607981"/>
              <a:gd name="connsiteY49" fmla="*/ 1043895 h 1523141"/>
              <a:gd name="connsiteX50" fmla="*/ 2474924 w 3607981"/>
              <a:gd name="connsiteY50" fmla="*/ 1329111 h 1523141"/>
              <a:gd name="connsiteX51" fmla="*/ 2895300 w 3607981"/>
              <a:gd name="connsiteY51" fmla="*/ 1426547 h 1523141"/>
              <a:gd name="connsiteX52" fmla="*/ 2489100 w 3607981"/>
              <a:gd name="connsiteY52" fmla="*/ 1275048 h 1523141"/>
              <a:gd name="connsiteX53" fmla="*/ 2906233 w 3607981"/>
              <a:gd name="connsiteY53" fmla="*/ 1282257 h 1523141"/>
              <a:gd name="connsiteX54" fmla="*/ 2447171 w 3607981"/>
              <a:gd name="connsiteY54" fmla="*/ 1226151 h 1523141"/>
              <a:gd name="connsiteX55" fmla="*/ 2170964 w 3607981"/>
              <a:gd name="connsiteY55" fmla="*/ 1000164 h 1523141"/>
              <a:gd name="connsiteX56" fmla="*/ 1821711 w 3607981"/>
              <a:gd name="connsiteY56" fmla="*/ 502536 h 1523141"/>
              <a:gd name="connsiteX57" fmla="*/ 2544725 w 3607981"/>
              <a:gd name="connsiteY57" fmla="*/ 920750 h 1523141"/>
              <a:gd name="connsiteX58" fmla="*/ 3260651 w 3607981"/>
              <a:gd name="connsiteY58" fmla="*/ 1034164 h 1523141"/>
              <a:gd name="connsiteX59" fmla="*/ 3607981 w 3607981"/>
              <a:gd name="connsiteY59" fmla="*/ 1268080 h 1523141"/>
              <a:gd name="connsiteX60" fmla="*/ 3296093 w 3607981"/>
              <a:gd name="connsiteY60" fmla="*/ 1005810 h 1523141"/>
              <a:gd name="connsiteX61" fmla="*/ 3572539 w 3607981"/>
              <a:gd name="connsiteY61" fmla="*/ 899485 h 1523141"/>
              <a:gd name="connsiteX62" fmla="*/ 3232298 w 3607981"/>
              <a:gd name="connsiteY62" fmla="*/ 949103 h 1523141"/>
              <a:gd name="connsiteX63" fmla="*/ 2530549 w 3607981"/>
              <a:gd name="connsiteY63" fmla="*/ 835689 h 1523141"/>
              <a:gd name="connsiteX64" fmla="*/ 1828800 w 3607981"/>
              <a:gd name="connsiteY64" fmla="*/ 410387 h 1523141"/>
              <a:gd name="connsiteX65" fmla="*/ 1949302 w 3607981"/>
              <a:gd name="connsiteY65" fmla="*/ 204824 h 1523141"/>
              <a:gd name="connsiteX66" fmla="*/ 2573079 w 3607981"/>
              <a:gd name="connsiteY66" fmla="*/ 431652 h 1523141"/>
              <a:gd name="connsiteX67" fmla="*/ 3146516 w 3607981"/>
              <a:gd name="connsiteY67" fmla="*/ 447751 h 1523141"/>
              <a:gd name="connsiteX68" fmla="*/ 3565451 w 3607981"/>
              <a:gd name="connsiteY68" fmla="*/ 601773 h 1523141"/>
              <a:gd name="connsiteX69" fmla="*/ 3180035 w 3607981"/>
              <a:gd name="connsiteY69" fmla="*/ 407744 h 1523141"/>
              <a:gd name="connsiteX70" fmla="*/ 3586716 w 3607981"/>
              <a:gd name="connsiteY70" fmla="*/ 495447 h 1523141"/>
              <a:gd name="connsiteX71" fmla="*/ 3165258 w 3607981"/>
              <a:gd name="connsiteY71" fmla="*/ 364613 h 1523141"/>
              <a:gd name="connsiteX72" fmla="*/ 2565991 w 3607981"/>
              <a:gd name="connsiteY72" fmla="*/ 346592 h 1523141"/>
              <a:gd name="connsiteX73" fmla="*/ 1963479 w 3607981"/>
              <a:gd name="connsiteY73" fmla="*/ 70145 h 1523141"/>
              <a:gd name="connsiteX74" fmla="*/ 1998921 w 3607981"/>
              <a:gd name="connsiteY74" fmla="*/ 6350 h 1523141"/>
              <a:gd name="connsiteX75" fmla="*/ 2011621 w 3607981"/>
              <a:gd name="connsiteY75" fmla="*/ 0 h 1523141"/>
              <a:gd name="connsiteX76" fmla="*/ 1573656 w 3607981"/>
              <a:gd name="connsiteY76" fmla="*/ 6350 h 152314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63479 w 3607981"/>
              <a:gd name="connsiteY73" fmla="*/ 6379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73172 w 3607981"/>
              <a:gd name="connsiteY73" fmla="*/ 151035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53622 w 3607981"/>
              <a:gd name="connsiteY73" fmla="*/ 19303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949302 w 3607981"/>
              <a:gd name="connsiteY65" fmla="*/ 198474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982865 w 3607981"/>
              <a:gd name="connsiteY73" fmla="*/ 163959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23289 w 3607981"/>
              <a:gd name="connsiteY65" fmla="*/ 188781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28800 w 3607981"/>
              <a:gd name="connsiteY64" fmla="*/ 404037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41341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1834234 w 3607981"/>
              <a:gd name="connsiteY73" fmla="*/ 128416 h 1516791"/>
              <a:gd name="connsiteX74" fmla="*/ 1998921 w 3607981"/>
              <a:gd name="connsiteY74" fmla="*/ 0 h 1516791"/>
              <a:gd name="connsiteX75" fmla="*/ 1573656 w 3607981"/>
              <a:gd name="connsiteY7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134833 w 3607981"/>
              <a:gd name="connsiteY73" fmla="*/ 215181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573079 w 3607981"/>
              <a:gd name="connsiteY66" fmla="*/ 425302 h 1516791"/>
              <a:gd name="connsiteX67" fmla="*/ 3146516 w 3607981"/>
              <a:gd name="connsiteY67" fmla="*/ 441401 h 1516791"/>
              <a:gd name="connsiteX68" fmla="*/ 3565451 w 3607981"/>
              <a:gd name="connsiteY68" fmla="*/ 595423 h 1516791"/>
              <a:gd name="connsiteX69" fmla="*/ 3180035 w 3607981"/>
              <a:gd name="connsiteY69" fmla="*/ 401394 h 1516791"/>
              <a:gd name="connsiteX70" fmla="*/ 3586716 w 3607981"/>
              <a:gd name="connsiteY70" fmla="*/ 489097 h 1516791"/>
              <a:gd name="connsiteX71" fmla="*/ 3165258 w 3607981"/>
              <a:gd name="connsiteY71" fmla="*/ 358263 h 1516791"/>
              <a:gd name="connsiteX72" fmla="*/ 2565991 w 3607981"/>
              <a:gd name="connsiteY72" fmla="*/ 340242 h 1516791"/>
              <a:gd name="connsiteX73" fmla="*/ 2202686 w 3607981"/>
              <a:gd name="connsiteY73" fmla="*/ 173176 h 1516791"/>
              <a:gd name="connsiteX74" fmla="*/ 1834234 w 3607981"/>
              <a:gd name="connsiteY74" fmla="*/ 128416 h 1516791"/>
              <a:gd name="connsiteX75" fmla="*/ 1998921 w 3607981"/>
              <a:gd name="connsiteY75" fmla="*/ 0 h 1516791"/>
              <a:gd name="connsiteX76" fmla="*/ 1573656 w 3607981"/>
              <a:gd name="connsiteY76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41295 w 3607981"/>
              <a:gd name="connsiteY66" fmla="*/ 292727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46516 w 3607981"/>
              <a:gd name="connsiteY68" fmla="*/ 441401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565991 w 3607981"/>
              <a:gd name="connsiteY73" fmla="*/ 340242 h 1516791"/>
              <a:gd name="connsiteX74" fmla="*/ 2202686 w 3607981"/>
              <a:gd name="connsiteY74" fmla="*/ 173176 h 1516791"/>
              <a:gd name="connsiteX75" fmla="*/ 1834234 w 3607981"/>
              <a:gd name="connsiteY75" fmla="*/ 128416 h 1516791"/>
              <a:gd name="connsiteX76" fmla="*/ 1998921 w 3607981"/>
              <a:gd name="connsiteY76" fmla="*/ 0 h 1516791"/>
              <a:gd name="connsiteX77" fmla="*/ 1573656 w 3607981"/>
              <a:gd name="connsiteY77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48905 w 3607981"/>
              <a:gd name="connsiteY73" fmla="*/ 344425 h 1516791"/>
              <a:gd name="connsiteX74" fmla="*/ 2565991 w 3607981"/>
              <a:gd name="connsiteY74" fmla="*/ 340242 h 1516791"/>
              <a:gd name="connsiteX75" fmla="*/ 2202686 w 3607981"/>
              <a:gd name="connsiteY75" fmla="*/ 173176 h 1516791"/>
              <a:gd name="connsiteX76" fmla="*/ 1834234 w 3607981"/>
              <a:gd name="connsiteY76" fmla="*/ 128416 h 1516791"/>
              <a:gd name="connsiteX77" fmla="*/ 1998921 w 3607981"/>
              <a:gd name="connsiteY77" fmla="*/ 0 h 1516791"/>
              <a:gd name="connsiteX78" fmla="*/ 1573656 w 3607981"/>
              <a:gd name="connsiteY78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884447 w 3607981"/>
              <a:gd name="connsiteY73" fmla="*/ 341193 h 1516791"/>
              <a:gd name="connsiteX74" fmla="*/ 2848905 w 3607981"/>
              <a:gd name="connsiteY74" fmla="*/ 344425 h 1516791"/>
              <a:gd name="connsiteX75" fmla="*/ 2565991 w 3607981"/>
              <a:gd name="connsiteY75" fmla="*/ 340242 h 1516791"/>
              <a:gd name="connsiteX76" fmla="*/ 2202686 w 3607981"/>
              <a:gd name="connsiteY76" fmla="*/ 173176 h 1516791"/>
              <a:gd name="connsiteX77" fmla="*/ 1834234 w 3607981"/>
              <a:gd name="connsiteY77" fmla="*/ 128416 h 1516791"/>
              <a:gd name="connsiteX78" fmla="*/ 1998921 w 3607981"/>
              <a:gd name="connsiteY78" fmla="*/ 0 h 1516791"/>
              <a:gd name="connsiteX79" fmla="*/ 1573656 w 3607981"/>
              <a:gd name="connsiteY79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884447 w 3607981"/>
              <a:gd name="connsiteY74" fmla="*/ 34119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2961994 w 3607981"/>
              <a:gd name="connsiteY74" fmla="*/ 192563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848905 w 3607981"/>
              <a:gd name="connsiteY75" fmla="*/ 344425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36145 w 3607981"/>
              <a:gd name="connsiteY73" fmla="*/ 344425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6716 w 3607981"/>
              <a:gd name="connsiteY71" fmla="*/ 489097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65451 w 3607981"/>
              <a:gd name="connsiteY69" fmla="*/ 595423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573079 w 3607981"/>
              <a:gd name="connsiteY67" fmla="*/ 425302 h 1516791"/>
              <a:gd name="connsiteX68" fmla="*/ 3117436 w 3607981"/>
              <a:gd name="connsiteY68" fmla="*/ 431708 h 1516791"/>
              <a:gd name="connsiteX69" fmla="*/ 3578376 w 3607981"/>
              <a:gd name="connsiteY69" fmla="*/ 514646 h 1516791"/>
              <a:gd name="connsiteX70" fmla="*/ 3180035 w 3607981"/>
              <a:gd name="connsiteY70" fmla="*/ 401394 h 1516791"/>
              <a:gd name="connsiteX71" fmla="*/ 3580254 w 3607981"/>
              <a:gd name="connsiteY71" fmla="*/ 279076 h 1516791"/>
              <a:gd name="connsiteX72" fmla="*/ 3165258 w 3607981"/>
              <a:gd name="connsiteY72" fmla="*/ 358263 h 1516791"/>
              <a:gd name="connsiteX73" fmla="*/ 2949069 w 3607981"/>
              <a:gd name="connsiteY73" fmla="*/ 357349 h 1516791"/>
              <a:gd name="connsiteX74" fmla="*/ 3000767 w 3607981"/>
              <a:gd name="connsiteY74" fmla="*/ 186101 h 1516791"/>
              <a:gd name="connsiteX75" fmla="*/ 2900603 w 3607981"/>
              <a:gd name="connsiteY75" fmla="*/ 357350 h 1516791"/>
              <a:gd name="connsiteX76" fmla="*/ 2565991 w 3607981"/>
              <a:gd name="connsiteY76" fmla="*/ 340242 h 1516791"/>
              <a:gd name="connsiteX77" fmla="*/ 2202686 w 3607981"/>
              <a:gd name="connsiteY77" fmla="*/ 173176 h 1516791"/>
              <a:gd name="connsiteX78" fmla="*/ 1834234 w 3607981"/>
              <a:gd name="connsiteY78" fmla="*/ 128416 h 1516791"/>
              <a:gd name="connsiteX79" fmla="*/ 1998921 w 3607981"/>
              <a:gd name="connsiteY79" fmla="*/ 0 h 1516791"/>
              <a:gd name="connsiteX80" fmla="*/ 1573656 w 3607981"/>
              <a:gd name="connsiteY80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54712 w 3607981"/>
              <a:gd name="connsiteY67" fmla="*/ 373504 h 1516791"/>
              <a:gd name="connsiteX68" fmla="*/ 2573079 w 3607981"/>
              <a:gd name="connsiteY68" fmla="*/ 425302 h 1516791"/>
              <a:gd name="connsiteX69" fmla="*/ 3117436 w 3607981"/>
              <a:gd name="connsiteY69" fmla="*/ 431708 h 1516791"/>
              <a:gd name="connsiteX70" fmla="*/ 3578376 w 3607981"/>
              <a:gd name="connsiteY70" fmla="*/ 514646 h 1516791"/>
              <a:gd name="connsiteX71" fmla="*/ 3180035 w 3607981"/>
              <a:gd name="connsiteY71" fmla="*/ 401394 h 1516791"/>
              <a:gd name="connsiteX72" fmla="*/ 3580254 w 3607981"/>
              <a:gd name="connsiteY72" fmla="*/ 279076 h 1516791"/>
              <a:gd name="connsiteX73" fmla="*/ 3165258 w 3607981"/>
              <a:gd name="connsiteY73" fmla="*/ 358263 h 1516791"/>
              <a:gd name="connsiteX74" fmla="*/ 2949069 w 3607981"/>
              <a:gd name="connsiteY74" fmla="*/ 357349 h 1516791"/>
              <a:gd name="connsiteX75" fmla="*/ 3000767 w 3607981"/>
              <a:gd name="connsiteY75" fmla="*/ 186101 h 1516791"/>
              <a:gd name="connsiteX76" fmla="*/ 2900603 w 3607981"/>
              <a:gd name="connsiteY76" fmla="*/ 357350 h 1516791"/>
              <a:gd name="connsiteX77" fmla="*/ 2565991 w 3607981"/>
              <a:gd name="connsiteY77" fmla="*/ 340242 h 1516791"/>
              <a:gd name="connsiteX78" fmla="*/ 2202686 w 3607981"/>
              <a:gd name="connsiteY78" fmla="*/ 173176 h 1516791"/>
              <a:gd name="connsiteX79" fmla="*/ 1834234 w 3607981"/>
              <a:gd name="connsiteY79" fmla="*/ 128416 h 1516791"/>
              <a:gd name="connsiteX80" fmla="*/ 1998921 w 3607981"/>
              <a:gd name="connsiteY80" fmla="*/ 0 h 1516791"/>
              <a:gd name="connsiteX81" fmla="*/ 1573656 w 3607981"/>
              <a:gd name="connsiteY81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15938 w 3607981"/>
              <a:gd name="connsiteY67" fmla="*/ 363811 h 1516791"/>
              <a:gd name="connsiteX68" fmla="*/ 2454712 w 3607981"/>
              <a:gd name="connsiteY68" fmla="*/ 373504 h 1516791"/>
              <a:gd name="connsiteX69" fmla="*/ 2573079 w 3607981"/>
              <a:gd name="connsiteY69" fmla="*/ 425302 h 1516791"/>
              <a:gd name="connsiteX70" fmla="*/ 3117436 w 3607981"/>
              <a:gd name="connsiteY70" fmla="*/ 431708 h 1516791"/>
              <a:gd name="connsiteX71" fmla="*/ 3578376 w 3607981"/>
              <a:gd name="connsiteY71" fmla="*/ 514646 h 1516791"/>
              <a:gd name="connsiteX72" fmla="*/ 3180035 w 3607981"/>
              <a:gd name="connsiteY72" fmla="*/ 401394 h 1516791"/>
              <a:gd name="connsiteX73" fmla="*/ 3580254 w 3607981"/>
              <a:gd name="connsiteY73" fmla="*/ 279076 h 1516791"/>
              <a:gd name="connsiteX74" fmla="*/ 3165258 w 3607981"/>
              <a:gd name="connsiteY74" fmla="*/ 358263 h 1516791"/>
              <a:gd name="connsiteX75" fmla="*/ 2949069 w 3607981"/>
              <a:gd name="connsiteY75" fmla="*/ 357349 h 1516791"/>
              <a:gd name="connsiteX76" fmla="*/ 3000767 w 3607981"/>
              <a:gd name="connsiteY76" fmla="*/ 186101 h 1516791"/>
              <a:gd name="connsiteX77" fmla="*/ 2900603 w 3607981"/>
              <a:gd name="connsiteY77" fmla="*/ 357350 h 1516791"/>
              <a:gd name="connsiteX78" fmla="*/ 2565991 w 3607981"/>
              <a:gd name="connsiteY78" fmla="*/ 340242 h 1516791"/>
              <a:gd name="connsiteX79" fmla="*/ 2202686 w 3607981"/>
              <a:gd name="connsiteY79" fmla="*/ 173176 h 1516791"/>
              <a:gd name="connsiteX80" fmla="*/ 1834234 w 3607981"/>
              <a:gd name="connsiteY80" fmla="*/ 128416 h 1516791"/>
              <a:gd name="connsiteX81" fmla="*/ 1998921 w 3607981"/>
              <a:gd name="connsiteY81" fmla="*/ 0 h 1516791"/>
              <a:gd name="connsiteX82" fmla="*/ 1573656 w 3607981"/>
              <a:gd name="connsiteY82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15938 w 3607981"/>
              <a:gd name="connsiteY68" fmla="*/ 36381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373934 w 3607981"/>
              <a:gd name="connsiteY67" fmla="*/ 344425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25631 w 3607981"/>
              <a:gd name="connsiteY67" fmla="*/ 367042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38556 w 3607981"/>
              <a:gd name="connsiteY68" fmla="*/ 59968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1834234 w 3607981"/>
              <a:gd name="connsiteY81" fmla="*/ 128416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00671 w 3607981"/>
              <a:gd name="connsiteY65" fmla="*/ 179088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906306 w 3607981"/>
              <a:gd name="connsiteY65" fmla="*/ 185690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17176 w 3607981"/>
              <a:gd name="connsiteY65" fmla="*/ 169185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786796 w 3607981"/>
              <a:gd name="connsiteY64" fmla="*/ 368495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01972 w 3607981"/>
              <a:gd name="connsiteY13" fmla="*/ 453656 h 1516791"/>
              <a:gd name="connsiteX14" fmla="*/ 1152641 w 3607981"/>
              <a:gd name="connsiteY14" fmla="*/ 791495 h 1516791"/>
              <a:gd name="connsiteX15" fmla="*/ 717007 w 3607981"/>
              <a:gd name="connsiteY15" fmla="*/ 709918 h 1516791"/>
              <a:gd name="connsiteX16" fmla="*/ 378687 w 3607981"/>
              <a:gd name="connsiteY16" fmla="*/ 612723 h 1516791"/>
              <a:gd name="connsiteX17" fmla="*/ 781643 w 3607981"/>
              <a:gd name="connsiteY17" fmla="*/ 789212 h 1516791"/>
              <a:gd name="connsiteX18" fmla="*/ 365232 w 3607981"/>
              <a:gd name="connsiteY18" fmla="*/ 803989 h 1516791"/>
              <a:gd name="connsiteX19" fmla="*/ 744759 w 3607981"/>
              <a:gd name="connsiteY19" fmla="*/ 853007 h 1516791"/>
              <a:gd name="connsiteX20" fmla="*/ 1105786 w 3607981"/>
              <a:gd name="connsiteY20" fmla="*/ 864781 h 1516791"/>
              <a:gd name="connsiteX21" fmla="*/ 709678 w 3607981"/>
              <a:gd name="connsiteY21" fmla="*/ 1112635 h 1516791"/>
              <a:gd name="connsiteX22" fmla="*/ 480327 w 3607981"/>
              <a:gd name="connsiteY22" fmla="*/ 1181716 h 1516791"/>
              <a:gd name="connsiteX23" fmla="*/ 0 w 3607981"/>
              <a:gd name="connsiteY23" fmla="*/ 1254641 h 1516791"/>
              <a:gd name="connsiteX24" fmla="*/ 451252 w 3607981"/>
              <a:gd name="connsiteY24" fmla="*/ 1245511 h 1516791"/>
              <a:gd name="connsiteX25" fmla="*/ 1922 w 3607981"/>
              <a:gd name="connsiteY25" fmla="*/ 1397610 h 1516791"/>
              <a:gd name="connsiteX26" fmla="*/ 468674 w 3607981"/>
              <a:gd name="connsiteY26" fmla="*/ 1291886 h 1516791"/>
              <a:gd name="connsiteX27" fmla="*/ 41207 w 3607981"/>
              <a:gd name="connsiteY27" fmla="*/ 1516791 h 1516791"/>
              <a:gd name="connsiteX28" fmla="*/ 404037 w 3607981"/>
              <a:gd name="connsiteY28" fmla="*/ 1396409 h 1516791"/>
              <a:gd name="connsiteX29" fmla="*/ 632667 w 3607981"/>
              <a:gd name="connsiteY29" fmla="*/ 1269419 h 1516791"/>
              <a:gd name="connsiteX30" fmla="*/ 1006549 w 3607981"/>
              <a:gd name="connsiteY30" fmla="*/ 1041991 h 1516791"/>
              <a:gd name="connsiteX31" fmla="*/ 949842 w 3607981"/>
              <a:gd name="connsiteY31" fmla="*/ 1431851 h 1516791"/>
              <a:gd name="connsiteX32" fmla="*/ 1063256 w 3607981"/>
              <a:gd name="connsiteY32" fmla="*/ 1034902 h 1516791"/>
              <a:gd name="connsiteX33" fmla="*/ 1282995 w 3607981"/>
              <a:gd name="connsiteY33" fmla="*/ 779721 h 1516791"/>
              <a:gd name="connsiteX34" fmla="*/ 1616149 w 3607981"/>
              <a:gd name="connsiteY34" fmla="*/ 545804 h 1516791"/>
              <a:gd name="connsiteX35" fmla="*/ 1552353 w 3607981"/>
              <a:gd name="connsiteY35" fmla="*/ 914400 h 1516791"/>
              <a:gd name="connsiteX36" fmla="*/ 1375144 w 3607981"/>
              <a:gd name="connsiteY36" fmla="*/ 1119963 h 1516791"/>
              <a:gd name="connsiteX37" fmla="*/ 1594884 w 3607981"/>
              <a:gd name="connsiteY37" fmla="*/ 949842 h 1516791"/>
              <a:gd name="connsiteX38" fmla="*/ 1524000 w 3607981"/>
              <a:gd name="connsiteY38" fmla="*/ 1304260 h 1516791"/>
              <a:gd name="connsiteX39" fmla="*/ 1290084 w 3607981"/>
              <a:gd name="connsiteY39" fmla="*/ 1375144 h 1516791"/>
              <a:gd name="connsiteX40" fmla="*/ 1538177 w 3607981"/>
              <a:gd name="connsiteY40" fmla="*/ 1346791 h 1516791"/>
              <a:gd name="connsiteX41" fmla="*/ 1531088 w 3607981"/>
              <a:gd name="connsiteY41" fmla="*/ 1509823 h 1516791"/>
              <a:gd name="connsiteX42" fmla="*/ 1587795 w 3607981"/>
              <a:gd name="connsiteY42" fmla="*/ 1339702 h 1516791"/>
              <a:gd name="connsiteX43" fmla="*/ 1757916 w 3607981"/>
              <a:gd name="connsiteY43" fmla="*/ 1453116 h 1516791"/>
              <a:gd name="connsiteX44" fmla="*/ 1587795 w 3607981"/>
              <a:gd name="connsiteY44" fmla="*/ 1282995 h 1516791"/>
              <a:gd name="connsiteX45" fmla="*/ 1665767 w 3607981"/>
              <a:gd name="connsiteY45" fmla="*/ 935665 h 1516791"/>
              <a:gd name="connsiteX46" fmla="*/ 1779181 w 3607981"/>
              <a:gd name="connsiteY46" fmla="*/ 1190846 h 1516791"/>
              <a:gd name="connsiteX47" fmla="*/ 1687032 w 3607981"/>
              <a:gd name="connsiteY47" fmla="*/ 850604 h 1516791"/>
              <a:gd name="connsiteX48" fmla="*/ 1743739 w 3607981"/>
              <a:gd name="connsiteY48" fmla="*/ 538716 h 1516791"/>
              <a:gd name="connsiteX49" fmla="*/ 2121466 w 3607981"/>
              <a:gd name="connsiteY49" fmla="*/ 1037545 h 1516791"/>
              <a:gd name="connsiteX50" fmla="*/ 2474924 w 3607981"/>
              <a:gd name="connsiteY50" fmla="*/ 1322761 h 1516791"/>
              <a:gd name="connsiteX51" fmla="*/ 2895300 w 3607981"/>
              <a:gd name="connsiteY51" fmla="*/ 1420197 h 1516791"/>
              <a:gd name="connsiteX52" fmla="*/ 2489100 w 3607981"/>
              <a:gd name="connsiteY52" fmla="*/ 1268698 h 1516791"/>
              <a:gd name="connsiteX53" fmla="*/ 2906233 w 3607981"/>
              <a:gd name="connsiteY53" fmla="*/ 1275907 h 1516791"/>
              <a:gd name="connsiteX54" fmla="*/ 2447171 w 3607981"/>
              <a:gd name="connsiteY54" fmla="*/ 1219801 h 1516791"/>
              <a:gd name="connsiteX55" fmla="*/ 2170964 w 3607981"/>
              <a:gd name="connsiteY55" fmla="*/ 993814 h 1516791"/>
              <a:gd name="connsiteX56" fmla="*/ 1821711 w 3607981"/>
              <a:gd name="connsiteY56" fmla="*/ 496186 h 1516791"/>
              <a:gd name="connsiteX57" fmla="*/ 2544725 w 3607981"/>
              <a:gd name="connsiteY57" fmla="*/ 914400 h 1516791"/>
              <a:gd name="connsiteX58" fmla="*/ 3260651 w 3607981"/>
              <a:gd name="connsiteY58" fmla="*/ 1027814 h 1516791"/>
              <a:gd name="connsiteX59" fmla="*/ 3607981 w 3607981"/>
              <a:gd name="connsiteY59" fmla="*/ 1261730 h 1516791"/>
              <a:gd name="connsiteX60" fmla="*/ 3296093 w 3607981"/>
              <a:gd name="connsiteY60" fmla="*/ 999460 h 1516791"/>
              <a:gd name="connsiteX61" fmla="*/ 3572539 w 3607981"/>
              <a:gd name="connsiteY61" fmla="*/ 893135 h 1516791"/>
              <a:gd name="connsiteX62" fmla="*/ 3232298 w 3607981"/>
              <a:gd name="connsiteY62" fmla="*/ 942753 h 1516791"/>
              <a:gd name="connsiteX63" fmla="*/ 2530549 w 3607981"/>
              <a:gd name="connsiteY63" fmla="*/ 829339 h 1516791"/>
              <a:gd name="connsiteX64" fmla="*/ 1872624 w 3607981"/>
              <a:gd name="connsiteY64" fmla="*/ 434517 h 1516791"/>
              <a:gd name="connsiteX65" fmla="*/ 1896402 w 3607981"/>
              <a:gd name="connsiteY65" fmla="*/ 172486 h 1516791"/>
              <a:gd name="connsiteX66" fmla="*/ 2199455 w 3607981"/>
              <a:gd name="connsiteY66" fmla="*/ 241029 h 1516791"/>
              <a:gd name="connsiteX67" fmla="*/ 2409476 w 3607981"/>
              <a:gd name="connsiteY67" fmla="*/ 363811 h 1516791"/>
              <a:gd name="connsiteX68" fmla="*/ 2470867 w 3607981"/>
              <a:gd name="connsiteY68" fmla="*/ 570601 h 1516791"/>
              <a:gd name="connsiteX69" fmla="*/ 2454712 w 3607981"/>
              <a:gd name="connsiteY69" fmla="*/ 373504 h 1516791"/>
              <a:gd name="connsiteX70" fmla="*/ 2573079 w 3607981"/>
              <a:gd name="connsiteY70" fmla="*/ 425302 h 1516791"/>
              <a:gd name="connsiteX71" fmla="*/ 3117436 w 3607981"/>
              <a:gd name="connsiteY71" fmla="*/ 431708 h 1516791"/>
              <a:gd name="connsiteX72" fmla="*/ 3578376 w 3607981"/>
              <a:gd name="connsiteY72" fmla="*/ 514646 h 1516791"/>
              <a:gd name="connsiteX73" fmla="*/ 3180035 w 3607981"/>
              <a:gd name="connsiteY73" fmla="*/ 401394 h 1516791"/>
              <a:gd name="connsiteX74" fmla="*/ 3580254 w 3607981"/>
              <a:gd name="connsiteY74" fmla="*/ 279076 h 1516791"/>
              <a:gd name="connsiteX75" fmla="*/ 3165258 w 3607981"/>
              <a:gd name="connsiteY75" fmla="*/ 358263 h 1516791"/>
              <a:gd name="connsiteX76" fmla="*/ 2949069 w 3607981"/>
              <a:gd name="connsiteY76" fmla="*/ 357349 h 1516791"/>
              <a:gd name="connsiteX77" fmla="*/ 3000767 w 3607981"/>
              <a:gd name="connsiteY77" fmla="*/ 186101 h 1516791"/>
              <a:gd name="connsiteX78" fmla="*/ 2900603 w 3607981"/>
              <a:gd name="connsiteY78" fmla="*/ 357350 h 1516791"/>
              <a:gd name="connsiteX79" fmla="*/ 2565991 w 3607981"/>
              <a:gd name="connsiteY79" fmla="*/ 340242 h 1516791"/>
              <a:gd name="connsiteX80" fmla="*/ 2202686 w 3607981"/>
              <a:gd name="connsiteY80" fmla="*/ 173176 h 1516791"/>
              <a:gd name="connsiteX81" fmla="*/ 2015793 w 3607981"/>
              <a:gd name="connsiteY81" fmla="*/ 151523 h 1516791"/>
              <a:gd name="connsiteX82" fmla="*/ 1998921 w 3607981"/>
              <a:gd name="connsiteY82" fmla="*/ 0 h 1516791"/>
              <a:gd name="connsiteX83" fmla="*/ 1573656 w 3607981"/>
              <a:gd name="connsiteY83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27330 w 3607981"/>
              <a:gd name="connsiteY13" fmla="*/ 25277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03255 w 3607981"/>
              <a:gd name="connsiteY13" fmla="*/ 279184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96402 w 3607981"/>
              <a:gd name="connsiteY66" fmla="*/ 172486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199455 w 3607981"/>
              <a:gd name="connsiteY67" fmla="*/ 241029 h 1516791"/>
              <a:gd name="connsiteX68" fmla="*/ 2409476 w 3607981"/>
              <a:gd name="connsiteY68" fmla="*/ 363811 h 1516791"/>
              <a:gd name="connsiteX69" fmla="*/ 2470867 w 3607981"/>
              <a:gd name="connsiteY69" fmla="*/ 570601 h 1516791"/>
              <a:gd name="connsiteX70" fmla="*/ 2454712 w 3607981"/>
              <a:gd name="connsiteY70" fmla="*/ 373504 h 1516791"/>
              <a:gd name="connsiteX71" fmla="*/ 2573079 w 3607981"/>
              <a:gd name="connsiteY71" fmla="*/ 425302 h 1516791"/>
              <a:gd name="connsiteX72" fmla="*/ 3117436 w 3607981"/>
              <a:gd name="connsiteY72" fmla="*/ 431708 h 1516791"/>
              <a:gd name="connsiteX73" fmla="*/ 3578376 w 3607981"/>
              <a:gd name="connsiteY73" fmla="*/ 514646 h 1516791"/>
              <a:gd name="connsiteX74" fmla="*/ 3180035 w 3607981"/>
              <a:gd name="connsiteY74" fmla="*/ 401394 h 1516791"/>
              <a:gd name="connsiteX75" fmla="*/ 3580254 w 3607981"/>
              <a:gd name="connsiteY75" fmla="*/ 279076 h 1516791"/>
              <a:gd name="connsiteX76" fmla="*/ 3165258 w 3607981"/>
              <a:gd name="connsiteY76" fmla="*/ 358263 h 1516791"/>
              <a:gd name="connsiteX77" fmla="*/ 2949069 w 3607981"/>
              <a:gd name="connsiteY77" fmla="*/ 357349 h 1516791"/>
              <a:gd name="connsiteX78" fmla="*/ 3000767 w 3607981"/>
              <a:gd name="connsiteY78" fmla="*/ 186101 h 1516791"/>
              <a:gd name="connsiteX79" fmla="*/ 2900603 w 3607981"/>
              <a:gd name="connsiteY79" fmla="*/ 357350 h 1516791"/>
              <a:gd name="connsiteX80" fmla="*/ 2565991 w 3607981"/>
              <a:gd name="connsiteY80" fmla="*/ 340242 h 1516791"/>
              <a:gd name="connsiteX81" fmla="*/ 2202686 w 3607981"/>
              <a:gd name="connsiteY81" fmla="*/ 173176 h 1516791"/>
              <a:gd name="connsiteX82" fmla="*/ 2015793 w 3607981"/>
              <a:gd name="connsiteY82" fmla="*/ 151523 h 1516791"/>
              <a:gd name="connsiteX83" fmla="*/ 1998921 w 3607981"/>
              <a:gd name="connsiteY83" fmla="*/ 0 h 1516791"/>
              <a:gd name="connsiteX84" fmla="*/ 1573656 w 3607981"/>
              <a:gd name="connsiteY84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6761 w 3607981"/>
              <a:gd name="connsiteY67" fmla="*/ 26267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15793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43169 w 3607981"/>
              <a:gd name="connsiteY83" fmla="*/ 151523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0062 w 3607981"/>
              <a:gd name="connsiteY83" fmla="*/ 19443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13556 w 3607981"/>
              <a:gd name="connsiteY67" fmla="*/ 203259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20159 w 3607981"/>
              <a:gd name="connsiteY67" fmla="*/ 232968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29965 w 3607981"/>
              <a:gd name="connsiteY83" fmla="*/ 161426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76180 w 3607981"/>
              <a:gd name="connsiteY83" fmla="*/ 164727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36665 w 3607981"/>
              <a:gd name="connsiteY67" fmla="*/ 229667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843585 w 3607981"/>
              <a:gd name="connsiteY66" fmla="*/ 278120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719760 w 3607981"/>
              <a:gd name="connsiteY13" fmla="*/ 28578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2053918 w 3607981"/>
              <a:gd name="connsiteY67" fmla="*/ 18653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2053818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80493 w 3607981"/>
              <a:gd name="connsiteY83" fmla="*/ 130221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9771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19739 w 3607981"/>
              <a:gd name="connsiteY6" fmla="*/ 432391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95423 w 3607981"/>
              <a:gd name="connsiteY7" fmla="*/ 340242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81643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65232 w 3607981"/>
              <a:gd name="connsiteY19" fmla="*/ 803989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56167 w 3607981"/>
              <a:gd name="connsiteY10" fmla="*/ 382772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06549 w 3607981"/>
              <a:gd name="connsiteY2" fmla="*/ 311888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34163 w 3607981"/>
              <a:gd name="connsiteY66" fmla="*/ 316939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44759 w 3607981"/>
              <a:gd name="connsiteY20" fmla="*/ 853007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55764 w 3607981"/>
              <a:gd name="connsiteY18" fmla="*/ 789212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2825 w 3607981"/>
              <a:gd name="connsiteY18" fmla="*/ 767646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69419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51252 w 3607981"/>
              <a:gd name="connsiteY25" fmla="*/ 1245511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68674 w 3607981"/>
              <a:gd name="connsiteY27" fmla="*/ 1291886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04037 w 3607981"/>
              <a:gd name="connsiteY29" fmla="*/ 1396409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61903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34229 w 3607981"/>
              <a:gd name="connsiteY29" fmla="*/ 1340337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607981"/>
              <a:gd name="connsiteY0" fmla="*/ 0 h 1516791"/>
              <a:gd name="connsiteX1" fmla="*/ 1438939 w 3607981"/>
              <a:gd name="connsiteY1" fmla="*/ 262270 h 1516791"/>
              <a:gd name="connsiteX2" fmla="*/ 1015176 w 3607981"/>
              <a:gd name="connsiteY2" fmla="*/ 307575 h 1516791"/>
              <a:gd name="connsiteX3" fmla="*/ 581246 w 3607981"/>
              <a:gd name="connsiteY3" fmla="*/ 248093 h 1516791"/>
              <a:gd name="connsiteX4" fmla="*/ 311888 w 3607981"/>
              <a:gd name="connsiteY4" fmla="*/ 120502 h 1516791"/>
              <a:gd name="connsiteX5" fmla="*/ 552893 w 3607981"/>
              <a:gd name="connsiteY5" fmla="*/ 284771 h 1516791"/>
              <a:gd name="connsiteX6" fmla="*/ 232679 w 3607981"/>
              <a:gd name="connsiteY6" fmla="*/ 393572 h 1516791"/>
              <a:gd name="connsiteX7" fmla="*/ 573857 w 3607981"/>
              <a:gd name="connsiteY7" fmla="*/ 335929 h 1516791"/>
              <a:gd name="connsiteX8" fmla="*/ 1006549 w 3607981"/>
              <a:gd name="connsiteY8" fmla="*/ 354418 h 1516791"/>
              <a:gd name="connsiteX9" fmla="*/ 772632 w 3607981"/>
              <a:gd name="connsiteY9" fmla="*/ 531628 h 1516791"/>
              <a:gd name="connsiteX10" fmla="*/ 1064794 w 3607981"/>
              <a:gd name="connsiteY10" fmla="*/ 361206 h 1516791"/>
              <a:gd name="connsiteX11" fmla="*/ 1488558 w 3607981"/>
              <a:gd name="connsiteY11" fmla="*/ 318977 h 1516791"/>
              <a:gd name="connsiteX12" fmla="*/ 1658679 w 3607981"/>
              <a:gd name="connsiteY12" fmla="*/ 14177 h 1516791"/>
              <a:gd name="connsiteX13" fmla="*/ 1642123 w 3607981"/>
              <a:gd name="connsiteY13" fmla="*/ 311666 h 1516791"/>
              <a:gd name="connsiteX14" fmla="*/ 1601972 w 3607981"/>
              <a:gd name="connsiteY14" fmla="*/ 453656 h 1516791"/>
              <a:gd name="connsiteX15" fmla="*/ 1152641 w 3607981"/>
              <a:gd name="connsiteY15" fmla="*/ 791495 h 1516791"/>
              <a:gd name="connsiteX16" fmla="*/ 717007 w 3607981"/>
              <a:gd name="connsiteY16" fmla="*/ 709918 h 1516791"/>
              <a:gd name="connsiteX17" fmla="*/ 378687 w 3607981"/>
              <a:gd name="connsiteY17" fmla="*/ 612723 h 1516791"/>
              <a:gd name="connsiteX18" fmla="*/ 747138 w 3607981"/>
              <a:gd name="connsiteY18" fmla="*/ 780585 h 1516791"/>
              <a:gd name="connsiteX19" fmla="*/ 339353 w 3607981"/>
              <a:gd name="connsiteY19" fmla="*/ 808302 h 1516791"/>
              <a:gd name="connsiteX20" fmla="*/ 787891 w 3607981"/>
              <a:gd name="connsiteY20" fmla="*/ 814188 h 1516791"/>
              <a:gd name="connsiteX21" fmla="*/ 1105786 w 3607981"/>
              <a:gd name="connsiteY21" fmla="*/ 864781 h 1516791"/>
              <a:gd name="connsiteX22" fmla="*/ 709678 w 3607981"/>
              <a:gd name="connsiteY22" fmla="*/ 1112635 h 1516791"/>
              <a:gd name="connsiteX23" fmla="*/ 480327 w 3607981"/>
              <a:gd name="connsiteY23" fmla="*/ 1181716 h 1516791"/>
              <a:gd name="connsiteX24" fmla="*/ 0 w 3607981"/>
              <a:gd name="connsiteY24" fmla="*/ 1254641 h 1516791"/>
              <a:gd name="connsiteX25" fmla="*/ 485758 w 3607981"/>
              <a:gd name="connsiteY25" fmla="*/ 1223945 h 1516791"/>
              <a:gd name="connsiteX26" fmla="*/ 1922 w 3607981"/>
              <a:gd name="connsiteY26" fmla="*/ 1397610 h 1516791"/>
              <a:gd name="connsiteX27" fmla="*/ 494553 w 3607981"/>
              <a:gd name="connsiteY27" fmla="*/ 1266007 h 1516791"/>
              <a:gd name="connsiteX28" fmla="*/ 41207 w 3607981"/>
              <a:gd name="connsiteY28" fmla="*/ 1516791 h 1516791"/>
              <a:gd name="connsiteX29" fmla="*/ 429916 w 3607981"/>
              <a:gd name="connsiteY29" fmla="*/ 1357590 h 1516791"/>
              <a:gd name="connsiteX30" fmla="*/ 632667 w 3607981"/>
              <a:gd name="connsiteY30" fmla="*/ 1221974 h 1516791"/>
              <a:gd name="connsiteX31" fmla="*/ 1006549 w 3607981"/>
              <a:gd name="connsiteY31" fmla="*/ 1041991 h 1516791"/>
              <a:gd name="connsiteX32" fmla="*/ 949842 w 3607981"/>
              <a:gd name="connsiteY32" fmla="*/ 1431851 h 1516791"/>
              <a:gd name="connsiteX33" fmla="*/ 1063256 w 3607981"/>
              <a:gd name="connsiteY33" fmla="*/ 1034902 h 1516791"/>
              <a:gd name="connsiteX34" fmla="*/ 1282995 w 3607981"/>
              <a:gd name="connsiteY34" fmla="*/ 779721 h 1516791"/>
              <a:gd name="connsiteX35" fmla="*/ 1616149 w 3607981"/>
              <a:gd name="connsiteY35" fmla="*/ 545804 h 1516791"/>
              <a:gd name="connsiteX36" fmla="*/ 1552353 w 3607981"/>
              <a:gd name="connsiteY36" fmla="*/ 914400 h 1516791"/>
              <a:gd name="connsiteX37" fmla="*/ 1375144 w 3607981"/>
              <a:gd name="connsiteY37" fmla="*/ 1119963 h 1516791"/>
              <a:gd name="connsiteX38" fmla="*/ 1594884 w 3607981"/>
              <a:gd name="connsiteY38" fmla="*/ 949842 h 1516791"/>
              <a:gd name="connsiteX39" fmla="*/ 1524000 w 3607981"/>
              <a:gd name="connsiteY39" fmla="*/ 1304260 h 1516791"/>
              <a:gd name="connsiteX40" fmla="*/ 1290084 w 3607981"/>
              <a:gd name="connsiteY40" fmla="*/ 1375144 h 1516791"/>
              <a:gd name="connsiteX41" fmla="*/ 1538177 w 3607981"/>
              <a:gd name="connsiteY41" fmla="*/ 1346791 h 1516791"/>
              <a:gd name="connsiteX42" fmla="*/ 1531088 w 3607981"/>
              <a:gd name="connsiteY42" fmla="*/ 1509823 h 1516791"/>
              <a:gd name="connsiteX43" fmla="*/ 1587795 w 3607981"/>
              <a:gd name="connsiteY43" fmla="*/ 1339702 h 1516791"/>
              <a:gd name="connsiteX44" fmla="*/ 1757916 w 3607981"/>
              <a:gd name="connsiteY44" fmla="*/ 1453116 h 1516791"/>
              <a:gd name="connsiteX45" fmla="*/ 1587795 w 3607981"/>
              <a:gd name="connsiteY45" fmla="*/ 1282995 h 1516791"/>
              <a:gd name="connsiteX46" fmla="*/ 1665767 w 3607981"/>
              <a:gd name="connsiteY46" fmla="*/ 935665 h 1516791"/>
              <a:gd name="connsiteX47" fmla="*/ 1779181 w 3607981"/>
              <a:gd name="connsiteY47" fmla="*/ 1190846 h 1516791"/>
              <a:gd name="connsiteX48" fmla="*/ 1687032 w 3607981"/>
              <a:gd name="connsiteY48" fmla="*/ 850604 h 1516791"/>
              <a:gd name="connsiteX49" fmla="*/ 1743739 w 3607981"/>
              <a:gd name="connsiteY49" fmla="*/ 538716 h 1516791"/>
              <a:gd name="connsiteX50" fmla="*/ 2121466 w 3607981"/>
              <a:gd name="connsiteY50" fmla="*/ 1037545 h 1516791"/>
              <a:gd name="connsiteX51" fmla="*/ 2474924 w 3607981"/>
              <a:gd name="connsiteY51" fmla="*/ 1322761 h 1516791"/>
              <a:gd name="connsiteX52" fmla="*/ 2895300 w 3607981"/>
              <a:gd name="connsiteY52" fmla="*/ 1420197 h 1516791"/>
              <a:gd name="connsiteX53" fmla="*/ 2489100 w 3607981"/>
              <a:gd name="connsiteY53" fmla="*/ 1268698 h 1516791"/>
              <a:gd name="connsiteX54" fmla="*/ 2906233 w 3607981"/>
              <a:gd name="connsiteY54" fmla="*/ 1275907 h 1516791"/>
              <a:gd name="connsiteX55" fmla="*/ 2447171 w 3607981"/>
              <a:gd name="connsiteY55" fmla="*/ 1219801 h 1516791"/>
              <a:gd name="connsiteX56" fmla="*/ 2170964 w 3607981"/>
              <a:gd name="connsiteY56" fmla="*/ 993814 h 1516791"/>
              <a:gd name="connsiteX57" fmla="*/ 1821711 w 3607981"/>
              <a:gd name="connsiteY57" fmla="*/ 496186 h 1516791"/>
              <a:gd name="connsiteX58" fmla="*/ 2544725 w 3607981"/>
              <a:gd name="connsiteY58" fmla="*/ 914400 h 1516791"/>
              <a:gd name="connsiteX59" fmla="*/ 3260651 w 3607981"/>
              <a:gd name="connsiteY59" fmla="*/ 1027814 h 1516791"/>
              <a:gd name="connsiteX60" fmla="*/ 3607981 w 3607981"/>
              <a:gd name="connsiteY60" fmla="*/ 1261730 h 1516791"/>
              <a:gd name="connsiteX61" fmla="*/ 3296093 w 3607981"/>
              <a:gd name="connsiteY61" fmla="*/ 999460 h 1516791"/>
              <a:gd name="connsiteX62" fmla="*/ 3572539 w 3607981"/>
              <a:gd name="connsiteY62" fmla="*/ 893135 h 1516791"/>
              <a:gd name="connsiteX63" fmla="*/ 3232298 w 3607981"/>
              <a:gd name="connsiteY63" fmla="*/ 942753 h 1516791"/>
              <a:gd name="connsiteX64" fmla="*/ 2530549 w 3607981"/>
              <a:gd name="connsiteY64" fmla="*/ 829339 h 1516791"/>
              <a:gd name="connsiteX65" fmla="*/ 1872624 w 3607981"/>
              <a:gd name="connsiteY65" fmla="*/ 434517 h 1516791"/>
              <a:gd name="connsiteX66" fmla="*/ 1916911 w 3607981"/>
              <a:gd name="connsiteY66" fmla="*/ 325565 h 1516791"/>
              <a:gd name="connsiteX67" fmla="*/ 1937461 w 3607981"/>
              <a:gd name="connsiteY67" fmla="*/ 199475 h 1516791"/>
              <a:gd name="connsiteX68" fmla="*/ 2199455 w 3607981"/>
              <a:gd name="connsiteY68" fmla="*/ 241029 h 1516791"/>
              <a:gd name="connsiteX69" fmla="*/ 2409476 w 3607981"/>
              <a:gd name="connsiteY69" fmla="*/ 363811 h 1516791"/>
              <a:gd name="connsiteX70" fmla="*/ 2470867 w 3607981"/>
              <a:gd name="connsiteY70" fmla="*/ 570601 h 1516791"/>
              <a:gd name="connsiteX71" fmla="*/ 2454712 w 3607981"/>
              <a:gd name="connsiteY71" fmla="*/ 373504 h 1516791"/>
              <a:gd name="connsiteX72" fmla="*/ 2573079 w 3607981"/>
              <a:gd name="connsiteY72" fmla="*/ 425302 h 1516791"/>
              <a:gd name="connsiteX73" fmla="*/ 3117436 w 3607981"/>
              <a:gd name="connsiteY73" fmla="*/ 431708 h 1516791"/>
              <a:gd name="connsiteX74" fmla="*/ 3578376 w 3607981"/>
              <a:gd name="connsiteY74" fmla="*/ 514646 h 1516791"/>
              <a:gd name="connsiteX75" fmla="*/ 3180035 w 3607981"/>
              <a:gd name="connsiteY75" fmla="*/ 401394 h 1516791"/>
              <a:gd name="connsiteX76" fmla="*/ 3580254 w 3607981"/>
              <a:gd name="connsiteY76" fmla="*/ 279076 h 1516791"/>
              <a:gd name="connsiteX77" fmla="*/ 3165258 w 3607981"/>
              <a:gd name="connsiteY77" fmla="*/ 358263 h 1516791"/>
              <a:gd name="connsiteX78" fmla="*/ 2949069 w 3607981"/>
              <a:gd name="connsiteY78" fmla="*/ 357349 h 1516791"/>
              <a:gd name="connsiteX79" fmla="*/ 3000767 w 3607981"/>
              <a:gd name="connsiteY79" fmla="*/ 186101 h 1516791"/>
              <a:gd name="connsiteX80" fmla="*/ 2900603 w 3607981"/>
              <a:gd name="connsiteY80" fmla="*/ 357350 h 1516791"/>
              <a:gd name="connsiteX81" fmla="*/ 2565991 w 3607981"/>
              <a:gd name="connsiteY81" fmla="*/ 340242 h 1516791"/>
              <a:gd name="connsiteX82" fmla="*/ 2202686 w 3607981"/>
              <a:gd name="connsiteY82" fmla="*/ 173176 h 1516791"/>
              <a:gd name="connsiteX83" fmla="*/ 1958927 w 3607981"/>
              <a:gd name="connsiteY83" fmla="*/ 143160 h 1516791"/>
              <a:gd name="connsiteX84" fmla="*/ 1998921 w 3607981"/>
              <a:gd name="connsiteY84" fmla="*/ 0 h 1516791"/>
              <a:gd name="connsiteX85" fmla="*/ 1573656 w 3607981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60535 w 3580254"/>
              <a:gd name="connsiteY60" fmla="*/ 1227225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8679 w 3580254"/>
              <a:gd name="connsiteY12" fmla="*/ 141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55504 w 3580254"/>
              <a:gd name="connsiteY12" fmla="*/ 93552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14229 w 3580254"/>
              <a:gd name="connsiteY12" fmla="*/ 12212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601529 w 3580254"/>
              <a:gd name="connsiteY12" fmla="*/ 1030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16911 w 3580254"/>
              <a:gd name="connsiteY66" fmla="*/ 325565 h 1516791"/>
              <a:gd name="connsiteX67" fmla="*/ 1937461 w 3580254"/>
              <a:gd name="connsiteY67" fmla="*/ 199475 h 1516791"/>
              <a:gd name="connsiteX68" fmla="*/ 2199455 w 3580254"/>
              <a:gd name="connsiteY68" fmla="*/ 241029 h 1516791"/>
              <a:gd name="connsiteX69" fmla="*/ 2409476 w 3580254"/>
              <a:gd name="connsiteY69" fmla="*/ 363811 h 1516791"/>
              <a:gd name="connsiteX70" fmla="*/ 2470867 w 3580254"/>
              <a:gd name="connsiteY70" fmla="*/ 570601 h 1516791"/>
              <a:gd name="connsiteX71" fmla="*/ 2454712 w 3580254"/>
              <a:gd name="connsiteY71" fmla="*/ 373504 h 1516791"/>
              <a:gd name="connsiteX72" fmla="*/ 2573079 w 3580254"/>
              <a:gd name="connsiteY72" fmla="*/ 425302 h 1516791"/>
              <a:gd name="connsiteX73" fmla="*/ 3117436 w 3580254"/>
              <a:gd name="connsiteY73" fmla="*/ 431708 h 1516791"/>
              <a:gd name="connsiteX74" fmla="*/ 3578376 w 3580254"/>
              <a:gd name="connsiteY74" fmla="*/ 514646 h 1516791"/>
              <a:gd name="connsiteX75" fmla="*/ 3180035 w 3580254"/>
              <a:gd name="connsiteY75" fmla="*/ 401394 h 1516791"/>
              <a:gd name="connsiteX76" fmla="*/ 3580254 w 3580254"/>
              <a:gd name="connsiteY76" fmla="*/ 279076 h 1516791"/>
              <a:gd name="connsiteX77" fmla="*/ 3165258 w 3580254"/>
              <a:gd name="connsiteY77" fmla="*/ 358263 h 1516791"/>
              <a:gd name="connsiteX78" fmla="*/ 2949069 w 3580254"/>
              <a:gd name="connsiteY78" fmla="*/ 357349 h 1516791"/>
              <a:gd name="connsiteX79" fmla="*/ 3000767 w 3580254"/>
              <a:gd name="connsiteY79" fmla="*/ 186101 h 1516791"/>
              <a:gd name="connsiteX80" fmla="*/ 2900603 w 3580254"/>
              <a:gd name="connsiteY80" fmla="*/ 357350 h 1516791"/>
              <a:gd name="connsiteX81" fmla="*/ 2565991 w 3580254"/>
              <a:gd name="connsiteY81" fmla="*/ 340242 h 1516791"/>
              <a:gd name="connsiteX82" fmla="*/ 2202686 w 3580254"/>
              <a:gd name="connsiteY82" fmla="*/ 173176 h 1516791"/>
              <a:gd name="connsiteX83" fmla="*/ 1958927 w 3580254"/>
              <a:gd name="connsiteY83" fmla="*/ 143160 h 1516791"/>
              <a:gd name="connsiteX84" fmla="*/ 1998921 w 3580254"/>
              <a:gd name="connsiteY84" fmla="*/ 0 h 1516791"/>
              <a:gd name="connsiteX85" fmla="*/ 1573656 w 3580254"/>
              <a:gd name="connsiteY85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42123 w 3580254"/>
              <a:gd name="connsiteY13" fmla="*/ 311666 h 1516791"/>
              <a:gd name="connsiteX14" fmla="*/ 1601972 w 3580254"/>
              <a:gd name="connsiteY14" fmla="*/ 453656 h 1516791"/>
              <a:gd name="connsiteX15" fmla="*/ 1152641 w 3580254"/>
              <a:gd name="connsiteY15" fmla="*/ 791495 h 1516791"/>
              <a:gd name="connsiteX16" fmla="*/ 717007 w 3580254"/>
              <a:gd name="connsiteY16" fmla="*/ 709918 h 1516791"/>
              <a:gd name="connsiteX17" fmla="*/ 378687 w 3580254"/>
              <a:gd name="connsiteY17" fmla="*/ 612723 h 1516791"/>
              <a:gd name="connsiteX18" fmla="*/ 747138 w 3580254"/>
              <a:gd name="connsiteY18" fmla="*/ 780585 h 1516791"/>
              <a:gd name="connsiteX19" fmla="*/ 339353 w 3580254"/>
              <a:gd name="connsiteY19" fmla="*/ 808302 h 1516791"/>
              <a:gd name="connsiteX20" fmla="*/ 787891 w 3580254"/>
              <a:gd name="connsiteY20" fmla="*/ 814188 h 1516791"/>
              <a:gd name="connsiteX21" fmla="*/ 1105786 w 3580254"/>
              <a:gd name="connsiteY21" fmla="*/ 864781 h 1516791"/>
              <a:gd name="connsiteX22" fmla="*/ 709678 w 3580254"/>
              <a:gd name="connsiteY22" fmla="*/ 1112635 h 1516791"/>
              <a:gd name="connsiteX23" fmla="*/ 480327 w 3580254"/>
              <a:gd name="connsiteY23" fmla="*/ 1181716 h 1516791"/>
              <a:gd name="connsiteX24" fmla="*/ 0 w 3580254"/>
              <a:gd name="connsiteY24" fmla="*/ 1254641 h 1516791"/>
              <a:gd name="connsiteX25" fmla="*/ 485758 w 3580254"/>
              <a:gd name="connsiteY25" fmla="*/ 1223945 h 1516791"/>
              <a:gd name="connsiteX26" fmla="*/ 1922 w 3580254"/>
              <a:gd name="connsiteY26" fmla="*/ 1397610 h 1516791"/>
              <a:gd name="connsiteX27" fmla="*/ 494553 w 3580254"/>
              <a:gd name="connsiteY27" fmla="*/ 1266007 h 1516791"/>
              <a:gd name="connsiteX28" fmla="*/ 41207 w 3580254"/>
              <a:gd name="connsiteY28" fmla="*/ 1516791 h 1516791"/>
              <a:gd name="connsiteX29" fmla="*/ 429916 w 3580254"/>
              <a:gd name="connsiteY29" fmla="*/ 1357590 h 1516791"/>
              <a:gd name="connsiteX30" fmla="*/ 632667 w 3580254"/>
              <a:gd name="connsiteY30" fmla="*/ 1221974 h 1516791"/>
              <a:gd name="connsiteX31" fmla="*/ 1006549 w 3580254"/>
              <a:gd name="connsiteY31" fmla="*/ 1041991 h 1516791"/>
              <a:gd name="connsiteX32" fmla="*/ 949842 w 3580254"/>
              <a:gd name="connsiteY32" fmla="*/ 1431851 h 1516791"/>
              <a:gd name="connsiteX33" fmla="*/ 1063256 w 3580254"/>
              <a:gd name="connsiteY33" fmla="*/ 1034902 h 1516791"/>
              <a:gd name="connsiteX34" fmla="*/ 1282995 w 3580254"/>
              <a:gd name="connsiteY34" fmla="*/ 779721 h 1516791"/>
              <a:gd name="connsiteX35" fmla="*/ 1616149 w 3580254"/>
              <a:gd name="connsiteY35" fmla="*/ 545804 h 1516791"/>
              <a:gd name="connsiteX36" fmla="*/ 1552353 w 3580254"/>
              <a:gd name="connsiteY36" fmla="*/ 914400 h 1516791"/>
              <a:gd name="connsiteX37" fmla="*/ 1375144 w 3580254"/>
              <a:gd name="connsiteY37" fmla="*/ 1119963 h 1516791"/>
              <a:gd name="connsiteX38" fmla="*/ 1594884 w 3580254"/>
              <a:gd name="connsiteY38" fmla="*/ 949842 h 1516791"/>
              <a:gd name="connsiteX39" fmla="*/ 1524000 w 3580254"/>
              <a:gd name="connsiteY39" fmla="*/ 1304260 h 1516791"/>
              <a:gd name="connsiteX40" fmla="*/ 1290084 w 3580254"/>
              <a:gd name="connsiteY40" fmla="*/ 1375144 h 1516791"/>
              <a:gd name="connsiteX41" fmla="*/ 1538177 w 3580254"/>
              <a:gd name="connsiteY41" fmla="*/ 1346791 h 1516791"/>
              <a:gd name="connsiteX42" fmla="*/ 1531088 w 3580254"/>
              <a:gd name="connsiteY42" fmla="*/ 1509823 h 1516791"/>
              <a:gd name="connsiteX43" fmla="*/ 1587795 w 3580254"/>
              <a:gd name="connsiteY43" fmla="*/ 1339702 h 1516791"/>
              <a:gd name="connsiteX44" fmla="*/ 1757916 w 3580254"/>
              <a:gd name="connsiteY44" fmla="*/ 1453116 h 1516791"/>
              <a:gd name="connsiteX45" fmla="*/ 1587795 w 3580254"/>
              <a:gd name="connsiteY45" fmla="*/ 1282995 h 1516791"/>
              <a:gd name="connsiteX46" fmla="*/ 1665767 w 3580254"/>
              <a:gd name="connsiteY46" fmla="*/ 935665 h 1516791"/>
              <a:gd name="connsiteX47" fmla="*/ 1779181 w 3580254"/>
              <a:gd name="connsiteY47" fmla="*/ 1190846 h 1516791"/>
              <a:gd name="connsiteX48" fmla="*/ 1687032 w 3580254"/>
              <a:gd name="connsiteY48" fmla="*/ 850604 h 1516791"/>
              <a:gd name="connsiteX49" fmla="*/ 1743739 w 3580254"/>
              <a:gd name="connsiteY49" fmla="*/ 538716 h 1516791"/>
              <a:gd name="connsiteX50" fmla="*/ 2121466 w 3580254"/>
              <a:gd name="connsiteY50" fmla="*/ 1037545 h 1516791"/>
              <a:gd name="connsiteX51" fmla="*/ 2474924 w 3580254"/>
              <a:gd name="connsiteY51" fmla="*/ 1322761 h 1516791"/>
              <a:gd name="connsiteX52" fmla="*/ 2895300 w 3580254"/>
              <a:gd name="connsiteY52" fmla="*/ 1420197 h 1516791"/>
              <a:gd name="connsiteX53" fmla="*/ 2489100 w 3580254"/>
              <a:gd name="connsiteY53" fmla="*/ 1268698 h 1516791"/>
              <a:gd name="connsiteX54" fmla="*/ 2906233 w 3580254"/>
              <a:gd name="connsiteY54" fmla="*/ 1275907 h 1516791"/>
              <a:gd name="connsiteX55" fmla="*/ 2447171 w 3580254"/>
              <a:gd name="connsiteY55" fmla="*/ 1219801 h 1516791"/>
              <a:gd name="connsiteX56" fmla="*/ 2170964 w 3580254"/>
              <a:gd name="connsiteY56" fmla="*/ 993814 h 1516791"/>
              <a:gd name="connsiteX57" fmla="*/ 1821711 w 3580254"/>
              <a:gd name="connsiteY57" fmla="*/ 496186 h 1516791"/>
              <a:gd name="connsiteX58" fmla="*/ 2544725 w 3580254"/>
              <a:gd name="connsiteY58" fmla="*/ 914400 h 1516791"/>
              <a:gd name="connsiteX59" fmla="*/ 3260651 w 3580254"/>
              <a:gd name="connsiteY59" fmla="*/ 1027814 h 1516791"/>
              <a:gd name="connsiteX60" fmla="*/ 3543282 w 3580254"/>
              <a:gd name="connsiteY60" fmla="*/ 1184093 h 1516791"/>
              <a:gd name="connsiteX61" fmla="*/ 3296093 w 3580254"/>
              <a:gd name="connsiteY61" fmla="*/ 999460 h 1516791"/>
              <a:gd name="connsiteX62" fmla="*/ 3572539 w 3580254"/>
              <a:gd name="connsiteY62" fmla="*/ 893135 h 1516791"/>
              <a:gd name="connsiteX63" fmla="*/ 3232298 w 3580254"/>
              <a:gd name="connsiteY63" fmla="*/ 942753 h 1516791"/>
              <a:gd name="connsiteX64" fmla="*/ 2530549 w 3580254"/>
              <a:gd name="connsiteY64" fmla="*/ 829339 h 1516791"/>
              <a:gd name="connsiteX65" fmla="*/ 1872624 w 3580254"/>
              <a:gd name="connsiteY65" fmla="*/ 434517 h 1516791"/>
              <a:gd name="connsiteX66" fmla="*/ 1937461 w 3580254"/>
              <a:gd name="connsiteY66" fmla="*/ 199475 h 1516791"/>
              <a:gd name="connsiteX67" fmla="*/ 2199455 w 3580254"/>
              <a:gd name="connsiteY67" fmla="*/ 241029 h 1516791"/>
              <a:gd name="connsiteX68" fmla="*/ 2409476 w 3580254"/>
              <a:gd name="connsiteY68" fmla="*/ 363811 h 1516791"/>
              <a:gd name="connsiteX69" fmla="*/ 2470867 w 3580254"/>
              <a:gd name="connsiteY69" fmla="*/ 570601 h 1516791"/>
              <a:gd name="connsiteX70" fmla="*/ 2454712 w 3580254"/>
              <a:gd name="connsiteY70" fmla="*/ 373504 h 1516791"/>
              <a:gd name="connsiteX71" fmla="*/ 2573079 w 3580254"/>
              <a:gd name="connsiteY71" fmla="*/ 425302 h 1516791"/>
              <a:gd name="connsiteX72" fmla="*/ 3117436 w 3580254"/>
              <a:gd name="connsiteY72" fmla="*/ 431708 h 1516791"/>
              <a:gd name="connsiteX73" fmla="*/ 3578376 w 3580254"/>
              <a:gd name="connsiteY73" fmla="*/ 514646 h 1516791"/>
              <a:gd name="connsiteX74" fmla="*/ 3180035 w 3580254"/>
              <a:gd name="connsiteY74" fmla="*/ 401394 h 1516791"/>
              <a:gd name="connsiteX75" fmla="*/ 3580254 w 3580254"/>
              <a:gd name="connsiteY75" fmla="*/ 279076 h 1516791"/>
              <a:gd name="connsiteX76" fmla="*/ 3165258 w 3580254"/>
              <a:gd name="connsiteY76" fmla="*/ 358263 h 1516791"/>
              <a:gd name="connsiteX77" fmla="*/ 2949069 w 3580254"/>
              <a:gd name="connsiteY77" fmla="*/ 357349 h 1516791"/>
              <a:gd name="connsiteX78" fmla="*/ 3000767 w 3580254"/>
              <a:gd name="connsiteY78" fmla="*/ 186101 h 1516791"/>
              <a:gd name="connsiteX79" fmla="*/ 2900603 w 3580254"/>
              <a:gd name="connsiteY79" fmla="*/ 357350 h 1516791"/>
              <a:gd name="connsiteX80" fmla="*/ 2565991 w 3580254"/>
              <a:gd name="connsiteY80" fmla="*/ 340242 h 1516791"/>
              <a:gd name="connsiteX81" fmla="*/ 2202686 w 3580254"/>
              <a:gd name="connsiteY81" fmla="*/ 173176 h 1516791"/>
              <a:gd name="connsiteX82" fmla="*/ 1958927 w 3580254"/>
              <a:gd name="connsiteY82" fmla="*/ 143160 h 1516791"/>
              <a:gd name="connsiteX83" fmla="*/ 1998921 w 3580254"/>
              <a:gd name="connsiteY83" fmla="*/ 0 h 1516791"/>
              <a:gd name="connsiteX84" fmla="*/ 1573656 w 3580254"/>
              <a:gd name="connsiteY84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17007 w 3580254"/>
              <a:gd name="connsiteY15" fmla="*/ 709918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36359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47138 w 3580254"/>
              <a:gd name="connsiteY17" fmla="*/ 780585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32624 w 3580254"/>
              <a:gd name="connsiteY17" fmla="*/ 766071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598354 w 3580254"/>
              <a:gd name="connsiteY12" fmla="*/ 90377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72624 w 3580254"/>
              <a:gd name="connsiteY64" fmla="*/ 43451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98921 w 3580254"/>
              <a:gd name="connsiteY82" fmla="*/ 0 h 1516791"/>
              <a:gd name="connsiteX83" fmla="*/ 1573656 w 3580254"/>
              <a:gd name="connsiteY83" fmla="*/ 0 h 1516791"/>
              <a:gd name="connsiteX0" fmla="*/ 1573656 w 3580254"/>
              <a:gd name="connsiteY0" fmla="*/ 0 h 1516791"/>
              <a:gd name="connsiteX1" fmla="*/ 1438939 w 3580254"/>
              <a:gd name="connsiteY1" fmla="*/ 26227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488558 w 3580254"/>
              <a:gd name="connsiteY11" fmla="*/ 318977 h 1516791"/>
              <a:gd name="connsiteX12" fmla="*/ 1709479 w 3580254"/>
              <a:gd name="connsiteY12" fmla="*/ 2459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58927 w 3580254"/>
              <a:gd name="connsiteY81" fmla="*/ 143160 h 1516791"/>
              <a:gd name="connsiteX82" fmla="*/ 1944946 w 3580254"/>
              <a:gd name="connsiteY82" fmla="*/ 0 h 1516791"/>
              <a:gd name="connsiteX83" fmla="*/ 1573656 w 3580254"/>
              <a:gd name="connsiteY83" fmla="*/ 0 h 1516791"/>
              <a:gd name="connsiteX0" fmla="*/ 1646681 w 3580254"/>
              <a:gd name="connsiteY0" fmla="*/ 0 h 1519966"/>
              <a:gd name="connsiteX1" fmla="*/ 1438939 w 3580254"/>
              <a:gd name="connsiteY1" fmla="*/ 26544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488558 w 3580254"/>
              <a:gd name="connsiteY11" fmla="*/ 322152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709479 w 3580254"/>
              <a:gd name="connsiteY12" fmla="*/ 2491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578639 w 3580254"/>
              <a:gd name="connsiteY1" fmla="*/ 2209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58927 w 3580254"/>
              <a:gd name="connsiteY81" fmla="*/ 1463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854152 w 3580254"/>
              <a:gd name="connsiteY81" fmla="*/ 193960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46681 w 3580254"/>
              <a:gd name="connsiteY0" fmla="*/ 0 h 1519966"/>
              <a:gd name="connsiteX1" fmla="*/ 1680239 w 3580254"/>
              <a:gd name="connsiteY1" fmla="*/ 195595 h 1519966"/>
              <a:gd name="connsiteX2" fmla="*/ 1015176 w 3580254"/>
              <a:gd name="connsiteY2" fmla="*/ 310750 h 1519966"/>
              <a:gd name="connsiteX3" fmla="*/ 581246 w 3580254"/>
              <a:gd name="connsiteY3" fmla="*/ 251268 h 1519966"/>
              <a:gd name="connsiteX4" fmla="*/ 311888 w 3580254"/>
              <a:gd name="connsiteY4" fmla="*/ 123677 h 1519966"/>
              <a:gd name="connsiteX5" fmla="*/ 552893 w 3580254"/>
              <a:gd name="connsiteY5" fmla="*/ 287946 h 1519966"/>
              <a:gd name="connsiteX6" fmla="*/ 232679 w 3580254"/>
              <a:gd name="connsiteY6" fmla="*/ 396747 h 1519966"/>
              <a:gd name="connsiteX7" fmla="*/ 573857 w 3580254"/>
              <a:gd name="connsiteY7" fmla="*/ 339104 h 1519966"/>
              <a:gd name="connsiteX8" fmla="*/ 1006549 w 3580254"/>
              <a:gd name="connsiteY8" fmla="*/ 357593 h 1519966"/>
              <a:gd name="connsiteX9" fmla="*/ 772632 w 3580254"/>
              <a:gd name="connsiteY9" fmla="*/ 534803 h 1519966"/>
              <a:gd name="connsiteX10" fmla="*/ 1064794 w 3580254"/>
              <a:gd name="connsiteY10" fmla="*/ 364381 h 1519966"/>
              <a:gd name="connsiteX11" fmla="*/ 1545708 w 3580254"/>
              <a:gd name="connsiteY11" fmla="*/ 293577 h 1519966"/>
              <a:gd name="connsiteX12" fmla="*/ 1601529 w 3580254"/>
              <a:gd name="connsiteY12" fmla="*/ 274527 h 1519966"/>
              <a:gd name="connsiteX13" fmla="*/ 1601972 w 3580254"/>
              <a:gd name="connsiteY13" fmla="*/ 456831 h 1519966"/>
              <a:gd name="connsiteX14" fmla="*/ 1152641 w 3580254"/>
              <a:gd name="connsiteY14" fmla="*/ 794670 h 1519966"/>
              <a:gd name="connsiteX15" fmla="*/ 789578 w 3580254"/>
              <a:gd name="connsiteY15" fmla="*/ 742122 h 1519966"/>
              <a:gd name="connsiteX16" fmla="*/ 378687 w 3580254"/>
              <a:gd name="connsiteY16" fmla="*/ 615898 h 1519966"/>
              <a:gd name="connsiteX17" fmla="*/ 718110 w 3580254"/>
              <a:gd name="connsiteY17" fmla="*/ 774084 h 1519966"/>
              <a:gd name="connsiteX18" fmla="*/ 339353 w 3580254"/>
              <a:gd name="connsiteY18" fmla="*/ 811477 h 1519966"/>
              <a:gd name="connsiteX19" fmla="*/ 787891 w 3580254"/>
              <a:gd name="connsiteY19" fmla="*/ 817363 h 1519966"/>
              <a:gd name="connsiteX20" fmla="*/ 1105786 w 3580254"/>
              <a:gd name="connsiteY20" fmla="*/ 867956 h 1519966"/>
              <a:gd name="connsiteX21" fmla="*/ 709678 w 3580254"/>
              <a:gd name="connsiteY21" fmla="*/ 1115810 h 1519966"/>
              <a:gd name="connsiteX22" fmla="*/ 480327 w 3580254"/>
              <a:gd name="connsiteY22" fmla="*/ 1184891 h 1519966"/>
              <a:gd name="connsiteX23" fmla="*/ 0 w 3580254"/>
              <a:gd name="connsiteY23" fmla="*/ 1257816 h 1519966"/>
              <a:gd name="connsiteX24" fmla="*/ 485758 w 3580254"/>
              <a:gd name="connsiteY24" fmla="*/ 1227120 h 1519966"/>
              <a:gd name="connsiteX25" fmla="*/ 1922 w 3580254"/>
              <a:gd name="connsiteY25" fmla="*/ 1400785 h 1519966"/>
              <a:gd name="connsiteX26" fmla="*/ 494553 w 3580254"/>
              <a:gd name="connsiteY26" fmla="*/ 1269182 h 1519966"/>
              <a:gd name="connsiteX27" fmla="*/ 41207 w 3580254"/>
              <a:gd name="connsiteY27" fmla="*/ 1519966 h 1519966"/>
              <a:gd name="connsiteX28" fmla="*/ 429916 w 3580254"/>
              <a:gd name="connsiteY28" fmla="*/ 1360765 h 1519966"/>
              <a:gd name="connsiteX29" fmla="*/ 632667 w 3580254"/>
              <a:gd name="connsiteY29" fmla="*/ 1225149 h 1519966"/>
              <a:gd name="connsiteX30" fmla="*/ 1006549 w 3580254"/>
              <a:gd name="connsiteY30" fmla="*/ 1045166 h 1519966"/>
              <a:gd name="connsiteX31" fmla="*/ 949842 w 3580254"/>
              <a:gd name="connsiteY31" fmla="*/ 1435026 h 1519966"/>
              <a:gd name="connsiteX32" fmla="*/ 1063256 w 3580254"/>
              <a:gd name="connsiteY32" fmla="*/ 1038077 h 1519966"/>
              <a:gd name="connsiteX33" fmla="*/ 1282995 w 3580254"/>
              <a:gd name="connsiteY33" fmla="*/ 782896 h 1519966"/>
              <a:gd name="connsiteX34" fmla="*/ 1616149 w 3580254"/>
              <a:gd name="connsiteY34" fmla="*/ 548979 h 1519966"/>
              <a:gd name="connsiteX35" fmla="*/ 1552353 w 3580254"/>
              <a:gd name="connsiteY35" fmla="*/ 917575 h 1519966"/>
              <a:gd name="connsiteX36" fmla="*/ 1375144 w 3580254"/>
              <a:gd name="connsiteY36" fmla="*/ 1123138 h 1519966"/>
              <a:gd name="connsiteX37" fmla="*/ 1594884 w 3580254"/>
              <a:gd name="connsiteY37" fmla="*/ 953017 h 1519966"/>
              <a:gd name="connsiteX38" fmla="*/ 1524000 w 3580254"/>
              <a:gd name="connsiteY38" fmla="*/ 1307435 h 1519966"/>
              <a:gd name="connsiteX39" fmla="*/ 1290084 w 3580254"/>
              <a:gd name="connsiteY39" fmla="*/ 1378319 h 1519966"/>
              <a:gd name="connsiteX40" fmla="*/ 1538177 w 3580254"/>
              <a:gd name="connsiteY40" fmla="*/ 1349966 h 1519966"/>
              <a:gd name="connsiteX41" fmla="*/ 1531088 w 3580254"/>
              <a:gd name="connsiteY41" fmla="*/ 1512998 h 1519966"/>
              <a:gd name="connsiteX42" fmla="*/ 1587795 w 3580254"/>
              <a:gd name="connsiteY42" fmla="*/ 1342877 h 1519966"/>
              <a:gd name="connsiteX43" fmla="*/ 1757916 w 3580254"/>
              <a:gd name="connsiteY43" fmla="*/ 1456291 h 1519966"/>
              <a:gd name="connsiteX44" fmla="*/ 1587795 w 3580254"/>
              <a:gd name="connsiteY44" fmla="*/ 1286170 h 1519966"/>
              <a:gd name="connsiteX45" fmla="*/ 1665767 w 3580254"/>
              <a:gd name="connsiteY45" fmla="*/ 938840 h 1519966"/>
              <a:gd name="connsiteX46" fmla="*/ 1779181 w 3580254"/>
              <a:gd name="connsiteY46" fmla="*/ 1194021 h 1519966"/>
              <a:gd name="connsiteX47" fmla="*/ 1687032 w 3580254"/>
              <a:gd name="connsiteY47" fmla="*/ 853779 h 1519966"/>
              <a:gd name="connsiteX48" fmla="*/ 1743739 w 3580254"/>
              <a:gd name="connsiteY48" fmla="*/ 541891 h 1519966"/>
              <a:gd name="connsiteX49" fmla="*/ 2121466 w 3580254"/>
              <a:gd name="connsiteY49" fmla="*/ 1040720 h 1519966"/>
              <a:gd name="connsiteX50" fmla="*/ 2474924 w 3580254"/>
              <a:gd name="connsiteY50" fmla="*/ 1325936 h 1519966"/>
              <a:gd name="connsiteX51" fmla="*/ 2895300 w 3580254"/>
              <a:gd name="connsiteY51" fmla="*/ 1423372 h 1519966"/>
              <a:gd name="connsiteX52" fmla="*/ 2489100 w 3580254"/>
              <a:gd name="connsiteY52" fmla="*/ 1271873 h 1519966"/>
              <a:gd name="connsiteX53" fmla="*/ 2906233 w 3580254"/>
              <a:gd name="connsiteY53" fmla="*/ 1279082 h 1519966"/>
              <a:gd name="connsiteX54" fmla="*/ 2447171 w 3580254"/>
              <a:gd name="connsiteY54" fmla="*/ 1222976 h 1519966"/>
              <a:gd name="connsiteX55" fmla="*/ 2170964 w 3580254"/>
              <a:gd name="connsiteY55" fmla="*/ 996989 h 1519966"/>
              <a:gd name="connsiteX56" fmla="*/ 1821711 w 3580254"/>
              <a:gd name="connsiteY56" fmla="*/ 499361 h 1519966"/>
              <a:gd name="connsiteX57" fmla="*/ 2544725 w 3580254"/>
              <a:gd name="connsiteY57" fmla="*/ 917575 h 1519966"/>
              <a:gd name="connsiteX58" fmla="*/ 3260651 w 3580254"/>
              <a:gd name="connsiteY58" fmla="*/ 1030989 h 1519966"/>
              <a:gd name="connsiteX59" fmla="*/ 3543282 w 3580254"/>
              <a:gd name="connsiteY59" fmla="*/ 1187268 h 1519966"/>
              <a:gd name="connsiteX60" fmla="*/ 3296093 w 3580254"/>
              <a:gd name="connsiteY60" fmla="*/ 1002635 h 1519966"/>
              <a:gd name="connsiteX61" fmla="*/ 3572539 w 3580254"/>
              <a:gd name="connsiteY61" fmla="*/ 896310 h 1519966"/>
              <a:gd name="connsiteX62" fmla="*/ 3232298 w 3580254"/>
              <a:gd name="connsiteY62" fmla="*/ 945928 h 1519966"/>
              <a:gd name="connsiteX63" fmla="*/ 2530549 w 3580254"/>
              <a:gd name="connsiteY63" fmla="*/ 832514 h 1519966"/>
              <a:gd name="connsiteX64" fmla="*/ 1828174 w 3580254"/>
              <a:gd name="connsiteY64" fmla="*/ 418642 h 1519966"/>
              <a:gd name="connsiteX65" fmla="*/ 1937461 w 3580254"/>
              <a:gd name="connsiteY65" fmla="*/ 202650 h 1519966"/>
              <a:gd name="connsiteX66" fmla="*/ 2199455 w 3580254"/>
              <a:gd name="connsiteY66" fmla="*/ 244204 h 1519966"/>
              <a:gd name="connsiteX67" fmla="*/ 2409476 w 3580254"/>
              <a:gd name="connsiteY67" fmla="*/ 366986 h 1519966"/>
              <a:gd name="connsiteX68" fmla="*/ 2470867 w 3580254"/>
              <a:gd name="connsiteY68" fmla="*/ 573776 h 1519966"/>
              <a:gd name="connsiteX69" fmla="*/ 2454712 w 3580254"/>
              <a:gd name="connsiteY69" fmla="*/ 376679 h 1519966"/>
              <a:gd name="connsiteX70" fmla="*/ 2573079 w 3580254"/>
              <a:gd name="connsiteY70" fmla="*/ 428477 h 1519966"/>
              <a:gd name="connsiteX71" fmla="*/ 3117436 w 3580254"/>
              <a:gd name="connsiteY71" fmla="*/ 434883 h 1519966"/>
              <a:gd name="connsiteX72" fmla="*/ 3578376 w 3580254"/>
              <a:gd name="connsiteY72" fmla="*/ 517821 h 1519966"/>
              <a:gd name="connsiteX73" fmla="*/ 3180035 w 3580254"/>
              <a:gd name="connsiteY73" fmla="*/ 404569 h 1519966"/>
              <a:gd name="connsiteX74" fmla="*/ 3580254 w 3580254"/>
              <a:gd name="connsiteY74" fmla="*/ 282251 h 1519966"/>
              <a:gd name="connsiteX75" fmla="*/ 3165258 w 3580254"/>
              <a:gd name="connsiteY75" fmla="*/ 361438 h 1519966"/>
              <a:gd name="connsiteX76" fmla="*/ 2949069 w 3580254"/>
              <a:gd name="connsiteY76" fmla="*/ 360524 h 1519966"/>
              <a:gd name="connsiteX77" fmla="*/ 3000767 w 3580254"/>
              <a:gd name="connsiteY77" fmla="*/ 189276 h 1519966"/>
              <a:gd name="connsiteX78" fmla="*/ 2900603 w 3580254"/>
              <a:gd name="connsiteY78" fmla="*/ 360525 h 1519966"/>
              <a:gd name="connsiteX79" fmla="*/ 2565991 w 3580254"/>
              <a:gd name="connsiteY79" fmla="*/ 343417 h 1519966"/>
              <a:gd name="connsiteX80" fmla="*/ 2202686 w 3580254"/>
              <a:gd name="connsiteY80" fmla="*/ 176351 h 1519966"/>
              <a:gd name="connsiteX81" fmla="*/ 1933527 w 3580254"/>
              <a:gd name="connsiteY81" fmla="*/ 171735 h 1519966"/>
              <a:gd name="connsiteX82" fmla="*/ 1944946 w 3580254"/>
              <a:gd name="connsiteY82" fmla="*/ 3175 h 1519966"/>
              <a:gd name="connsiteX83" fmla="*/ 1646681 w 3580254"/>
              <a:gd name="connsiteY83" fmla="*/ 0 h 1519966"/>
              <a:gd name="connsiteX0" fmla="*/ 1672081 w 3580254"/>
              <a:gd name="connsiteY0" fmla="*/ 130175 h 1516791"/>
              <a:gd name="connsiteX1" fmla="*/ 1680239 w 3580254"/>
              <a:gd name="connsiteY1" fmla="*/ 192420 h 1516791"/>
              <a:gd name="connsiteX2" fmla="*/ 1015176 w 3580254"/>
              <a:gd name="connsiteY2" fmla="*/ 307575 h 1516791"/>
              <a:gd name="connsiteX3" fmla="*/ 581246 w 3580254"/>
              <a:gd name="connsiteY3" fmla="*/ 248093 h 1516791"/>
              <a:gd name="connsiteX4" fmla="*/ 311888 w 3580254"/>
              <a:gd name="connsiteY4" fmla="*/ 120502 h 1516791"/>
              <a:gd name="connsiteX5" fmla="*/ 552893 w 3580254"/>
              <a:gd name="connsiteY5" fmla="*/ 284771 h 1516791"/>
              <a:gd name="connsiteX6" fmla="*/ 232679 w 3580254"/>
              <a:gd name="connsiteY6" fmla="*/ 393572 h 1516791"/>
              <a:gd name="connsiteX7" fmla="*/ 573857 w 3580254"/>
              <a:gd name="connsiteY7" fmla="*/ 335929 h 1516791"/>
              <a:gd name="connsiteX8" fmla="*/ 1006549 w 3580254"/>
              <a:gd name="connsiteY8" fmla="*/ 354418 h 1516791"/>
              <a:gd name="connsiteX9" fmla="*/ 772632 w 3580254"/>
              <a:gd name="connsiteY9" fmla="*/ 531628 h 1516791"/>
              <a:gd name="connsiteX10" fmla="*/ 1064794 w 3580254"/>
              <a:gd name="connsiteY10" fmla="*/ 361206 h 1516791"/>
              <a:gd name="connsiteX11" fmla="*/ 1545708 w 3580254"/>
              <a:gd name="connsiteY11" fmla="*/ 290402 h 1516791"/>
              <a:gd name="connsiteX12" fmla="*/ 1601529 w 3580254"/>
              <a:gd name="connsiteY12" fmla="*/ 271352 h 1516791"/>
              <a:gd name="connsiteX13" fmla="*/ 1601972 w 3580254"/>
              <a:gd name="connsiteY13" fmla="*/ 453656 h 1516791"/>
              <a:gd name="connsiteX14" fmla="*/ 1152641 w 3580254"/>
              <a:gd name="connsiteY14" fmla="*/ 791495 h 1516791"/>
              <a:gd name="connsiteX15" fmla="*/ 789578 w 3580254"/>
              <a:gd name="connsiteY15" fmla="*/ 738947 h 1516791"/>
              <a:gd name="connsiteX16" fmla="*/ 378687 w 3580254"/>
              <a:gd name="connsiteY16" fmla="*/ 612723 h 1516791"/>
              <a:gd name="connsiteX17" fmla="*/ 718110 w 3580254"/>
              <a:gd name="connsiteY17" fmla="*/ 770909 h 1516791"/>
              <a:gd name="connsiteX18" fmla="*/ 339353 w 3580254"/>
              <a:gd name="connsiteY18" fmla="*/ 808302 h 1516791"/>
              <a:gd name="connsiteX19" fmla="*/ 787891 w 3580254"/>
              <a:gd name="connsiteY19" fmla="*/ 814188 h 1516791"/>
              <a:gd name="connsiteX20" fmla="*/ 1105786 w 3580254"/>
              <a:gd name="connsiteY20" fmla="*/ 864781 h 1516791"/>
              <a:gd name="connsiteX21" fmla="*/ 709678 w 3580254"/>
              <a:gd name="connsiteY21" fmla="*/ 1112635 h 1516791"/>
              <a:gd name="connsiteX22" fmla="*/ 480327 w 3580254"/>
              <a:gd name="connsiteY22" fmla="*/ 1181716 h 1516791"/>
              <a:gd name="connsiteX23" fmla="*/ 0 w 3580254"/>
              <a:gd name="connsiteY23" fmla="*/ 1254641 h 1516791"/>
              <a:gd name="connsiteX24" fmla="*/ 485758 w 3580254"/>
              <a:gd name="connsiteY24" fmla="*/ 1223945 h 1516791"/>
              <a:gd name="connsiteX25" fmla="*/ 1922 w 3580254"/>
              <a:gd name="connsiteY25" fmla="*/ 1397610 h 1516791"/>
              <a:gd name="connsiteX26" fmla="*/ 494553 w 3580254"/>
              <a:gd name="connsiteY26" fmla="*/ 1266007 h 1516791"/>
              <a:gd name="connsiteX27" fmla="*/ 41207 w 3580254"/>
              <a:gd name="connsiteY27" fmla="*/ 1516791 h 1516791"/>
              <a:gd name="connsiteX28" fmla="*/ 429916 w 3580254"/>
              <a:gd name="connsiteY28" fmla="*/ 1357590 h 1516791"/>
              <a:gd name="connsiteX29" fmla="*/ 632667 w 3580254"/>
              <a:gd name="connsiteY29" fmla="*/ 1221974 h 1516791"/>
              <a:gd name="connsiteX30" fmla="*/ 1006549 w 3580254"/>
              <a:gd name="connsiteY30" fmla="*/ 1041991 h 1516791"/>
              <a:gd name="connsiteX31" fmla="*/ 949842 w 3580254"/>
              <a:gd name="connsiteY31" fmla="*/ 1431851 h 1516791"/>
              <a:gd name="connsiteX32" fmla="*/ 1063256 w 3580254"/>
              <a:gd name="connsiteY32" fmla="*/ 1034902 h 1516791"/>
              <a:gd name="connsiteX33" fmla="*/ 1282995 w 3580254"/>
              <a:gd name="connsiteY33" fmla="*/ 779721 h 1516791"/>
              <a:gd name="connsiteX34" fmla="*/ 1616149 w 3580254"/>
              <a:gd name="connsiteY34" fmla="*/ 545804 h 1516791"/>
              <a:gd name="connsiteX35" fmla="*/ 1552353 w 3580254"/>
              <a:gd name="connsiteY35" fmla="*/ 914400 h 1516791"/>
              <a:gd name="connsiteX36" fmla="*/ 1375144 w 3580254"/>
              <a:gd name="connsiteY36" fmla="*/ 1119963 h 1516791"/>
              <a:gd name="connsiteX37" fmla="*/ 1594884 w 3580254"/>
              <a:gd name="connsiteY37" fmla="*/ 949842 h 1516791"/>
              <a:gd name="connsiteX38" fmla="*/ 1524000 w 3580254"/>
              <a:gd name="connsiteY38" fmla="*/ 1304260 h 1516791"/>
              <a:gd name="connsiteX39" fmla="*/ 1290084 w 3580254"/>
              <a:gd name="connsiteY39" fmla="*/ 1375144 h 1516791"/>
              <a:gd name="connsiteX40" fmla="*/ 1538177 w 3580254"/>
              <a:gd name="connsiteY40" fmla="*/ 1346791 h 1516791"/>
              <a:gd name="connsiteX41" fmla="*/ 1531088 w 3580254"/>
              <a:gd name="connsiteY41" fmla="*/ 1509823 h 1516791"/>
              <a:gd name="connsiteX42" fmla="*/ 1587795 w 3580254"/>
              <a:gd name="connsiteY42" fmla="*/ 1339702 h 1516791"/>
              <a:gd name="connsiteX43" fmla="*/ 1757916 w 3580254"/>
              <a:gd name="connsiteY43" fmla="*/ 1453116 h 1516791"/>
              <a:gd name="connsiteX44" fmla="*/ 1587795 w 3580254"/>
              <a:gd name="connsiteY44" fmla="*/ 1282995 h 1516791"/>
              <a:gd name="connsiteX45" fmla="*/ 1665767 w 3580254"/>
              <a:gd name="connsiteY45" fmla="*/ 935665 h 1516791"/>
              <a:gd name="connsiteX46" fmla="*/ 1779181 w 3580254"/>
              <a:gd name="connsiteY46" fmla="*/ 1190846 h 1516791"/>
              <a:gd name="connsiteX47" fmla="*/ 1687032 w 3580254"/>
              <a:gd name="connsiteY47" fmla="*/ 850604 h 1516791"/>
              <a:gd name="connsiteX48" fmla="*/ 1743739 w 3580254"/>
              <a:gd name="connsiteY48" fmla="*/ 538716 h 1516791"/>
              <a:gd name="connsiteX49" fmla="*/ 2121466 w 3580254"/>
              <a:gd name="connsiteY49" fmla="*/ 1037545 h 1516791"/>
              <a:gd name="connsiteX50" fmla="*/ 2474924 w 3580254"/>
              <a:gd name="connsiteY50" fmla="*/ 1322761 h 1516791"/>
              <a:gd name="connsiteX51" fmla="*/ 2895300 w 3580254"/>
              <a:gd name="connsiteY51" fmla="*/ 1420197 h 1516791"/>
              <a:gd name="connsiteX52" fmla="*/ 2489100 w 3580254"/>
              <a:gd name="connsiteY52" fmla="*/ 1268698 h 1516791"/>
              <a:gd name="connsiteX53" fmla="*/ 2906233 w 3580254"/>
              <a:gd name="connsiteY53" fmla="*/ 1275907 h 1516791"/>
              <a:gd name="connsiteX54" fmla="*/ 2447171 w 3580254"/>
              <a:gd name="connsiteY54" fmla="*/ 1219801 h 1516791"/>
              <a:gd name="connsiteX55" fmla="*/ 2170964 w 3580254"/>
              <a:gd name="connsiteY55" fmla="*/ 993814 h 1516791"/>
              <a:gd name="connsiteX56" fmla="*/ 1821711 w 3580254"/>
              <a:gd name="connsiteY56" fmla="*/ 496186 h 1516791"/>
              <a:gd name="connsiteX57" fmla="*/ 2544725 w 3580254"/>
              <a:gd name="connsiteY57" fmla="*/ 914400 h 1516791"/>
              <a:gd name="connsiteX58" fmla="*/ 3260651 w 3580254"/>
              <a:gd name="connsiteY58" fmla="*/ 1027814 h 1516791"/>
              <a:gd name="connsiteX59" fmla="*/ 3543282 w 3580254"/>
              <a:gd name="connsiteY59" fmla="*/ 1184093 h 1516791"/>
              <a:gd name="connsiteX60" fmla="*/ 3296093 w 3580254"/>
              <a:gd name="connsiteY60" fmla="*/ 999460 h 1516791"/>
              <a:gd name="connsiteX61" fmla="*/ 3572539 w 3580254"/>
              <a:gd name="connsiteY61" fmla="*/ 893135 h 1516791"/>
              <a:gd name="connsiteX62" fmla="*/ 3232298 w 3580254"/>
              <a:gd name="connsiteY62" fmla="*/ 942753 h 1516791"/>
              <a:gd name="connsiteX63" fmla="*/ 2530549 w 3580254"/>
              <a:gd name="connsiteY63" fmla="*/ 829339 h 1516791"/>
              <a:gd name="connsiteX64" fmla="*/ 1828174 w 3580254"/>
              <a:gd name="connsiteY64" fmla="*/ 415467 h 1516791"/>
              <a:gd name="connsiteX65" fmla="*/ 1937461 w 3580254"/>
              <a:gd name="connsiteY65" fmla="*/ 199475 h 1516791"/>
              <a:gd name="connsiteX66" fmla="*/ 2199455 w 3580254"/>
              <a:gd name="connsiteY66" fmla="*/ 241029 h 1516791"/>
              <a:gd name="connsiteX67" fmla="*/ 2409476 w 3580254"/>
              <a:gd name="connsiteY67" fmla="*/ 363811 h 1516791"/>
              <a:gd name="connsiteX68" fmla="*/ 2470867 w 3580254"/>
              <a:gd name="connsiteY68" fmla="*/ 570601 h 1516791"/>
              <a:gd name="connsiteX69" fmla="*/ 2454712 w 3580254"/>
              <a:gd name="connsiteY69" fmla="*/ 373504 h 1516791"/>
              <a:gd name="connsiteX70" fmla="*/ 2573079 w 3580254"/>
              <a:gd name="connsiteY70" fmla="*/ 425302 h 1516791"/>
              <a:gd name="connsiteX71" fmla="*/ 3117436 w 3580254"/>
              <a:gd name="connsiteY71" fmla="*/ 431708 h 1516791"/>
              <a:gd name="connsiteX72" fmla="*/ 3578376 w 3580254"/>
              <a:gd name="connsiteY72" fmla="*/ 514646 h 1516791"/>
              <a:gd name="connsiteX73" fmla="*/ 3180035 w 3580254"/>
              <a:gd name="connsiteY73" fmla="*/ 401394 h 1516791"/>
              <a:gd name="connsiteX74" fmla="*/ 3580254 w 3580254"/>
              <a:gd name="connsiteY74" fmla="*/ 279076 h 1516791"/>
              <a:gd name="connsiteX75" fmla="*/ 3165258 w 3580254"/>
              <a:gd name="connsiteY75" fmla="*/ 358263 h 1516791"/>
              <a:gd name="connsiteX76" fmla="*/ 2949069 w 3580254"/>
              <a:gd name="connsiteY76" fmla="*/ 357349 h 1516791"/>
              <a:gd name="connsiteX77" fmla="*/ 3000767 w 3580254"/>
              <a:gd name="connsiteY77" fmla="*/ 186101 h 1516791"/>
              <a:gd name="connsiteX78" fmla="*/ 2900603 w 3580254"/>
              <a:gd name="connsiteY78" fmla="*/ 357350 h 1516791"/>
              <a:gd name="connsiteX79" fmla="*/ 2565991 w 3580254"/>
              <a:gd name="connsiteY79" fmla="*/ 340242 h 1516791"/>
              <a:gd name="connsiteX80" fmla="*/ 2202686 w 3580254"/>
              <a:gd name="connsiteY80" fmla="*/ 173176 h 1516791"/>
              <a:gd name="connsiteX81" fmla="*/ 1933527 w 3580254"/>
              <a:gd name="connsiteY81" fmla="*/ 168560 h 1516791"/>
              <a:gd name="connsiteX82" fmla="*/ 1944946 w 3580254"/>
              <a:gd name="connsiteY82" fmla="*/ 0 h 1516791"/>
              <a:gd name="connsiteX83" fmla="*/ 1672081 w 3580254"/>
              <a:gd name="connsiteY83" fmla="*/ 130175 h 1516791"/>
              <a:gd name="connsiteX0" fmla="*/ 1672081 w 3580254"/>
              <a:gd name="connsiteY0" fmla="*/ 69850 h 1456466"/>
              <a:gd name="connsiteX1" fmla="*/ 1680239 w 3580254"/>
              <a:gd name="connsiteY1" fmla="*/ 132095 h 1456466"/>
              <a:gd name="connsiteX2" fmla="*/ 1015176 w 3580254"/>
              <a:gd name="connsiteY2" fmla="*/ 247250 h 1456466"/>
              <a:gd name="connsiteX3" fmla="*/ 581246 w 3580254"/>
              <a:gd name="connsiteY3" fmla="*/ 187768 h 1456466"/>
              <a:gd name="connsiteX4" fmla="*/ 311888 w 3580254"/>
              <a:gd name="connsiteY4" fmla="*/ 60177 h 1456466"/>
              <a:gd name="connsiteX5" fmla="*/ 552893 w 3580254"/>
              <a:gd name="connsiteY5" fmla="*/ 224446 h 1456466"/>
              <a:gd name="connsiteX6" fmla="*/ 232679 w 3580254"/>
              <a:gd name="connsiteY6" fmla="*/ 333247 h 1456466"/>
              <a:gd name="connsiteX7" fmla="*/ 573857 w 3580254"/>
              <a:gd name="connsiteY7" fmla="*/ 275604 h 1456466"/>
              <a:gd name="connsiteX8" fmla="*/ 1006549 w 3580254"/>
              <a:gd name="connsiteY8" fmla="*/ 294093 h 1456466"/>
              <a:gd name="connsiteX9" fmla="*/ 772632 w 3580254"/>
              <a:gd name="connsiteY9" fmla="*/ 471303 h 1456466"/>
              <a:gd name="connsiteX10" fmla="*/ 1064794 w 3580254"/>
              <a:gd name="connsiteY10" fmla="*/ 300881 h 1456466"/>
              <a:gd name="connsiteX11" fmla="*/ 1545708 w 3580254"/>
              <a:gd name="connsiteY11" fmla="*/ 230077 h 1456466"/>
              <a:gd name="connsiteX12" fmla="*/ 1601529 w 3580254"/>
              <a:gd name="connsiteY12" fmla="*/ 211027 h 1456466"/>
              <a:gd name="connsiteX13" fmla="*/ 1601972 w 3580254"/>
              <a:gd name="connsiteY13" fmla="*/ 393331 h 1456466"/>
              <a:gd name="connsiteX14" fmla="*/ 1152641 w 3580254"/>
              <a:gd name="connsiteY14" fmla="*/ 731170 h 1456466"/>
              <a:gd name="connsiteX15" fmla="*/ 789578 w 3580254"/>
              <a:gd name="connsiteY15" fmla="*/ 678622 h 1456466"/>
              <a:gd name="connsiteX16" fmla="*/ 378687 w 3580254"/>
              <a:gd name="connsiteY16" fmla="*/ 552398 h 1456466"/>
              <a:gd name="connsiteX17" fmla="*/ 718110 w 3580254"/>
              <a:gd name="connsiteY17" fmla="*/ 710584 h 1456466"/>
              <a:gd name="connsiteX18" fmla="*/ 339353 w 3580254"/>
              <a:gd name="connsiteY18" fmla="*/ 747977 h 1456466"/>
              <a:gd name="connsiteX19" fmla="*/ 787891 w 3580254"/>
              <a:gd name="connsiteY19" fmla="*/ 753863 h 1456466"/>
              <a:gd name="connsiteX20" fmla="*/ 1105786 w 3580254"/>
              <a:gd name="connsiteY20" fmla="*/ 804456 h 1456466"/>
              <a:gd name="connsiteX21" fmla="*/ 709678 w 3580254"/>
              <a:gd name="connsiteY21" fmla="*/ 1052310 h 1456466"/>
              <a:gd name="connsiteX22" fmla="*/ 480327 w 3580254"/>
              <a:gd name="connsiteY22" fmla="*/ 1121391 h 1456466"/>
              <a:gd name="connsiteX23" fmla="*/ 0 w 3580254"/>
              <a:gd name="connsiteY23" fmla="*/ 1194316 h 1456466"/>
              <a:gd name="connsiteX24" fmla="*/ 485758 w 3580254"/>
              <a:gd name="connsiteY24" fmla="*/ 1163620 h 1456466"/>
              <a:gd name="connsiteX25" fmla="*/ 1922 w 3580254"/>
              <a:gd name="connsiteY25" fmla="*/ 1337285 h 1456466"/>
              <a:gd name="connsiteX26" fmla="*/ 494553 w 3580254"/>
              <a:gd name="connsiteY26" fmla="*/ 1205682 h 1456466"/>
              <a:gd name="connsiteX27" fmla="*/ 41207 w 3580254"/>
              <a:gd name="connsiteY27" fmla="*/ 1456466 h 1456466"/>
              <a:gd name="connsiteX28" fmla="*/ 429916 w 3580254"/>
              <a:gd name="connsiteY28" fmla="*/ 1297265 h 1456466"/>
              <a:gd name="connsiteX29" fmla="*/ 632667 w 3580254"/>
              <a:gd name="connsiteY29" fmla="*/ 1161649 h 1456466"/>
              <a:gd name="connsiteX30" fmla="*/ 1006549 w 3580254"/>
              <a:gd name="connsiteY30" fmla="*/ 981666 h 1456466"/>
              <a:gd name="connsiteX31" fmla="*/ 949842 w 3580254"/>
              <a:gd name="connsiteY31" fmla="*/ 1371526 h 1456466"/>
              <a:gd name="connsiteX32" fmla="*/ 1063256 w 3580254"/>
              <a:gd name="connsiteY32" fmla="*/ 974577 h 1456466"/>
              <a:gd name="connsiteX33" fmla="*/ 1282995 w 3580254"/>
              <a:gd name="connsiteY33" fmla="*/ 719396 h 1456466"/>
              <a:gd name="connsiteX34" fmla="*/ 1616149 w 3580254"/>
              <a:gd name="connsiteY34" fmla="*/ 485479 h 1456466"/>
              <a:gd name="connsiteX35" fmla="*/ 1552353 w 3580254"/>
              <a:gd name="connsiteY35" fmla="*/ 854075 h 1456466"/>
              <a:gd name="connsiteX36" fmla="*/ 1375144 w 3580254"/>
              <a:gd name="connsiteY36" fmla="*/ 1059638 h 1456466"/>
              <a:gd name="connsiteX37" fmla="*/ 1594884 w 3580254"/>
              <a:gd name="connsiteY37" fmla="*/ 889517 h 1456466"/>
              <a:gd name="connsiteX38" fmla="*/ 1524000 w 3580254"/>
              <a:gd name="connsiteY38" fmla="*/ 1243935 h 1456466"/>
              <a:gd name="connsiteX39" fmla="*/ 1290084 w 3580254"/>
              <a:gd name="connsiteY39" fmla="*/ 1314819 h 1456466"/>
              <a:gd name="connsiteX40" fmla="*/ 1538177 w 3580254"/>
              <a:gd name="connsiteY40" fmla="*/ 1286466 h 1456466"/>
              <a:gd name="connsiteX41" fmla="*/ 1531088 w 3580254"/>
              <a:gd name="connsiteY41" fmla="*/ 1449498 h 1456466"/>
              <a:gd name="connsiteX42" fmla="*/ 1587795 w 3580254"/>
              <a:gd name="connsiteY42" fmla="*/ 1279377 h 1456466"/>
              <a:gd name="connsiteX43" fmla="*/ 1757916 w 3580254"/>
              <a:gd name="connsiteY43" fmla="*/ 1392791 h 1456466"/>
              <a:gd name="connsiteX44" fmla="*/ 1587795 w 3580254"/>
              <a:gd name="connsiteY44" fmla="*/ 1222670 h 1456466"/>
              <a:gd name="connsiteX45" fmla="*/ 1665767 w 3580254"/>
              <a:gd name="connsiteY45" fmla="*/ 875340 h 1456466"/>
              <a:gd name="connsiteX46" fmla="*/ 1779181 w 3580254"/>
              <a:gd name="connsiteY46" fmla="*/ 1130521 h 1456466"/>
              <a:gd name="connsiteX47" fmla="*/ 1687032 w 3580254"/>
              <a:gd name="connsiteY47" fmla="*/ 790279 h 1456466"/>
              <a:gd name="connsiteX48" fmla="*/ 1743739 w 3580254"/>
              <a:gd name="connsiteY48" fmla="*/ 478391 h 1456466"/>
              <a:gd name="connsiteX49" fmla="*/ 2121466 w 3580254"/>
              <a:gd name="connsiteY49" fmla="*/ 977220 h 1456466"/>
              <a:gd name="connsiteX50" fmla="*/ 2474924 w 3580254"/>
              <a:gd name="connsiteY50" fmla="*/ 1262436 h 1456466"/>
              <a:gd name="connsiteX51" fmla="*/ 2895300 w 3580254"/>
              <a:gd name="connsiteY51" fmla="*/ 1359872 h 1456466"/>
              <a:gd name="connsiteX52" fmla="*/ 2489100 w 3580254"/>
              <a:gd name="connsiteY52" fmla="*/ 1208373 h 1456466"/>
              <a:gd name="connsiteX53" fmla="*/ 2906233 w 3580254"/>
              <a:gd name="connsiteY53" fmla="*/ 1215582 h 1456466"/>
              <a:gd name="connsiteX54" fmla="*/ 2447171 w 3580254"/>
              <a:gd name="connsiteY54" fmla="*/ 1159476 h 1456466"/>
              <a:gd name="connsiteX55" fmla="*/ 2170964 w 3580254"/>
              <a:gd name="connsiteY55" fmla="*/ 933489 h 1456466"/>
              <a:gd name="connsiteX56" fmla="*/ 1821711 w 3580254"/>
              <a:gd name="connsiteY56" fmla="*/ 435861 h 1456466"/>
              <a:gd name="connsiteX57" fmla="*/ 2544725 w 3580254"/>
              <a:gd name="connsiteY57" fmla="*/ 854075 h 1456466"/>
              <a:gd name="connsiteX58" fmla="*/ 3260651 w 3580254"/>
              <a:gd name="connsiteY58" fmla="*/ 967489 h 1456466"/>
              <a:gd name="connsiteX59" fmla="*/ 3543282 w 3580254"/>
              <a:gd name="connsiteY59" fmla="*/ 1123768 h 1456466"/>
              <a:gd name="connsiteX60" fmla="*/ 3296093 w 3580254"/>
              <a:gd name="connsiteY60" fmla="*/ 939135 h 1456466"/>
              <a:gd name="connsiteX61" fmla="*/ 3572539 w 3580254"/>
              <a:gd name="connsiteY61" fmla="*/ 832810 h 1456466"/>
              <a:gd name="connsiteX62" fmla="*/ 3232298 w 3580254"/>
              <a:gd name="connsiteY62" fmla="*/ 882428 h 1456466"/>
              <a:gd name="connsiteX63" fmla="*/ 2530549 w 3580254"/>
              <a:gd name="connsiteY63" fmla="*/ 769014 h 1456466"/>
              <a:gd name="connsiteX64" fmla="*/ 1828174 w 3580254"/>
              <a:gd name="connsiteY64" fmla="*/ 355142 h 1456466"/>
              <a:gd name="connsiteX65" fmla="*/ 1937461 w 3580254"/>
              <a:gd name="connsiteY65" fmla="*/ 139150 h 1456466"/>
              <a:gd name="connsiteX66" fmla="*/ 2199455 w 3580254"/>
              <a:gd name="connsiteY66" fmla="*/ 180704 h 1456466"/>
              <a:gd name="connsiteX67" fmla="*/ 2409476 w 3580254"/>
              <a:gd name="connsiteY67" fmla="*/ 303486 h 1456466"/>
              <a:gd name="connsiteX68" fmla="*/ 2470867 w 3580254"/>
              <a:gd name="connsiteY68" fmla="*/ 510276 h 1456466"/>
              <a:gd name="connsiteX69" fmla="*/ 2454712 w 3580254"/>
              <a:gd name="connsiteY69" fmla="*/ 313179 h 1456466"/>
              <a:gd name="connsiteX70" fmla="*/ 2573079 w 3580254"/>
              <a:gd name="connsiteY70" fmla="*/ 364977 h 1456466"/>
              <a:gd name="connsiteX71" fmla="*/ 3117436 w 3580254"/>
              <a:gd name="connsiteY71" fmla="*/ 371383 h 1456466"/>
              <a:gd name="connsiteX72" fmla="*/ 3578376 w 3580254"/>
              <a:gd name="connsiteY72" fmla="*/ 454321 h 1456466"/>
              <a:gd name="connsiteX73" fmla="*/ 3180035 w 3580254"/>
              <a:gd name="connsiteY73" fmla="*/ 341069 h 1456466"/>
              <a:gd name="connsiteX74" fmla="*/ 3580254 w 3580254"/>
              <a:gd name="connsiteY74" fmla="*/ 218751 h 1456466"/>
              <a:gd name="connsiteX75" fmla="*/ 3165258 w 3580254"/>
              <a:gd name="connsiteY75" fmla="*/ 297938 h 1456466"/>
              <a:gd name="connsiteX76" fmla="*/ 2949069 w 3580254"/>
              <a:gd name="connsiteY76" fmla="*/ 297024 h 1456466"/>
              <a:gd name="connsiteX77" fmla="*/ 3000767 w 3580254"/>
              <a:gd name="connsiteY77" fmla="*/ 125776 h 1456466"/>
              <a:gd name="connsiteX78" fmla="*/ 2900603 w 3580254"/>
              <a:gd name="connsiteY78" fmla="*/ 297025 h 1456466"/>
              <a:gd name="connsiteX79" fmla="*/ 2565991 w 3580254"/>
              <a:gd name="connsiteY79" fmla="*/ 279917 h 1456466"/>
              <a:gd name="connsiteX80" fmla="*/ 2202686 w 3580254"/>
              <a:gd name="connsiteY80" fmla="*/ 112851 h 1456466"/>
              <a:gd name="connsiteX81" fmla="*/ 1933527 w 3580254"/>
              <a:gd name="connsiteY81" fmla="*/ 108235 h 1456466"/>
              <a:gd name="connsiteX82" fmla="*/ 1998921 w 3580254"/>
              <a:gd name="connsiteY82" fmla="*/ 0 h 1456466"/>
              <a:gd name="connsiteX83" fmla="*/ 1672081 w 3580254"/>
              <a:gd name="connsiteY83" fmla="*/ 69850 h 1456466"/>
              <a:gd name="connsiteX0" fmla="*/ 1672081 w 3580254"/>
              <a:gd name="connsiteY0" fmla="*/ 9673 h 1396289"/>
              <a:gd name="connsiteX1" fmla="*/ 1680239 w 3580254"/>
              <a:gd name="connsiteY1" fmla="*/ 71918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72081 w 3580254"/>
              <a:gd name="connsiteY0" fmla="*/ 9673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72081 w 3580254"/>
              <a:gd name="connsiteY83" fmla="*/ 9673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02686 w 3580254"/>
              <a:gd name="connsiteY80" fmla="*/ 526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199455 w 3580254"/>
              <a:gd name="connsiteY66" fmla="*/ 12052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37461 w 3580254"/>
              <a:gd name="connsiteY65" fmla="*/ 78973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08980 w 3580254"/>
              <a:gd name="connsiteY66" fmla="*/ 136402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409476 w 3580254"/>
              <a:gd name="connsiteY67" fmla="*/ 243309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00767 w 3580254"/>
              <a:gd name="connsiteY77" fmla="*/ 65599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591339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29439 w 3580254"/>
              <a:gd name="connsiteY1" fmla="*/ 8779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01529 w 3580254"/>
              <a:gd name="connsiteY12" fmla="*/ 1508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38150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545708 w 3580254"/>
              <a:gd name="connsiteY11" fmla="*/ 169900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064794 w 3580254"/>
              <a:gd name="connsiteY10" fmla="*/ 2407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19198 h 1396289"/>
              <a:gd name="connsiteX1" fmla="*/ 1658014 w 3580254"/>
              <a:gd name="connsiteY1" fmla="*/ 94143 h 1396289"/>
              <a:gd name="connsiteX2" fmla="*/ 1015176 w 3580254"/>
              <a:gd name="connsiteY2" fmla="*/ 187073 h 1396289"/>
              <a:gd name="connsiteX3" fmla="*/ 581246 w 3580254"/>
              <a:gd name="connsiteY3" fmla="*/ 127591 h 1396289"/>
              <a:gd name="connsiteX4" fmla="*/ 311888 w 3580254"/>
              <a:gd name="connsiteY4" fmla="*/ 0 h 1396289"/>
              <a:gd name="connsiteX5" fmla="*/ 552893 w 3580254"/>
              <a:gd name="connsiteY5" fmla="*/ 164269 h 1396289"/>
              <a:gd name="connsiteX6" fmla="*/ 232679 w 3580254"/>
              <a:gd name="connsiteY6" fmla="*/ 273070 h 1396289"/>
              <a:gd name="connsiteX7" fmla="*/ 573857 w 3580254"/>
              <a:gd name="connsiteY7" fmla="*/ 215427 h 1396289"/>
              <a:gd name="connsiteX8" fmla="*/ 1006549 w 3580254"/>
              <a:gd name="connsiteY8" fmla="*/ 233916 h 1396289"/>
              <a:gd name="connsiteX9" fmla="*/ 772632 w 3580254"/>
              <a:gd name="connsiteY9" fmla="*/ 411126 h 1396289"/>
              <a:gd name="connsiteX10" fmla="*/ 1118769 w 3580254"/>
              <a:gd name="connsiteY10" fmla="*/ 228004 h 1396289"/>
              <a:gd name="connsiteX11" fmla="*/ 1469508 w 3580254"/>
              <a:gd name="connsiteY11" fmla="*/ 173075 h 1396289"/>
              <a:gd name="connsiteX12" fmla="*/ 1665029 w 3580254"/>
              <a:gd name="connsiteY12" fmla="*/ 147675 h 1396289"/>
              <a:gd name="connsiteX13" fmla="*/ 1601972 w 3580254"/>
              <a:gd name="connsiteY13" fmla="*/ 333154 h 1396289"/>
              <a:gd name="connsiteX14" fmla="*/ 1152641 w 3580254"/>
              <a:gd name="connsiteY14" fmla="*/ 670993 h 1396289"/>
              <a:gd name="connsiteX15" fmla="*/ 789578 w 3580254"/>
              <a:gd name="connsiteY15" fmla="*/ 618445 h 1396289"/>
              <a:gd name="connsiteX16" fmla="*/ 378687 w 3580254"/>
              <a:gd name="connsiteY16" fmla="*/ 492221 h 1396289"/>
              <a:gd name="connsiteX17" fmla="*/ 718110 w 3580254"/>
              <a:gd name="connsiteY17" fmla="*/ 650407 h 1396289"/>
              <a:gd name="connsiteX18" fmla="*/ 339353 w 3580254"/>
              <a:gd name="connsiteY18" fmla="*/ 687800 h 1396289"/>
              <a:gd name="connsiteX19" fmla="*/ 787891 w 3580254"/>
              <a:gd name="connsiteY19" fmla="*/ 693686 h 1396289"/>
              <a:gd name="connsiteX20" fmla="*/ 1105786 w 3580254"/>
              <a:gd name="connsiteY20" fmla="*/ 744279 h 1396289"/>
              <a:gd name="connsiteX21" fmla="*/ 709678 w 3580254"/>
              <a:gd name="connsiteY21" fmla="*/ 992133 h 1396289"/>
              <a:gd name="connsiteX22" fmla="*/ 480327 w 3580254"/>
              <a:gd name="connsiteY22" fmla="*/ 1061214 h 1396289"/>
              <a:gd name="connsiteX23" fmla="*/ 0 w 3580254"/>
              <a:gd name="connsiteY23" fmla="*/ 1134139 h 1396289"/>
              <a:gd name="connsiteX24" fmla="*/ 485758 w 3580254"/>
              <a:gd name="connsiteY24" fmla="*/ 1103443 h 1396289"/>
              <a:gd name="connsiteX25" fmla="*/ 1922 w 3580254"/>
              <a:gd name="connsiteY25" fmla="*/ 1277108 h 1396289"/>
              <a:gd name="connsiteX26" fmla="*/ 494553 w 3580254"/>
              <a:gd name="connsiteY26" fmla="*/ 1145505 h 1396289"/>
              <a:gd name="connsiteX27" fmla="*/ 41207 w 3580254"/>
              <a:gd name="connsiteY27" fmla="*/ 1396289 h 1396289"/>
              <a:gd name="connsiteX28" fmla="*/ 429916 w 3580254"/>
              <a:gd name="connsiteY28" fmla="*/ 1237088 h 1396289"/>
              <a:gd name="connsiteX29" fmla="*/ 632667 w 3580254"/>
              <a:gd name="connsiteY29" fmla="*/ 1101472 h 1396289"/>
              <a:gd name="connsiteX30" fmla="*/ 1006549 w 3580254"/>
              <a:gd name="connsiteY30" fmla="*/ 921489 h 1396289"/>
              <a:gd name="connsiteX31" fmla="*/ 949842 w 3580254"/>
              <a:gd name="connsiteY31" fmla="*/ 1311349 h 1396289"/>
              <a:gd name="connsiteX32" fmla="*/ 1063256 w 3580254"/>
              <a:gd name="connsiteY32" fmla="*/ 914400 h 1396289"/>
              <a:gd name="connsiteX33" fmla="*/ 1282995 w 3580254"/>
              <a:gd name="connsiteY33" fmla="*/ 659219 h 1396289"/>
              <a:gd name="connsiteX34" fmla="*/ 1616149 w 3580254"/>
              <a:gd name="connsiteY34" fmla="*/ 425302 h 1396289"/>
              <a:gd name="connsiteX35" fmla="*/ 1552353 w 3580254"/>
              <a:gd name="connsiteY35" fmla="*/ 793898 h 1396289"/>
              <a:gd name="connsiteX36" fmla="*/ 1375144 w 3580254"/>
              <a:gd name="connsiteY36" fmla="*/ 999461 h 1396289"/>
              <a:gd name="connsiteX37" fmla="*/ 1594884 w 3580254"/>
              <a:gd name="connsiteY37" fmla="*/ 829340 h 1396289"/>
              <a:gd name="connsiteX38" fmla="*/ 1524000 w 3580254"/>
              <a:gd name="connsiteY38" fmla="*/ 1183758 h 1396289"/>
              <a:gd name="connsiteX39" fmla="*/ 1290084 w 3580254"/>
              <a:gd name="connsiteY39" fmla="*/ 1254642 h 1396289"/>
              <a:gd name="connsiteX40" fmla="*/ 1538177 w 3580254"/>
              <a:gd name="connsiteY40" fmla="*/ 1226289 h 1396289"/>
              <a:gd name="connsiteX41" fmla="*/ 1531088 w 3580254"/>
              <a:gd name="connsiteY41" fmla="*/ 1389321 h 1396289"/>
              <a:gd name="connsiteX42" fmla="*/ 1587795 w 3580254"/>
              <a:gd name="connsiteY42" fmla="*/ 1219200 h 1396289"/>
              <a:gd name="connsiteX43" fmla="*/ 1757916 w 3580254"/>
              <a:gd name="connsiteY43" fmla="*/ 1332614 h 1396289"/>
              <a:gd name="connsiteX44" fmla="*/ 1587795 w 3580254"/>
              <a:gd name="connsiteY44" fmla="*/ 1162493 h 1396289"/>
              <a:gd name="connsiteX45" fmla="*/ 1665767 w 3580254"/>
              <a:gd name="connsiteY45" fmla="*/ 815163 h 1396289"/>
              <a:gd name="connsiteX46" fmla="*/ 1779181 w 3580254"/>
              <a:gd name="connsiteY46" fmla="*/ 1070344 h 1396289"/>
              <a:gd name="connsiteX47" fmla="*/ 1687032 w 3580254"/>
              <a:gd name="connsiteY47" fmla="*/ 730102 h 1396289"/>
              <a:gd name="connsiteX48" fmla="*/ 1743739 w 3580254"/>
              <a:gd name="connsiteY48" fmla="*/ 418214 h 1396289"/>
              <a:gd name="connsiteX49" fmla="*/ 2121466 w 3580254"/>
              <a:gd name="connsiteY49" fmla="*/ 917043 h 1396289"/>
              <a:gd name="connsiteX50" fmla="*/ 2474924 w 3580254"/>
              <a:gd name="connsiteY50" fmla="*/ 1202259 h 1396289"/>
              <a:gd name="connsiteX51" fmla="*/ 2895300 w 3580254"/>
              <a:gd name="connsiteY51" fmla="*/ 1299695 h 1396289"/>
              <a:gd name="connsiteX52" fmla="*/ 2489100 w 3580254"/>
              <a:gd name="connsiteY52" fmla="*/ 1148196 h 1396289"/>
              <a:gd name="connsiteX53" fmla="*/ 2906233 w 3580254"/>
              <a:gd name="connsiteY53" fmla="*/ 1155405 h 1396289"/>
              <a:gd name="connsiteX54" fmla="*/ 2447171 w 3580254"/>
              <a:gd name="connsiteY54" fmla="*/ 1099299 h 1396289"/>
              <a:gd name="connsiteX55" fmla="*/ 2170964 w 3580254"/>
              <a:gd name="connsiteY55" fmla="*/ 873312 h 1396289"/>
              <a:gd name="connsiteX56" fmla="*/ 1821711 w 3580254"/>
              <a:gd name="connsiteY56" fmla="*/ 375684 h 1396289"/>
              <a:gd name="connsiteX57" fmla="*/ 2544725 w 3580254"/>
              <a:gd name="connsiteY57" fmla="*/ 793898 h 1396289"/>
              <a:gd name="connsiteX58" fmla="*/ 3260651 w 3580254"/>
              <a:gd name="connsiteY58" fmla="*/ 907312 h 1396289"/>
              <a:gd name="connsiteX59" fmla="*/ 3543282 w 3580254"/>
              <a:gd name="connsiteY59" fmla="*/ 1063591 h 1396289"/>
              <a:gd name="connsiteX60" fmla="*/ 3296093 w 3580254"/>
              <a:gd name="connsiteY60" fmla="*/ 878958 h 1396289"/>
              <a:gd name="connsiteX61" fmla="*/ 3572539 w 3580254"/>
              <a:gd name="connsiteY61" fmla="*/ 772633 h 1396289"/>
              <a:gd name="connsiteX62" fmla="*/ 3232298 w 3580254"/>
              <a:gd name="connsiteY62" fmla="*/ 822251 h 1396289"/>
              <a:gd name="connsiteX63" fmla="*/ 2530549 w 3580254"/>
              <a:gd name="connsiteY63" fmla="*/ 708837 h 1396289"/>
              <a:gd name="connsiteX64" fmla="*/ 1828174 w 3580254"/>
              <a:gd name="connsiteY64" fmla="*/ 294965 h 1396289"/>
              <a:gd name="connsiteX65" fmla="*/ 1946986 w 3580254"/>
              <a:gd name="connsiteY65" fmla="*/ 94848 h 1396289"/>
              <a:gd name="connsiteX66" fmla="*/ 2224855 w 3580254"/>
              <a:gd name="connsiteY66" fmla="*/ 126877 h 1396289"/>
              <a:gd name="connsiteX67" fmla="*/ 2393601 w 3580254"/>
              <a:gd name="connsiteY67" fmla="*/ 208384 h 1396289"/>
              <a:gd name="connsiteX68" fmla="*/ 2470867 w 3580254"/>
              <a:gd name="connsiteY68" fmla="*/ 450099 h 1396289"/>
              <a:gd name="connsiteX69" fmla="*/ 2454712 w 3580254"/>
              <a:gd name="connsiteY69" fmla="*/ 253002 h 1396289"/>
              <a:gd name="connsiteX70" fmla="*/ 2573079 w 3580254"/>
              <a:gd name="connsiteY70" fmla="*/ 304800 h 1396289"/>
              <a:gd name="connsiteX71" fmla="*/ 3117436 w 3580254"/>
              <a:gd name="connsiteY71" fmla="*/ 311206 h 1396289"/>
              <a:gd name="connsiteX72" fmla="*/ 3578376 w 3580254"/>
              <a:gd name="connsiteY72" fmla="*/ 394144 h 1396289"/>
              <a:gd name="connsiteX73" fmla="*/ 3180035 w 3580254"/>
              <a:gd name="connsiteY73" fmla="*/ 280892 h 1396289"/>
              <a:gd name="connsiteX74" fmla="*/ 3580254 w 3580254"/>
              <a:gd name="connsiteY74" fmla="*/ 158574 h 1396289"/>
              <a:gd name="connsiteX75" fmla="*/ 3165258 w 3580254"/>
              <a:gd name="connsiteY75" fmla="*/ 237761 h 1396289"/>
              <a:gd name="connsiteX76" fmla="*/ 2949069 w 3580254"/>
              <a:gd name="connsiteY76" fmla="*/ 236847 h 1396289"/>
              <a:gd name="connsiteX77" fmla="*/ 3070617 w 3580254"/>
              <a:gd name="connsiteY77" fmla="*/ 81474 h 1396289"/>
              <a:gd name="connsiteX78" fmla="*/ 2900603 w 3580254"/>
              <a:gd name="connsiteY78" fmla="*/ 236848 h 1396289"/>
              <a:gd name="connsiteX79" fmla="*/ 2565991 w 3580254"/>
              <a:gd name="connsiteY79" fmla="*/ 219740 h 1396289"/>
              <a:gd name="connsiteX80" fmla="*/ 2218561 w 3580254"/>
              <a:gd name="connsiteY80" fmla="*/ 78074 h 1396289"/>
              <a:gd name="connsiteX81" fmla="*/ 1933527 w 3580254"/>
              <a:gd name="connsiteY81" fmla="*/ 48058 h 1396289"/>
              <a:gd name="connsiteX82" fmla="*/ 1932246 w 3580254"/>
              <a:gd name="connsiteY82" fmla="*/ 9673 h 1396289"/>
              <a:gd name="connsiteX83" fmla="*/ 1656206 w 3580254"/>
              <a:gd name="connsiteY83" fmla="*/ 19198 h 1396289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573857 w 3580254"/>
              <a:gd name="connsiteY7" fmla="*/ 205754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52893 w 3580254"/>
              <a:gd name="connsiteY5" fmla="*/ 15459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322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33527 w 3580254"/>
              <a:gd name="connsiteY81" fmla="*/ 38385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656206 w 3580254"/>
              <a:gd name="connsiteY0" fmla="*/ 9525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56206 w 3580254"/>
              <a:gd name="connsiteY83" fmla="*/ 9525 h 1386616"/>
              <a:gd name="connsiteX0" fmla="*/ 1599056 w 3580254"/>
              <a:gd name="connsiteY0" fmla="*/ 635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599056 w 3580254"/>
              <a:gd name="connsiteY83" fmla="*/ 63500 h 1386616"/>
              <a:gd name="connsiteX0" fmla="*/ 1649856 w 3580254"/>
              <a:gd name="connsiteY0" fmla="*/ 12700 h 1386616"/>
              <a:gd name="connsiteX1" fmla="*/ 1658014 w 3580254"/>
              <a:gd name="connsiteY1" fmla="*/ 84470 h 1386616"/>
              <a:gd name="connsiteX2" fmla="*/ 1015176 w 3580254"/>
              <a:gd name="connsiteY2" fmla="*/ 177400 h 1386616"/>
              <a:gd name="connsiteX3" fmla="*/ 581246 w 3580254"/>
              <a:gd name="connsiteY3" fmla="*/ 117918 h 1386616"/>
              <a:gd name="connsiteX4" fmla="*/ 226163 w 3580254"/>
              <a:gd name="connsiteY4" fmla="*/ 76052 h 1386616"/>
              <a:gd name="connsiteX5" fmla="*/ 565593 w 3580254"/>
              <a:gd name="connsiteY5" fmla="*/ 160946 h 1386616"/>
              <a:gd name="connsiteX6" fmla="*/ 232679 w 3580254"/>
              <a:gd name="connsiteY6" fmla="*/ 263397 h 1386616"/>
              <a:gd name="connsiteX7" fmla="*/ 624657 w 3580254"/>
              <a:gd name="connsiteY7" fmla="*/ 189879 h 1386616"/>
              <a:gd name="connsiteX8" fmla="*/ 1006549 w 3580254"/>
              <a:gd name="connsiteY8" fmla="*/ 224243 h 1386616"/>
              <a:gd name="connsiteX9" fmla="*/ 772632 w 3580254"/>
              <a:gd name="connsiteY9" fmla="*/ 401453 h 1386616"/>
              <a:gd name="connsiteX10" fmla="*/ 1118769 w 3580254"/>
              <a:gd name="connsiteY10" fmla="*/ 218331 h 1386616"/>
              <a:gd name="connsiteX11" fmla="*/ 1469508 w 3580254"/>
              <a:gd name="connsiteY11" fmla="*/ 163402 h 1386616"/>
              <a:gd name="connsiteX12" fmla="*/ 1665029 w 3580254"/>
              <a:gd name="connsiteY12" fmla="*/ 138002 h 1386616"/>
              <a:gd name="connsiteX13" fmla="*/ 1601972 w 3580254"/>
              <a:gd name="connsiteY13" fmla="*/ 323481 h 1386616"/>
              <a:gd name="connsiteX14" fmla="*/ 1152641 w 3580254"/>
              <a:gd name="connsiteY14" fmla="*/ 661320 h 1386616"/>
              <a:gd name="connsiteX15" fmla="*/ 789578 w 3580254"/>
              <a:gd name="connsiteY15" fmla="*/ 608772 h 1386616"/>
              <a:gd name="connsiteX16" fmla="*/ 378687 w 3580254"/>
              <a:gd name="connsiteY16" fmla="*/ 482548 h 1386616"/>
              <a:gd name="connsiteX17" fmla="*/ 718110 w 3580254"/>
              <a:gd name="connsiteY17" fmla="*/ 640734 h 1386616"/>
              <a:gd name="connsiteX18" fmla="*/ 339353 w 3580254"/>
              <a:gd name="connsiteY18" fmla="*/ 678127 h 1386616"/>
              <a:gd name="connsiteX19" fmla="*/ 787891 w 3580254"/>
              <a:gd name="connsiteY19" fmla="*/ 684013 h 1386616"/>
              <a:gd name="connsiteX20" fmla="*/ 1105786 w 3580254"/>
              <a:gd name="connsiteY20" fmla="*/ 734606 h 1386616"/>
              <a:gd name="connsiteX21" fmla="*/ 709678 w 3580254"/>
              <a:gd name="connsiteY21" fmla="*/ 982460 h 1386616"/>
              <a:gd name="connsiteX22" fmla="*/ 480327 w 3580254"/>
              <a:gd name="connsiteY22" fmla="*/ 1051541 h 1386616"/>
              <a:gd name="connsiteX23" fmla="*/ 0 w 3580254"/>
              <a:gd name="connsiteY23" fmla="*/ 1124466 h 1386616"/>
              <a:gd name="connsiteX24" fmla="*/ 485758 w 3580254"/>
              <a:gd name="connsiteY24" fmla="*/ 1093770 h 1386616"/>
              <a:gd name="connsiteX25" fmla="*/ 1922 w 3580254"/>
              <a:gd name="connsiteY25" fmla="*/ 1267435 h 1386616"/>
              <a:gd name="connsiteX26" fmla="*/ 494553 w 3580254"/>
              <a:gd name="connsiteY26" fmla="*/ 1135832 h 1386616"/>
              <a:gd name="connsiteX27" fmla="*/ 41207 w 3580254"/>
              <a:gd name="connsiteY27" fmla="*/ 1386616 h 1386616"/>
              <a:gd name="connsiteX28" fmla="*/ 429916 w 3580254"/>
              <a:gd name="connsiteY28" fmla="*/ 1227415 h 1386616"/>
              <a:gd name="connsiteX29" fmla="*/ 632667 w 3580254"/>
              <a:gd name="connsiteY29" fmla="*/ 1091799 h 1386616"/>
              <a:gd name="connsiteX30" fmla="*/ 1006549 w 3580254"/>
              <a:gd name="connsiteY30" fmla="*/ 911816 h 1386616"/>
              <a:gd name="connsiteX31" fmla="*/ 949842 w 3580254"/>
              <a:gd name="connsiteY31" fmla="*/ 1301676 h 1386616"/>
              <a:gd name="connsiteX32" fmla="*/ 1063256 w 3580254"/>
              <a:gd name="connsiteY32" fmla="*/ 904727 h 1386616"/>
              <a:gd name="connsiteX33" fmla="*/ 1282995 w 3580254"/>
              <a:gd name="connsiteY33" fmla="*/ 649546 h 1386616"/>
              <a:gd name="connsiteX34" fmla="*/ 1616149 w 3580254"/>
              <a:gd name="connsiteY34" fmla="*/ 415629 h 1386616"/>
              <a:gd name="connsiteX35" fmla="*/ 1552353 w 3580254"/>
              <a:gd name="connsiteY35" fmla="*/ 784225 h 1386616"/>
              <a:gd name="connsiteX36" fmla="*/ 1375144 w 3580254"/>
              <a:gd name="connsiteY36" fmla="*/ 989788 h 1386616"/>
              <a:gd name="connsiteX37" fmla="*/ 1594884 w 3580254"/>
              <a:gd name="connsiteY37" fmla="*/ 819667 h 1386616"/>
              <a:gd name="connsiteX38" fmla="*/ 1524000 w 3580254"/>
              <a:gd name="connsiteY38" fmla="*/ 1174085 h 1386616"/>
              <a:gd name="connsiteX39" fmla="*/ 1290084 w 3580254"/>
              <a:gd name="connsiteY39" fmla="*/ 1244969 h 1386616"/>
              <a:gd name="connsiteX40" fmla="*/ 1538177 w 3580254"/>
              <a:gd name="connsiteY40" fmla="*/ 1216616 h 1386616"/>
              <a:gd name="connsiteX41" fmla="*/ 1531088 w 3580254"/>
              <a:gd name="connsiteY41" fmla="*/ 1379648 h 1386616"/>
              <a:gd name="connsiteX42" fmla="*/ 1587795 w 3580254"/>
              <a:gd name="connsiteY42" fmla="*/ 1209527 h 1386616"/>
              <a:gd name="connsiteX43" fmla="*/ 1757916 w 3580254"/>
              <a:gd name="connsiteY43" fmla="*/ 1322941 h 1386616"/>
              <a:gd name="connsiteX44" fmla="*/ 1587795 w 3580254"/>
              <a:gd name="connsiteY44" fmla="*/ 1152820 h 1386616"/>
              <a:gd name="connsiteX45" fmla="*/ 1665767 w 3580254"/>
              <a:gd name="connsiteY45" fmla="*/ 805490 h 1386616"/>
              <a:gd name="connsiteX46" fmla="*/ 1779181 w 3580254"/>
              <a:gd name="connsiteY46" fmla="*/ 1060671 h 1386616"/>
              <a:gd name="connsiteX47" fmla="*/ 1687032 w 3580254"/>
              <a:gd name="connsiteY47" fmla="*/ 720429 h 1386616"/>
              <a:gd name="connsiteX48" fmla="*/ 1743739 w 3580254"/>
              <a:gd name="connsiteY48" fmla="*/ 408541 h 1386616"/>
              <a:gd name="connsiteX49" fmla="*/ 2121466 w 3580254"/>
              <a:gd name="connsiteY49" fmla="*/ 907370 h 1386616"/>
              <a:gd name="connsiteX50" fmla="*/ 2474924 w 3580254"/>
              <a:gd name="connsiteY50" fmla="*/ 1192586 h 1386616"/>
              <a:gd name="connsiteX51" fmla="*/ 2895300 w 3580254"/>
              <a:gd name="connsiteY51" fmla="*/ 1290022 h 1386616"/>
              <a:gd name="connsiteX52" fmla="*/ 2489100 w 3580254"/>
              <a:gd name="connsiteY52" fmla="*/ 1138523 h 1386616"/>
              <a:gd name="connsiteX53" fmla="*/ 2906233 w 3580254"/>
              <a:gd name="connsiteY53" fmla="*/ 1145732 h 1386616"/>
              <a:gd name="connsiteX54" fmla="*/ 2447171 w 3580254"/>
              <a:gd name="connsiteY54" fmla="*/ 1089626 h 1386616"/>
              <a:gd name="connsiteX55" fmla="*/ 2170964 w 3580254"/>
              <a:gd name="connsiteY55" fmla="*/ 863639 h 1386616"/>
              <a:gd name="connsiteX56" fmla="*/ 1821711 w 3580254"/>
              <a:gd name="connsiteY56" fmla="*/ 366011 h 1386616"/>
              <a:gd name="connsiteX57" fmla="*/ 2544725 w 3580254"/>
              <a:gd name="connsiteY57" fmla="*/ 784225 h 1386616"/>
              <a:gd name="connsiteX58" fmla="*/ 3260651 w 3580254"/>
              <a:gd name="connsiteY58" fmla="*/ 897639 h 1386616"/>
              <a:gd name="connsiteX59" fmla="*/ 3543282 w 3580254"/>
              <a:gd name="connsiteY59" fmla="*/ 1053918 h 1386616"/>
              <a:gd name="connsiteX60" fmla="*/ 3296093 w 3580254"/>
              <a:gd name="connsiteY60" fmla="*/ 869285 h 1386616"/>
              <a:gd name="connsiteX61" fmla="*/ 3572539 w 3580254"/>
              <a:gd name="connsiteY61" fmla="*/ 762960 h 1386616"/>
              <a:gd name="connsiteX62" fmla="*/ 3232298 w 3580254"/>
              <a:gd name="connsiteY62" fmla="*/ 812578 h 1386616"/>
              <a:gd name="connsiteX63" fmla="*/ 2530549 w 3580254"/>
              <a:gd name="connsiteY63" fmla="*/ 699164 h 1386616"/>
              <a:gd name="connsiteX64" fmla="*/ 1828174 w 3580254"/>
              <a:gd name="connsiteY64" fmla="*/ 285292 h 1386616"/>
              <a:gd name="connsiteX65" fmla="*/ 1946986 w 3580254"/>
              <a:gd name="connsiteY65" fmla="*/ 85175 h 1386616"/>
              <a:gd name="connsiteX66" fmla="*/ 2224855 w 3580254"/>
              <a:gd name="connsiteY66" fmla="*/ 117204 h 1386616"/>
              <a:gd name="connsiteX67" fmla="*/ 2393601 w 3580254"/>
              <a:gd name="connsiteY67" fmla="*/ 198711 h 1386616"/>
              <a:gd name="connsiteX68" fmla="*/ 2470867 w 3580254"/>
              <a:gd name="connsiteY68" fmla="*/ 440426 h 1386616"/>
              <a:gd name="connsiteX69" fmla="*/ 2454712 w 3580254"/>
              <a:gd name="connsiteY69" fmla="*/ 243329 h 1386616"/>
              <a:gd name="connsiteX70" fmla="*/ 2573079 w 3580254"/>
              <a:gd name="connsiteY70" fmla="*/ 295127 h 1386616"/>
              <a:gd name="connsiteX71" fmla="*/ 3117436 w 3580254"/>
              <a:gd name="connsiteY71" fmla="*/ 301533 h 1386616"/>
              <a:gd name="connsiteX72" fmla="*/ 3578376 w 3580254"/>
              <a:gd name="connsiteY72" fmla="*/ 384471 h 1386616"/>
              <a:gd name="connsiteX73" fmla="*/ 3180035 w 3580254"/>
              <a:gd name="connsiteY73" fmla="*/ 271219 h 1386616"/>
              <a:gd name="connsiteX74" fmla="*/ 3580254 w 3580254"/>
              <a:gd name="connsiteY74" fmla="*/ 148901 h 1386616"/>
              <a:gd name="connsiteX75" fmla="*/ 3165258 w 3580254"/>
              <a:gd name="connsiteY75" fmla="*/ 228088 h 1386616"/>
              <a:gd name="connsiteX76" fmla="*/ 2949069 w 3580254"/>
              <a:gd name="connsiteY76" fmla="*/ 227174 h 1386616"/>
              <a:gd name="connsiteX77" fmla="*/ 3070617 w 3580254"/>
              <a:gd name="connsiteY77" fmla="*/ 71801 h 1386616"/>
              <a:gd name="connsiteX78" fmla="*/ 2900603 w 3580254"/>
              <a:gd name="connsiteY78" fmla="*/ 227175 h 1386616"/>
              <a:gd name="connsiteX79" fmla="*/ 2565991 w 3580254"/>
              <a:gd name="connsiteY79" fmla="*/ 210067 h 1386616"/>
              <a:gd name="connsiteX80" fmla="*/ 2218561 w 3580254"/>
              <a:gd name="connsiteY80" fmla="*/ 68401 h 1386616"/>
              <a:gd name="connsiteX81" fmla="*/ 1949402 w 3580254"/>
              <a:gd name="connsiteY81" fmla="*/ 47910 h 1386616"/>
              <a:gd name="connsiteX82" fmla="*/ 1944946 w 3580254"/>
              <a:gd name="connsiteY82" fmla="*/ 0 h 1386616"/>
              <a:gd name="connsiteX83" fmla="*/ 1649856 w 3580254"/>
              <a:gd name="connsiteY83" fmla="*/ 12700 h 1386616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16149 w 3580254"/>
              <a:gd name="connsiteY34" fmla="*/ 41245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552353 w 3580254"/>
              <a:gd name="connsiteY35" fmla="*/ 781050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76474 w 3580254"/>
              <a:gd name="connsiteY34" fmla="*/ 3934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85999 w 3580254"/>
              <a:gd name="connsiteY34" fmla="*/ 39975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43739 w 3580254"/>
              <a:gd name="connsiteY48" fmla="*/ 405366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594884 w 3580254"/>
              <a:gd name="connsiteY37" fmla="*/ 816492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65767 w 3580254"/>
              <a:gd name="connsiteY45" fmla="*/ 8023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8069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6242 w 3580254"/>
              <a:gd name="connsiteY45" fmla="*/ 805490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87795 w 3580254"/>
              <a:gd name="connsiteY44" fmla="*/ 114964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24000 w 3580254"/>
              <a:gd name="connsiteY38" fmla="*/ 11709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213441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87795 w 3580254"/>
              <a:gd name="connsiteY42" fmla="*/ 12063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8014 w 3580254"/>
              <a:gd name="connsiteY1" fmla="*/ 81295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86410 w 3580254"/>
              <a:gd name="connsiteY65" fmla="*/ 165652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30549 w 3580254"/>
              <a:gd name="connsiteY63" fmla="*/ 695989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32298 w 3580254"/>
              <a:gd name="connsiteY62" fmla="*/ 809403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96093 w 3580254"/>
              <a:gd name="connsiteY60" fmla="*/ 866110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1006549 w 3580254"/>
              <a:gd name="connsiteY30" fmla="*/ 908641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63256 w 3580254"/>
              <a:gd name="connsiteY32" fmla="*/ 901552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05786 w 3580254"/>
              <a:gd name="connsiteY20" fmla="*/ 731431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65029 w 3580254"/>
              <a:gd name="connsiteY12" fmla="*/ 13482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856639 w 3580254"/>
              <a:gd name="connsiteY65" fmla="*/ 178411 h 1383441"/>
              <a:gd name="connsiteX66" fmla="*/ 1946986 w 3580254"/>
              <a:gd name="connsiteY66" fmla="*/ 82000 h 1383441"/>
              <a:gd name="connsiteX67" fmla="*/ 2224855 w 3580254"/>
              <a:gd name="connsiteY67" fmla="*/ 114029 h 1383441"/>
              <a:gd name="connsiteX68" fmla="*/ 2393601 w 3580254"/>
              <a:gd name="connsiteY68" fmla="*/ 195536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73079 w 3580254"/>
              <a:gd name="connsiteY71" fmla="*/ 291952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5991 w 3580254"/>
              <a:gd name="connsiteY80" fmla="*/ 206892 h 1383441"/>
              <a:gd name="connsiteX81" fmla="*/ 2218561 w 3580254"/>
              <a:gd name="connsiteY81" fmla="*/ 65226 h 1383441"/>
              <a:gd name="connsiteX82" fmla="*/ 1949402 w 3580254"/>
              <a:gd name="connsiteY82" fmla="*/ 44735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28174 w 3580254"/>
              <a:gd name="connsiteY64" fmla="*/ 28211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74725 w 3580254"/>
              <a:gd name="connsiteY64" fmla="*/ 302067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8980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49402 w 3580254"/>
              <a:gd name="connsiteY81" fmla="*/ 4473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46986 w 3580254"/>
              <a:gd name="connsiteY65" fmla="*/ 8200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48404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92880 w 3580254"/>
              <a:gd name="connsiteY1" fmla="*/ 961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7929 w 3580254"/>
              <a:gd name="connsiteY12" fmla="*/ 141477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579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69508 w 3580254"/>
              <a:gd name="connsiteY11" fmla="*/ 1602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406008 w 3580254"/>
              <a:gd name="connsiteY11" fmla="*/ 15387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20827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27936 w 3580254"/>
              <a:gd name="connsiteY65" fmla="*/ 101050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52577 w 3580254"/>
              <a:gd name="connsiteY81" fmla="*/ 63785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18561 w 3580254"/>
              <a:gd name="connsiteY80" fmla="*/ 65226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24855 w 3580254"/>
              <a:gd name="connsiteY66" fmla="*/ 114029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1953336 w 3580254"/>
              <a:gd name="connsiteY65" fmla="*/ 97875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894676 w 3580254"/>
              <a:gd name="connsiteY64" fmla="*/ 328668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51062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54713 w 3580254"/>
              <a:gd name="connsiteY66" fmla="*/ 132691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73079 w 3580254"/>
              <a:gd name="connsiteY70" fmla="*/ 291952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48419 w 3580254"/>
              <a:gd name="connsiteY80" fmla="*/ 87619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24248 w 3580254"/>
              <a:gd name="connsiteY65" fmla="*/ 109072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1931998 w 3580254"/>
              <a:gd name="connsiteY64" fmla="*/ 369723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31713 w 3580254"/>
              <a:gd name="connsiteY64" fmla="*/ 127734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81936 w 3580254"/>
              <a:gd name="connsiteY64" fmla="*/ 3647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2031713 w 3580254"/>
              <a:gd name="connsiteY65" fmla="*/ 127734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72446 w 3580254"/>
              <a:gd name="connsiteY65" fmla="*/ 123500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114202 w 3580254"/>
              <a:gd name="connsiteY64" fmla="*/ 3774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601972 w 3580254"/>
              <a:gd name="connsiteY13" fmla="*/ 320306 h 1383441"/>
              <a:gd name="connsiteX14" fmla="*/ 1152641 w 3580254"/>
              <a:gd name="connsiteY14" fmla="*/ 658145 h 1383441"/>
              <a:gd name="connsiteX15" fmla="*/ 789578 w 3580254"/>
              <a:gd name="connsiteY15" fmla="*/ 605597 h 1383441"/>
              <a:gd name="connsiteX16" fmla="*/ 378687 w 3580254"/>
              <a:gd name="connsiteY16" fmla="*/ 479373 h 1383441"/>
              <a:gd name="connsiteX17" fmla="*/ 718110 w 3580254"/>
              <a:gd name="connsiteY17" fmla="*/ 637559 h 1383441"/>
              <a:gd name="connsiteX18" fmla="*/ 339353 w 3580254"/>
              <a:gd name="connsiteY18" fmla="*/ 674952 h 1383441"/>
              <a:gd name="connsiteX19" fmla="*/ 787891 w 3580254"/>
              <a:gd name="connsiteY19" fmla="*/ 680838 h 1383441"/>
              <a:gd name="connsiteX20" fmla="*/ 1129062 w 3580254"/>
              <a:gd name="connsiteY20" fmla="*/ 714805 h 1383441"/>
              <a:gd name="connsiteX21" fmla="*/ 709678 w 3580254"/>
              <a:gd name="connsiteY21" fmla="*/ 979285 h 1383441"/>
              <a:gd name="connsiteX22" fmla="*/ 480327 w 3580254"/>
              <a:gd name="connsiteY22" fmla="*/ 1048366 h 1383441"/>
              <a:gd name="connsiteX23" fmla="*/ 0 w 3580254"/>
              <a:gd name="connsiteY23" fmla="*/ 1121291 h 1383441"/>
              <a:gd name="connsiteX24" fmla="*/ 485758 w 3580254"/>
              <a:gd name="connsiteY24" fmla="*/ 1090595 h 1383441"/>
              <a:gd name="connsiteX25" fmla="*/ 1922 w 3580254"/>
              <a:gd name="connsiteY25" fmla="*/ 1264260 h 1383441"/>
              <a:gd name="connsiteX26" fmla="*/ 494553 w 3580254"/>
              <a:gd name="connsiteY26" fmla="*/ 1132657 h 1383441"/>
              <a:gd name="connsiteX27" fmla="*/ 41207 w 3580254"/>
              <a:gd name="connsiteY27" fmla="*/ 1383441 h 1383441"/>
              <a:gd name="connsiteX28" fmla="*/ 429916 w 3580254"/>
              <a:gd name="connsiteY28" fmla="*/ 1224240 h 1383441"/>
              <a:gd name="connsiteX29" fmla="*/ 632667 w 3580254"/>
              <a:gd name="connsiteY29" fmla="*/ 1088624 h 1383441"/>
              <a:gd name="connsiteX30" fmla="*/ 976623 w 3580254"/>
              <a:gd name="connsiteY30" fmla="*/ 875390 h 1383441"/>
              <a:gd name="connsiteX31" fmla="*/ 949842 w 3580254"/>
              <a:gd name="connsiteY31" fmla="*/ 1298501 h 1383441"/>
              <a:gd name="connsiteX32" fmla="*/ 1030006 w 3580254"/>
              <a:gd name="connsiteY32" fmla="*/ 871627 h 1383441"/>
              <a:gd name="connsiteX33" fmla="*/ 1282995 w 3580254"/>
              <a:gd name="connsiteY33" fmla="*/ 646371 h 1383441"/>
              <a:gd name="connsiteX34" fmla="*/ 1666949 w 3580254"/>
              <a:gd name="connsiteY34" fmla="*/ 380704 h 1383441"/>
              <a:gd name="connsiteX35" fmla="*/ 1619028 w 3580254"/>
              <a:gd name="connsiteY35" fmla="*/ 708025 h 1383441"/>
              <a:gd name="connsiteX36" fmla="*/ 1375144 w 3580254"/>
              <a:gd name="connsiteY36" fmla="*/ 986613 h 1383441"/>
              <a:gd name="connsiteX37" fmla="*/ 1620284 w 3580254"/>
              <a:gd name="connsiteY37" fmla="*/ 768867 h 1383441"/>
              <a:gd name="connsiteX38" fmla="*/ 1539875 w 3580254"/>
              <a:gd name="connsiteY38" fmla="*/ 1107410 h 1383441"/>
              <a:gd name="connsiteX39" fmla="*/ 1290084 w 3580254"/>
              <a:gd name="connsiteY39" fmla="*/ 1241794 h 1383441"/>
              <a:gd name="connsiteX40" fmla="*/ 1538177 w 3580254"/>
              <a:gd name="connsiteY40" fmla="*/ 1153116 h 1383441"/>
              <a:gd name="connsiteX41" fmla="*/ 1531088 w 3580254"/>
              <a:gd name="connsiteY41" fmla="*/ 1376473 h 1383441"/>
              <a:gd name="connsiteX42" fmla="*/ 1571920 w 3580254"/>
              <a:gd name="connsiteY42" fmla="*/ 1155552 h 1383441"/>
              <a:gd name="connsiteX43" fmla="*/ 1757916 w 3580254"/>
              <a:gd name="connsiteY43" fmla="*/ 1319766 h 1383441"/>
              <a:gd name="connsiteX44" fmla="*/ 1578270 w 3580254"/>
              <a:gd name="connsiteY44" fmla="*/ 1105195 h 1383441"/>
              <a:gd name="connsiteX45" fmla="*/ 1653067 w 3580254"/>
              <a:gd name="connsiteY45" fmla="*/ 764215 h 1383441"/>
              <a:gd name="connsiteX46" fmla="*/ 1779181 w 3580254"/>
              <a:gd name="connsiteY46" fmla="*/ 1057496 h 1383441"/>
              <a:gd name="connsiteX47" fmla="*/ 1687032 w 3580254"/>
              <a:gd name="connsiteY47" fmla="*/ 717254 h 1383441"/>
              <a:gd name="connsiteX48" fmla="*/ 1731039 w 3580254"/>
              <a:gd name="connsiteY48" fmla="*/ 389491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1711 w 3580254"/>
              <a:gd name="connsiteY56" fmla="*/ 362836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3825 w 3580254"/>
              <a:gd name="connsiteY63" fmla="*/ 725915 h 1383441"/>
              <a:gd name="connsiteX64" fmla="*/ 2067635 w 3580254"/>
              <a:gd name="connsiteY64" fmla="*/ 339317 h 1383441"/>
              <a:gd name="connsiteX65" fmla="*/ 1985146 w 3580254"/>
              <a:gd name="connsiteY65" fmla="*/ 115033 h 1383441"/>
              <a:gd name="connsiteX66" fmla="*/ 2239784 w 3580254"/>
              <a:gd name="connsiteY66" fmla="*/ 143888 h 1383441"/>
              <a:gd name="connsiteX67" fmla="*/ 2393601 w 3580254"/>
              <a:gd name="connsiteY67" fmla="*/ 195536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5991 w 3580254"/>
              <a:gd name="connsiteY79" fmla="*/ 206892 h 1383441"/>
              <a:gd name="connsiteX80" fmla="*/ 2259616 w 3580254"/>
              <a:gd name="connsiteY80" fmla="*/ 10254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66949 w 3580254"/>
              <a:gd name="connsiteY33" fmla="*/ 380704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1039 w 3580254"/>
              <a:gd name="connsiteY47" fmla="*/ 389491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1711 w 3580254"/>
              <a:gd name="connsiteY55" fmla="*/ 362836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7635 w 3580254"/>
              <a:gd name="connsiteY63" fmla="*/ 339317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725915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3825 w 3580254"/>
              <a:gd name="connsiteY62" fmla="*/ 687096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0866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39784 w 3580254"/>
              <a:gd name="connsiteY65" fmla="*/ 143888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59616 w 3580254"/>
              <a:gd name="connsiteY79" fmla="*/ 10254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70208 w 3580254"/>
              <a:gd name="connsiteY79" fmla="*/ 120200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85146 w 3580254"/>
              <a:gd name="connsiteY64" fmla="*/ 115033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393601 w 3580254"/>
              <a:gd name="connsiteY66" fmla="*/ 195536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5991 w 3580254"/>
              <a:gd name="connsiteY78" fmla="*/ 206892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1779181 w 3580254"/>
              <a:gd name="connsiteY45" fmla="*/ 1057496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687032 w 3580254"/>
              <a:gd name="connsiteY46" fmla="*/ 717254 h 1383441"/>
              <a:gd name="connsiteX47" fmla="*/ 1735352 w 3580254"/>
              <a:gd name="connsiteY47" fmla="*/ 307540 h 1383441"/>
              <a:gd name="connsiteX48" fmla="*/ 2121466 w 3580254"/>
              <a:gd name="connsiteY48" fmla="*/ 904195 h 1383441"/>
              <a:gd name="connsiteX49" fmla="*/ 2474924 w 3580254"/>
              <a:gd name="connsiteY49" fmla="*/ 1189411 h 1383441"/>
              <a:gd name="connsiteX50" fmla="*/ 2895300 w 3580254"/>
              <a:gd name="connsiteY50" fmla="*/ 1286847 h 1383441"/>
              <a:gd name="connsiteX51" fmla="*/ 2489100 w 3580254"/>
              <a:gd name="connsiteY51" fmla="*/ 1135348 h 1383441"/>
              <a:gd name="connsiteX52" fmla="*/ 2906233 w 3580254"/>
              <a:gd name="connsiteY52" fmla="*/ 1142557 h 1383441"/>
              <a:gd name="connsiteX53" fmla="*/ 2447171 w 3580254"/>
              <a:gd name="connsiteY53" fmla="*/ 1086451 h 1383441"/>
              <a:gd name="connsiteX54" fmla="*/ 2170964 w 3580254"/>
              <a:gd name="connsiteY54" fmla="*/ 860464 h 1383441"/>
              <a:gd name="connsiteX55" fmla="*/ 1826025 w 3580254"/>
              <a:gd name="connsiteY55" fmla="*/ 280885 h 1383441"/>
              <a:gd name="connsiteX56" fmla="*/ 2544725 w 3580254"/>
              <a:gd name="connsiteY56" fmla="*/ 781050 h 1383441"/>
              <a:gd name="connsiteX57" fmla="*/ 3260651 w 3580254"/>
              <a:gd name="connsiteY57" fmla="*/ 894464 h 1383441"/>
              <a:gd name="connsiteX58" fmla="*/ 3543282 w 3580254"/>
              <a:gd name="connsiteY58" fmla="*/ 1050743 h 1383441"/>
              <a:gd name="connsiteX59" fmla="*/ 3282792 w 3580254"/>
              <a:gd name="connsiteY59" fmla="*/ 869435 h 1383441"/>
              <a:gd name="connsiteX60" fmla="*/ 3572539 w 3580254"/>
              <a:gd name="connsiteY60" fmla="*/ 759785 h 1383441"/>
              <a:gd name="connsiteX61" fmla="*/ 3252248 w 3580254"/>
              <a:gd name="connsiteY61" fmla="*/ 836004 h 1383441"/>
              <a:gd name="connsiteX62" fmla="*/ 2558138 w 3580254"/>
              <a:gd name="connsiteY62" fmla="*/ 721602 h 1383441"/>
              <a:gd name="connsiteX63" fmla="*/ 2063322 w 3580254"/>
              <a:gd name="connsiteY63" fmla="*/ 300498 h 1383441"/>
              <a:gd name="connsiteX64" fmla="*/ 1995737 w 3580254"/>
              <a:gd name="connsiteY64" fmla="*/ 129155 h 1383441"/>
              <a:gd name="connsiteX65" fmla="*/ 2250375 w 3580254"/>
              <a:gd name="connsiteY65" fmla="*/ 165071 h 1383441"/>
              <a:gd name="connsiteX66" fmla="*/ 2400662 w 3580254"/>
              <a:gd name="connsiteY66" fmla="*/ 209658 h 1383441"/>
              <a:gd name="connsiteX67" fmla="*/ 2470867 w 3580254"/>
              <a:gd name="connsiteY67" fmla="*/ 437251 h 1383441"/>
              <a:gd name="connsiteX68" fmla="*/ 2454712 w 3580254"/>
              <a:gd name="connsiteY68" fmla="*/ 240154 h 1383441"/>
              <a:gd name="connsiteX69" fmla="*/ 2595473 w 3580254"/>
              <a:gd name="connsiteY69" fmla="*/ 269559 h 1383441"/>
              <a:gd name="connsiteX70" fmla="*/ 3117436 w 3580254"/>
              <a:gd name="connsiteY70" fmla="*/ 298358 h 1383441"/>
              <a:gd name="connsiteX71" fmla="*/ 3578376 w 3580254"/>
              <a:gd name="connsiteY71" fmla="*/ 381296 h 1383441"/>
              <a:gd name="connsiteX72" fmla="*/ 3180035 w 3580254"/>
              <a:gd name="connsiteY72" fmla="*/ 268044 h 1383441"/>
              <a:gd name="connsiteX73" fmla="*/ 3580254 w 3580254"/>
              <a:gd name="connsiteY73" fmla="*/ 145726 h 1383441"/>
              <a:gd name="connsiteX74" fmla="*/ 3165258 w 3580254"/>
              <a:gd name="connsiteY74" fmla="*/ 224913 h 1383441"/>
              <a:gd name="connsiteX75" fmla="*/ 2949069 w 3580254"/>
              <a:gd name="connsiteY75" fmla="*/ 223999 h 1383441"/>
              <a:gd name="connsiteX76" fmla="*/ 3070617 w 3580254"/>
              <a:gd name="connsiteY76" fmla="*/ 68626 h 1383441"/>
              <a:gd name="connsiteX77" fmla="*/ 2900603 w 3580254"/>
              <a:gd name="connsiteY77" fmla="*/ 224000 h 1383441"/>
              <a:gd name="connsiteX78" fmla="*/ 2562461 w 3580254"/>
              <a:gd name="connsiteY78" fmla="*/ 192770 h 1383441"/>
              <a:gd name="connsiteX79" fmla="*/ 2280799 w 3580254"/>
              <a:gd name="connsiteY79" fmla="*/ 106078 h 1383441"/>
              <a:gd name="connsiteX80" fmla="*/ 1968452 w 3580254"/>
              <a:gd name="connsiteY80" fmla="*/ 66960 h 1383441"/>
              <a:gd name="connsiteX81" fmla="*/ 1954471 w 3580254"/>
              <a:gd name="connsiteY81" fmla="*/ 0 h 1383441"/>
              <a:gd name="connsiteX82" fmla="*/ 1649856 w 3580254"/>
              <a:gd name="connsiteY82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883486 w 3580254"/>
              <a:gd name="connsiteY46" fmla="*/ 9806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687032 w 3580254"/>
              <a:gd name="connsiteY47" fmla="*/ 717254 h 1383441"/>
              <a:gd name="connsiteX48" fmla="*/ 1735352 w 3580254"/>
              <a:gd name="connsiteY48" fmla="*/ 307540 h 1383441"/>
              <a:gd name="connsiteX49" fmla="*/ 2121466 w 3580254"/>
              <a:gd name="connsiteY49" fmla="*/ 904195 h 1383441"/>
              <a:gd name="connsiteX50" fmla="*/ 2474924 w 3580254"/>
              <a:gd name="connsiteY50" fmla="*/ 1189411 h 1383441"/>
              <a:gd name="connsiteX51" fmla="*/ 2895300 w 3580254"/>
              <a:gd name="connsiteY51" fmla="*/ 1286847 h 1383441"/>
              <a:gd name="connsiteX52" fmla="*/ 2489100 w 3580254"/>
              <a:gd name="connsiteY52" fmla="*/ 1135348 h 1383441"/>
              <a:gd name="connsiteX53" fmla="*/ 2906233 w 3580254"/>
              <a:gd name="connsiteY53" fmla="*/ 1142557 h 1383441"/>
              <a:gd name="connsiteX54" fmla="*/ 2447171 w 3580254"/>
              <a:gd name="connsiteY54" fmla="*/ 1086451 h 1383441"/>
              <a:gd name="connsiteX55" fmla="*/ 2170964 w 3580254"/>
              <a:gd name="connsiteY55" fmla="*/ 860464 h 1383441"/>
              <a:gd name="connsiteX56" fmla="*/ 1826025 w 3580254"/>
              <a:gd name="connsiteY56" fmla="*/ 280885 h 1383441"/>
              <a:gd name="connsiteX57" fmla="*/ 2544725 w 3580254"/>
              <a:gd name="connsiteY57" fmla="*/ 781050 h 1383441"/>
              <a:gd name="connsiteX58" fmla="*/ 3260651 w 3580254"/>
              <a:gd name="connsiteY58" fmla="*/ 894464 h 1383441"/>
              <a:gd name="connsiteX59" fmla="*/ 3543282 w 3580254"/>
              <a:gd name="connsiteY59" fmla="*/ 1050743 h 1383441"/>
              <a:gd name="connsiteX60" fmla="*/ 3282792 w 3580254"/>
              <a:gd name="connsiteY60" fmla="*/ 869435 h 1383441"/>
              <a:gd name="connsiteX61" fmla="*/ 3572539 w 3580254"/>
              <a:gd name="connsiteY61" fmla="*/ 759785 h 1383441"/>
              <a:gd name="connsiteX62" fmla="*/ 3252248 w 3580254"/>
              <a:gd name="connsiteY62" fmla="*/ 836004 h 1383441"/>
              <a:gd name="connsiteX63" fmla="*/ 2558138 w 3580254"/>
              <a:gd name="connsiteY63" fmla="*/ 721602 h 1383441"/>
              <a:gd name="connsiteX64" fmla="*/ 2063322 w 3580254"/>
              <a:gd name="connsiteY64" fmla="*/ 300498 h 1383441"/>
              <a:gd name="connsiteX65" fmla="*/ 1995737 w 3580254"/>
              <a:gd name="connsiteY65" fmla="*/ 129155 h 1383441"/>
              <a:gd name="connsiteX66" fmla="*/ 2250375 w 3580254"/>
              <a:gd name="connsiteY66" fmla="*/ 165071 h 1383441"/>
              <a:gd name="connsiteX67" fmla="*/ 2400662 w 3580254"/>
              <a:gd name="connsiteY67" fmla="*/ 209658 h 1383441"/>
              <a:gd name="connsiteX68" fmla="*/ 2470867 w 3580254"/>
              <a:gd name="connsiteY68" fmla="*/ 437251 h 1383441"/>
              <a:gd name="connsiteX69" fmla="*/ 2454712 w 3580254"/>
              <a:gd name="connsiteY69" fmla="*/ 240154 h 1383441"/>
              <a:gd name="connsiteX70" fmla="*/ 2595473 w 3580254"/>
              <a:gd name="connsiteY70" fmla="*/ 269559 h 1383441"/>
              <a:gd name="connsiteX71" fmla="*/ 3117436 w 3580254"/>
              <a:gd name="connsiteY71" fmla="*/ 298358 h 1383441"/>
              <a:gd name="connsiteX72" fmla="*/ 3578376 w 3580254"/>
              <a:gd name="connsiteY72" fmla="*/ 381296 h 1383441"/>
              <a:gd name="connsiteX73" fmla="*/ 3180035 w 3580254"/>
              <a:gd name="connsiteY73" fmla="*/ 268044 h 1383441"/>
              <a:gd name="connsiteX74" fmla="*/ 3580254 w 3580254"/>
              <a:gd name="connsiteY74" fmla="*/ 145726 h 1383441"/>
              <a:gd name="connsiteX75" fmla="*/ 3165258 w 3580254"/>
              <a:gd name="connsiteY75" fmla="*/ 224913 h 1383441"/>
              <a:gd name="connsiteX76" fmla="*/ 2949069 w 3580254"/>
              <a:gd name="connsiteY76" fmla="*/ 223999 h 1383441"/>
              <a:gd name="connsiteX77" fmla="*/ 3070617 w 3580254"/>
              <a:gd name="connsiteY77" fmla="*/ 68626 h 1383441"/>
              <a:gd name="connsiteX78" fmla="*/ 2900603 w 3580254"/>
              <a:gd name="connsiteY78" fmla="*/ 224000 h 1383441"/>
              <a:gd name="connsiteX79" fmla="*/ 2562461 w 3580254"/>
              <a:gd name="connsiteY79" fmla="*/ 192770 h 1383441"/>
              <a:gd name="connsiteX80" fmla="*/ 2280799 w 3580254"/>
              <a:gd name="connsiteY80" fmla="*/ 106078 h 1383441"/>
              <a:gd name="connsiteX81" fmla="*/ 1968452 w 3580254"/>
              <a:gd name="connsiteY81" fmla="*/ 66960 h 1383441"/>
              <a:gd name="connsiteX82" fmla="*/ 1954471 w 3580254"/>
              <a:gd name="connsiteY82" fmla="*/ 0 h 1383441"/>
              <a:gd name="connsiteX83" fmla="*/ 1649856 w 3580254"/>
              <a:gd name="connsiteY83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10486 w 3580254"/>
              <a:gd name="connsiteY46" fmla="*/ 1018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54911 w 3580254"/>
              <a:gd name="connsiteY47" fmla="*/ 87271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75561 w 3580254"/>
              <a:gd name="connsiteY46" fmla="*/ 891767 h 1383441"/>
              <a:gd name="connsiteX47" fmla="*/ 1873961 w 3580254"/>
              <a:gd name="connsiteY47" fmla="*/ 967967 h 1383441"/>
              <a:gd name="connsiteX48" fmla="*/ 1687032 w 3580254"/>
              <a:gd name="connsiteY48" fmla="*/ 717254 h 1383441"/>
              <a:gd name="connsiteX49" fmla="*/ 1735352 w 3580254"/>
              <a:gd name="connsiteY49" fmla="*/ 307540 h 1383441"/>
              <a:gd name="connsiteX50" fmla="*/ 2121466 w 3580254"/>
              <a:gd name="connsiteY50" fmla="*/ 904195 h 1383441"/>
              <a:gd name="connsiteX51" fmla="*/ 2474924 w 3580254"/>
              <a:gd name="connsiteY51" fmla="*/ 1189411 h 1383441"/>
              <a:gd name="connsiteX52" fmla="*/ 2895300 w 3580254"/>
              <a:gd name="connsiteY52" fmla="*/ 1286847 h 1383441"/>
              <a:gd name="connsiteX53" fmla="*/ 2489100 w 3580254"/>
              <a:gd name="connsiteY53" fmla="*/ 1135348 h 1383441"/>
              <a:gd name="connsiteX54" fmla="*/ 2906233 w 3580254"/>
              <a:gd name="connsiteY54" fmla="*/ 1142557 h 1383441"/>
              <a:gd name="connsiteX55" fmla="*/ 2447171 w 3580254"/>
              <a:gd name="connsiteY55" fmla="*/ 1086451 h 1383441"/>
              <a:gd name="connsiteX56" fmla="*/ 2170964 w 3580254"/>
              <a:gd name="connsiteY56" fmla="*/ 860464 h 1383441"/>
              <a:gd name="connsiteX57" fmla="*/ 1826025 w 3580254"/>
              <a:gd name="connsiteY57" fmla="*/ 280885 h 1383441"/>
              <a:gd name="connsiteX58" fmla="*/ 2544725 w 3580254"/>
              <a:gd name="connsiteY58" fmla="*/ 781050 h 1383441"/>
              <a:gd name="connsiteX59" fmla="*/ 3260651 w 3580254"/>
              <a:gd name="connsiteY59" fmla="*/ 894464 h 1383441"/>
              <a:gd name="connsiteX60" fmla="*/ 3543282 w 3580254"/>
              <a:gd name="connsiteY60" fmla="*/ 1050743 h 1383441"/>
              <a:gd name="connsiteX61" fmla="*/ 3282792 w 3580254"/>
              <a:gd name="connsiteY61" fmla="*/ 869435 h 1383441"/>
              <a:gd name="connsiteX62" fmla="*/ 3572539 w 3580254"/>
              <a:gd name="connsiteY62" fmla="*/ 759785 h 1383441"/>
              <a:gd name="connsiteX63" fmla="*/ 3252248 w 3580254"/>
              <a:gd name="connsiteY63" fmla="*/ 836004 h 1383441"/>
              <a:gd name="connsiteX64" fmla="*/ 2558138 w 3580254"/>
              <a:gd name="connsiteY64" fmla="*/ 721602 h 1383441"/>
              <a:gd name="connsiteX65" fmla="*/ 2063322 w 3580254"/>
              <a:gd name="connsiteY65" fmla="*/ 300498 h 1383441"/>
              <a:gd name="connsiteX66" fmla="*/ 1995737 w 3580254"/>
              <a:gd name="connsiteY66" fmla="*/ 129155 h 1383441"/>
              <a:gd name="connsiteX67" fmla="*/ 2250375 w 3580254"/>
              <a:gd name="connsiteY67" fmla="*/ 165071 h 1383441"/>
              <a:gd name="connsiteX68" fmla="*/ 2400662 w 3580254"/>
              <a:gd name="connsiteY68" fmla="*/ 209658 h 1383441"/>
              <a:gd name="connsiteX69" fmla="*/ 2470867 w 3580254"/>
              <a:gd name="connsiteY69" fmla="*/ 437251 h 1383441"/>
              <a:gd name="connsiteX70" fmla="*/ 2454712 w 3580254"/>
              <a:gd name="connsiteY70" fmla="*/ 240154 h 1383441"/>
              <a:gd name="connsiteX71" fmla="*/ 2595473 w 3580254"/>
              <a:gd name="connsiteY71" fmla="*/ 269559 h 1383441"/>
              <a:gd name="connsiteX72" fmla="*/ 3117436 w 3580254"/>
              <a:gd name="connsiteY72" fmla="*/ 298358 h 1383441"/>
              <a:gd name="connsiteX73" fmla="*/ 3578376 w 3580254"/>
              <a:gd name="connsiteY73" fmla="*/ 381296 h 1383441"/>
              <a:gd name="connsiteX74" fmla="*/ 3180035 w 3580254"/>
              <a:gd name="connsiteY74" fmla="*/ 268044 h 1383441"/>
              <a:gd name="connsiteX75" fmla="*/ 3580254 w 3580254"/>
              <a:gd name="connsiteY75" fmla="*/ 145726 h 1383441"/>
              <a:gd name="connsiteX76" fmla="*/ 3165258 w 3580254"/>
              <a:gd name="connsiteY76" fmla="*/ 224913 h 1383441"/>
              <a:gd name="connsiteX77" fmla="*/ 2949069 w 3580254"/>
              <a:gd name="connsiteY77" fmla="*/ 223999 h 1383441"/>
              <a:gd name="connsiteX78" fmla="*/ 3070617 w 3580254"/>
              <a:gd name="connsiteY78" fmla="*/ 68626 h 1383441"/>
              <a:gd name="connsiteX79" fmla="*/ 2900603 w 3580254"/>
              <a:gd name="connsiteY79" fmla="*/ 224000 h 1383441"/>
              <a:gd name="connsiteX80" fmla="*/ 2562461 w 3580254"/>
              <a:gd name="connsiteY80" fmla="*/ 192770 h 1383441"/>
              <a:gd name="connsiteX81" fmla="*/ 2280799 w 3580254"/>
              <a:gd name="connsiteY81" fmla="*/ 106078 h 1383441"/>
              <a:gd name="connsiteX82" fmla="*/ 1968452 w 3580254"/>
              <a:gd name="connsiteY82" fmla="*/ 66960 h 1383441"/>
              <a:gd name="connsiteX83" fmla="*/ 1954471 w 3580254"/>
              <a:gd name="connsiteY83" fmla="*/ 0 h 1383441"/>
              <a:gd name="connsiteX84" fmla="*/ 1649856 w 3580254"/>
              <a:gd name="connsiteY84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2020011 w 3580254"/>
              <a:gd name="connsiteY46" fmla="*/ 1012417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1975561 w 3580254"/>
              <a:gd name="connsiteY47" fmla="*/ 89176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73986 w 3580254"/>
              <a:gd name="connsiteY47" fmla="*/ 100289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102561 w 3580254"/>
              <a:gd name="connsiteY47" fmla="*/ 1063217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128431 w 3580254"/>
              <a:gd name="connsiteY45" fmla="*/ 1295621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  <a:gd name="connsiteX0" fmla="*/ 1649856 w 3580254"/>
              <a:gd name="connsiteY0" fmla="*/ 9525 h 1383441"/>
              <a:gd name="connsiteX1" fmla="*/ 1645255 w 3580254"/>
              <a:gd name="connsiteY1" fmla="*/ 58051 h 1383441"/>
              <a:gd name="connsiteX2" fmla="*/ 1015176 w 3580254"/>
              <a:gd name="connsiteY2" fmla="*/ 174225 h 1383441"/>
              <a:gd name="connsiteX3" fmla="*/ 581246 w 3580254"/>
              <a:gd name="connsiteY3" fmla="*/ 114743 h 1383441"/>
              <a:gd name="connsiteX4" fmla="*/ 226163 w 3580254"/>
              <a:gd name="connsiteY4" fmla="*/ 72877 h 1383441"/>
              <a:gd name="connsiteX5" fmla="*/ 565593 w 3580254"/>
              <a:gd name="connsiteY5" fmla="*/ 157771 h 1383441"/>
              <a:gd name="connsiteX6" fmla="*/ 232679 w 3580254"/>
              <a:gd name="connsiteY6" fmla="*/ 260222 h 1383441"/>
              <a:gd name="connsiteX7" fmla="*/ 624657 w 3580254"/>
              <a:gd name="connsiteY7" fmla="*/ 186704 h 1383441"/>
              <a:gd name="connsiteX8" fmla="*/ 1006549 w 3580254"/>
              <a:gd name="connsiteY8" fmla="*/ 221068 h 1383441"/>
              <a:gd name="connsiteX9" fmla="*/ 772632 w 3580254"/>
              <a:gd name="connsiteY9" fmla="*/ 398278 h 1383441"/>
              <a:gd name="connsiteX10" fmla="*/ 1118769 w 3580254"/>
              <a:gd name="connsiteY10" fmla="*/ 215156 h 1383441"/>
              <a:gd name="connsiteX11" fmla="*/ 1386958 w 3580254"/>
              <a:gd name="connsiteY11" fmla="*/ 147527 h 1383441"/>
              <a:gd name="connsiteX12" fmla="*/ 1651579 w 3580254"/>
              <a:gd name="connsiteY12" fmla="*/ 93852 h 1383441"/>
              <a:gd name="connsiteX13" fmla="*/ 1152641 w 3580254"/>
              <a:gd name="connsiteY13" fmla="*/ 658145 h 1383441"/>
              <a:gd name="connsiteX14" fmla="*/ 789578 w 3580254"/>
              <a:gd name="connsiteY14" fmla="*/ 605597 h 1383441"/>
              <a:gd name="connsiteX15" fmla="*/ 378687 w 3580254"/>
              <a:gd name="connsiteY15" fmla="*/ 479373 h 1383441"/>
              <a:gd name="connsiteX16" fmla="*/ 718110 w 3580254"/>
              <a:gd name="connsiteY16" fmla="*/ 637559 h 1383441"/>
              <a:gd name="connsiteX17" fmla="*/ 339353 w 3580254"/>
              <a:gd name="connsiteY17" fmla="*/ 674952 h 1383441"/>
              <a:gd name="connsiteX18" fmla="*/ 787891 w 3580254"/>
              <a:gd name="connsiteY18" fmla="*/ 680838 h 1383441"/>
              <a:gd name="connsiteX19" fmla="*/ 1129062 w 3580254"/>
              <a:gd name="connsiteY19" fmla="*/ 714805 h 1383441"/>
              <a:gd name="connsiteX20" fmla="*/ 709678 w 3580254"/>
              <a:gd name="connsiteY20" fmla="*/ 979285 h 1383441"/>
              <a:gd name="connsiteX21" fmla="*/ 480327 w 3580254"/>
              <a:gd name="connsiteY21" fmla="*/ 1048366 h 1383441"/>
              <a:gd name="connsiteX22" fmla="*/ 0 w 3580254"/>
              <a:gd name="connsiteY22" fmla="*/ 1121291 h 1383441"/>
              <a:gd name="connsiteX23" fmla="*/ 485758 w 3580254"/>
              <a:gd name="connsiteY23" fmla="*/ 1090595 h 1383441"/>
              <a:gd name="connsiteX24" fmla="*/ 1922 w 3580254"/>
              <a:gd name="connsiteY24" fmla="*/ 1264260 h 1383441"/>
              <a:gd name="connsiteX25" fmla="*/ 494553 w 3580254"/>
              <a:gd name="connsiteY25" fmla="*/ 1132657 h 1383441"/>
              <a:gd name="connsiteX26" fmla="*/ 41207 w 3580254"/>
              <a:gd name="connsiteY26" fmla="*/ 1383441 h 1383441"/>
              <a:gd name="connsiteX27" fmla="*/ 429916 w 3580254"/>
              <a:gd name="connsiteY27" fmla="*/ 1224240 h 1383441"/>
              <a:gd name="connsiteX28" fmla="*/ 632667 w 3580254"/>
              <a:gd name="connsiteY28" fmla="*/ 1088624 h 1383441"/>
              <a:gd name="connsiteX29" fmla="*/ 976623 w 3580254"/>
              <a:gd name="connsiteY29" fmla="*/ 875390 h 1383441"/>
              <a:gd name="connsiteX30" fmla="*/ 949842 w 3580254"/>
              <a:gd name="connsiteY30" fmla="*/ 1298501 h 1383441"/>
              <a:gd name="connsiteX31" fmla="*/ 1030006 w 3580254"/>
              <a:gd name="connsiteY31" fmla="*/ 871627 h 1383441"/>
              <a:gd name="connsiteX32" fmla="*/ 1282995 w 3580254"/>
              <a:gd name="connsiteY32" fmla="*/ 646371 h 1383441"/>
              <a:gd name="connsiteX33" fmla="*/ 1654009 w 3580254"/>
              <a:gd name="connsiteY33" fmla="*/ 290127 h 1383441"/>
              <a:gd name="connsiteX34" fmla="*/ 1619028 w 3580254"/>
              <a:gd name="connsiteY34" fmla="*/ 708025 h 1383441"/>
              <a:gd name="connsiteX35" fmla="*/ 1375144 w 3580254"/>
              <a:gd name="connsiteY35" fmla="*/ 986613 h 1383441"/>
              <a:gd name="connsiteX36" fmla="*/ 1620284 w 3580254"/>
              <a:gd name="connsiteY36" fmla="*/ 768867 h 1383441"/>
              <a:gd name="connsiteX37" fmla="*/ 1539875 w 3580254"/>
              <a:gd name="connsiteY37" fmla="*/ 1107410 h 1383441"/>
              <a:gd name="connsiteX38" fmla="*/ 1290084 w 3580254"/>
              <a:gd name="connsiteY38" fmla="*/ 1241794 h 1383441"/>
              <a:gd name="connsiteX39" fmla="*/ 1538177 w 3580254"/>
              <a:gd name="connsiteY39" fmla="*/ 1153116 h 1383441"/>
              <a:gd name="connsiteX40" fmla="*/ 1531088 w 3580254"/>
              <a:gd name="connsiteY40" fmla="*/ 1376473 h 1383441"/>
              <a:gd name="connsiteX41" fmla="*/ 1571920 w 3580254"/>
              <a:gd name="connsiteY41" fmla="*/ 1155552 h 1383441"/>
              <a:gd name="connsiteX42" fmla="*/ 1757916 w 3580254"/>
              <a:gd name="connsiteY42" fmla="*/ 1319766 h 1383441"/>
              <a:gd name="connsiteX43" fmla="*/ 1578270 w 3580254"/>
              <a:gd name="connsiteY43" fmla="*/ 1105195 h 1383441"/>
              <a:gd name="connsiteX44" fmla="*/ 1653067 w 3580254"/>
              <a:gd name="connsiteY44" fmla="*/ 764215 h 1383441"/>
              <a:gd name="connsiteX45" fmla="*/ 2064931 w 3580254"/>
              <a:gd name="connsiteY45" fmla="*/ 1228946 h 1383441"/>
              <a:gd name="connsiteX46" fmla="*/ 1908886 w 3580254"/>
              <a:gd name="connsiteY46" fmla="*/ 1002892 h 1383441"/>
              <a:gd name="connsiteX47" fmla="*/ 2061286 w 3580254"/>
              <a:gd name="connsiteY47" fmla="*/ 1021942 h 1383441"/>
              <a:gd name="connsiteX48" fmla="*/ 1873961 w 3580254"/>
              <a:gd name="connsiteY48" fmla="*/ 967967 h 1383441"/>
              <a:gd name="connsiteX49" fmla="*/ 1687032 w 3580254"/>
              <a:gd name="connsiteY49" fmla="*/ 717254 h 1383441"/>
              <a:gd name="connsiteX50" fmla="*/ 1735352 w 3580254"/>
              <a:gd name="connsiteY50" fmla="*/ 307540 h 1383441"/>
              <a:gd name="connsiteX51" fmla="*/ 2121466 w 3580254"/>
              <a:gd name="connsiteY51" fmla="*/ 904195 h 1383441"/>
              <a:gd name="connsiteX52" fmla="*/ 2474924 w 3580254"/>
              <a:gd name="connsiteY52" fmla="*/ 1189411 h 1383441"/>
              <a:gd name="connsiteX53" fmla="*/ 2895300 w 3580254"/>
              <a:gd name="connsiteY53" fmla="*/ 1286847 h 1383441"/>
              <a:gd name="connsiteX54" fmla="*/ 2489100 w 3580254"/>
              <a:gd name="connsiteY54" fmla="*/ 1135348 h 1383441"/>
              <a:gd name="connsiteX55" fmla="*/ 2906233 w 3580254"/>
              <a:gd name="connsiteY55" fmla="*/ 1142557 h 1383441"/>
              <a:gd name="connsiteX56" fmla="*/ 2447171 w 3580254"/>
              <a:gd name="connsiteY56" fmla="*/ 1086451 h 1383441"/>
              <a:gd name="connsiteX57" fmla="*/ 2170964 w 3580254"/>
              <a:gd name="connsiteY57" fmla="*/ 860464 h 1383441"/>
              <a:gd name="connsiteX58" fmla="*/ 1826025 w 3580254"/>
              <a:gd name="connsiteY58" fmla="*/ 280885 h 1383441"/>
              <a:gd name="connsiteX59" fmla="*/ 2544725 w 3580254"/>
              <a:gd name="connsiteY59" fmla="*/ 781050 h 1383441"/>
              <a:gd name="connsiteX60" fmla="*/ 3260651 w 3580254"/>
              <a:gd name="connsiteY60" fmla="*/ 894464 h 1383441"/>
              <a:gd name="connsiteX61" fmla="*/ 3543282 w 3580254"/>
              <a:gd name="connsiteY61" fmla="*/ 1050743 h 1383441"/>
              <a:gd name="connsiteX62" fmla="*/ 3282792 w 3580254"/>
              <a:gd name="connsiteY62" fmla="*/ 869435 h 1383441"/>
              <a:gd name="connsiteX63" fmla="*/ 3572539 w 3580254"/>
              <a:gd name="connsiteY63" fmla="*/ 759785 h 1383441"/>
              <a:gd name="connsiteX64" fmla="*/ 3252248 w 3580254"/>
              <a:gd name="connsiteY64" fmla="*/ 836004 h 1383441"/>
              <a:gd name="connsiteX65" fmla="*/ 2558138 w 3580254"/>
              <a:gd name="connsiteY65" fmla="*/ 721602 h 1383441"/>
              <a:gd name="connsiteX66" fmla="*/ 2063322 w 3580254"/>
              <a:gd name="connsiteY66" fmla="*/ 300498 h 1383441"/>
              <a:gd name="connsiteX67" fmla="*/ 1995737 w 3580254"/>
              <a:gd name="connsiteY67" fmla="*/ 129155 h 1383441"/>
              <a:gd name="connsiteX68" fmla="*/ 2250375 w 3580254"/>
              <a:gd name="connsiteY68" fmla="*/ 165071 h 1383441"/>
              <a:gd name="connsiteX69" fmla="*/ 2400662 w 3580254"/>
              <a:gd name="connsiteY69" fmla="*/ 209658 h 1383441"/>
              <a:gd name="connsiteX70" fmla="*/ 2470867 w 3580254"/>
              <a:gd name="connsiteY70" fmla="*/ 437251 h 1383441"/>
              <a:gd name="connsiteX71" fmla="*/ 2454712 w 3580254"/>
              <a:gd name="connsiteY71" fmla="*/ 240154 h 1383441"/>
              <a:gd name="connsiteX72" fmla="*/ 2595473 w 3580254"/>
              <a:gd name="connsiteY72" fmla="*/ 269559 h 1383441"/>
              <a:gd name="connsiteX73" fmla="*/ 3117436 w 3580254"/>
              <a:gd name="connsiteY73" fmla="*/ 298358 h 1383441"/>
              <a:gd name="connsiteX74" fmla="*/ 3578376 w 3580254"/>
              <a:gd name="connsiteY74" fmla="*/ 381296 h 1383441"/>
              <a:gd name="connsiteX75" fmla="*/ 3180035 w 3580254"/>
              <a:gd name="connsiteY75" fmla="*/ 268044 h 1383441"/>
              <a:gd name="connsiteX76" fmla="*/ 3580254 w 3580254"/>
              <a:gd name="connsiteY76" fmla="*/ 145726 h 1383441"/>
              <a:gd name="connsiteX77" fmla="*/ 3165258 w 3580254"/>
              <a:gd name="connsiteY77" fmla="*/ 224913 h 1383441"/>
              <a:gd name="connsiteX78" fmla="*/ 2949069 w 3580254"/>
              <a:gd name="connsiteY78" fmla="*/ 223999 h 1383441"/>
              <a:gd name="connsiteX79" fmla="*/ 3070617 w 3580254"/>
              <a:gd name="connsiteY79" fmla="*/ 68626 h 1383441"/>
              <a:gd name="connsiteX80" fmla="*/ 2900603 w 3580254"/>
              <a:gd name="connsiteY80" fmla="*/ 224000 h 1383441"/>
              <a:gd name="connsiteX81" fmla="*/ 2562461 w 3580254"/>
              <a:gd name="connsiteY81" fmla="*/ 192770 h 1383441"/>
              <a:gd name="connsiteX82" fmla="*/ 2280799 w 3580254"/>
              <a:gd name="connsiteY82" fmla="*/ 106078 h 1383441"/>
              <a:gd name="connsiteX83" fmla="*/ 1968452 w 3580254"/>
              <a:gd name="connsiteY83" fmla="*/ 66960 h 1383441"/>
              <a:gd name="connsiteX84" fmla="*/ 1954471 w 3580254"/>
              <a:gd name="connsiteY84" fmla="*/ 0 h 1383441"/>
              <a:gd name="connsiteX85" fmla="*/ 1649856 w 3580254"/>
              <a:gd name="connsiteY85" fmla="*/ 9525 h 138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3580254" h="1383441">
                <a:moveTo>
                  <a:pt x="1649856" y="9525"/>
                </a:moveTo>
                <a:cubicBezTo>
                  <a:pt x="1650459" y="34507"/>
                  <a:pt x="1644652" y="33069"/>
                  <a:pt x="1645255" y="58051"/>
                </a:cubicBezTo>
                <a:lnTo>
                  <a:pt x="1015176" y="174225"/>
                </a:lnTo>
                <a:lnTo>
                  <a:pt x="581246" y="114743"/>
                </a:lnTo>
                <a:lnTo>
                  <a:pt x="226163" y="72877"/>
                </a:lnTo>
                <a:lnTo>
                  <a:pt x="565593" y="157771"/>
                </a:lnTo>
                <a:lnTo>
                  <a:pt x="232679" y="260222"/>
                </a:lnTo>
                <a:lnTo>
                  <a:pt x="624657" y="186704"/>
                </a:lnTo>
                <a:lnTo>
                  <a:pt x="1006549" y="221068"/>
                </a:lnTo>
                <a:lnTo>
                  <a:pt x="772632" y="398278"/>
                </a:lnTo>
                <a:lnTo>
                  <a:pt x="1118769" y="215156"/>
                </a:lnTo>
                <a:lnTo>
                  <a:pt x="1386958" y="147527"/>
                </a:lnTo>
                <a:lnTo>
                  <a:pt x="1651579" y="93852"/>
                </a:lnTo>
                <a:cubicBezTo>
                  <a:pt x="1612526" y="178955"/>
                  <a:pt x="1296308" y="572854"/>
                  <a:pt x="1152641" y="658145"/>
                </a:cubicBezTo>
                <a:lnTo>
                  <a:pt x="789578" y="605597"/>
                </a:lnTo>
                <a:lnTo>
                  <a:pt x="378687" y="479373"/>
                </a:lnTo>
                <a:lnTo>
                  <a:pt x="718110" y="637559"/>
                </a:lnTo>
                <a:lnTo>
                  <a:pt x="339353" y="674952"/>
                </a:lnTo>
                <a:lnTo>
                  <a:pt x="787891" y="680838"/>
                </a:lnTo>
                <a:lnTo>
                  <a:pt x="1129062" y="714805"/>
                </a:lnTo>
                <a:lnTo>
                  <a:pt x="709678" y="979285"/>
                </a:lnTo>
                <a:lnTo>
                  <a:pt x="480327" y="1048366"/>
                </a:lnTo>
                <a:lnTo>
                  <a:pt x="0" y="1121291"/>
                </a:lnTo>
                <a:lnTo>
                  <a:pt x="485758" y="1090595"/>
                </a:lnTo>
                <a:lnTo>
                  <a:pt x="1922" y="1264260"/>
                </a:lnTo>
                <a:lnTo>
                  <a:pt x="494553" y="1132657"/>
                </a:lnTo>
                <a:lnTo>
                  <a:pt x="41207" y="1383441"/>
                </a:lnTo>
                <a:lnTo>
                  <a:pt x="429916" y="1224240"/>
                </a:lnTo>
                <a:lnTo>
                  <a:pt x="632667" y="1088624"/>
                </a:lnTo>
                <a:lnTo>
                  <a:pt x="976623" y="875390"/>
                </a:lnTo>
                <a:lnTo>
                  <a:pt x="949842" y="1298501"/>
                </a:lnTo>
                <a:lnTo>
                  <a:pt x="1030006" y="871627"/>
                </a:lnTo>
                <a:lnTo>
                  <a:pt x="1282995" y="646371"/>
                </a:lnTo>
                <a:lnTo>
                  <a:pt x="1654009" y="290127"/>
                </a:lnTo>
                <a:lnTo>
                  <a:pt x="1619028" y="708025"/>
                </a:lnTo>
                <a:lnTo>
                  <a:pt x="1375144" y="986613"/>
                </a:lnTo>
                <a:lnTo>
                  <a:pt x="1620284" y="768867"/>
                </a:lnTo>
                <a:lnTo>
                  <a:pt x="1539875" y="1107410"/>
                </a:lnTo>
                <a:lnTo>
                  <a:pt x="1290084" y="1241794"/>
                </a:lnTo>
                <a:lnTo>
                  <a:pt x="1538177" y="1153116"/>
                </a:lnTo>
                <a:lnTo>
                  <a:pt x="1531088" y="1376473"/>
                </a:lnTo>
                <a:lnTo>
                  <a:pt x="1571920" y="1155552"/>
                </a:lnTo>
                <a:cubicBezTo>
                  <a:pt x="1628627" y="1193357"/>
                  <a:pt x="1756858" y="1328159"/>
                  <a:pt x="1757916" y="1319766"/>
                </a:cubicBezTo>
                <a:cubicBezTo>
                  <a:pt x="1758974" y="1311373"/>
                  <a:pt x="1638152" y="1176719"/>
                  <a:pt x="1578270" y="1105195"/>
                </a:cubicBezTo>
                <a:lnTo>
                  <a:pt x="1653067" y="764215"/>
                </a:lnTo>
                <a:lnTo>
                  <a:pt x="2064931" y="1228946"/>
                </a:lnTo>
                <a:lnTo>
                  <a:pt x="1908886" y="1002892"/>
                </a:lnTo>
                <a:lnTo>
                  <a:pt x="2061286" y="1021942"/>
                </a:lnTo>
                <a:lnTo>
                  <a:pt x="1873961" y="967967"/>
                </a:lnTo>
                <a:lnTo>
                  <a:pt x="1687032" y="717254"/>
                </a:lnTo>
                <a:lnTo>
                  <a:pt x="1735352" y="307540"/>
                </a:lnTo>
                <a:lnTo>
                  <a:pt x="2121466" y="904195"/>
                </a:lnTo>
                <a:lnTo>
                  <a:pt x="2474924" y="1189411"/>
                </a:lnTo>
                <a:lnTo>
                  <a:pt x="2895300" y="1286847"/>
                </a:lnTo>
                <a:lnTo>
                  <a:pt x="2489100" y="1135348"/>
                </a:lnTo>
                <a:lnTo>
                  <a:pt x="2906233" y="1142557"/>
                </a:lnTo>
                <a:lnTo>
                  <a:pt x="2447171" y="1086451"/>
                </a:lnTo>
                <a:lnTo>
                  <a:pt x="2170964" y="860464"/>
                </a:lnTo>
                <a:lnTo>
                  <a:pt x="1826025" y="280885"/>
                </a:lnTo>
                <a:lnTo>
                  <a:pt x="2544725" y="781050"/>
                </a:lnTo>
                <a:lnTo>
                  <a:pt x="3260651" y="894464"/>
                </a:lnTo>
                <a:lnTo>
                  <a:pt x="3543282" y="1050743"/>
                </a:lnTo>
                <a:lnTo>
                  <a:pt x="3282792" y="869435"/>
                </a:lnTo>
                <a:lnTo>
                  <a:pt x="3572539" y="759785"/>
                </a:lnTo>
                <a:lnTo>
                  <a:pt x="3252248" y="836004"/>
                </a:lnTo>
                <a:lnTo>
                  <a:pt x="2558138" y="721602"/>
                </a:lnTo>
                <a:cubicBezTo>
                  <a:pt x="2278033" y="546087"/>
                  <a:pt x="2373272" y="599470"/>
                  <a:pt x="2063322" y="300498"/>
                </a:cubicBezTo>
                <a:cubicBezTo>
                  <a:pt x="1949784" y="25078"/>
                  <a:pt x="1990330" y="153260"/>
                  <a:pt x="1995737" y="129155"/>
                </a:cubicBezTo>
                <a:lnTo>
                  <a:pt x="2250375" y="165071"/>
                </a:lnTo>
                <a:lnTo>
                  <a:pt x="2400662" y="209658"/>
                </a:lnTo>
                <a:lnTo>
                  <a:pt x="2470867" y="437251"/>
                </a:lnTo>
                <a:lnTo>
                  <a:pt x="2454712" y="240154"/>
                </a:lnTo>
                <a:lnTo>
                  <a:pt x="2595473" y="269559"/>
                </a:lnTo>
                <a:lnTo>
                  <a:pt x="3117436" y="298358"/>
                </a:lnTo>
                <a:lnTo>
                  <a:pt x="3578376" y="381296"/>
                </a:lnTo>
                <a:lnTo>
                  <a:pt x="3180035" y="268044"/>
                </a:lnTo>
                <a:lnTo>
                  <a:pt x="3580254" y="145726"/>
                </a:lnTo>
                <a:lnTo>
                  <a:pt x="3165258" y="224913"/>
                </a:lnTo>
                <a:lnTo>
                  <a:pt x="2949069" y="223999"/>
                </a:lnTo>
                <a:lnTo>
                  <a:pt x="3070617" y="68626"/>
                </a:lnTo>
                <a:lnTo>
                  <a:pt x="2900603" y="224000"/>
                </a:lnTo>
                <a:lnTo>
                  <a:pt x="2562461" y="192770"/>
                </a:lnTo>
                <a:lnTo>
                  <a:pt x="2280799" y="106078"/>
                </a:lnTo>
                <a:lnTo>
                  <a:pt x="1968452" y="66960"/>
                </a:lnTo>
                <a:cubicBezTo>
                  <a:pt x="1969083" y="45698"/>
                  <a:pt x="1953840" y="21262"/>
                  <a:pt x="1954471" y="0"/>
                </a:cubicBezTo>
                <a:lnTo>
                  <a:pt x="1649856" y="9525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riangle 190">
            <a:extLst>
              <a:ext uri="{FF2B5EF4-FFF2-40B4-BE49-F238E27FC236}">
                <a16:creationId xmlns:a16="http://schemas.microsoft.com/office/drawing/2014/main" id="{6BE4C75F-39DB-7F42-B88F-B6D0049338B7}"/>
              </a:ext>
            </a:extLst>
          </p:cNvPr>
          <p:cNvSpPr/>
          <p:nvPr/>
        </p:nvSpPr>
        <p:spPr>
          <a:xfrm>
            <a:off x="2300341" y="2277448"/>
            <a:ext cx="4088364" cy="1897323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Triangle 263">
            <a:extLst>
              <a:ext uri="{FF2B5EF4-FFF2-40B4-BE49-F238E27FC236}">
                <a16:creationId xmlns:a16="http://schemas.microsoft.com/office/drawing/2014/main" id="{AB4622F0-153A-9541-BECA-F789C8688F4D}"/>
              </a:ext>
            </a:extLst>
          </p:cNvPr>
          <p:cNvSpPr/>
          <p:nvPr/>
        </p:nvSpPr>
        <p:spPr>
          <a:xfrm>
            <a:off x="2534549" y="1485130"/>
            <a:ext cx="3498807" cy="1897323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Triangle 264">
            <a:extLst>
              <a:ext uri="{FF2B5EF4-FFF2-40B4-BE49-F238E27FC236}">
                <a16:creationId xmlns:a16="http://schemas.microsoft.com/office/drawing/2014/main" id="{BDFC7A9A-DB5C-6E42-89B6-D76B15BBC232}"/>
              </a:ext>
            </a:extLst>
          </p:cNvPr>
          <p:cNvSpPr/>
          <p:nvPr/>
        </p:nvSpPr>
        <p:spPr>
          <a:xfrm>
            <a:off x="2737088" y="690617"/>
            <a:ext cx="2988966" cy="1897323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Triangle 264">
            <a:extLst>
              <a:ext uri="{FF2B5EF4-FFF2-40B4-BE49-F238E27FC236}">
                <a16:creationId xmlns:a16="http://schemas.microsoft.com/office/drawing/2014/main" id="{0A68E232-21F0-004F-9B6E-F210E5BFED0E}"/>
              </a:ext>
            </a:extLst>
          </p:cNvPr>
          <p:cNvSpPr/>
          <p:nvPr/>
        </p:nvSpPr>
        <p:spPr>
          <a:xfrm>
            <a:off x="2921755" y="485220"/>
            <a:ext cx="2524113" cy="131559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Triangle 194">
            <a:extLst>
              <a:ext uri="{FF2B5EF4-FFF2-40B4-BE49-F238E27FC236}">
                <a16:creationId xmlns:a16="http://schemas.microsoft.com/office/drawing/2014/main" id="{7886106B-DFD2-FA4D-98F1-3B2C8ECEE50D}"/>
              </a:ext>
            </a:extLst>
          </p:cNvPr>
          <p:cNvSpPr/>
          <p:nvPr/>
        </p:nvSpPr>
        <p:spPr>
          <a:xfrm>
            <a:off x="2751864" y="2573645"/>
            <a:ext cx="3159896" cy="1436248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6" name="Triangle 263">
            <a:extLst>
              <a:ext uri="{FF2B5EF4-FFF2-40B4-BE49-F238E27FC236}">
                <a16:creationId xmlns:a16="http://schemas.microsoft.com/office/drawing/2014/main" id="{FC7884AC-8A4A-5B41-B935-B41FBFC0DACF}"/>
              </a:ext>
            </a:extLst>
          </p:cNvPr>
          <p:cNvSpPr/>
          <p:nvPr/>
        </p:nvSpPr>
        <p:spPr>
          <a:xfrm>
            <a:off x="2968155" y="1803418"/>
            <a:ext cx="2637493" cy="1430251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Triangle 264">
            <a:extLst>
              <a:ext uri="{FF2B5EF4-FFF2-40B4-BE49-F238E27FC236}">
                <a16:creationId xmlns:a16="http://schemas.microsoft.com/office/drawing/2014/main" id="{17371019-A0E6-BC43-AD82-32846B5F992D}"/>
              </a:ext>
            </a:extLst>
          </p:cNvPr>
          <p:cNvSpPr/>
          <p:nvPr/>
        </p:nvSpPr>
        <p:spPr>
          <a:xfrm>
            <a:off x="3158031" y="1005396"/>
            <a:ext cx="2209812" cy="140273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B9E9F198-8D27-4743-B1A7-64C87298D6A3}"/>
              </a:ext>
            </a:extLst>
          </p:cNvPr>
          <p:cNvSpPr/>
          <p:nvPr/>
        </p:nvSpPr>
        <p:spPr>
          <a:xfrm>
            <a:off x="4130695" y="4790189"/>
            <a:ext cx="424278" cy="642256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Triangle 264">
            <a:extLst>
              <a:ext uri="{FF2B5EF4-FFF2-40B4-BE49-F238E27FC236}">
                <a16:creationId xmlns:a16="http://schemas.microsoft.com/office/drawing/2014/main" id="{27D3F780-C555-0642-B14A-8547E5C21012}"/>
              </a:ext>
            </a:extLst>
          </p:cNvPr>
          <p:cNvSpPr/>
          <p:nvPr/>
        </p:nvSpPr>
        <p:spPr>
          <a:xfrm>
            <a:off x="3200228" y="289820"/>
            <a:ext cx="1823132" cy="803749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Triangle 264">
            <a:extLst>
              <a:ext uri="{FF2B5EF4-FFF2-40B4-BE49-F238E27FC236}">
                <a16:creationId xmlns:a16="http://schemas.microsoft.com/office/drawing/2014/main" id="{E983BF94-3A74-F54A-A6C6-B7BCBC5C9270}"/>
              </a:ext>
            </a:extLst>
          </p:cNvPr>
          <p:cNvSpPr/>
          <p:nvPr/>
        </p:nvSpPr>
        <p:spPr>
          <a:xfrm>
            <a:off x="3549059" y="481437"/>
            <a:ext cx="1124062" cy="49555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Triangle 264">
            <a:extLst>
              <a:ext uri="{FF2B5EF4-FFF2-40B4-BE49-F238E27FC236}">
                <a16:creationId xmlns:a16="http://schemas.microsoft.com/office/drawing/2014/main" id="{408882B5-5479-5B40-B943-884DB22B3489}"/>
              </a:ext>
            </a:extLst>
          </p:cNvPr>
          <p:cNvSpPr/>
          <p:nvPr/>
        </p:nvSpPr>
        <p:spPr>
          <a:xfrm>
            <a:off x="3344674" y="755992"/>
            <a:ext cx="1715269" cy="894016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6E987418-1944-734D-B400-6A6D224053AF}"/>
              </a:ext>
            </a:extLst>
          </p:cNvPr>
          <p:cNvSpPr/>
          <p:nvPr/>
        </p:nvSpPr>
        <p:spPr>
          <a:xfrm rot="10800000">
            <a:off x="4149487" y="3996963"/>
            <a:ext cx="424278" cy="851038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3" name="TextBox 27">
            <a:extLst>
              <a:ext uri="{FF2B5EF4-FFF2-40B4-BE49-F238E27FC236}">
                <a16:creationId xmlns:a16="http://schemas.microsoft.com/office/drawing/2014/main" id="{E5DEFECC-394A-FB4E-BB54-58E78569F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176" y="5534892"/>
            <a:ext cx="1399316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Root Pool</a:t>
            </a:r>
          </a:p>
        </p:txBody>
      </p:sp>
      <p:sp>
        <p:nvSpPr>
          <p:cNvPr id="204" name="TextBox 34">
            <a:extLst>
              <a:ext uri="{FF2B5EF4-FFF2-40B4-BE49-F238E27FC236}">
                <a16:creationId xmlns:a16="http://schemas.microsoft.com/office/drawing/2014/main" id="{DFB2B4FE-F5DF-C54F-9687-02C3C59C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7611" y="3794696"/>
            <a:ext cx="832279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Leaf Pool</a:t>
            </a:r>
          </a:p>
        </p:txBody>
      </p:sp>
      <p:sp>
        <p:nvSpPr>
          <p:cNvPr id="205" name="TextBox 50">
            <a:extLst>
              <a:ext uri="{FF2B5EF4-FFF2-40B4-BE49-F238E27FC236}">
                <a16:creationId xmlns:a16="http://schemas.microsoft.com/office/drawing/2014/main" id="{CF027B98-07BF-D645-B790-7659EF3E7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929" y="4892552"/>
            <a:ext cx="109139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Coarse Dead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Biomass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TextBox 51">
            <a:extLst>
              <a:ext uri="{FF2B5EF4-FFF2-40B4-BE49-F238E27FC236}">
                <a16:creationId xmlns:a16="http://schemas.microsoft.com/office/drawing/2014/main" id="{F19BC718-FC79-6F4D-A602-58A21101D1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308" y="5630337"/>
            <a:ext cx="827088" cy="27622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Litter</a:t>
            </a:r>
          </a:p>
        </p:txBody>
      </p:sp>
      <p:sp>
        <p:nvSpPr>
          <p:cNvPr id="207" name="TextBox 53">
            <a:extLst>
              <a:ext uri="{FF2B5EF4-FFF2-40B4-BE49-F238E27FC236}">
                <a16:creationId xmlns:a16="http://schemas.microsoft.com/office/drawing/2014/main" id="{0CDA0F37-E32A-F945-8061-3233DDAB33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184" y="6483420"/>
            <a:ext cx="1057275" cy="277813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Passive</a:t>
            </a:r>
          </a:p>
        </p:txBody>
      </p:sp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98E87A21-CC12-184F-8287-AE31C8815753}"/>
              </a:ext>
            </a:extLst>
          </p:cNvPr>
          <p:cNvCxnSpPr>
            <a:cxnSpLocks/>
            <a:stCxn id="273" idx="3"/>
          </p:cNvCxnSpPr>
          <p:nvPr/>
        </p:nvCxnSpPr>
        <p:spPr>
          <a:xfrm>
            <a:off x="5726054" y="4686298"/>
            <a:ext cx="247751" cy="20909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9FF6462B-9D82-F148-AE24-04D85CFD300B}"/>
              </a:ext>
            </a:extLst>
          </p:cNvPr>
          <p:cNvCxnSpPr>
            <a:cxnSpLocks/>
          </p:cNvCxnSpPr>
          <p:nvPr/>
        </p:nvCxnSpPr>
        <p:spPr>
          <a:xfrm>
            <a:off x="5893492" y="5663232"/>
            <a:ext cx="627816" cy="9505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0" name="Elbow Connector 209">
            <a:extLst>
              <a:ext uri="{FF2B5EF4-FFF2-40B4-BE49-F238E27FC236}">
                <a16:creationId xmlns:a16="http://schemas.microsoft.com/office/drawing/2014/main" id="{9905CCF2-1CF7-CE40-8896-A7181EE67220}"/>
              </a:ext>
            </a:extLst>
          </p:cNvPr>
          <p:cNvCxnSpPr>
            <a:cxnSpLocks/>
          </p:cNvCxnSpPr>
          <p:nvPr/>
        </p:nvCxnSpPr>
        <p:spPr>
          <a:xfrm rot="16200000" flipH="1">
            <a:off x="7467382" y="6348565"/>
            <a:ext cx="254338" cy="17126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1" name="Elbow Connector 210">
            <a:extLst>
              <a:ext uri="{FF2B5EF4-FFF2-40B4-BE49-F238E27FC236}">
                <a16:creationId xmlns:a16="http://schemas.microsoft.com/office/drawing/2014/main" id="{C1A73265-4160-7E48-A1B5-C155E5F05C5E}"/>
              </a:ext>
            </a:extLst>
          </p:cNvPr>
          <p:cNvCxnSpPr>
            <a:stCxn id="207" idx="0"/>
            <a:endCxn id="272" idx="3"/>
          </p:cNvCxnSpPr>
          <p:nvPr/>
        </p:nvCxnSpPr>
        <p:spPr>
          <a:xfrm rot="16200000" flipV="1">
            <a:off x="7938372" y="6212969"/>
            <a:ext cx="253930" cy="286971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2" name="Elbow Connector 211">
            <a:extLst>
              <a:ext uri="{FF2B5EF4-FFF2-40B4-BE49-F238E27FC236}">
                <a16:creationId xmlns:a16="http://schemas.microsoft.com/office/drawing/2014/main" id="{F59A4D30-B65B-9F4B-8D99-021D1E79359C}"/>
              </a:ext>
            </a:extLst>
          </p:cNvPr>
          <p:cNvCxnSpPr>
            <a:cxnSpLocks/>
          </p:cNvCxnSpPr>
          <p:nvPr/>
        </p:nvCxnSpPr>
        <p:spPr>
          <a:xfrm>
            <a:off x="3198955" y="5313472"/>
            <a:ext cx="4470485" cy="1440653"/>
          </a:xfrm>
          <a:prstGeom prst="bentConnector3">
            <a:avLst>
              <a:gd name="adj1" fmla="val 2274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3" name="Straight Arrow Connector 212">
            <a:extLst>
              <a:ext uri="{FF2B5EF4-FFF2-40B4-BE49-F238E27FC236}">
                <a16:creationId xmlns:a16="http://schemas.microsoft.com/office/drawing/2014/main" id="{2BFE4AB7-DC2B-D149-8252-DA919AE0BCA9}"/>
              </a:ext>
            </a:extLst>
          </p:cNvPr>
          <p:cNvCxnSpPr>
            <a:cxnSpLocks/>
            <a:stCxn id="205" idx="1"/>
            <a:endCxn id="277" idx="3"/>
          </p:cNvCxnSpPr>
          <p:nvPr/>
        </p:nvCxnSpPr>
        <p:spPr>
          <a:xfrm flipH="1">
            <a:off x="3755280" y="5123385"/>
            <a:ext cx="1918649" cy="32832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14" name="Freeform 213">
            <a:extLst>
              <a:ext uri="{FF2B5EF4-FFF2-40B4-BE49-F238E27FC236}">
                <a16:creationId xmlns:a16="http://schemas.microsoft.com/office/drawing/2014/main" id="{80E4982C-52FB-9D46-B971-A5367165E051}"/>
              </a:ext>
            </a:extLst>
          </p:cNvPr>
          <p:cNvSpPr/>
          <p:nvPr/>
        </p:nvSpPr>
        <p:spPr>
          <a:xfrm>
            <a:off x="5302456" y="5238587"/>
            <a:ext cx="119062" cy="303213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5" name="Freeform 214">
            <a:extLst>
              <a:ext uri="{FF2B5EF4-FFF2-40B4-BE49-F238E27FC236}">
                <a16:creationId xmlns:a16="http://schemas.microsoft.com/office/drawing/2014/main" id="{F2AEE67F-164A-6D4D-8732-F34680685DCD}"/>
              </a:ext>
            </a:extLst>
          </p:cNvPr>
          <p:cNvSpPr/>
          <p:nvPr/>
        </p:nvSpPr>
        <p:spPr>
          <a:xfrm>
            <a:off x="6547980" y="4508045"/>
            <a:ext cx="136525" cy="38735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6" name="Freeform 215">
            <a:extLst>
              <a:ext uri="{FF2B5EF4-FFF2-40B4-BE49-F238E27FC236}">
                <a16:creationId xmlns:a16="http://schemas.microsoft.com/office/drawing/2014/main" id="{B32C8365-20C3-DF44-8EE4-6414C66BAE67}"/>
              </a:ext>
            </a:extLst>
          </p:cNvPr>
          <p:cNvSpPr/>
          <p:nvPr/>
        </p:nvSpPr>
        <p:spPr>
          <a:xfrm>
            <a:off x="7156474" y="5358433"/>
            <a:ext cx="93663" cy="279400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7" name="Freeform 216">
            <a:extLst>
              <a:ext uri="{FF2B5EF4-FFF2-40B4-BE49-F238E27FC236}">
                <a16:creationId xmlns:a16="http://schemas.microsoft.com/office/drawing/2014/main" id="{B6A5433A-896B-B14E-B170-F12611197142}"/>
              </a:ext>
            </a:extLst>
          </p:cNvPr>
          <p:cNvSpPr/>
          <p:nvPr/>
        </p:nvSpPr>
        <p:spPr>
          <a:xfrm>
            <a:off x="7686534" y="5646104"/>
            <a:ext cx="114300" cy="44065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8" name="Freeform 217">
            <a:extLst>
              <a:ext uri="{FF2B5EF4-FFF2-40B4-BE49-F238E27FC236}">
                <a16:creationId xmlns:a16="http://schemas.microsoft.com/office/drawing/2014/main" id="{F9888F8F-3D5A-9447-A31B-9A86C4766BA5}"/>
              </a:ext>
            </a:extLst>
          </p:cNvPr>
          <p:cNvSpPr/>
          <p:nvPr/>
        </p:nvSpPr>
        <p:spPr>
          <a:xfrm>
            <a:off x="8453297" y="6013748"/>
            <a:ext cx="112712" cy="45697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9" name="TextBox 106">
            <a:extLst>
              <a:ext uri="{FF2B5EF4-FFF2-40B4-BE49-F238E27FC236}">
                <a16:creationId xmlns:a16="http://schemas.microsoft.com/office/drawing/2014/main" id="{E0F895F0-56B3-E94D-8308-65EB78A64E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1942" y="5057177"/>
            <a:ext cx="1965603" cy="461665"/>
          </a:xfrm>
          <a:prstGeom prst="rect">
            <a:avLst/>
          </a:prstGeom>
          <a:noFill/>
          <a:ln w="19050">
            <a:solidFill>
              <a:srgbClr val="9E160D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200" dirty="0">
                <a:solidFill>
                  <a:srgbClr val="9E160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Heterotrophic</a:t>
            </a:r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Respiration:</a:t>
            </a:r>
          </a:p>
          <a:p>
            <a:pPr algn="ctr" defTabSz="914400" eaLnBrk="1" hangingPunct="1"/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</a:t>
            </a:r>
            <a:r>
              <a:rPr lang="en-US" sz="12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n-US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Release</a:t>
            </a:r>
          </a:p>
        </p:txBody>
      </p:sp>
      <p:sp>
        <p:nvSpPr>
          <p:cNvPr id="220" name="TextBox 118">
            <a:extLst>
              <a:ext uri="{FF2B5EF4-FFF2-40B4-BE49-F238E27FC236}">
                <a16:creationId xmlns:a16="http://schemas.microsoft.com/office/drawing/2014/main" id="{BA380BA7-D325-794F-8C9C-666FEE754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9772" y="3501674"/>
            <a:ext cx="1839913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70AD47">
                <a:lumMod val="50000"/>
              </a:srgbClr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Autotrophic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Respiration: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Release</a:t>
            </a: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41D23113-D4C7-524B-AE3B-C5FEDDA2316C}"/>
              </a:ext>
            </a:extLst>
          </p:cNvPr>
          <p:cNvSpPr/>
          <p:nvPr/>
        </p:nvSpPr>
        <p:spPr>
          <a:xfrm rot="7999015" flipH="1">
            <a:off x="5255853" y="3452827"/>
            <a:ext cx="207374" cy="480984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22225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 w="25400">
                <a:solidFill>
                  <a:prstClr val="black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22" name="Curved Connector 221">
            <a:extLst>
              <a:ext uri="{FF2B5EF4-FFF2-40B4-BE49-F238E27FC236}">
                <a16:creationId xmlns:a16="http://schemas.microsoft.com/office/drawing/2014/main" id="{57D4CEA7-3E2E-2D44-B4C0-9122488968A7}"/>
              </a:ext>
            </a:extLst>
          </p:cNvPr>
          <p:cNvCxnSpPr/>
          <p:nvPr/>
        </p:nvCxnSpPr>
        <p:spPr>
          <a:xfrm rot="5400000">
            <a:off x="7414662" y="4362648"/>
            <a:ext cx="846138" cy="484188"/>
          </a:xfrm>
          <a:prstGeom prst="curvedConnector3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23" name="Freeform 222">
            <a:extLst>
              <a:ext uri="{FF2B5EF4-FFF2-40B4-BE49-F238E27FC236}">
                <a16:creationId xmlns:a16="http://schemas.microsoft.com/office/drawing/2014/main" id="{D8ED09F3-EFC8-7240-8D1C-2163B6C22BDD}"/>
              </a:ext>
            </a:extLst>
          </p:cNvPr>
          <p:cNvSpPr/>
          <p:nvPr/>
        </p:nvSpPr>
        <p:spPr>
          <a:xfrm flipH="1">
            <a:off x="5393507" y="4215411"/>
            <a:ext cx="82061" cy="406935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46437B04-1651-204E-9642-AD9554AF07F2}"/>
              </a:ext>
            </a:extLst>
          </p:cNvPr>
          <p:cNvSpPr/>
          <p:nvPr/>
        </p:nvSpPr>
        <p:spPr>
          <a:xfrm flipH="1">
            <a:off x="3918378" y="6025372"/>
            <a:ext cx="188912" cy="28416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C1252E51-F0A5-8143-A815-4FBDA2CFA188}"/>
              </a:ext>
            </a:extLst>
          </p:cNvPr>
          <p:cNvCxnSpPr>
            <a:stCxn id="276" idx="2"/>
            <a:endCxn id="277" idx="0"/>
          </p:cNvCxnSpPr>
          <p:nvPr/>
        </p:nvCxnSpPr>
        <p:spPr>
          <a:xfrm flipH="1">
            <a:off x="3333680" y="3715143"/>
            <a:ext cx="1504700" cy="15057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51D28D71-C0EE-0747-81C1-ECFC75815F1E}"/>
              </a:ext>
            </a:extLst>
          </p:cNvPr>
          <p:cNvCxnSpPr>
            <a:cxnSpLocks/>
          </p:cNvCxnSpPr>
          <p:nvPr/>
        </p:nvCxnSpPr>
        <p:spPr>
          <a:xfrm flipV="1">
            <a:off x="5011174" y="5835557"/>
            <a:ext cx="1496641" cy="51596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27" name="Straight Arrow Connector 226">
            <a:extLst>
              <a:ext uri="{FF2B5EF4-FFF2-40B4-BE49-F238E27FC236}">
                <a16:creationId xmlns:a16="http://schemas.microsoft.com/office/drawing/2014/main" id="{33849067-E8AF-CA42-ABBC-7A0F151C5F41}"/>
              </a:ext>
            </a:extLst>
          </p:cNvPr>
          <p:cNvCxnSpPr>
            <a:cxnSpLocks/>
            <a:stCxn id="232" idx="2"/>
          </p:cNvCxnSpPr>
          <p:nvPr/>
        </p:nvCxnSpPr>
        <p:spPr>
          <a:xfrm>
            <a:off x="2273239" y="5312382"/>
            <a:ext cx="1018509" cy="141350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28" name="Freeform 227">
            <a:extLst>
              <a:ext uri="{FF2B5EF4-FFF2-40B4-BE49-F238E27FC236}">
                <a16:creationId xmlns:a16="http://schemas.microsoft.com/office/drawing/2014/main" id="{64A0DE6B-EC9F-144C-BFA6-3F26A3E39460}"/>
              </a:ext>
            </a:extLst>
          </p:cNvPr>
          <p:cNvSpPr/>
          <p:nvPr/>
        </p:nvSpPr>
        <p:spPr>
          <a:xfrm>
            <a:off x="2960727" y="4912354"/>
            <a:ext cx="85725" cy="315912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8D20A125-2F1D-2B48-BE1F-8474A5BE76EF}"/>
              </a:ext>
            </a:extLst>
          </p:cNvPr>
          <p:cNvCxnSpPr>
            <a:cxnSpLocks/>
            <a:stCxn id="205" idx="1"/>
            <a:endCxn id="232" idx="3"/>
          </p:cNvCxnSpPr>
          <p:nvPr/>
        </p:nvCxnSpPr>
        <p:spPr>
          <a:xfrm flipH="1" flipV="1">
            <a:off x="2694876" y="5081550"/>
            <a:ext cx="2979053" cy="41835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30" name="Elbow Connector 229">
            <a:extLst>
              <a:ext uri="{FF2B5EF4-FFF2-40B4-BE49-F238E27FC236}">
                <a16:creationId xmlns:a16="http://schemas.microsoft.com/office/drawing/2014/main" id="{0F11A741-AC1D-F945-AE2C-ABF12A2C45AC}"/>
              </a:ext>
            </a:extLst>
          </p:cNvPr>
          <p:cNvCxnSpPr/>
          <p:nvPr/>
        </p:nvCxnSpPr>
        <p:spPr>
          <a:xfrm rot="16200000" flipV="1">
            <a:off x="7436363" y="5706813"/>
            <a:ext cx="684490" cy="860426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31" name="Straight Arrow Connector 230">
            <a:extLst>
              <a:ext uri="{FF2B5EF4-FFF2-40B4-BE49-F238E27FC236}">
                <a16:creationId xmlns:a16="http://schemas.microsoft.com/office/drawing/2014/main" id="{1F63870D-EEF6-8F4A-882C-1EAB6EBCD13B}"/>
              </a:ext>
            </a:extLst>
          </p:cNvPr>
          <p:cNvCxnSpPr>
            <a:stCxn id="272" idx="0"/>
          </p:cNvCxnSpPr>
          <p:nvPr/>
        </p:nvCxnSpPr>
        <p:spPr>
          <a:xfrm flipH="1" flipV="1">
            <a:off x="7316647" y="5906562"/>
            <a:ext cx="192271" cy="184428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2" name="TextBox 231">
            <a:extLst>
              <a:ext uri="{FF2B5EF4-FFF2-40B4-BE49-F238E27FC236}">
                <a16:creationId xmlns:a16="http://schemas.microsoft.com/office/drawing/2014/main" id="{21A9F5F1-50F8-D74C-84D9-174118BE8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1601" y="4850717"/>
            <a:ext cx="843275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Metabolic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233" name="Straight Arrow Connector 232">
            <a:extLst>
              <a:ext uri="{FF2B5EF4-FFF2-40B4-BE49-F238E27FC236}">
                <a16:creationId xmlns:a16="http://schemas.microsoft.com/office/drawing/2014/main" id="{D0C45913-46B2-954A-B89A-205FC9F6C527}"/>
              </a:ext>
            </a:extLst>
          </p:cNvPr>
          <p:cNvCxnSpPr>
            <a:cxnSpLocks/>
            <a:stCxn id="276" idx="2"/>
          </p:cNvCxnSpPr>
          <p:nvPr/>
        </p:nvCxnSpPr>
        <p:spPr>
          <a:xfrm flipH="1">
            <a:off x="11386302" y="10575856"/>
            <a:ext cx="2054106" cy="1220900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43DDBC31-87F1-0A4B-9B0A-B50E669FD930}"/>
              </a:ext>
            </a:extLst>
          </p:cNvPr>
          <p:cNvSpPr txBox="1"/>
          <p:nvPr/>
        </p:nvSpPr>
        <p:spPr>
          <a:xfrm>
            <a:off x="118456" y="4773405"/>
            <a:ext cx="1626727" cy="1800493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Live-To-Dead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Transfers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Freezing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- Heat Stress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Water Deficiency</a:t>
            </a:r>
          </a:p>
          <a:p>
            <a:pPr marL="171450" indent="-173736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887C038D-6E4A-FD4D-ABBF-6808CA3B8BE7}"/>
              </a:ext>
            </a:extLst>
          </p:cNvPr>
          <p:cNvSpPr txBox="1"/>
          <p:nvPr/>
        </p:nvSpPr>
        <p:spPr>
          <a:xfrm>
            <a:off x="7417219" y="2135221"/>
            <a:ext cx="1603784" cy="43088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    Dead Transfers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Respiration Efficiency</a:t>
            </a: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84F22443-42C2-EB4E-AF08-670E7EA9649F}"/>
              </a:ext>
            </a:extLst>
          </p:cNvPr>
          <p:cNvSpPr/>
          <p:nvPr/>
        </p:nvSpPr>
        <p:spPr>
          <a:xfrm rot="20909801" flipH="1">
            <a:off x="2335553" y="3461633"/>
            <a:ext cx="90695" cy="350058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008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59A98991-33DD-4745-83AB-92B0B8AB58F9}"/>
              </a:ext>
            </a:extLst>
          </p:cNvPr>
          <p:cNvSpPr/>
          <p:nvPr/>
        </p:nvSpPr>
        <p:spPr>
          <a:xfrm rot="18086153" flipH="1">
            <a:off x="6401354" y="2287244"/>
            <a:ext cx="543088" cy="675697"/>
          </a:xfrm>
          <a:custGeom>
            <a:avLst/>
            <a:gdLst>
              <a:gd name="connsiteX0" fmla="*/ 20367 w 232034"/>
              <a:gd name="connsiteY0" fmla="*/ 0 h 564444"/>
              <a:gd name="connsiteX1" fmla="*/ 20367 w 232034"/>
              <a:gd name="connsiteY1" fmla="*/ 366889 h 564444"/>
              <a:gd name="connsiteX2" fmla="*/ 232034 w 232034"/>
              <a:gd name="connsiteY2" fmla="*/ 564444 h 564444"/>
              <a:gd name="connsiteX3" fmla="*/ 232034 w 232034"/>
              <a:gd name="connsiteY3" fmla="*/ 564444 h 564444"/>
              <a:gd name="connsiteX4" fmla="*/ 232034 w 232034"/>
              <a:gd name="connsiteY4" fmla="*/ 564444 h 564444"/>
              <a:gd name="connsiteX5" fmla="*/ 232034 w 232034"/>
              <a:gd name="connsiteY5" fmla="*/ 564444 h 564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034" h="564444">
                <a:moveTo>
                  <a:pt x="20367" y="0"/>
                </a:moveTo>
                <a:cubicBezTo>
                  <a:pt x="2728" y="136407"/>
                  <a:pt x="-14911" y="272815"/>
                  <a:pt x="20367" y="366889"/>
                </a:cubicBezTo>
                <a:cubicBezTo>
                  <a:pt x="55645" y="460963"/>
                  <a:pt x="232034" y="564444"/>
                  <a:pt x="232034" y="564444"/>
                </a:cubicBezTo>
                <a:lnTo>
                  <a:pt x="232034" y="564444"/>
                </a:lnTo>
                <a:lnTo>
                  <a:pt x="232034" y="564444"/>
                </a:lnTo>
                <a:lnTo>
                  <a:pt x="232034" y="564444"/>
                </a:lnTo>
              </a:path>
            </a:pathLst>
          </a:cu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634B1194-7DA9-D344-A8CD-03702F37D4F2}"/>
              </a:ext>
            </a:extLst>
          </p:cNvPr>
          <p:cNvSpPr/>
          <p:nvPr/>
        </p:nvSpPr>
        <p:spPr>
          <a:xfrm>
            <a:off x="1984714" y="4467971"/>
            <a:ext cx="115596" cy="382746"/>
          </a:xfrm>
          <a:custGeom>
            <a:avLst/>
            <a:gdLst>
              <a:gd name="connsiteX0" fmla="*/ 120946 w 161261"/>
              <a:gd name="connsiteY0" fmla="*/ 493907 h 493907"/>
              <a:gd name="connsiteX1" fmla="*/ 10079 w 161261"/>
              <a:gd name="connsiteY1" fmla="*/ 362870 h 493907"/>
              <a:gd name="connsiteX2" fmla="*/ 161261 w 161261"/>
              <a:gd name="connsiteY2" fmla="*/ 272153 h 493907"/>
              <a:gd name="connsiteX3" fmla="*/ 0 w 161261"/>
              <a:gd name="connsiteY3" fmla="*/ 171355 h 493907"/>
              <a:gd name="connsiteX4" fmla="*/ 110867 w 161261"/>
              <a:gd name="connsiteY4" fmla="*/ 0 h 493907"/>
              <a:gd name="connsiteX5" fmla="*/ 120946 w 161261"/>
              <a:gd name="connsiteY5" fmla="*/ 10079 h 493907"/>
              <a:gd name="connsiteX6" fmla="*/ 120946 w 161261"/>
              <a:gd name="connsiteY6" fmla="*/ 10079 h 493907"/>
              <a:gd name="connsiteX7" fmla="*/ 120946 w 161261"/>
              <a:gd name="connsiteY7" fmla="*/ 10079 h 49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261" h="493907">
                <a:moveTo>
                  <a:pt x="120946" y="493907"/>
                </a:moveTo>
                <a:lnTo>
                  <a:pt x="10079" y="362870"/>
                </a:lnTo>
                <a:lnTo>
                  <a:pt x="161261" y="272153"/>
                </a:lnTo>
                <a:lnTo>
                  <a:pt x="0" y="171355"/>
                </a:lnTo>
                <a:lnTo>
                  <a:pt x="110867" y="0"/>
                </a:lnTo>
                <a:lnTo>
                  <a:pt x="120946" y="10079"/>
                </a:lnTo>
                <a:lnTo>
                  <a:pt x="120946" y="10079"/>
                </a:lnTo>
                <a:lnTo>
                  <a:pt x="120946" y="10079"/>
                </a:lnTo>
              </a:path>
            </a:pathLst>
          </a:custGeom>
          <a:noFill/>
          <a:ln w="19050" cap="flat" cmpd="sng" algn="ctr">
            <a:solidFill>
              <a:srgbClr val="800000"/>
            </a:solidFill>
            <a:prstDash val="solid"/>
            <a:miter lim="800000"/>
            <a:tailEnd type="triangle" w="lg" len="me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4614EDC-6BAA-F541-8B7E-11BC9ED35330}"/>
              </a:ext>
            </a:extLst>
          </p:cNvPr>
          <p:cNvSpPr txBox="1"/>
          <p:nvPr/>
        </p:nvSpPr>
        <p:spPr>
          <a:xfrm>
            <a:off x="5536474" y="90171"/>
            <a:ext cx="3510959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Simple Biosphere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Model Version 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</p:txBody>
      </p:sp>
      <p:cxnSp>
        <p:nvCxnSpPr>
          <p:cNvPr id="240" name="Straight Arrow Connector 239">
            <a:extLst>
              <a:ext uri="{FF2B5EF4-FFF2-40B4-BE49-F238E27FC236}">
                <a16:creationId xmlns:a16="http://schemas.microsoft.com/office/drawing/2014/main" id="{DAC00C28-83B7-D040-B870-6519A6456ABF}"/>
              </a:ext>
            </a:extLst>
          </p:cNvPr>
          <p:cNvCxnSpPr>
            <a:cxnSpLocks/>
          </p:cNvCxnSpPr>
          <p:nvPr/>
        </p:nvCxnSpPr>
        <p:spPr>
          <a:xfrm flipH="1">
            <a:off x="2295748" y="4071695"/>
            <a:ext cx="275866" cy="759829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1" name="Straight Arrow Connector 240">
            <a:extLst>
              <a:ext uri="{FF2B5EF4-FFF2-40B4-BE49-F238E27FC236}">
                <a16:creationId xmlns:a16="http://schemas.microsoft.com/office/drawing/2014/main" id="{292F015E-85BC-7640-B029-A3223D5707E4}"/>
              </a:ext>
            </a:extLst>
          </p:cNvPr>
          <p:cNvCxnSpPr>
            <a:cxnSpLocks/>
          </p:cNvCxnSpPr>
          <p:nvPr/>
        </p:nvCxnSpPr>
        <p:spPr>
          <a:xfrm>
            <a:off x="2697480" y="4069080"/>
            <a:ext cx="612648" cy="1152144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2" name="Straight Arrow Connector 241">
            <a:extLst>
              <a:ext uri="{FF2B5EF4-FFF2-40B4-BE49-F238E27FC236}">
                <a16:creationId xmlns:a16="http://schemas.microsoft.com/office/drawing/2014/main" id="{4896E308-D7A2-5941-9994-AC1DF7583104}"/>
              </a:ext>
            </a:extLst>
          </p:cNvPr>
          <p:cNvCxnSpPr>
            <a:cxnSpLocks/>
          </p:cNvCxnSpPr>
          <p:nvPr/>
        </p:nvCxnSpPr>
        <p:spPr>
          <a:xfrm>
            <a:off x="1478139" y="1624718"/>
            <a:ext cx="775103" cy="46901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none"/>
          </a:ln>
          <a:effectLst/>
        </p:spPr>
      </p:cxnSp>
      <p:sp>
        <p:nvSpPr>
          <p:cNvPr id="243" name="TextBox 242">
            <a:extLst>
              <a:ext uri="{FF2B5EF4-FFF2-40B4-BE49-F238E27FC236}">
                <a16:creationId xmlns:a16="http://schemas.microsoft.com/office/drawing/2014/main" id="{290A4826-5732-D843-BCF1-C1DE55E6A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622" y="2027943"/>
            <a:ext cx="1271587" cy="460375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Photosynthesis: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</a:t>
            </a:r>
            <a:r>
              <a:rPr kumimoji="0" lang="en-US" sz="1200" b="0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Uptake</a:t>
            </a:r>
          </a:p>
        </p:txBody>
      </p:sp>
      <p:cxnSp>
        <p:nvCxnSpPr>
          <p:cNvPr id="244" name="Straight Arrow Connector 243">
            <a:extLst>
              <a:ext uri="{FF2B5EF4-FFF2-40B4-BE49-F238E27FC236}">
                <a16:creationId xmlns:a16="http://schemas.microsoft.com/office/drawing/2014/main" id="{F9B44E04-A6E6-EF46-BD02-B95339B48C53}"/>
              </a:ext>
            </a:extLst>
          </p:cNvPr>
          <p:cNvCxnSpPr>
            <a:cxnSpLocks/>
          </p:cNvCxnSpPr>
          <p:nvPr/>
        </p:nvCxnSpPr>
        <p:spPr>
          <a:xfrm>
            <a:off x="2833860" y="2502252"/>
            <a:ext cx="1767657" cy="3804776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5" name="Straight Arrow Connector 244">
            <a:extLst>
              <a:ext uri="{FF2B5EF4-FFF2-40B4-BE49-F238E27FC236}">
                <a16:creationId xmlns:a16="http://schemas.microsoft.com/office/drawing/2014/main" id="{863DA290-545C-CE40-9A63-BD8B1C0EB2D9}"/>
              </a:ext>
            </a:extLst>
          </p:cNvPr>
          <p:cNvCxnSpPr>
            <a:cxnSpLocks/>
          </p:cNvCxnSpPr>
          <p:nvPr/>
        </p:nvCxnSpPr>
        <p:spPr>
          <a:xfrm>
            <a:off x="2880360" y="2542032"/>
            <a:ext cx="1581912" cy="29992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6" name="Straight Arrow Connector 245">
            <a:extLst>
              <a:ext uri="{FF2B5EF4-FFF2-40B4-BE49-F238E27FC236}">
                <a16:creationId xmlns:a16="http://schemas.microsoft.com/office/drawing/2014/main" id="{4FF5D0BD-3FFC-9C45-B114-CF6ED8179CC3}"/>
              </a:ext>
            </a:extLst>
          </p:cNvPr>
          <p:cNvCxnSpPr>
            <a:cxnSpLocks/>
          </p:cNvCxnSpPr>
          <p:nvPr/>
        </p:nvCxnSpPr>
        <p:spPr>
          <a:xfrm>
            <a:off x="2829896" y="2488318"/>
            <a:ext cx="2067924" cy="205113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7" name="Straight Arrow Connector 246">
            <a:extLst>
              <a:ext uri="{FF2B5EF4-FFF2-40B4-BE49-F238E27FC236}">
                <a16:creationId xmlns:a16="http://schemas.microsoft.com/office/drawing/2014/main" id="{3F57E297-AAFD-9E48-A3AB-05EB899F2A5E}"/>
              </a:ext>
            </a:extLst>
          </p:cNvPr>
          <p:cNvCxnSpPr>
            <a:cxnSpLocks/>
          </p:cNvCxnSpPr>
          <p:nvPr/>
        </p:nvCxnSpPr>
        <p:spPr>
          <a:xfrm>
            <a:off x="2861136" y="2502252"/>
            <a:ext cx="1420198" cy="96331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8" name="Straight Arrow Connector 247">
            <a:extLst>
              <a:ext uri="{FF2B5EF4-FFF2-40B4-BE49-F238E27FC236}">
                <a16:creationId xmlns:a16="http://schemas.microsoft.com/office/drawing/2014/main" id="{FFC40AA0-AC32-824F-9710-94B6E7A158C9}"/>
              </a:ext>
            </a:extLst>
          </p:cNvPr>
          <p:cNvCxnSpPr>
            <a:cxnSpLocks/>
          </p:cNvCxnSpPr>
          <p:nvPr/>
        </p:nvCxnSpPr>
        <p:spPr>
          <a:xfrm flipH="1">
            <a:off x="2781727" y="2502252"/>
            <a:ext cx="56266" cy="1277322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49" name="Curved Connector 248">
            <a:extLst>
              <a:ext uri="{FF2B5EF4-FFF2-40B4-BE49-F238E27FC236}">
                <a16:creationId xmlns:a16="http://schemas.microsoft.com/office/drawing/2014/main" id="{D381B066-12E4-1942-BDA9-E9B48695DDDA}"/>
              </a:ext>
            </a:extLst>
          </p:cNvPr>
          <p:cNvCxnSpPr>
            <a:cxnSpLocks/>
          </p:cNvCxnSpPr>
          <p:nvPr/>
        </p:nvCxnSpPr>
        <p:spPr>
          <a:xfrm rot="10800000" flipV="1">
            <a:off x="2284472" y="1471578"/>
            <a:ext cx="212611" cy="546249"/>
          </a:xfrm>
          <a:prstGeom prst="curvedConnector2">
            <a:avLst/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0FEFBE85-0DCD-D54E-9422-93C43592A929}"/>
              </a:ext>
            </a:extLst>
          </p:cNvPr>
          <p:cNvSpPr txBox="1"/>
          <p:nvPr/>
        </p:nvSpPr>
        <p:spPr>
          <a:xfrm>
            <a:off x="48951" y="2190269"/>
            <a:ext cx="2051371" cy="1292662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Carbon Allocation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Phenology Stage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Day Length 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</a:t>
            </a:r>
            <a:r>
              <a:rPr lang="en-US" sz="1100" dirty="0">
                <a:cs typeface="Arial" charset="0"/>
              </a:rPr>
              <a:t> Environmental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Potential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(Water Availability / Weather)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44546A">
                    <a:lumMod val="60000"/>
                    <a:lumOff val="40000"/>
                  </a:srgbClr>
                </a:solidFill>
                <a:cs typeface="Arial" charset="0"/>
              </a:rPr>
              <a:t>   - 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 Index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Environmental Conditions</a:t>
            </a:r>
          </a:p>
        </p:txBody>
      </p:sp>
      <p:cxnSp>
        <p:nvCxnSpPr>
          <p:cNvPr id="251" name="Curved Connector 250">
            <a:extLst>
              <a:ext uri="{FF2B5EF4-FFF2-40B4-BE49-F238E27FC236}">
                <a16:creationId xmlns:a16="http://schemas.microsoft.com/office/drawing/2014/main" id="{A6937FF7-9169-4249-8207-1CB64D57502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711797" y="2882429"/>
            <a:ext cx="1456204" cy="353349"/>
          </a:xfrm>
          <a:prstGeom prst="curvedConnector3">
            <a:avLst>
              <a:gd name="adj1" fmla="val 50000"/>
            </a:avLst>
          </a:prstGeom>
          <a:noFill/>
          <a:ln w="19050" cap="flat" cmpd="sng" algn="ctr">
            <a:solidFill>
              <a:srgbClr val="1F6BA0"/>
            </a:solidFill>
            <a:prstDash val="solid"/>
            <a:miter lim="800000"/>
            <a:tailEnd type="arrow"/>
          </a:ln>
          <a:effectLst/>
        </p:spPr>
      </p:cxnSp>
      <p:sp>
        <p:nvSpPr>
          <p:cNvPr id="252" name="TextBox 130">
            <a:extLst>
              <a:ext uri="{FF2B5EF4-FFF2-40B4-BE49-F238E27FC236}">
                <a16:creationId xmlns:a16="http://schemas.microsoft.com/office/drawing/2014/main" id="{EC3DA4FD-C169-4D4D-B483-FB26C0171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200" y="2696992"/>
            <a:ext cx="520700" cy="401638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LAI /</a:t>
            </a:r>
          </a:p>
          <a:p>
            <a:pPr algn="ctr" defTabSz="914400" eaLnBrk="1" hangingPunct="1"/>
            <a:r>
              <a:rPr lang="en-US" sz="1000" dirty="0">
                <a:solidFill>
                  <a:srgbClr val="1F6BA0"/>
                </a:solidFill>
                <a:latin typeface="Arial Rounded MT Bold" charset="0"/>
                <a:cs typeface="Arial Rounded MT Bold" charset="0"/>
              </a:rPr>
              <a:t>FPAR</a:t>
            </a:r>
          </a:p>
        </p:txBody>
      </p:sp>
      <p:pic>
        <p:nvPicPr>
          <p:cNvPr id="253" name="Picture 252">
            <a:extLst>
              <a:ext uri="{FF2B5EF4-FFF2-40B4-BE49-F238E27FC236}">
                <a16:creationId xmlns:a16="http://schemas.microsoft.com/office/drawing/2014/main" id="{05D531F1-8182-4840-A918-6C798C2CAF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254" name="Picture 253">
            <a:extLst>
              <a:ext uri="{FF2B5EF4-FFF2-40B4-BE49-F238E27FC236}">
                <a16:creationId xmlns:a16="http://schemas.microsoft.com/office/drawing/2014/main" id="{6ED0967B-7566-0047-9093-3B2F408A5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122174" y="-26695"/>
            <a:ext cx="2540581" cy="1413104"/>
          </a:xfrm>
          <a:prstGeom prst="rect">
            <a:avLst/>
          </a:prstGeom>
        </p:spPr>
      </p:pic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C97A2E7-A36E-5C4C-AA54-C7E8EFEFC897}"/>
              </a:ext>
            </a:extLst>
          </p:cNvPr>
          <p:cNvGrpSpPr>
            <a:grpSpLocks noChangeAspect="1"/>
          </p:cNvGrpSpPr>
          <p:nvPr/>
        </p:nvGrpSpPr>
        <p:grpSpPr>
          <a:xfrm>
            <a:off x="151831" y="165870"/>
            <a:ext cx="993606" cy="1020488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8E7D028F-4BDB-0C44-B4EE-92B23872E10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0EA088E0-B05A-CC4E-9499-2E59E3493181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5BD372D-5D16-0F4C-9527-D796E959F9D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B4EB83E2-1FAF-6049-ABB3-89A5E0D1D63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9952A796-7050-EA4D-8DC4-F8C37DA1A50A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23BD23A8-CCFF-5045-8DFD-6E41AFD53C1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F1BDCF7C-5577-9E40-A61A-D11A7BDD714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F6D51AA-FA29-5945-A06E-8182571FEA7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672ADB4-470B-B340-99B1-3A4CECF4AB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C10E3CBA-F3EF-DC4C-99FC-AE460354093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9875CE16-3DC4-1A4E-88EA-702A6EE4CB5B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56A8CF9E-DD10-A141-A3B7-C1C810F9015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7145EE7-0572-D345-96F6-410E7CEEAE7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69" name="Straight Arrow Connector 268">
            <a:extLst>
              <a:ext uri="{FF2B5EF4-FFF2-40B4-BE49-F238E27FC236}">
                <a16:creationId xmlns:a16="http://schemas.microsoft.com/office/drawing/2014/main" id="{FA71AFCB-35B2-294F-8A6A-F4511B70B1B2}"/>
              </a:ext>
            </a:extLst>
          </p:cNvPr>
          <p:cNvCxnSpPr>
            <a:cxnSpLocks/>
            <a:endCxn id="204" idx="1"/>
          </p:cNvCxnSpPr>
          <p:nvPr/>
        </p:nvCxnSpPr>
        <p:spPr>
          <a:xfrm flipV="1">
            <a:off x="990634" y="3933196"/>
            <a:ext cx="1286977" cy="280852"/>
          </a:xfrm>
          <a:prstGeom prst="straightConnector1">
            <a:avLst/>
          </a:prstGeom>
          <a:noFill/>
          <a:ln w="19050" cap="flat" cmpd="sng" algn="ctr">
            <a:solidFill>
              <a:srgbClr val="4472C4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270" name="TextBox 269">
            <a:extLst>
              <a:ext uri="{FF2B5EF4-FFF2-40B4-BE49-F238E27FC236}">
                <a16:creationId xmlns:a16="http://schemas.microsoft.com/office/drawing/2014/main" id="{DC5803BB-FE15-7F41-BD75-6264C31011F3}"/>
              </a:ext>
            </a:extLst>
          </p:cNvPr>
          <p:cNvSpPr txBox="1"/>
          <p:nvPr/>
        </p:nvSpPr>
        <p:spPr>
          <a:xfrm>
            <a:off x="286739" y="3736526"/>
            <a:ext cx="1474788" cy="769441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Leaf-Out Initiation</a:t>
            </a:r>
          </a:p>
          <a:p>
            <a:pPr defTabSz="914400">
              <a:buSzPct val="70000"/>
              <a:defRPr/>
            </a:pP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 </a:t>
            </a:r>
            <a:r>
              <a:rPr lang="en-US" sz="1100" dirty="0">
                <a:solidFill>
                  <a:srgbClr val="1F6BA0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srgbClr val="000000"/>
                </a:solidFill>
                <a:ea typeface="Wingdings"/>
                <a:cs typeface="Cambria"/>
                <a:sym typeface="Wingdings"/>
              </a:rPr>
              <a:t>Photoperiod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mbria"/>
                <a:ea typeface="Wingdings"/>
                <a:cs typeface="Cambria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Soil Moisture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defTabSz="914400">
              <a:defRPr/>
            </a:pPr>
            <a:r>
              <a:rPr lang="en-US" sz="1100" dirty="0">
                <a:solidFill>
                  <a:prstClr val="black"/>
                </a:solidFill>
                <a:latin typeface="Wingdings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srgbClr val="1F6BA0"/>
                </a:solidFill>
                <a:latin typeface="Wingdings"/>
                <a:ea typeface="Wingdings"/>
                <a:cs typeface="Wingdings"/>
                <a:sym typeface="Wingdings"/>
              </a:rPr>
              <a:t></a:t>
            </a:r>
            <a:r>
              <a:rPr lang="en-US" sz="1100" dirty="0">
                <a:solidFill>
                  <a:prstClr val="black"/>
                </a:solidFill>
                <a:latin typeface="Calibri Light" panose="020F0302020204030204"/>
                <a:ea typeface="Wingdings"/>
                <a:cs typeface="Wingdings"/>
                <a:sym typeface="Wingdings"/>
              </a:rPr>
              <a:t> </a:t>
            </a:r>
            <a:r>
              <a:rPr lang="en-US" sz="1100" dirty="0">
                <a:solidFill>
                  <a:prstClr val="black"/>
                </a:solidFill>
                <a:ea typeface="Wingdings"/>
                <a:cs typeface="Wingdings"/>
                <a:sym typeface="Wingdings"/>
              </a:rPr>
              <a:t>Temperature</a:t>
            </a:r>
            <a:endParaRPr lang="en-US" sz="1000" dirty="0">
              <a:solidFill>
                <a:prstClr val="black"/>
              </a:solidFill>
              <a:cs typeface="Arial" charset="0"/>
            </a:endParaRPr>
          </a:p>
        </p:txBody>
      </p:sp>
      <p:cxnSp>
        <p:nvCxnSpPr>
          <p:cNvPr id="271" name="Straight Arrow Connector 270">
            <a:extLst>
              <a:ext uri="{FF2B5EF4-FFF2-40B4-BE49-F238E27FC236}">
                <a16:creationId xmlns:a16="http://schemas.microsoft.com/office/drawing/2014/main" id="{8599EC8D-9AE9-B045-B9BE-031A198F3012}"/>
              </a:ext>
            </a:extLst>
          </p:cNvPr>
          <p:cNvCxnSpPr>
            <a:cxnSpLocks/>
            <a:endCxn id="277" idx="1"/>
          </p:cNvCxnSpPr>
          <p:nvPr/>
        </p:nvCxnSpPr>
        <p:spPr>
          <a:xfrm>
            <a:off x="2689588" y="5266735"/>
            <a:ext cx="222492" cy="184973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sp>
        <p:nvSpPr>
          <p:cNvPr id="272" name="TextBox 52">
            <a:extLst>
              <a:ext uri="{FF2B5EF4-FFF2-40B4-BE49-F238E27FC236}">
                <a16:creationId xmlns:a16="http://schemas.microsoft.com/office/drawing/2014/main" id="{FC5657DE-BC78-E044-A651-7A102C566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5984" y="6090990"/>
            <a:ext cx="825867" cy="276999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Soil Slow</a:t>
            </a:r>
          </a:p>
        </p:txBody>
      </p:sp>
      <p:sp>
        <p:nvSpPr>
          <p:cNvPr id="273" name="Rectangle 24">
            <a:extLst>
              <a:ext uri="{FF2B5EF4-FFF2-40B4-BE49-F238E27FC236}">
                <a16:creationId xmlns:a16="http://schemas.microsoft.com/office/drawing/2014/main" id="{49F82D56-C823-F840-AE6B-8B3291722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480" y="4547798"/>
            <a:ext cx="1336574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</a:rPr>
              <a:t>Stem/Wood Pool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F5A3554-A5FA-E348-BCC5-45313C3F7E63}"/>
              </a:ext>
            </a:extLst>
          </p:cNvPr>
          <p:cNvSpPr txBox="1"/>
          <p:nvPr/>
        </p:nvSpPr>
        <p:spPr>
          <a:xfrm>
            <a:off x="7354833" y="2613777"/>
            <a:ext cx="1720343" cy="161582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Heterotrophic   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  <a:sym typeface="Wingdings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Moisture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Plant Available Water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Precipitation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       - Soil Moisture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Productivity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  <a:sym typeface="Wingdings"/>
              </a:rPr>
              <a:t>Temperature (Q10)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  <a:endParaRPr lang="en-US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32E75A70-8092-A442-97FB-09CE00A1AD32}"/>
              </a:ext>
            </a:extLst>
          </p:cNvPr>
          <p:cNvSpPr txBox="1"/>
          <p:nvPr/>
        </p:nvSpPr>
        <p:spPr>
          <a:xfrm>
            <a:off x="5013322" y="1589714"/>
            <a:ext cx="2013693" cy="1785104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Autotrophic</a:t>
            </a:r>
          </a:p>
          <a:p>
            <a:pPr algn="ctr" defTabSz="914400">
              <a:defRPr/>
            </a:pP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Respiration Rate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Growth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Maintenance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cs typeface="Arial" charset="0"/>
              </a:rPr>
              <a:t> Assimilation Rate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Leaf Area Index (LAI)</a:t>
            </a:r>
          </a:p>
          <a:p>
            <a:pPr defTabSz="914400">
              <a:buClr>
                <a:srgbClr val="1F6BA0"/>
              </a:buClr>
              <a:defRPr/>
            </a:pPr>
            <a:r>
              <a:rPr lang="en-US" sz="1100" dirty="0">
                <a:solidFill>
                  <a:srgbClr val="0070C0"/>
                </a:solidFill>
                <a:cs typeface="Arial" charset="0"/>
              </a:rPr>
              <a:t>      </a:t>
            </a:r>
            <a:r>
              <a:rPr lang="en-US" sz="1000" dirty="0">
                <a:solidFill>
                  <a:srgbClr val="0070C0"/>
                </a:solidFill>
                <a:cs typeface="Arial" charset="0"/>
              </a:rPr>
              <a:t>•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 </a:t>
            </a:r>
            <a:r>
              <a:rPr lang="en-US" sz="1100" dirty="0">
                <a:cs typeface="Arial" charset="0"/>
              </a:rPr>
              <a:t>Temperature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Freeze Inhibition</a:t>
            </a:r>
          </a:p>
          <a:p>
            <a:pPr>
              <a:buClr>
                <a:srgbClr val="1F6BA0"/>
              </a:buClr>
              <a:defRPr/>
            </a:pPr>
            <a:r>
              <a:rPr lang="en-US" sz="1100" dirty="0">
                <a:cs typeface="Arial" charset="0"/>
              </a:rPr>
              <a:t>          </a:t>
            </a:r>
            <a:r>
              <a:rPr lang="en-US" sz="1100" dirty="0">
                <a:solidFill>
                  <a:srgbClr val="0070C0"/>
                </a:solidFill>
                <a:cs typeface="Arial" charset="0"/>
              </a:rPr>
              <a:t>-</a:t>
            </a:r>
            <a:r>
              <a:rPr lang="en-US" sz="1100" dirty="0">
                <a:cs typeface="Arial" charset="0"/>
              </a:rPr>
              <a:t> High Temperature (Q10)</a:t>
            </a:r>
            <a:endParaRPr lang="en-US" sz="1100" dirty="0">
              <a:solidFill>
                <a:prstClr val="black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Pool Decay Rate / Size</a:t>
            </a:r>
          </a:p>
        </p:txBody>
      </p:sp>
      <p:sp>
        <p:nvSpPr>
          <p:cNvPr id="276" name="TextBox 22">
            <a:extLst>
              <a:ext uri="{FF2B5EF4-FFF2-40B4-BE49-F238E27FC236}">
                <a16:creationId xmlns:a16="http://schemas.microsoft.com/office/drawing/2014/main" id="{45037660-16C4-9048-8D5D-93BA230AC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6824" y="3438144"/>
            <a:ext cx="1063112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Product Pool</a:t>
            </a:r>
          </a:p>
        </p:txBody>
      </p:sp>
      <p:sp>
        <p:nvSpPr>
          <p:cNvPr id="277" name="TextBox 48">
            <a:extLst>
              <a:ext uri="{FF2B5EF4-FFF2-40B4-BE49-F238E27FC236}">
                <a16:creationId xmlns:a16="http://schemas.microsoft.com/office/drawing/2014/main" id="{9874995F-4335-384E-9C97-B0C1C688D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2080" y="5220875"/>
            <a:ext cx="843200" cy="461665"/>
          </a:xfrm>
          <a:prstGeom prst="rect">
            <a:avLst/>
          </a:prstGeom>
          <a:solidFill>
            <a:srgbClr val="E1DCB2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Structural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Litter</a:t>
            </a:r>
          </a:p>
        </p:txBody>
      </p:sp>
      <p:cxnSp>
        <p:nvCxnSpPr>
          <p:cNvPr id="278" name="Elbow Connector 277">
            <a:extLst>
              <a:ext uri="{FF2B5EF4-FFF2-40B4-BE49-F238E27FC236}">
                <a16:creationId xmlns:a16="http://schemas.microsoft.com/office/drawing/2014/main" id="{96E7BF3A-99A8-E543-9469-2F63B212EC21}"/>
              </a:ext>
            </a:extLst>
          </p:cNvPr>
          <p:cNvCxnSpPr>
            <a:cxnSpLocks/>
            <a:endCxn id="272" idx="1"/>
          </p:cNvCxnSpPr>
          <p:nvPr/>
        </p:nvCxnSpPr>
        <p:spPr>
          <a:xfrm flipV="1">
            <a:off x="6404862" y="6229490"/>
            <a:ext cx="691122" cy="524635"/>
          </a:xfrm>
          <a:prstGeom prst="bentConnector3">
            <a:avLst>
              <a:gd name="adj1" fmla="val 14718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C241A6C-9892-FB4C-86B0-50B53E87241A}"/>
              </a:ext>
            </a:extLst>
          </p:cNvPr>
          <p:cNvGrpSpPr/>
          <p:nvPr/>
        </p:nvGrpSpPr>
        <p:grpSpPr>
          <a:xfrm rot="20275914">
            <a:off x="4415395" y="3066615"/>
            <a:ext cx="319926" cy="404542"/>
            <a:chOff x="3510479" y="1211170"/>
            <a:chExt cx="2079479" cy="2629470"/>
          </a:xfrm>
        </p:grpSpPr>
        <p:sp>
          <p:nvSpPr>
            <p:cNvPr id="280" name="Oval 1">
              <a:extLst>
                <a:ext uri="{FF2B5EF4-FFF2-40B4-BE49-F238E27FC236}">
                  <a16:creationId xmlns:a16="http://schemas.microsoft.com/office/drawing/2014/main" id="{118E0A24-5040-B14E-BD52-80CAF62E1A0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Teardrop 280">
              <a:extLst>
                <a:ext uri="{FF2B5EF4-FFF2-40B4-BE49-F238E27FC236}">
                  <a16:creationId xmlns:a16="http://schemas.microsoft.com/office/drawing/2014/main" id="{E6E22E59-C455-0D46-8F24-6FC774589C23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Teardrop 281">
              <a:extLst>
                <a:ext uri="{FF2B5EF4-FFF2-40B4-BE49-F238E27FC236}">
                  <a16:creationId xmlns:a16="http://schemas.microsoft.com/office/drawing/2014/main" id="{1C6FF3EB-9160-C442-A28E-29496CDCB2E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Teardrop 282">
              <a:extLst>
                <a:ext uri="{FF2B5EF4-FFF2-40B4-BE49-F238E27FC236}">
                  <a16:creationId xmlns:a16="http://schemas.microsoft.com/office/drawing/2014/main" id="{22C322B0-C8C1-8644-A5E6-97100BF9D76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Teardrop 283">
              <a:extLst>
                <a:ext uri="{FF2B5EF4-FFF2-40B4-BE49-F238E27FC236}">
                  <a16:creationId xmlns:a16="http://schemas.microsoft.com/office/drawing/2014/main" id="{8D4F2E9A-6CC2-C54B-8818-6E1A34B3A30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Teardrop 284">
              <a:extLst>
                <a:ext uri="{FF2B5EF4-FFF2-40B4-BE49-F238E27FC236}">
                  <a16:creationId xmlns:a16="http://schemas.microsoft.com/office/drawing/2014/main" id="{5156F7D4-FC4A-DB41-B1D0-5A22D562321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Teardrop 285">
              <a:extLst>
                <a:ext uri="{FF2B5EF4-FFF2-40B4-BE49-F238E27FC236}">
                  <a16:creationId xmlns:a16="http://schemas.microsoft.com/office/drawing/2014/main" id="{4458BF42-FE74-3A40-A387-B6B022F086F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Teardrop 286">
              <a:extLst>
                <a:ext uri="{FF2B5EF4-FFF2-40B4-BE49-F238E27FC236}">
                  <a16:creationId xmlns:a16="http://schemas.microsoft.com/office/drawing/2014/main" id="{08F42385-CD16-BB48-86F5-1EC0D09B8309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Teardrop 287">
              <a:extLst>
                <a:ext uri="{FF2B5EF4-FFF2-40B4-BE49-F238E27FC236}">
                  <a16:creationId xmlns:a16="http://schemas.microsoft.com/office/drawing/2014/main" id="{102BC43A-9711-8142-B65B-F05767BD5F81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Teardrop 288">
              <a:extLst>
                <a:ext uri="{FF2B5EF4-FFF2-40B4-BE49-F238E27FC236}">
                  <a16:creationId xmlns:a16="http://schemas.microsoft.com/office/drawing/2014/main" id="{5246DC75-8EA3-0E46-9F76-9B4DFA21C3A4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Teardrop 289">
              <a:extLst>
                <a:ext uri="{FF2B5EF4-FFF2-40B4-BE49-F238E27FC236}">
                  <a16:creationId xmlns:a16="http://schemas.microsoft.com/office/drawing/2014/main" id="{9A71992C-6CC3-A34B-ADBA-0E4245CD2849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Teardrop 290">
              <a:extLst>
                <a:ext uri="{FF2B5EF4-FFF2-40B4-BE49-F238E27FC236}">
                  <a16:creationId xmlns:a16="http://schemas.microsoft.com/office/drawing/2014/main" id="{BBB18DFA-C581-4E4E-B02D-DB9D24D090D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Teardrop 291">
              <a:extLst>
                <a:ext uri="{FF2B5EF4-FFF2-40B4-BE49-F238E27FC236}">
                  <a16:creationId xmlns:a16="http://schemas.microsoft.com/office/drawing/2014/main" id="{B54B3D5B-7014-744A-A999-DE4D6B36828B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Teardrop 292">
              <a:extLst>
                <a:ext uri="{FF2B5EF4-FFF2-40B4-BE49-F238E27FC236}">
                  <a16:creationId xmlns:a16="http://schemas.microsoft.com/office/drawing/2014/main" id="{81416BA3-8828-0E4A-BF92-A63510964E4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Teardrop 293">
              <a:extLst>
                <a:ext uri="{FF2B5EF4-FFF2-40B4-BE49-F238E27FC236}">
                  <a16:creationId xmlns:a16="http://schemas.microsoft.com/office/drawing/2014/main" id="{C1AFAE4C-7D49-A74E-AB6F-D8F27473A0A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Teardrop 294">
              <a:extLst>
                <a:ext uri="{FF2B5EF4-FFF2-40B4-BE49-F238E27FC236}">
                  <a16:creationId xmlns:a16="http://schemas.microsoft.com/office/drawing/2014/main" id="{401742A1-D612-3F4E-AEEC-5E167C707E7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Teardrop 295">
              <a:extLst>
                <a:ext uri="{FF2B5EF4-FFF2-40B4-BE49-F238E27FC236}">
                  <a16:creationId xmlns:a16="http://schemas.microsoft.com/office/drawing/2014/main" id="{C0AA8B57-6D4A-0B4D-A0B6-B77B5BA1A98A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Teardrop 296">
              <a:extLst>
                <a:ext uri="{FF2B5EF4-FFF2-40B4-BE49-F238E27FC236}">
                  <a16:creationId xmlns:a16="http://schemas.microsoft.com/office/drawing/2014/main" id="{97DA4F4F-4A3C-F141-B89B-7F50C3B3332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Teardrop 297">
              <a:extLst>
                <a:ext uri="{FF2B5EF4-FFF2-40B4-BE49-F238E27FC236}">
                  <a16:creationId xmlns:a16="http://schemas.microsoft.com/office/drawing/2014/main" id="{88CA7054-1C44-934E-9377-3790ABA6F0E4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Teardrop 298">
              <a:extLst>
                <a:ext uri="{FF2B5EF4-FFF2-40B4-BE49-F238E27FC236}">
                  <a16:creationId xmlns:a16="http://schemas.microsoft.com/office/drawing/2014/main" id="{C57CA265-F3B2-D347-8815-0AF00826A8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Teardrop 299">
              <a:extLst>
                <a:ext uri="{FF2B5EF4-FFF2-40B4-BE49-F238E27FC236}">
                  <a16:creationId xmlns:a16="http://schemas.microsoft.com/office/drawing/2014/main" id="{5E45C52C-AC02-734B-BCEC-3AE9193FB2A5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Teardrop 300">
              <a:extLst>
                <a:ext uri="{FF2B5EF4-FFF2-40B4-BE49-F238E27FC236}">
                  <a16:creationId xmlns:a16="http://schemas.microsoft.com/office/drawing/2014/main" id="{8F9C3947-35F3-6246-9BDC-03633E803F8D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Teardrop 301">
              <a:extLst>
                <a:ext uri="{FF2B5EF4-FFF2-40B4-BE49-F238E27FC236}">
                  <a16:creationId xmlns:a16="http://schemas.microsoft.com/office/drawing/2014/main" id="{B744EB01-8DD0-4241-9F34-DB9E737B1949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Teardrop 302">
              <a:extLst>
                <a:ext uri="{FF2B5EF4-FFF2-40B4-BE49-F238E27FC236}">
                  <a16:creationId xmlns:a16="http://schemas.microsoft.com/office/drawing/2014/main" id="{9F7F009D-F99E-6348-872F-7DEE908D0EE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Teardrop 303">
              <a:extLst>
                <a:ext uri="{FF2B5EF4-FFF2-40B4-BE49-F238E27FC236}">
                  <a16:creationId xmlns:a16="http://schemas.microsoft.com/office/drawing/2014/main" id="{0766E097-8D9F-6941-B220-AA1902FDED4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Teardrop 304">
              <a:extLst>
                <a:ext uri="{FF2B5EF4-FFF2-40B4-BE49-F238E27FC236}">
                  <a16:creationId xmlns:a16="http://schemas.microsoft.com/office/drawing/2014/main" id="{975C29CD-44BF-754C-B68D-7633A7428D7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eardrop 305">
              <a:extLst>
                <a:ext uri="{FF2B5EF4-FFF2-40B4-BE49-F238E27FC236}">
                  <a16:creationId xmlns:a16="http://schemas.microsoft.com/office/drawing/2014/main" id="{6610587F-24BA-3045-A948-5E1BAF3609A6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Teardrop 306">
              <a:extLst>
                <a:ext uri="{FF2B5EF4-FFF2-40B4-BE49-F238E27FC236}">
                  <a16:creationId xmlns:a16="http://schemas.microsoft.com/office/drawing/2014/main" id="{C145EA52-B102-6C47-9294-6DEC3D7DC096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Teardrop 307">
              <a:extLst>
                <a:ext uri="{FF2B5EF4-FFF2-40B4-BE49-F238E27FC236}">
                  <a16:creationId xmlns:a16="http://schemas.microsoft.com/office/drawing/2014/main" id="{2C68484C-3F7E-424A-B4B2-74449CB16BB7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Teardrop 308">
              <a:extLst>
                <a:ext uri="{FF2B5EF4-FFF2-40B4-BE49-F238E27FC236}">
                  <a16:creationId xmlns:a16="http://schemas.microsoft.com/office/drawing/2014/main" id="{DE0ADE0D-E3F7-AE48-9DAC-36F9116E0CD0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CE6554D-F480-B643-AB85-B76D6739B7E4}"/>
              </a:ext>
            </a:extLst>
          </p:cNvPr>
          <p:cNvGrpSpPr/>
          <p:nvPr/>
        </p:nvGrpSpPr>
        <p:grpSpPr>
          <a:xfrm rot="20726076">
            <a:off x="4445230" y="1854502"/>
            <a:ext cx="319926" cy="404542"/>
            <a:chOff x="3510479" y="1211170"/>
            <a:chExt cx="2079479" cy="2629470"/>
          </a:xfrm>
        </p:grpSpPr>
        <p:sp>
          <p:nvSpPr>
            <p:cNvPr id="311" name="Oval 1">
              <a:extLst>
                <a:ext uri="{FF2B5EF4-FFF2-40B4-BE49-F238E27FC236}">
                  <a16:creationId xmlns:a16="http://schemas.microsoft.com/office/drawing/2014/main" id="{47A80E82-05DE-D74D-B706-001841334C4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Teardrop 311">
              <a:extLst>
                <a:ext uri="{FF2B5EF4-FFF2-40B4-BE49-F238E27FC236}">
                  <a16:creationId xmlns:a16="http://schemas.microsoft.com/office/drawing/2014/main" id="{37DA5BC5-538F-124F-9563-7F87166F14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Teardrop 312">
              <a:extLst>
                <a:ext uri="{FF2B5EF4-FFF2-40B4-BE49-F238E27FC236}">
                  <a16:creationId xmlns:a16="http://schemas.microsoft.com/office/drawing/2014/main" id="{6C1E1CD0-84FB-6943-9940-4B138ED13AB1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Teardrop 313">
              <a:extLst>
                <a:ext uri="{FF2B5EF4-FFF2-40B4-BE49-F238E27FC236}">
                  <a16:creationId xmlns:a16="http://schemas.microsoft.com/office/drawing/2014/main" id="{76D6177D-0525-6D4D-A637-C96D803B795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Teardrop 314">
              <a:extLst>
                <a:ext uri="{FF2B5EF4-FFF2-40B4-BE49-F238E27FC236}">
                  <a16:creationId xmlns:a16="http://schemas.microsoft.com/office/drawing/2014/main" id="{B9999F2D-88C9-4E4C-9A9E-DB0B07F72B8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Teardrop 315">
              <a:extLst>
                <a:ext uri="{FF2B5EF4-FFF2-40B4-BE49-F238E27FC236}">
                  <a16:creationId xmlns:a16="http://schemas.microsoft.com/office/drawing/2014/main" id="{362E7F97-CB15-C344-BB4A-80AF88FD4A66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Teardrop 316">
              <a:extLst>
                <a:ext uri="{FF2B5EF4-FFF2-40B4-BE49-F238E27FC236}">
                  <a16:creationId xmlns:a16="http://schemas.microsoft.com/office/drawing/2014/main" id="{7590276A-784F-3943-843F-A9F690468A7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Teardrop 317">
              <a:extLst>
                <a:ext uri="{FF2B5EF4-FFF2-40B4-BE49-F238E27FC236}">
                  <a16:creationId xmlns:a16="http://schemas.microsoft.com/office/drawing/2014/main" id="{1D9272C8-FCD9-A947-9030-D084633C954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Teardrop 318">
              <a:extLst>
                <a:ext uri="{FF2B5EF4-FFF2-40B4-BE49-F238E27FC236}">
                  <a16:creationId xmlns:a16="http://schemas.microsoft.com/office/drawing/2014/main" id="{85C2A1C0-F48F-7544-9563-96CB0419E97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Teardrop 319">
              <a:extLst>
                <a:ext uri="{FF2B5EF4-FFF2-40B4-BE49-F238E27FC236}">
                  <a16:creationId xmlns:a16="http://schemas.microsoft.com/office/drawing/2014/main" id="{0F138C78-74C2-E447-AA7A-457A0395426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Teardrop 320">
              <a:extLst>
                <a:ext uri="{FF2B5EF4-FFF2-40B4-BE49-F238E27FC236}">
                  <a16:creationId xmlns:a16="http://schemas.microsoft.com/office/drawing/2014/main" id="{286E28FE-322C-4841-9919-1B7F65805FE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Teardrop 321">
              <a:extLst>
                <a:ext uri="{FF2B5EF4-FFF2-40B4-BE49-F238E27FC236}">
                  <a16:creationId xmlns:a16="http://schemas.microsoft.com/office/drawing/2014/main" id="{8C656D3E-3A9B-CF4B-9AC3-253A56E49B67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Teardrop 322">
              <a:extLst>
                <a:ext uri="{FF2B5EF4-FFF2-40B4-BE49-F238E27FC236}">
                  <a16:creationId xmlns:a16="http://schemas.microsoft.com/office/drawing/2014/main" id="{54C31DBC-FB7F-0B4D-8BD3-93C5EDA296AE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Teardrop 323">
              <a:extLst>
                <a:ext uri="{FF2B5EF4-FFF2-40B4-BE49-F238E27FC236}">
                  <a16:creationId xmlns:a16="http://schemas.microsoft.com/office/drawing/2014/main" id="{BF016B3D-EC16-144F-8FAC-3C6B9B0272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Teardrop 324">
              <a:extLst>
                <a:ext uri="{FF2B5EF4-FFF2-40B4-BE49-F238E27FC236}">
                  <a16:creationId xmlns:a16="http://schemas.microsoft.com/office/drawing/2014/main" id="{1A8817AE-FE69-5E49-A6E8-C2544F5B81E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Teardrop 325">
              <a:extLst>
                <a:ext uri="{FF2B5EF4-FFF2-40B4-BE49-F238E27FC236}">
                  <a16:creationId xmlns:a16="http://schemas.microsoft.com/office/drawing/2014/main" id="{FA92D0F0-ECF2-8F49-AE7E-62DEA004876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Teardrop 326">
              <a:extLst>
                <a:ext uri="{FF2B5EF4-FFF2-40B4-BE49-F238E27FC236}">
                  <a16:creationId xmlns:a16="http://schemas.microsoft.com/office/drawing/2014/main" id="{7343A053-F1E6-AE47-B4B4-48A4B0F74F3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Teardrop 327">
              <a:extLst>
                <a:ext uri="{FF2B5EF4-FFF2-40B4-BE49-F238E27FC236}">
                  <a16:creationId xmlns:a16="http://schemas.microsoft.com/office/drawing/2014/main" id="{1BED6B6D-6A35-9545-B3E9-7EA6A42260B6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Teardrop 328">
              <a:extLst>
                <a:ext uri="{FF2B5EF4-FFF2-40B4-BE49-F238E27FC236}">
                  <a16:creationId xmlns:a16="http://schemas.microsoft.com/office/drawing/2014/main" id="{44B3F517-7946-F34C-A87A-E540E400CF03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Teardrop 329">
              <a:extLst>
                <a:ext uri="{FF2B5EF4-FFF2-40B4-BE49-F238E27FC236}">
                  <a16:creationId xmlns:a16="http://schemas.microsoft.com/office/drawing/2014/main" id="{E6DBBCF9-D96D-474A-9EC6-39F9E6B6E0C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Teardrop 330">
              <a:extLst>
                <a:ext uri="{FF2B5EF4-FFF2-40B4-BE49-F238E27FC236}">
                  <a16:creationId xmlns:a16="http://schemas.microsoft.com/office/drawing/2014/main" id="{D0D0EEB5-1FF4-CA46-8BEF-C8F3A0A6ECB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Teardrop 331">
              <a:extLst>
                <a:ext uri="{FF2B5EF4-FFF2-40B4-BE49-F238E27FC236}">
                  <a16:creationId xmlns:a16="http://schemas.microsoft.com/office/drawing/2014/main" id="{697A74DE-429B-564D-875F-B21775FCE68F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Teardrop 332">
              <a:extLst>
                <a:ext uri="{FF2B5EF4-FFF2-40B4-BE49-F238E27FC236}">
                  <a16:creationId xmlns:a16="http://schemas.microsoft.com/office/drawing/2014/main" id="{7E7BAFB5-FAAD-9842-9744-173CE33FA55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Teardrop 333">
              <a:extLst>
                <a:ext uri="{FF2B5EF4-FFF2-40B4-BE49-F238E27FC236}">
                  <a16:creationId xmlns:a16="http://schemas.microsoft.com/office/drawing/2014/main" id="{3D6DAA33-D96E-744A-AFB3-2546ED8999EE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Teardrop 334">
              <a:extLst>
                <a:ext uri="{FF2B5EF4-FFF2-40B4-BE49-F238E27FC236}">
                  <a16:creationId xmlns:a16="http://schemas.microsoft.com/office/drawing/2014/main" id="{142A16E4-D21E-3E41-803A-C87FE082212B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Teardrop 335">
              <a:extLst>
                <a:ext uri="{FF2B5EF4-FFF2-40B4-BE49-F238E27FC236}">
                  <a16:creationId xmlns:a16="http://schemas.microsoft.com/office/drawing/2014/main" id="{BD64E80E-C749-AE46-8BFD-A863C6AB2100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Teardrop 336">
              <a:extLst>
                <a:ext uri="{FF2B5EF4-FFF2-40B4-BE49-F238E27FC236}">
                  <a16:creationId xmlns:a16="http://schemas.microsoft.com/office/drawing/2014/main" id="{861A4ECA-4E08-6447-BED0-971B1FBDE7CF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Teardrop 337">
              <a:extLst>
                <a:ext uri="{FF2B5EF4-FFF2-40B4-BE49-F238E27FC236}">
                  <a16:creationId xmlns:a16="http://schemas.microsoft.com/office/drawing/2014/main" id="{DF6F7218-541A-8148-9259-AE97CCF4D28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Teardrop 338">
              <a:extLst>
                <a:ext uri="{FF2B5EF4-FFF2-40B4-BE49-F238E27FC236}">
                  <a16:creationId xmlns:a16="http://schemas.microsoft.com/office/drawing/2014/main" id="{099E587B-078E-B149-A841-5E9DF9088132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Teardrop 339">
              <a:extLst>
                <a:ext uri="{FF2B5EF4-FFF2-40B4-BE49-F238E27FC236}">
                  <a16:creationId xmlns:a16="http://schemas.microsoft.com/office/drawing/2014/main" id="{26F40232-5D14-C047-85AD-AAFD14057CC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44542951-0802-F943-BB91-0D8393257731}"/>
              </a:ext>
            </a:extLst>
          </p:cNvPr>
          <p:cNvGrpSpPr/>
          <p:nvPr/>
        </p:nvGrpSpPr>
        <p:grpSpPr>
          <a:xfrm rot="21065350">
            <a:off x="3779047" y="2496186"/>
            <a:ext cx="319926" cy="404542"/>
            <a:chOff x="3510479" y="1211170"/>
            <a:chExt cx="2079479" cy="2629470"/>
          </a:xfrm>
        </p:grpSpPr>
        <p:sp>
          <p:nvSpPr>
            <p:cNvPr id="342" name="Oval 1">
              <a:extLst>
                <a:ext uri="{FF2B5EF4-FFF2-40B4-BE49-F238E27FC236}">
                  <a16:creationId xmlns:a16="http://schemas.microsoft.com/office/drawing/2014/main" id="{DEEBFD23-1032-804E-BCCC-4C29ED63D0DE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Teardrop 342">
              <a:extLst>
                <a:ext uri="{FF2B5EF4-FFF2-40B4-BE49-F238E27FC236}">
                  <a16:creationId xmlns:a16="http://schemas.microsoft.com/office/drawing/2014/main" id="{D1F62268-C431-744F-BCA1-F7EC30587280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Teardrop 343">
              <a:extLst>
                <a:ext uri="{FF2B5EF4-FFF2-40B4-BE49-F238E27FC236}">
                  <a16:creationId xmlns:a16="http://schemas.microsoft.com/office/drawing/2014/main" id="{8E5C2C03-2AC9-6746-8392-D0B7A96115F6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Teardrop 344">
              <a:extLst>
                <a:ext uri="{FF2B5EF4-FFF2-40B4-BE49-F238E27FC236}">
                  <a16:creationId xmlns:a16="http://schemas.microsoft.com/office/drawing/2014/main" id="{734F1A5A-2CCB-CC41-9D7B-2AD6DEE49B6D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Teardrop 345">
              <a:extLst>
                <a:ext uri="{FF2B5EF4-FFF2-40B4-BE49-F238E27FC236}">
                  <a16:creationId xmlns:a16="http://schemas.microsoft.com/office/drawing/2014/main" id="{0A2AE20D-8870-C846-8978-533703FCB685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Teardrop 346">
              <a:extLst>
                <a:ext uri="{FF2B5EF4-FFF2-40B4-BE49-F238E27FC236}">
                  <a16:creationId xmlns:a16="http://schemas.microsoft.com/office/drawing/2014/main" id="{1A2B8EEF-5EF3-D240-BBAB-FAB6FD1C5B2F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Teardrop 347">
              <a:extLst>
                <a:ext uri="{FF2B5EF4-FFF2-40B4-BE49-F238E27FC236}">
                  <a16:creationId xmlns:a16="http://schemas.microsoft.com/office/drawing/2014/main" id="{90C425E0-1943-0341-9C6B-D4432825AF38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Teardrop 348">
              <a:extLst>
                <a:ext uri="{FF2B5EF4-FFF2-40B4-BE49-F238E27FC236}">
                  <a16:creationId xmlns:a16="http://schemas.microsoft.com/office/drawing/2014/main" id="{84B36064-F3DA-D042-9225-8B874F41C70E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Teardrop 349">
              <a:extLst>
                <a:ext uri="{FF2B5EF4-FFF2-40B4-BE49-F238E27FC236}">
                  <a16:creationId xmlns:a16="http://schemas.microsoft.com/office/drawing/2014/main" id="{FCB87DDF-042B-5042-B219-8E4B6C992DB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Teardrop 350">
              <a:extLst>
                <a:ext uri="{FF2B5EF4-FFF2-40B4-BE49-F238E27FC236}">
                  <a16:creationId xmlns:a16="http://schemas.microsoft.com/office/drawing/2014/main" id="{C55B24D1-9B2B-3543-8E35-97AF44695EA7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Teardrop 351">
              <a:extLst>
                <a:ext uri="{FF2B5EF4-FFF2-40B4-BE49-F238E27FC236}">
                  <a16:creationId xmlns:a16="http://schemas.microsoft.com/office/drawing/2014/main" id="{737EAE35-4443-3041-A531-3A4B05BFC83A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Teardrop 352">
              <a:extLst>
                <a:ext uri="{FF2B5EF4-FFF2-40B4-BE49-F238E27FC236}">
                  <a16:creationId xmlns:a16="http://schemas.microsoft.com/office/drawing/2014/main" id="{5F12AF31-62DC-AB43-831D-BEA19A5B45D4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Teardrop 353">
              <a:extLst>
                <a:ext uri="{FF2B5EF4-FFF2-40B4-BE49-F238E27FC236}">
                  <a16:creationId xmlns:a16="http://schemas.microsoft.com/office/drawing/2014/main" id="{61B44B8C-D403-BA42-9B4D-24BCB527BFF6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Teardrop 354">
              <a:extLst>
                <a:ext uri="{FF2B5EF4-FFF2-40B4-BE49-F238E27FC236}">
                  <a16:creationId xmlns:a16="http://schemas.microsoft.com/office/drawing/2014/main" id="{F15F15F1-DDF8-3642-A580-8A15175A4415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Teardrop 355">
              <a:extLst>
                <a:ext uri="{FF2B5EF4-FFF2-40B4-BE49-F238E27FC236}">
                  <a16:creationId xmlns:a16="http://schemas.microsoft.com/office/drawing/2014/main" id="{5EF5EA95-B195-0841-B757-8B5F808697BC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Teardrop 356">
              <a:extLst>
                <a:ext uri="{FF2B5EF4-FFF2-40B4-BE49-F238E27FC236}">
                  <a16:creationId xmlns:a16="http://schemas.microsoft.com/office/drawing/2014/main" id="{956767A7-CD73-3B47-AB05-A07B09E8889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Teardrop 357">
              <a:extLst>
                <a:ext uri="{FF2B5EF4-FFF2-40B4-BE49-F238E27FC236}">
                  <a16:creationId xmlns:a16="http://schemas.microsoft.com/office/drawing/2014/main" id="{A4761FBD-680D-DE4B-8869-AB851C0D1177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ardrop 358">
              <a:extLst>
                <a:ext uri="{FF2B5EF4-FFF2-40B4-BE49-F238E27FC236}">
                  <a16:creationId xmlns:a16="http://schemas.microsoft.com/office/drawing/2014/main" id="{274CBE3B-94DC-0541-97C4-BCC12A66A308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Teardrop 359">
              <a:extLst>
                <a:ext uri="{FF2B5EF4-FFF2-40B4-BE49-F238E27FC236}">
                  <a16:creationId xmlns:a16="http://schemas.microsoft.com/office/drawing/2014/main" id="{0B261A26-966F-D347-878B-4DA1AB2BE1F9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1" name="Teardrop 360">
              <a:extLst>
                <a:ext uri="{FF2B5EF4-FFF2-40B4-BE49-F238E27FC236}">
                  <a16:creationId xmlns:a16="http://schemas.microsoft.com/office/drawing/2014/main" id="{25046AC9-5972-F745-AC3D-5228750EDD5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2" name="Teardrop 361">
              <a:extLst>
                <a:ext uri="{FF2B5EF4-FFF2-40B4-BE49-F238E27FC236}">
                  <a16:creationId xmlns:a16="http://schemas.microsoft.com/office/drawing/2014/main" id="{A801EB53-CFD2-B74E-B7C2-9C2C32475C6E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3" name="Teardrop 362">
              <a:extLst>
                <a:ext uri="{FF2B5EF4-FFF2-40B4-BE49-F238E27FC236}">
                  <a16:creationId xmlns:a16="http://schemas.microsoft.com/office/drawing/2014/main" id="{15F52621-2B59-9C43-A2A7-74900D7F4C1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4" name="Teardrop 363">
              <a:extLst>
                <a:ext uri="{FF2B5EF4-FFF2-40B4-BE49-F238E27FC236}">
                  <a16:creationId xmlns:a16="http://schemas.microsoft.com/office/drawing/2014/main" id="{4E44A1C8-36C5-6A43-9606-BFEBE04D94D3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Teardrop 364">
              <a:extLst>
                <a:ext uri="{FF2B5EF4-FFF2-40B4-BE49-F238E27FC236}">
                  <a16:creationId xmlns:a16="http://schemas.microsoft.com/office/drawing/2014/main" id="{1824533D-4A3F-3C43-A16D-9B3054068C65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Teardrop 365">
              <a:extLst>
                <a:ext uri="{FF2B5EF4-FFF2-40B4-BE49-F238E27FC236}">
                  <a16:creationId xmlns:a16="http://schemas.microsoft.com/office/drawing/2014/main" id="{7E645C33-CA0F-634C-B0D6-0333180AD7CE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Teardrop 366">
              <a:extLst>
                <a:ext uri="{FF2B5EF4-FFF2-40B4-BE49-F238E27FC236}">
                  <a16:creationId xmlns:a16="http://schemas.microsoft.com/office/drawing/2014/main" id="{0513C3EE-7FBC-2C47-88FD-24ED432CABA9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Teardrop 367">
              <a:extLst>
                <a:ext uri="{FF2B5EF4-FFF2-40B4-BE49-F238E27FC236}">
                  <a16:creationId xmlns:a16="http://schemas.microsoft.com/office/drawing/2014/main" id="{8FF64E32-907B-FA41-A867-CCEA22FFBFCA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Teardrop 368">
              <a:extLst>
                <a:ext uri="{FF2B5EF4-FFF2-40B4-BE49-F238E27FC236}">
                  <a16:creationId xmlns:a16="http://schemas.microsoft.com/office/drawing/2014/main" id="{A9ADD112-5CE1-A842-AE2B-70F89A1380BD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Teardrop 369">
              <a:extLst>
                <a:ext uri="{FF2B5EF4-FFF2-40B4-BE49-F238E27FC236}">
                  <a16:creationId xmlns:a16="http://schemas.microsoft.com/office/drawing/2014/main" id="{D5DA5B69-586E-214B-B467-39F0306F70A3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Teardrop 370">
              <a:extLst>
                <a:ext uri="{FF2B5EF4-FFF2-40B4-BE49-F238E27FC236}">
                  <a16:creationId xmlns:a16="http://schemas.microsoft.com/office/drawing/2014/main" id="{FA6F4CA3-02D0-3C4E-B21A-2724E190EE1C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72" name="TextBox 27">
            <a:extLst>
              <a:ext uri="{FF2B5EF4-FFF2-40B4-BE49-F238E27FC236}">
                <a16:creationId xmlns:a16="http://schemas.microsoft.com/office/drawing/2014/main" id="{D8ED8AF3-5AEC-9543-93A4-04CEF511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1037" y="6295288"/>
            <a:ext cx="1202598" cy="276999"/>
          </a:xfrm>
          <a:prstGeom prst="rect">
            <a:avLst/>
          </a:prstGeom>
          <a:solidFill>
            <a:srgbClr val="CCFFCC"/>
          </a:solidFill>
          <a:ln w="19050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Fine Root Pool</a:t>
            </a:r>
          </a:p>
        </p:txBody>
      </p:sp>
      <p:cxnSp>
        <p:nvCxnSpPr>
          <p:cNvPr id="373" name="Straight Arrow Connector 372">
            <a:extLst>
              <a:ext uri="{FF2B5EF4-FFF2-40B4-BE49-F238E27FC236}">
                <a16:creationId xmlns:a16="http://schemas.microsoft.com/office/drawing/2014/main" id="{B2FC1E5A-322D-BC45-9F0F-46260B58C34A}"/>
              </a:ext>
            </a:extLst>
          </p:cNvPr>
          <p:cNvCxnSpPr/>
          <p:nvPr/>
        </p:nvCxnSpPr>
        <p:spPr>
          <a:xfrm flipH="1">
            <a:off x="7189647" y="5906562"/>
            <a:ext cx="127000" cy="22925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  <p:pic>
        <p:nvPicPr>
          <p:cNvPr id="374" name="Picture 373">
            <a:extLst>
              <a:ext uri="{FF2B5EF4-FFF2-40B4-BE49-F238E27FC236}">
                <a16:creationId xmlns:a16="http://schemas.microsoft.com/office/drawing/2014/main" id="{5EBF7225-9655-2941-BBEA-3D264BFD2A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sp>
        <p:nvSpPr>
          <p:cNvPr id="375" name="TextBox 374">
            <a:extLst>
              <a:ext uri="{FF2B5EF4-FFF2-40B4-BE49-F238E27FC236}">
                <a16:creationId xmlns:a16="http://schemas.microsoft.com/office/drawing/2014/main" id="{34D4AFAF-5AD6-9642-ADC5-FE2DCAEAA770}"/>
              </a:ext>
            </a:extLst>
          </p:cNvPr>
          <p:cNvSpPr txBox="1"/>
          <p:nvPr/>
        </p:nvSpPr>
        <p:spPr>
          <a:xfrm>
            <a:off x="2428890" y="873064"/>
            <a:ext cx="1787669" cy="954107"/>
          </a:xfrm>
          <a:prstGeom prst="rect">
            <a:avLst/>
          </a:prstGeom>
          <a:solidFill>
            <a:srgbClr val="FFFFD5"/>
          </a:solidFill>
          <a:ln w="19050">
            <a:solidFill>
              <a:srgbClr val="1F6BA0"/>
            </a:solidFill>
          </a:ln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200" dirty="0">
                <a:solidFill>
                  <a:srgbClr val="4D4F03"/>
                </a:solidFill>
                <a:latin typeface="Arial Rounded MT Bold"/>
                <a:cs typeface="Arial Rounded MT Bold"/>
              </a:rPr>
              <a:t>   </a:t>
            </a:r>
            <a:r>
              <a:rPr lang="en-US" sz="1100" dirty="0">
                <a:solidFill>
                  <a:srgbClr val="1F6BA0"/>
                </a:solidFill>
                <a:latin typeface="Arial Rounded MT Bold"/>
                <a:cs typeface="Arial Rounded MT Bold"/>
              </a:rPr>
              <a:t>Photosynthesis Rate</a:t>
            </a:r>
            <a:endParaRPr lang="en-US" sz="1100" dirty="0">
              <a:solidFill>
                <a:srgbClr val="1F6BA0"/>
              </a:solidFill>
              <a:cs typeface="Arial" charset="0"/>
            </a:endParaRP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Light, </a:t>
            </a:r>
            <a:r>
              <a:rPr lang="en-US" sz="1100" dirty="0" err="1">
                <a:solidFill>
                  <a:prstClr val="black"/>
                </a:solidFill>
                <a:cs typeface="Arial" charset="0"/>
              </a:rPr>
              <a:t>Rubisco</a:t>
            </a:r>
            <a:r>
              <a:rPr lang="en-US" sz="1100" dirty="0">
                <a:solidFill>
                  <a:prstClr val="black"/>
                </a:solidFill>
                <a:cs typeface="Arial" charset="0"/>
              </a:rPr>
              <a:t>, Utilization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Relative Humidity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Root-Zone Water</a:t>
            </a:r>
          </a:p>
          <a:p>
            <a:pPr marL="171450" indent="-171450" defTabSz="914400">
              <a:buClr>
                <a:srgbClr val="1F6BA0"/>
              </a:buClr>
              <a:buFont typeface="Wingdings" charset="0"/>
              <a:buChar char="w"/>
              <a:defRPr/>
            </a:pPr>
            <a:r>
              <a:rPr lang="en-US" sz="1100" dirty="0">
                <a:solidFill>
                  <a:prstClr val="black"/>
                </a:solidFill>
                <a:cs typeface="Arial" charset="0"/>
              </a:rPr>
              <a:t>Temperature</a:t>
            </a:r>
          </a:p>
        </p:txBody>
      </p:sp>
      <p:cxnSp>
        <p:nvCxnSpPr>
          <p:cNvPr id="377" name="Straight Arrow Connector 376">
            <a:extLst>
              <a:ext uri="{FF2B5EF4-FFF2-40B4-BE49-F238E27FC236}">
                <a16:creationId xmlns:a16="http://schemas.microsoft.com/office/drawing/2014/main" id="{6E8E4F2D-E792-4D42-8988-9FED1E859DF3}"/>
              </a:ext>
            </a:extLst>
          </p:cNvPr>
          <p:cNvCxnSpPr>
            <a:cxnSpLocks/>
          </p:cNvCxnSpPr>
          <p:nvPr/>
        </p:nvCxnSpPr>
        <p:spPr>
          <a:xfrm flipH="1">
            <a:off x="2694876" y="3715670"/>
            <a:ext cx="2144966" cy="1132331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27680439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56">
            <a:extLst>
              <a:ext uri="{FF2B5EF4-FFF2-40B4-BE49-F238E27FC236}">
                <a16:creationId xmlns:a16="http://schemas.microsoft.com/office/drawing/2014/main" id="{485191A7-B8CA-F045-AF42-F8005352227E}"/>
              </a:ext>
            </a:extLst>
          </p:cNvPr>
          <p:cNvGrpSpPr/>
          <p:nvPr/>
        </p:nvGrpSpPr>
        <p:grpSpPr>
          <a:xfrm>
            <a:off x="2216336" y="289820"/>
            <a:ext cx="5596696" cy="6360282"/>
            <a:chOff x="1606734" y="289820"/>
            <a:chExt cx="5596696" cy="6360282"/>
          </a:xfrm>
        </p:grpSpPr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7C90D9D-1B06-604C-919F-61BAADA1D799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6CEDDCF6-2B1E-8C4A-B4FB-47005021F7E6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59">
              <a:extLst>
                <a:ext uri="{FF2B5EF4-FFF2-40B4-BE49-F238E27FC236}">
                  <a16:creationId xmlns:a16="http://schemas.microsoft.com/office/drawing/2014/main" id="{8005B692-04B0-CE46-BA73-079AB07D6634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3">
              <a:extLst>
                <a:ext uri="{FF2B5EF4-FFF2-40B4-BE49-F238E27FC236}">
                  <a16:creationId xmlns:a16="http://schemas.microsoft.com/office/drawing/2014/main" id="{C4E7DCAB-A770-3F4C-9521-325FC6702569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B77433CF-862F-6441-AD99-BC60EC39452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264">
              <a:extLst>
                <a:ext uri="{FF2B5EF4-FFF2-40B4-BE49-F238E27FC236}">
                  <a16:creationId xmlns:a16="http://schemas.microsoft.com/office/drawing/2014/main" id="{7CDD4E8F-3BF1-F14F-A292-7DC93792AE8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63">
              <a:extLst>
                <a:ext uri="{FF2B5EF4-FFF2-40B4-BE49-F238E27FC236}">
                  <a16:creationId xmlns:a16="http://schemas.microsoft.com/office/drawing/2014/main" id="{7A2D5453-37AA-B349-914A-9D8E98A91F2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3">
              <a:extLst>
                <a:ext uri="{FF2B5EF4-FFF2-40B4-BE49-F238E27FC236}">
                  <a16:creationId xmlns:a16="http://schemas.microsoft.com/office/drawing/2014/main" id="{9369570C-864C-7D4B-9375-16E36890842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Triangle 264">
              <a:extLst>
                <a:ext uri="{FF2B5EF4-FFF2-40B4-BE49-F238E27FC236}">
                  <a16:creationId xmlns:a16="http://schemas.microsoft.com/office/drawing/2014/main" id="{A47CE250-D3F5-BF47-A451-4E17141F2CEA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A0965DA-C2B4-4B4A-AE84-CDA24CE71C2D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4A8FCE1A-9E16-074B-9599-AF4D8287AE2F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EFAB4B01-4444-DD4C-9BB6-8A1EF64E2639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Triangle 264">
              <a:extLst>
                <a:ext uri="{FF2B5EF4-FFF2-40B4-BE49-F238E27FC236}">
                  <a16:creationId xmlns:a16="http://schemas.microsoft.com/office/drawing/2014/main" id="{4985ABC6-1B12-304F-B170-8B17FAAAB0BC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81FE405E-007E-9846-808B-F809A66B61AC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64AD5DF6-0E92-E545-AF55-7305B536871C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5" name="Oval 1">
                <a:extLst>
                  <a:ext uri="{FF2B5EF4-FFF2-40B4-BE49-F238E27FC236}">
                    <a16:creationId xmlns:a16="http://schemas.microsoft.com/office/drawing/2014/main" id="{D0BA984E-944A-D54F-A348-93F8D8CC3D9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79828623-7027-834E-9EDA-4647165445A4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D86182D3-696D-A24D-8BB8-ACB51748D663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3F0C79CD-7F20-4049-981E-B93259998CF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AC2F7A88-29AD-FB4F-A52A-F7CA044D42F4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817B0E46-E239-3749-82C9-75897E3F8310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809754D5-B0BF-3144-B2C2-D0F96F0C6CF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15419324-7172-0541-A8BC-99C9D31D456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757ADEF-6260-E347-A36A-32E3B1A405DA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F1E940AD-CD57-5B4D-9374-E95C09D1B8A6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50ABC06F-60A8-7847-AB5E-5FDC4E9333AF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771D8555-C9D5-1749-BC5E-DFE86FCA1E2C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9982B02C-4E3D-5B46-B6AD-A88AF7DE9F05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4BB44D5A-1485-3843-BC20-874F5414D88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67400470-F6F1-CF49-925F-CA3628B18BE6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29795009-A77D-8E4E-A3E1-A067AA7023A2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1D4DFF49-34FB-E94A-B03A-A52578151743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17AD26B0-7066-D345-B5B2-070521602DC1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8BA9C14E-22D2-314E-B232-72D60333421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2F1F8E7-1970-5343-8F0D-3CB43BD68A5C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691BF8D2-E471-EE4C-8450-3F41439B4849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2679681F-6BF8-BC45-AD8F-6F53CE60046A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3A4543A0-B244-E44C-A4D9-C31A5E080393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6D1A4C32-E160-B84F-A226-CBEF046DBCA8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5E296415-1308-6D44-AE8D-358471A466B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EAC518FC-86C4-B54A-B18C-D642768DF73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D88BA45D-125A-4E48-A2AC-4D961DBF729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9428064B-E462-1046-A50D-0572EA954F6B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822BB6E8-2DE4-6940-9D88-FE3630EA5554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" name="Teardrop 163">
                <a:extLst>
                  <a:ext uri="{FF2B5EF4-FFF2-40B4-BE49-F238E27FC236}">
                    <a16:creationId xmlns:a16="http://schemas.microsoft.com/office/drawing/2014/main" id="{9AB9D550-A95C-5240-91B6-8AACB674EF5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B517DBB-7FEC-204F-BEE4-2403084E2339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5" name="Oval 1">
                <a:extLst>
                  <a:ext uri="{FF2B5EF4-FFF2-40B4-BE49-F238E27FC236}">
                    <a16:creationId xmlns:a16="http://schemas.microsoft.com/office/drawing/2014/main" id="{3206BD53-EE3B-CE47-BA55-F61B5DA40365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BB0A7295-98E9-344B-8AAD-3F658FC0C974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DBE0D666-665C-8A43-A56F-9DD53A36006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FA68518E-0582-FD44-9889-B7AAC1BA297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E7B0C0DB-87AC-A24F-A0F0-2ED8D4A203D1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8150CDE2-2C84-FB4A-BDC4-E97F73B45EE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4C776C7F-3AB6-7C4A-B6A4-6BCA56A4AF87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4568B69B-41BD-524E-B22F-B9C66C1ABBE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20022D66-1A4F-804B-A24E-D127B635FE16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88E61AC-3E61-A447-BCAA-B1730A5E9BD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EA98C1EA-D9F8-824E-B2F7-48825568DBBE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CFBC0650-49E7-C744-B8A8-87AEB19D269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280856E1-7F99-B94D-AD04-AD4DCD781A5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D93AF2D1-877C-044D-B424-93540FB6A2AA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DFFEF8B7-80A8-4342-BE55-445E930F3A2C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97391CE6-7312-A248-AA33-E20A35D77184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5E1E1D67-D4CF-8249-A340-B8ED7FE6DB6F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3A54ADFD-880D-4A4D-8D39-EF61739BEB7C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AC37EDC8-DB0B-644A-9FCB-AE329B31EB1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3522FAB4-C6AC-144D-8FBB-F870F9A1AB64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30C23499-E023-774C-9CC5-BDB0E4E348DB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F799A3B1-9D8C-CD44-8408-06791620646E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68601BAA-9564-2846-897E-58F62C89029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050688AC-4683-0F47-9476-403052D54D7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A676E24F-7114-DB48-8B13-DE609E2FF0D7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8123961-809A-9347-A72E-7090BF24D530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96E25CF-EEAE-A540-BF0A-324CE6763D9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6B2317B1-927E-864D-8651-CEF843B56DD4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EB123267-0EB1-B749-84BE-96434EDF07D3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" name="Teardrop 133">
                <a:extLst>
                  <a:ext uri="{FF2B5EF4-FFF2-40B4-BE49-F238E27FC236}">
                    <a16:creationId xmlns:a16="http://schemas.microsoft.com/office/drawing/2014/main" id="{589B5ADC-7E51-3C49-9887-7CFECB0487F6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47751192-75F9-724B-BC06-7FE340FF71DD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5" name="Oval 1">
                <a:extLst>
                  <a:ext uri="{FF2B5EF4-FFF2-40B4-BE49-F238E27FC236}">
                    <a16:creationId xmlns:a16="http://schemas.microsoft.com/office/drawing/2014/main" id="{84647D6D-9802-4B4A-A809-10139585D3E1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4E587F16-3141-6D49-9F1B-05C885E054CE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3E130381-F938-2749-832D-52D2814BD7EA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C17882D1-0370-7D41-813F-B2E93A38D08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92D56B25-783F-D641-B424-5A626049A63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47BDC435-38C0-5A43-B429-1971B9F7C0E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DFD386B0-C05A-4041-AE00-63731074BCAE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3AA617A9-5A40-BD44-B852-4871F2C536CC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6584F87B-7A7D-234B-B0E7-F19E2B25729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1849EC60-F3B1-EC44-95B3-D9F57B1443A4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CAC09C2F-D32B-F74B-AFC4-D99E74F7F57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AC7E820A-21F9-0747-B31C-14862BA5E717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4FA3005A-89FA-934F-A46D-0DC101C67F34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04D71128-4B70-924C-9591-4D3BA1689C93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7A97D506-9900-6646-8F23-5407F6C8A791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49CB7EFC-8C77-3141-8441-F8FC2CE597F2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15555CA1-E3A1-A540-828A-D2D2E65E40D7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8DA38D0E-70E4-AD46-9D0E-7762135424B1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D80E370B-3DB7-F643-BE28-239211C5671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FC0293D8-DAA1-7A49-8C56-20564063669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A5F30D1C-815C-1949-9B51-C996F64470C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7268AC8-1D91-2A47-B0C4-0507CFF0E56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17AA1E4F-1DB1-3746-BDBB-73EABE487318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D4E5925A-15EF-4147-8B6B-3EEE1E146A5C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67EF8079-99A0-D44F-9985-F4A29D89ACE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26248E8E-ED54-744C-B232-1F4CD5B870B4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1F47F4C7-D32A-CA4E-8CE6-9160858FAAC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0AF2FFA5-E374-1C4F-ABD0-3D7ACD558E84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DCF17B26-3929-D340-A0EC-817ECA3D80E7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Teardrop 103">
                <a:extLst>
                  <a:ext uri="{FF2B5EF4-FFF2-40B4-BE49-F238E27FC236}">
                    <a16:creationId xmlns:a16="http://schemas.microsoft.com/office/drawing/2014/main" id="{B66F30F2-1A05-1641-A8D1-77DE9F6AF45A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65" name="Donut 164">
            <a:extLst>
              <a:ext uri="{FF2B5EF4-FFF2-40B4-BE49-F238E27FC236}">
                <a16:creationId xmlns:a16="http://schemas.microsoft.com/office/drawing/2014/main" id="{2CBF26CB-B3C0-164D-B9E5-9D1006F292DB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rgbClr val="EEECE1">
              <a:alpha val="75000"/>
            </a:srgbClr>
          </a:solidFill>
          <a:ln w="9525" cap="flat" cmpd="sng" algn="ctr">
            <a:solidFill>
              <a:sysClr val="windowText" lastClr="000000">
                <a:alpha val="15000"/>
              </a:sys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8AEB3E2-A886-A047-81D4-0EF54F7D10A3}"/>
              </a:ext>
            </a:extLst>
          </p:cNvPr>
          <p:cNvSpPr txBox="1"/>
          <p:nvPr/>
        </p:nvSpPr>
        <p:spPr>
          <a:xfrm>
            <a:off x="7020331" y="6337516"/>
            <a:ext cx="684803" cy="338554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Daily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BDBDC1C-52E4-8E49-9A95-9ABB7EC6E859}"/>
              </a:ext>
            </a:extLst>
          </p:cNvPr>
          <p:cNvSpPr txBox="1"/>
          <p:nvPr/>
        </p:nvSpPr>
        <p:spPr>
          <a:xfrm>
            <a:off x="1501905" y="4026077"/>
            <a:ext cx="124505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rgbClr val="000000"/>
                </a:solidFill>
                <a:latin typeface="Helvetica"/>
                <a:cs typeface="Helvetica"/>
              </a:rPr>
              <a:t>10 Minutes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A64DBFD-6401-244C-A787-531DDD5564DF}"/>
              </a:ext>
            </a:extLst>
          </p:cNvPr>
          <p:cNvGrpSpPr/>
          <p:nvPr/>
        </p:nvGrpSpPr>
        <p:grpSpPr>
          <a:xfrm flipV="1">
            <a:off x="2411746" y="1280585"/>
            <a:ext cx="732667" cy="583103"/>
            <a:chOff x="5334000" y="1257300"/>
            <a:chExt cx="647701" cy="660400"/>
          </a:xfrm>
        </p:grpSpPr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60164E96-C5FF-EA4D-B91B-C3189CA1330A}"/>
                </a:ext>
              </a:extLst>
            </p:cNvPr>
            <p:cNvCxnSpPr/>
            <p:nvPr/>
          </p:nvCxnSpPr>
          <p:spPr>
            <a:xfrm flipV="1">
              <a:off x="5334000" y="1257300"/>
              <a:ext cx="595313" cy="533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01814DD4-D43C-014B-BB1A-13616E326AD9}"/>
                </a:ext>
              </a:extLst>
            </p:cNvPr>
            <p:cNvCxnSpPr/>
            <p:nvPr/>
          </p:nvCxnSpPr>
          <p:spPr>
            <a:xfrm flipH="1">
              <a:off x="5413375" y="1402200"/>
              <a:ext cx="568326" cy="5155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255D309E-ADC0-084A-8ECC-A6585FCE3A33}"/>
              </a:ext>
            </a:extLst>
          </p:cNvPr>
          <p:cNvSpPr txBox="1"/>
          <p:nvPr/>
        </p:nvSpPr>
        <p:spPr>
          <a:xfrm>
            <a:off x="6652426" y="2853104"/>
            <a:ext cx="2101153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Carbon Transfer </a:t>
            </a:r>
          </a:p>
          <a:p>
            <a:r>
              <a:rPr lang="en-US" sz="1600" dirty="0">
                <a:latin typeface="Helvetica"/>
                <a:cs typeface="Helvetica"/>
              </a:rPr>
              <a:t>- Pool Losses</a:t>
            </a:r>
          </a:p>
          <a:p>
            <a:r>
              <a:rPr lang="en-US" sz="1600" dirty="0">
                <a:latin typeface="Helvetica"/>
                <a:cs typeface="Helvetica"/>
              </a:rPr>
              <a:t>- Subsequent Gains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0C26327-70A7-0F44-8F6C-7955FE19F43B}"/>
              </a:ext>
            </a:extLst>
          </p:cNvPr>
          <p:cNvSpPr txBox="1"/>
          <p:nvPr/>
        </p:nvSpPr>
        <p:spPr>
          <a:xfrm>
            <a:off x="2903622" y="239299"/>
            <a:ext cx="2693366" cy="86177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       Carbon Release</a:t>
            </a:r>
          </a:p>
          <a:p>
            <a:r>
              <a:rPr lang="en-US" sz="1600" dirty="0">
                <a:latin typeface="Helvetica"/>
                <a:cs typeface="Helvetica"/>
              </a:rPr>
              <a:t> - Autotrophic Respiration</a:t>
            </a:r>
          </a:p>
          <a:p>
            <a:r>
              <a:rPr lang="en-US" sz="1600" dirty="0">
                <a:latin typeface="Helvetica"/>
                <a:cs typeface="Helvetica"/>
              </a:rPr>
              <a:t> - Heterotrophic Respiration</a:t>
            </a:r>
          </a:p>
        </p:txBody>
      </p:sp>
      <p:sp>
        <p:nvSpPr>
          <p:cNvPr id="20" name="Right Arrow 19">
            <a:extLst>
              <a:ext uri="{FF2B5EF4-FFF2-40B4-BE49-F238E27FC236}">
                <a16:creationId xmlns:a16="http://schemas.microsoft.com/office/drawing/2014/main" id="{0A7D0D53-C63E-2D47-8C5C-09C26849AD61}"/>
              </a:ext>
            </a:extLst>
          </p:cNvPr>
          <p:cNvSpPr/>
          <p:nvPr/>
        </p:nvSpPr>
        <p:spPr>
          <a:xfrm rot="5400000">
            <a:off x="7435861" y="3869356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730F4AF-E660-0F4B-9D8E-7D7E709968A8}"/>
              </a:ext>
            </a:extLst>
          </p:cNvPr>
          <p:cNvSpPr txBox="1"/>
          <p:nvPr/>
        </p:nvSpPr>
        <p:spPr>
          <a:xfrm>
            <a:off x="5816870" y="5007387"/>
            <a:ext cx="3250296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Determine Phenology Stage</a:t>
            </a:r>
          </a:p>
        </p:txBody>
      </p:sp>
      <p:sp>
        <p:nvSpPr>
          <p:cNvPr id="24" name="Right Arrow 23">
            <a:extLst>
              <a:ext uri="{FF2B5EF4-FFF2-40B4-BE49-F238E27FC236}">
                <a16:creationId xmlns:a16="http://schemas.microsoft.com/office/drawing/2014/main" id="{5ABC5C8C-EE93-F04C-9FD0-9CAE405FFEEE}"/>
              </a:ext>
            </a:extLst>
          </p:cNvPr>
          <p:cNvSpPr/>
          <p:nvPr/>
        </p:nvSpPr>
        <p:spPr>
          <a:xfrm rot="9940147">
            <a:off x="5643812" y="5872300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ight Arrow 24">
            <a:extLst>
              <a:ext uri="{FF2B5EF4-FFF2-40B4-BE49-F238E27FC236}">
                <a16:creationId xmlns:a16="http://schemas.microsoft.com/office/drawing/2014/main" id="{30162F31-B6C5-CC40-8190-D16C18D5DC67}"/>
              </a:ext>
            </a:extLst>
          </p:cNvPr>
          <p:cNvSpPr/>
          <p:nvPr/>
        </p:nvSpPr>
        <p:spPr>
          <a:xfrm rot="12564649">
            <a:off x="2573189" y="5798895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ight Arrow 25">
            <a:extLst>
              <a:ext uri="{FF2B5EF4-FFF2-40B4-BE49-F238E27FC236}">
                <a16:creationId xmlns:a16="http://schemas.microsoft.com/office/drawing/2014/main" id="{892C5E33-11E1-5C45-9D93-2E5D9C2D0DEC}"/>
              </a:ext>
            </a:extLst>
          </p:cNvPr>
          <p:cNvSpPr/>
          <p:nvPr/>
        </p:nvSpPr>
        <p:spPr>
          <a:xfrm rot="1166534">
            <a:off x="6063940" y="687382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ight Arrow 30">
            <a:extLst>
              <a:ext uri="{FF2B5EF4-FFF2-40B4-BE49-F238E27FC236}">
                <a16:creationId xmlns:a16="http://schemas.microsoft.com/office/drawing/2014/main" id="{469C1ED0-BA70-634B-9468-70A7318B90A8}"/>
              </a:ext>
            </a:extLst>
          </p:cNvPr>
          <p:cNvSpPr/>
          <p:nvPr/>
        </p:nvSpPr>
        <p:spPr>
          <a:xfrm rot="16200000">
            <a:off x="655389" y="3904507"/>
            <a:ext cx="690245" cy="531244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43791DB-3F5B-9C48-9C7F-D72FA41B5A87}"/>
              </a:ext>
            </a:extLst>
          </p:cNvPr>
          <p:cNvSpPr txBox="1"/>
          <p:nvPr/>
        </p:nvSpPr>
        <p:spPr>
          <a:xfrm>
            <a:off x="3768240" y="2736502"/>
            <a:ext cx="1801833" cy="138499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SiB4</a:t>
            </a:r>
          </a:p>
          <a:p>
            <a:pPr algn="ctr" defTabSz="914400"/>
            <a:r>
              <a:rPr lang="en-US" sz="2800" b="1" dirty="0">
                <a:solidFill>
                  <a:srgbClr val="4B3118"/>
                </a:solidFill>
                <a:latin typeface="Helvetica"/>
                <a:cs typeface="Helvetica"/>
              </a:rPr>
              <a:t>Carbon Cycle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587C942-83D6-184A-BEF3-B220E889E5AD}"/>
              </a:ext>
            </a:extLst>
          </p:cNvPr>
          <p:cNvGrpSpPr/>
          <p:nvPr/>
        </p:nvGrpSpPr>
        <p:grpSpPr>
          <a:xfrm rot="-180000">
            <a:off x="-35934" y="-29074"/>
            <a:ext cx="2728913" cy="1762102"/>
            <a:chOff x="-66158" y="-26695"/>
            <a:chExt cx="2728913" cy="1762102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CF4B6BA5-F90E-9A48-95DD-FD9A9A826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2F2121AC-F162-C54C-BC54-89C048C6EAB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2AD4EC0-C928-584F-9DC9-E653B499683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D4676BE2-7515-CB4E-8697-A7D30171F89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6DD5286D-C20E-F947-81DC-F69597850391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57755C5F-3639-FF42-8636-5BAE1E83C81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3051C781-2858-9B43-87D8-806A76B26AE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17AFFA86-BE0B-4D41-B80A-4C1A0B754E5D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04EC91B1-49F9-0248-8E98-5CE7BBC2A8A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72886EAD-BBCD-3C4A-BD1B-073166D0A690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6A2D5311-61E1-F442-9E9F-A411CEC874E4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38C69B8E-11DF-164D-A0B8-4BEB2EEEA411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8D3CEE8-4AEE-DC4B-9D07-D8C58E766996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9928AB71-DEF0-BD45-A023-5824E575B3C6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0B0B9A48-16C3-3E40-A5F5-7138D766BD1E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F957E3B4-3721-F144-914D-A3EACFD0927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A6129B2C-E552-D04A-84E3-0B42BBE3CD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F902C92-BC6C-854B-A6B0-0993542B9119}"/>
              </a:ext>
            </a:extLst>
          </p:cNvPr>
          <p:cNvGrpSpPr/>
          <p:nvPr/>
        </p:nvGrpSpPr>
        <p:grpSpPr>
          <a:xfrm rot="420000">
            <a:off x="6721289" y="-64111"/>
            <a:ext cx="2525127" cy="1434675"/>
            <a:chOff x="6632801" y="4713"/>
            <a:chExt cx="2525127" cy="1434675"/>
          </a:xfrm>
        </p:grpSpPr>
        <p:pic>
          <p:nvPicPr>
            <p:cNvPr id="185" name="Picture 184">
              <a:extLst>
                <a:ext uri="{FF2B5EF4-FFF2-40B4-BE49-F238E27FC236}">
                  <a16:creationId xmlns:a16="http://schemas.microsoft.com/office/drawing/2014/main" id="{B3779D87-411E-4F46-B84F-2C19FD87F7D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6632801" y="4713"/>
              <a:ext cx="2525127" cy="1404508"/>
            </a:xfrm>
            <a:prstGeom prst="rect">
              <a:avLst/>
            </a:prstGeom>
          </p:spPr>
        </p:pic>
        <p:pic>
          <p:nvPicPr>
            <p:cNvPr id="184" name="Picture 183">
              <a:extLst>
                <a:ext uri="{FF2B5EF4-FFF2-40B4-BE49-F238E27FC236}">
                  <a16:creationId xmlns:a16="http://schemas.microsoft.com/office/drawing/2014/main" id="{3043E94D-5C8B-BD46-B988-8E2E0DEDC34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6964143" y="242208"/>
              <a:ext cx="2152377" cy="1197180"/>
            </a:xfrm>
            <a:prstGeom prst="rect">
              <a:avLst/>
            </a:prstGeom>
          </p:spPr>
        </p:pic>
      </p:grpSp>
      <p:sp>
        <p:nvSpPr>
          <p:cNvPr id="187" name="Teardrop 186">
            <a:extLst>
              <a:ext uri="{FF2B5EF4-FFF2-40B4-BE49-F238E27FC236}">
                <a16:creationId xmlns:a16="http://schemas.microsoft.com/office/drawing/2014/main" id="{D6D0DB6F-575C-E94B-8869-C79CF77C1748}"/>
              </a:ext>
            </a:extLst>
          </p:cNvPr>
          <p:cNvSpPr/>
          <p:nvPr/>
        </p:nvSpPr>
        <p:spPr>
          <a:xfrm rot="20933280">
            <a:off x="7109428" y="1481614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8" name="Teardrop 187">
            <a:extLst>
              <a:ext uri="{FF2B5EF4-FFF2-40B4-BE49-F238E27FC236}">
                <a16:creationId xmlns:a16="http://schemas.microsoft.com/office/drawing/2014/main" id="{D05E5B14-7AC4-6B42-9B83-20CB0ABA218D}"/>
              </a:ext>
            </a:extLst>
          </p:cNvPr>
          <p:cNvSpPr/>
          <p:nvPr/>
        </p:nvSpPr>
        <p:spPr>
          <a:xfrm rot="20933280">
            <a:off x="7125981" y="1769341"/>
            <a:ext cx="317500" cy="317500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9" name="Teardrop 188">
            <a:extLst>
              <a:ext uri="{FF2B5EF4-FFF2-40B4-BE49-F238E27FC236}">
                <a16:creationId xmlns:a16="http://schemas.microsoft.com/office/drawing/2014/main" id="{5F4824C9-BDC2-374E-A35F-01D2A731130E}"/>
              </a:ext>
            </a:extLst>
          </p:cNvPr>
          <p:cNvSpPr/>
          <p:nvPr/>
        </p:nvSpPr>
        <p:spPr>
          <a:xfrm rot="20933280">
            <a:off x="7714070" y="177185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0" name="Teardrop 189">
            <a:extLst>
              <a:ext uri="{FF2B5EF4-FFF2-40B4-BE49-F238E27FC236}">
                <a16:creationId xmlns:a16="http://schemas.microsoft.com/office/drawing/2014/main" id="{C7F1DF68-B111-E64B-AA1C-B3084158F180}"/>
              </a:ext>
            </a:extLst>
          </p:cNvPr>
          <p:cNvSpPr/>
          <p:nvPr/>
        </p:nvSpPr>
        <p:spPr>
          <a:xfrm rot="20933280">
            <a:off x="8433844" y="1489619"/>
            <a:ext cx="164016" cy="130791"/>
          </a:xfrm>
          <a:prstGeom prst="teardrop">
            <a:avLst>
              <a:gd name="adj" fmla="val 164000"/>
            </a:avLst>
          </a:prstGeom>
          <a:gradFill>
            <a:gsLst>
              <a:gs pos="35000">
                <a:srgbClr val="C8D3E6"/>
              </a:gs>
              <a:gs pos="14000">
                <a:schemeClr val="accent1">
                  <a:lumMod val="5000"/>
                  <a:lumOff val="95000"/>
                </a:schemeClr>
              </a:gs>
              <a:gs pos="63000">
                <a:srgbClr val="8B9EC1"/>
              </a:gs>
            </a:gsLst>
            <a:lin ang="5400000" scaled="0"/>
          </a:gra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AA7458A6-C5F0-E64B-B27E-9EC609C66C14}"/>
              </a:ext>
            </a:extLst>
          </p:cNvPr>
          <p:cNvSpPr txBox="1"/>
          <p:nvPr/>
        </p:nvSpPr>
        <p:spPr>
          <a:xfrm>
            <a:off x="191628" y="5895240"/>
            <a:ext cx="1986372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driver data 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770ADC2A-523C-8A46-9474-6DFA2CD54714}"/>
              </a:ext>
            </a:extLst>
          </p:cNvPr>
          <p:cNvSpPr txBox="1"/>
          <p:nvPr/>
        </p:nvSpPr>
        <p:spPr>
          <a:xfrm>
            <a:off x="3370992" y="5957547"/>
            <a:ext cx="2013038" cy="83099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LAI, FPAR, </a:t>
            </a:r>
          </a:p>
          <a:p>
            <a:pPr algn="ctr"/>
            <a:r>
              <a:rPr lang="en-US" sz="1600" b="1" dirty="0">
                <a:latin typeface="Helvetica"/>
                <a:cs typeface="Helvetica"/>
              </a:rPr>
              <a:t>and vegetation properties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0AFAAE8-F9F1-C546-B282-47392A90A1C3}"/>
              </a:ext>
            </a:extLst>
          </p:cNvPr>
          <p:cNvSpPr txBox="1"/>
          <p:nvPr/>
        </p:nvSpPr>
        <p:spPr>
          <a:xfrm>
            <a:off x="6281307" y="5446142"/>
            <a:ext cx="2779399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Crop Harvest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FA33998-F025-A044-879F-E6977AEBB0B9}"/>
              </a:ext>
            </a:extLst>
          </p:cNvPr>
          <p:cNvSpPr txBox="1"/>
          <p:nvPr/>
        </p:nvSpPr>
        <p:spPr>
          <a:xfrm>
            <a:off x="513176" y="5199921"/>
            <a:ext cx="1664824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</a:p>
          <a:p>
            <a:pPr algn="ctr"/>
            <a:r>
              <a:rPr lang="en-US" sz="1600" dirty="0">
                <a:latin typeface="Helvetica"/>
                <a:cs typeface="Helvetica"/>
              </a:rPr>
              <a:t>Fire Emissions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4649BB3-36D0-1C44-9531-8BB3A596DC0A}"/>
              </a:ext>
            </a:extLst>
          </p:cNvPr>
          <p:cNvSpPr txBox="1"/>
          <p:nvPr/>
        </p:nvSpPr>
        <p:spPr>
          <a:xfrm>
            <a:off x="179919" y="3055095"/>
            <a:ext cx="2444481" cy="615553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b="1" dirty="0">
                <a:latin typeface="Helvetica"/>
                <a:cs typeface="Helvetica"/>
              </a:rPr>
              <a:t>Carbon Assimilation</a:t>
            </a:r>
          </a:p>
          <a:p>
            <a:r>
              <a:rPr lang="en-US" sz="1600" dirty="0">
                <a:latin typeface="Helvetica"/>
                <a:cs typeface="Helvetica"/>
              </a:rPr>
              <a:t> - Photosynthesis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A6BE4C9A-F627-B94B-8DDF-C155341720AC}"/>
              </a:ext>
            </a:extLst>
          </p:cNvPr>
          <p:cNvSpPr txBox="1"/>
          <p:nvPr/>
        </p:nvSpPr>
        <p:spPr>
          <a:xfrm>
            <a:off x="233053" y="4740873"/>
            <a:ext cx="2407395" cy="33855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Update running-means 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0FA0CDC4-2AEF-194D-B360-6782687B03A2}"/>
              </a:ext>
            </a:extLst>
          </p:cNvPr>
          <p:cNvSpPr txBox="1"/>
          <p:nvPr/>
        </p:nvSpPr>
        <p:spPr>
          <a:xfrm>
            <a:off x="693095" y="2167588"/>
            <a:ext cx="2398081" cy="769441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Allocate Carbon</a:t>
            </a:r>
          </a:p>
          <a:p>
            <a:r>
              <a:rPr lang="en-US" sz="1400" dirty="0">
                <a:latin typeface="Helvetica"/>
                <a:cs typeface="Helvetica"/>
              </a:rPr>
              <a:t>- Phenology Stage</a:t>
            </a:r>
          </a:p>
          <a:p>
            <a:r>
              <a:rPr lang="en-US" sz="1400" dirty="0">
                <a:latin typeface="Helvetica"/>
                <a:cs typeface="Helvetica"/>
              </a:rPr>
              <a:t>- Meteorological Conditions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BBA36D9-498C-424E-97B3-1637379AE8DA}"/>
              </a:ext>
            </a:extLst>
          </p:cNvPr>
          <p:cNvSpPr txBox="1"/>
          <p:nvPr/>
        </p:nvSpPr>
        <p:spPr>
          <a:xfrm>
            <a:off x="6290698" y="4613526"/>
            <a:ext cx="2776468" cy="33855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Set Growing Season Flags</a:t>
            </a:r>
            <a:endParaRPr lang="en-US" sz="1600" dirty="0">
              <a:latin typeface="Helvetica"/>
              <a:cs typeface="Helvetic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3B665FD-FD2C-0E4A-B019-81E4313626A8}"/>
              </a:ext>
            </a:extLst>
          </p:cNvPr>
          <p:cNvSpPr txBox="1"/>
          <p:nvPr/>
        </p:nvSpPr>
        <p:spPr>
          <a:xfrm>
            <a:off x="6874025" y="2168569"/>
            <a:ext cx="1448799" cy="584775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Helvetica"/>
                <a:cs typeface="Helvetica"/>
              </a:rPr>
              <a:t>Disturbance: </a:t>
            </a:r>
            <a:r>
              <a:rPr lang="en-US" sz="1600" dirty="0">
                <a:latin typeface="Helvetica"/>
                <a:cs typeface="Helvetica"/>
              </a:rPr>
              <a:t>Grazing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742B9D97-6ACF-E74E-861C-603B4D1D0B1D}"/>
              </a:ext>
            </a:extLst>
          </p:cNvPr>
          <p:cNvSpPr txBox="1"/>
          <p:nvPr/>
        </p:nvSpPr>
        <p:spPr>
          <a:xfrm>
            <a:off x="3485389" y="5499114"/>
            <a:ext cx="1671578" cy="369332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Helvetica"/>
                <a:cs typeface="Helvetica"/>
              </a:rPr>
              <a:t>Update Pools</a:t>
            </a:r>
          </a:p>
        </p:txBody>
      </p:sp>
    </p:spTree>
    <p:extLst>
      <p:ext uri="{BB962C8B-B14F-4D97-AF65-F5344CB8AC3E}">
        <p14:creationId xmlns:p14="http://schemas.microsoft.com/office/powerpoint/2010/main" val="291006731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3" name="Group 1222">
            <a:extLst>
              <a:ext uri="{FF2B5EF4-FFF2-40B4-BE49-F238E27FC236}">
                <a16:creationId xmlns:a16="http://schemas.microsoft.com/office/drawing/2014/main" id="{DEFFEFE3-D960-9349-9D93-A99E5D92870C}"/>
              </a:ext>
            </a:extLst>
          </p:cNvPr>
          <p:cNvGrpSpPr/>
          <p:nvPr/>
        </p:nvGrpSpPr>
        <p:grpSpPr>
          <a:xfrm>
            <a:off x="7672774" y="5157752"/>
            <a:ext cx="566451" cy="783440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1224" name="Freeform 1223">
              <a:extLst>
                <a:ext uri="{FF2B5EF4-FFF2-40B4-BE49-F238E27FC236}">
                  <a16:creationId xmlns:a16="http://schemas.microsoft.com/office/drawing/2014/main" id="{9DB45360-EC6A-0B4C-A7C8-87F25AE4439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5" name="Freeform 1224">
              <a:extLst>
                <a:ext uri="{FF2B5EF4-FFF2-40B4-BE49-F238E27FC236}">
                  <a16:creationId xmlns:a16="http://schemas.microsoft.com/office/drawing/2014/main" id="{149172F0-6EC9-E84A-A783-E8DCA56E2358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6" name="Freeform 1225">
              <a:extLst>
                <a:ext uri="{FF2B5EF4-FFF2-40B4-BE49-F238E27FC236}">
                  <a16:creationId xmlns:a16="http://schemas.microsoft.com/office/drawing/2014/main" id="{D1414985-BD3F-D84A-A1CA-A18F9A9FAEC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7" name="Freeform 1226">
              <a:extLst>
                <a:ext uri="{FF2B5EF4-FFF2-40B4-BE49-F238E27FC236}">
                  <a16:creationId xmlns:a16="http://schemas.microsoft.com/office/drawing/2014/main" id="{97765AB3-03F4-0140-BA7C-FBAE48489AA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8" name="Freeform 1227">
              <a:extLst>
                <a:ext uri="{FF2B5EF4-FFF2-40B4-BE49-F238E27FC236}">
                  <a16:creationId xmlns:a16="http://schemas.microsoft.com/office/drawing/2014/main" id="{25284EF9-8579-4545-95FE-15C882951C7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9" name="Freeform 1228">
              <a:extLst>
                <a:ext uri="{FF2B5EF4-FFF2-40B4-BE49-F238E27FC236}">
                  <a16:creationId xmlns:a16="http://schemas.microsoft.com/office/drawing/2014/main" id="{F73A1339-ABF1-704C-8206-BC9B709D9E4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0" name="Freeform 1229">
              <a:extLst>
                <a:ext uri="{FF2B5EF4-FFF2-40B4-BE49-F238E27FC236}">
                  <a16:creationId xmlns:a16="http://schemas.microsoft.com/office/drawing/2014/main" id="{678A83E0-D610-D645-9395-0CEB7F1E6B4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1" name="Freeform 1230">
              <a:extLst>
                <a:ext uri="{FF2B5EF4-FFF2-40B4-BE49-F238E27FC236}">
                  <a16:creationId xmlns:a16="http://schemas.microsoft.com/office/drawing/2014/main" id="{E930627D-C7B8-5147-8EFC-C298F7C81C49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2" name="Freeform 1231">
              <a:extLst>
                <a:ext uri="{FF2B5EF4-FFF2-40B4-BE49-F238E27FC236}">
                  <a16:creationId xmlns:a16="http://schemas.microsoft.com/office/drawing/2014/main" id="{CCB1ED07-55B5-6D46-9971-EBAE0D2363F6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3" name="Freeform 1232">
              <a:extLst>
                <a:ext uri="{FF2B5EF4-FFF2-40B4-BE49-F238E27FC236}">
                  <a16:creationId xmlns:a16="http://schemas.microsoft.com/office/drawing/2014/main" id="{1474EABB-5D01-E543-9335-E70E502CE69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4" name="Freeform 1233">
              <a:extLst>
                <a:ext uri="{FF2B5EF4-FFF2-40B4-BE49-F238E27FC236}">
                  <a16:creationId xmlns:a16="http://schemas.microsoft.com/office/drawing/2014/main" id="{E9871DF2-8924-964F-9407-A42194F56F7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5" name="Freeform 1234">
              <a:extLst>
                <a:ext uri="{FF2B5EF4-FFF2-40B4-BE49-F238E27FC236}">
                  <a16:creationId xmlns:a16="http://schemas.microsoft.com/office/drawing/2014/main" id="{2923C875-895F-A34C-9DE7-E7CA220908D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6" name="Freeform 1235">
              <a:extLst>
                <a:ext uri="{FF2B5EF4-FFF2-40B4-BE49-F238E27FC236}">
                  <a16:creationId xmlns:a16="http://schemas.microsoft.com/office/drawing/2014/main" id="{CB293340-C02D-3F40-8E67-0F8D14BD5BE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7" name="Freeform 1236">
              <a:extLst>
                <a:ext uri="{FF2B5EF4-FFF2-40B4-BE49-F238E27FC236}">
                  <a16:creationId xmlns:a16="http://schemas.microsoft.com/office/drawing/2014/main" id="{8B136C01-C7FB-1B45-8085-E62F7D5FD26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8" name="Freeform 1237">
              <a:extLst>
                <a:ext uri="{FF2B5EF4-FFF2-40B4-BE49-F238E27FC236}">
                  <a16:creationId xmlns:a16="http://schemas.microsoft.com/office/drawing/2014/main" id="{662A46FC-164D-DA4F-91E7-9514708D277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9" name="Freeform 1238">
              <a:extLst>
                <a:ext uri="{FF2B5EF4-FFF2-40B4-BE49-F238E27FC236}">
                  <a16:creationId xmlns:a16="http://schemas.microsoft.com/office/drawing/2014/main" id="{AD292C3B-B6F6-D846-A3D4-4F578115964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40" name="Group 1239">
            <a:extLst>
              <a:ext uri="{FF2B5EF4-FFF2-40B4-BE49-F238E27FC236}">
                <a16:creationId xmlns:a16="http://schemas.microsoft.com/office/drawing/2014/main" id="{86072C3F-E39C-3146-9928-FFCEFA6E5552}"/>
              </a:ext>
            </a:extLst>
          </p:cNvPr>
          <p:cNvGrpSpPr/>
          <p:nvPr/>
        </p:nvGrpSpPr>
        <p:grpSpPr>
          <a:xfrm>
            <a:off x="4706998" y="3819324"/>
            <a:ext cx="1549804" cy="2168026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241" name="Freeform 1240">
              <a:extLst>
                <a:ext uri="{FF2B5EF4-FFF2-40B4-BE49-F238E27FC236}">
                  <a16:creationId xmlns:a16="http://schemas.microsoft.com/office/drawing/2014/main" id="{7ADF27FF-25F8-3F40-9B1C-050392CDB7C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2" name="Freeform 1241">
              <a:extLst>
                <a:ext uri="{FF2B5EF4-FFF2-40B4-BE49-F238E27FC236}">
                  <a16:creationId xmlns:a16="http://schemas.microsoft.com/office/drawing/2014/main" id="{B68AA668-EC1E-884F-94C5-C261A5F9FC7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3" name="Freeform 1242">
              <a:extLst>
                <a:ext uri="{FF2B5EF4-FFF2-40B4-BE49-F238E27FC236}">
                  <a16:creationId xmlns:a16="http://schemas.microsoft.com/office/drawing/2014/main" id="{BCCFA5D9-F405-FA4A-A1FD-F3F9F19F527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4" name="Freeform 1243">
              <a:extLst>
                <a:ext uri="{FF2B5EF4-FFF2-40B4-BE49-F238E27FC236}">
                  <a16:creationId xmlns:a16="http://schemas.microsoft.com/office/drawing/2014/main" id="{A9FF099F-95D1-6442-B97C-C84A47B2814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5" name="Freeform 1244">
              <a:extLst>
                <a:ext uri="{FF2B5EF4-FFF2-40B4-BE49-F238E27FC236}">
                  <a16:creationId xmlns:a16="http://schemas.microsoft.com/office/drawing/2014/main" id="{00D8A2DF-0D40-5244-83C1-7C78C4D0CB0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6" name="Freeform 1245">
              <a:extLst>
                <a:ext uri="{FF2B5EF4-FFF2-40B4-BE49-F238E27FC236}">
                  <a16:creationId xmlns:a16="http://schemas.microsoft.com/office/drawing/2014/main" id="{231F3B9E-25CD-A54E-AD47-5D3758DA2A4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7" name="Freeform 1246">
              <a:extLst>
                <a:ext uri="{FF2B5EF4-FFF2-40B4-BE49-F238E27FC236}">
                  <a16:creationId xmlns:a16="http://schemas.microsoft.com/office/drawing/2014/main" id="{6D749D92-5E1F-9741-A818-C6CCC9A744D1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8" name="Freeform 1247">
              <a:extLst>
                <a:ext uri="{FF2B5EF4-FFF2-40B4-BE49-F238E27FC236}">
                  <a16:creationId xmlns:a16="http://schemas.microsoft.com/office/drawing/2014/main" id="{948DF19B-AE1C-CE46-B864-F76505D985C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9" name="Freeform 1248">
              <a:extLst>
                <a:ext uri="{FF2B5EF4-FFF2-40B4-BE49-F238E27FC236}">
                  <a16:creationId xmlns:a16="http://schemas.microsoft.com/office/drawing/2014/main" id="{4DCD9C83-3BDB-0340-8D80-CBF795ED152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0" name="Freeform 1249">
              <a:extLst>
                <a:ext uri="{FF2B5EF4-FFF2-40B4-BE49-F238E27FC236}">
                  <a16:creationId xmlns:a16="http://schemas.microsoft.com/office/drawing/2014/main" id="{3B20E8BE-C211-314A-A2C2-76782638E61D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1" name="Freeform 1250">
              <a:extLst>
                <a:ext uri="{FF2B5EF4-FFF2-40B4-BE49-F238E27FC236}">
                  <a16:creationId xmlns:a16="http://schemas.microsoft.com/office/drawing/2014/main" id="{9E2A8DFD-3247-6A4F-B919-9AF4BB60B14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2" name="Freeform 1251">
              <a:extLst>
                <a:ext uri="{FF2B5EF4-FFF2-40B4-BE49-F238E27FC236}">
                  <a16:creationId xmlns:a16="http://schemas.microsoft.com/office/drawing/2014/main" id="{951FBB23-A83C-F34F-85BC-883D5CCACD5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3" name="Freeform 1252">
              <a:extLst>
                <a:ext uri="{FF2B5EF4-FFF2-40B4-BE49-F238E27FC236}">
                  <a16:creationId xmlns:a16="http://schemas.microsoft.com/office/drawing/2014/main" id="{7820E96B-4478-9840-A214-75EBD6F0A58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4" name="Freeform 1253">
              <a:extLst>
                <a:ext uri="{FF2B5EF4-FFF2-40B4-BE49-F238E27FC236}">
                  <a16:creationId xmlns:a16="http://schemas.microsoft.com/office/drawing/2014/main" id="{0BFB6B1F-3AD3-DE4A-AED6-CDE4F17ED61A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5" name="Freeform 1254">
              <a:extLst>
                <a:ext uri="{FF2B5EF4-FFF2-40B4-BE49-F238E27FC236}">
                  <a16:creationId xmlns:a16="http://schemas.microsoft.com/office/drawing/2014/main" id="{94631C7F-2F77-5C4E-BD5A-A998C93615E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6" name="Freeform 1255">
              <a:extLst>
                <a:ext uri="{FF2B5EF4-FFF2-40B4-BE49-F238E27FC236}">
                  <a16:creationId xmlns:a16="http://schemas.microsoft.com/office/drawing/2014/main" id="{7319AD3F-2938-444F-B137-CBACA469B43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7" name="Group 1256">
            <a:extLst>
              <a:ext uri="{FF2B5EF4-FFF2-40B4-BE49-F238E27FC236}">
                <a16:creationId xmlns:a16="http://schemas.microsoft.com/office/drawing/2014/main" id="{4D437653-731B-7148-89ED-2BEA51480C48}"/>
              </a:ext>
            </a:extLst>
          </p:cNvPr>
          <p:cNvGrpSpPr/>
          <p:nvPr/>
        </p:nvGrpSpPr>
        <p:grpSpPr>
          <a:xfrm>
            <a:off x="3602473" y="3643175"/>
            <a:ext cx="2078612" cy="2180199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258" name="Freeform 1257">
              <a:extLst>
                <a:ext uri="{FF2B5EF4-FFF2-40B4-BE49-F238E27FC236}">
                  <a16:creationId xmlns:a16="http://schemas.microsoft.com/office/drawing/2014/main" id="{8387F9DE-4DF4-8043-AFE2-6C9D126B518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9" name="Freeform 1258">
              <a:extLst>
                <a:ext uri="{FF2B5EF4-FFF2-40B4-BE49-F238E27FC236}">
                  <a16:creationId xmlns:a16="http://schemas.microsoft.com/office/drawing/2014/main" id="{5F7F94AC-D20B-6B47-85B7-9D95C8692BA5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0" name="Freeform 1259">
              <a:extLst>
                <a:ext uri="{FF2B5EF4-FFF2-40B4-BE49-F238E27FC236}">
                  <a16:creationId xmlns:a16="http://schemas.microsoft.com/office/drawing/2014/main" id="{C7133D98-6FDF-044D-A217-1ACEBD8162E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1" name="Freeform 1260">
              <a:extLst>
                <a:ext uri="{FF2B5EF4-FFF2-40B4-BE49-F238E27FC236}">
                  <a16:creationId xmlns:a16="http://schemas.microsoft.com/office/drawing/2014/main" id="{93398501-D077-5446-81B2-8031CBCE5EF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2" name="Freeform 1261">
              <a:extLst>
                <a:ext uri="{FF2B5EF4-FFF2-40B4-BE49-F238E27FC236}">
                  <a16:creationId xmlns:a16="http://schemas.microsoft.com/office/drawing/2014/main" id="{A9D53F62-8B5D-A440-BF15-15F3B4604C8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3" name="Freeform 1262">
              <a:extLst>
                <a:ext uri="{FF2B5EF4-FFF2-40B4-BE49-F238E27FC236}">
                  <a16:creationId xmlns:a16="http://schemas.microsoft.com/office/drawing/2014/main" id="{C9763251-4B85-8840-84FD-4B8457B5F50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4" name="Freeform 1263">
              <a:extLst>
                <a:ext uri="{FF2B5EF4-FFF2-40B4-BE49-F238E27FC236}">
                  <a16:creationId xmlns:a16="http://schemas.microsoft.com/office/drawing/2014/main" id="{9B208A66-D0D0-1544-9883-34463C2D7F7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5" name="Freeform 1264">
              <a:extLst>
                <a:ext uri="{FF2B5EF4-FFF2-40B4-BE49-F238E27FC236}">
                  <a16:creationId xmlns:a16="http://schemas.microsoft.com/office/drawing/2014/main" id="{AEF80D7D-86CB-7245-947E-AF90C13594A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6" name="Freeform 1265">
              <a:extLst>
                <a:ext uri="{FF2B5EF4-FFF2-40B4-BE49-F238E27FC236}">
                  <a16:creationId xmlns:a16="http://schemas.microsoft.com/office/drawing/2014/main" id="{722BF96F-EFE5-2B4B-BB61-D9BF86721E76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7" name="Freeform 1266">
              <a:extLst>
                <a:ext uri="{FF2B5EF4-FFF2-40B4-BE49-F238E27FC236}">
                  <a16:creationId xmlns:a16="http://schemas.microsoft.com/office/drawing/2014/main" id="{BCE96551-6DDB-C344-830B-F81760ED9223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8" name="Freeform 1267">
              <a:extLst>
                <a:ext uri="{FF2B5EF4-FFF2-40B4-BE49-F238E27FC236}">
                  <a16:creationId xmlns:a16="http://schemas.microsoft.com/office/drawing/2014/main" id="{7528B72D-6129-3341-B9E7-88A8B96FBA6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9" name="Freeform 1268">
              <a:extLst>
                <a:ext uri="{FF2B5EF4-FFF2-40B4-BE49-F238E27FC236}">
                  <a16:creationId xmlns:a16="http://schemas.microsoft.com/office/drawing/2014/main" id="{88874943-9754-154A-AE56-D8AF0E805F0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0" name="Freeform 1269">
              <a:extLst>
                <a:ext uri="{FF2B5EF4-FFF2-40B4-BE49-F238E27FC236}">
                  <a16:creationId xmlns:a16="http://schemas.microsoft.com/office/drawing/2014/main" id="{66058D53-C6BA-FE4C-928B-F6433647992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1" name="Freeform 1270">
              <a:extLst>
                <a:ext uri="{FF2B5EF4-FFF2-40B4-BE49-F238E27FC236}">
                  <a16:creationId xmlns:a16="http://schemas.microsoft.com/office/drawing/2014/main" id="{8642CB00-E733-1D41-8EFA-C3A7AEE16133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2" name="Freeform 1271">
              <a:extLst>
                <a:ext uri="{FF2B5EF4-FFF2-40B4-BE49-F238E27FC236}">
                  <a16:creationId xmlns:a16="http://schemas.microsoft.com/office/drawing/2014/main" id="{336403FA-148F-7D4B-94DB-EF17FAFFDF0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3" name="Freeform 1272">
              <a:extLst>
                <a:ext uri="{FF2B5EF4-FFF2-40B4-BE49-F238E27FC236}">
                  <a16:creationId xmlns:a16="http://schemas.microsoft.com/office/drawing/2014/main" id="{2CF36D5E-B7E6-1B44-91AC-A96904E8D54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74" name="TextBox 1273">
            <a:extLst>
              <a:ext uri="{FF2B5EF4-FFF2-40B4-BE49-F238E27FC236}">
                <a16:creationId xmlns:a16="http://schemas.microsoft.com/office/drawing/2014/main" id="{29664C93-88DD-B040-86F9-BDA2768440A8}"/>
              </a:ext>
            </a:extLst>
          </p:cNvPr>
          <p:cNvSpPr txBox="1"/>
          <p:nvPr/>
        </p:nvSpPr>
        <p:spPr>
          <a:xfrm>
            <a:off x="309403" y="3201629"/>
            <a:ext cx="1968808" cy="430887"/>
          </a:xfrm>
          <a:prstGeom prst="rect">
            <a:avLst/>
          </a:prstGeom>
          <a:solidFill>
            <a:srgbClr val="FFFCB0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Photosynthesis</a:t>
            </a:r>
          </a:p>
        </p:txBody>
      </p:sp>
      <p:sp>
        <p:nvSpPr>
          <p:cNvPr id="1275" name="TextBox 1274">
            <a:extLst>
              <a:ext uri="{FF2B5EF4-FFF2-40B4-BE49-F238E27FC236}">
                <a16:creationId xmlns:a16="http://schemas.microsoft.com/office/drawing/2014/main" id="{29F5C8AC-4576-484E-A01E-2D002121BCA0}"/>
              </a:ext>
            </a:extLst>
          </p:cNvPr>
          <p:cNvSpPr txBox="1"/>
          <p:nvPr/>
        </p:nvSpPr>
        <p:spPr>
          <a:xfrm>
            <a:off x="593779" y="2699251"/>
            <a:ext cx="1369799" cy="430887"/>
          </a:xfrm>
          <a:prstGeom prst="rect">
            <a:avLst/>
          </a:prstGeom>
          <a:solidFill>
            <a:srgbClr val="FFFBA7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Allocation</a:t>
            </a:r>
          </a:p>
        </p:txBody>
      </p:sp>
      <p:sp>
        <p:nvSpPr>
          <p:cNvPr id="1276" name="TextBox 1275">
            <a:extLst>
              <a:ext uri="{FF2B5EF4-FFF2-40B4-BE49-F238E27FC236}">
                <a16:creationId xmlns:a16="http://schemas.microsoft.com/office/drawing/2014/main" id="{EFA261D5-947C-E442-8619-72C6255CCC34}"/>
              </a:ext>
            </a:extLst>
          </p:cNvPr>
          <p:cNvSpPr txBox="1"/>
          <p:nvPr/>
        </p:nvSpPr>
        <p:spPr>
          <a:xfrm>
            <a:off x="2504562" y="91779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 defTabSz="914400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Dynamic Prognostic Phenology</a:t>
            </a:r>
          </a:p>
        </p:txBody>
      </p:sp>
      <p:cxnSp>
        <p:nvCxnSpPr>
          <p:cNvPr id="1278" name="Straight Arrow Connector 1277">
            <a:extLst>
              <a:ext uri="{FF2B5EF4-FFF2-40B4-BE49-F238E27FC236}">
                <a16:creationId xmlns:a16="http://schemas.microsoft.com/office/drawing/2014/main" id="{A102CEA4-9917-DE45-ABB9-49B291501421}"/>
              </a:ext>
            </a:extLst>
          </p:cNvPr>
          <p:cNvCxnSpPr>
            <a:cxnSpLocks/>
          </p:cNvCxnSpPr>
          <p:nvPr/>
        </p:nvCxnSpPr>
        <p:spPr>
          <a:xfrm flipH="1" flipV="1">
            <a:off x="1341681" y="4204282"/>
            <a:ext cx="273279" cy="493509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1279" name="TextBox 1278">
            <a:extLst>
              <a:ext uri="{FF2B5EF4-FFF2-40B4-BE49-F238E27FC236}">
                <a16:creationId xmlns:a16="http://schemas.microsoft.com/office/drawing/2014/main" id="{5C52C974-4667-B647-BA55-D112BA4D8133}"/>
              </a:ext>
            </a:extLst>
          </p:cNvPr>
          <p:cNvSpPr txBox="1"/>
          <p:nvPr/>
        </p:nvSpPr>
        <p:spPr>
          <a:xfrm>
            <a:off x="3672483" y="1233981"/>
            <a:ext cx="23006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/>
            <a:r>
              <a:rPr lang="en-US" sz="2400" b="1" u="sng" dirty="0">
                <a:solidFill>
                  <a:srgbClr val="BF250D"/>
                </a:solidFill>
                <a:ea typeface="Wingdings"/>
                <a:cs typeface="Wingdings"/>
                <a:sym typeface="Wingdings"/>
              </a:rPr>
              <a:t>Phenology Stage</a:t>
            </a:r>
          </a:p>
        </p:txBody>
      </p:sp>
      <p:sp>
        <p:nvSpPr>
          <p:cNvPr id="1280" name="TextBox 1279">
            <a:extLst>
              <a:ext uri="{FF2B5EF4-FFF2-40B4-BE49-F238E27FC236}">
                <a16:creationId xmlns:a16="http://schemas.microsoft.com/office/drawing/2014/main" id="{4CDA1C47-ED78-7048-A0C1-19AAFE2AF2F6}"/>
              </a:ext>
            </a:extLst>
          </p:cNvPr>
          <p:cNvSpPr txBox="1"/>
          <p:nvPr/>
        </p:nvSpPr>
        <p:spPr>
          <a:xfrm>
            <a:off x="2598276" y="1677338"/>
            <a:ext cx="4342078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ea typeface="Wingdings"/>
                <a:cs typeface="Wingdings"/>
                <a:sym typeface="Wingdings"/>
              </a:rPr>
              <a:t>Growth Index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Climate-Adjusted Benefit of Adding Leaves</a:t>
            </a:r>
          </a:p>
        </p:txBody>
      </p:sp>
      <p:sp>
        <p:nvSpPr>
          <p:cNvPr id="1281" name="TextBox 1280">
            <a:extLst>
              <a:ext uri="{FF2B5EF4-FFF2-40B4-BE49-F238E27FC236}">
                <a16:creationId xmlns:a16="http://schemas.microsoft.com/office/drawing/2014/main" id="{6EB4F5A9-1441-274D-92AC-F812FBF6DD64}"/>
              </a:ext>
            </a:extLst>
          </p:cNvPr>
          <p:cNvSpPr txBox="1"/>
          <p:nvPr/>
        </p:nvSpPr>
        <p:spPr>
          <a:xfrm>
            <a:off x="3025917" y="2333727"/>
            <a:ext cx="3594691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cs typeface="Calibri"/>
              </a:rPr>
              <a:t>Weather Potential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Calibri"/>
              </a:rPr>
              <a:t>Temperature and Water Availability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282" name="Straight Arrow Connector 1281">
            <a:extLst>
              <a:ext uri="{FF2B5EF4-FFF2-40B4-BE49-F238E27FC236}">
                <a16:creationId xmlns:a16="http://schemas.microsoft.com/office/drawing/2014/main" id="{BBDBD9EA-5D81-484E-8D89-ED7C841F22FF}"/>
              </a:ext>
            </a:extLst>
          </p:cNvPr>
          <p:cNvCxnSpPr>
            <a:cxnSpLocks/>
          </p:cNvCxnSpPr>
          <p:nvPr/>
        </p:nvCxnSpPr>
        <p:spPr>
          <a:xfrm>
            <a:off x="7215574" y="2017315"/>
            <a:ext cx="457200" cy="274320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1283" name="TextBox 1282">
            <a:extLst>
              <a:ext uri="{FF2B5EF4-FFF2-40B4-BE49-F238E27FC236}">
                <a16:creationId xmlns:a16="http://schemas.microsoft.com/office/drawing/2014/main" id="{650B3B4E-7144-5442-9EE4-2D2DBCC602E2}"/>
              </a:ext>
            </a:extLst>
          </p:cNvPr>
          <p:cNvSpPr txBox="1"/>
          <p:nvPr/>
        </p:nvSpPr>
        <p:spPr>
          <a:xfrm>
            <a:off x="7215574" y="3077430"/>
            <a:ext cx="1587293" cy="400110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Carbon Pools</a:t>
            </a:r>
          </a:p>
        </p:txBody>
      </p:sp>
      <p:cxnSp>
        <p:nvCxnSpPr>
          <p:cNvPr id="1284" name="Straight Arrow Connector 1283">
            <a:extLst>
              <a:ext uri="{FF2B5EF4-FFF2-40B4-BE49-F238E27FC236}">
                <a16:creationId xmlns:a16="http://schemas.microsoft.com/office/drawing/2014/main" id="{262C939B-19BC-3B4F-BB64-17908B07BB43}"/>
              </a:ext>
            </a:extLst>
          </p:cNvPr>
          <p:cNvCxnSpPr>
            <a:cxnSpLocks/>
          </p:cNvCxnSpPr>
          <p:nvPr/>
        </p:nvCxnSpPr>
        <p:spPr>
          <a:xfrm flipH="1">
            <a:off x="8092700" y="4204282"/>
            <a:ext cx="251984" cy="463823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sp>
        <p:nvSpPr>
          <p:cNvPr id="1285" name="TextBox 1284">
            <a:extLst>
              <a:ext uri="{FF2B5EF4-FFF2-40B4-BE49-F238E27FC236}">
                <a16:creationId xmlns:a16="http://schemas.microsoft.com/office/drawing/2014/main" id="{7A2502B9-5AA9-C044-9BEE-062EC4990F5C}"/>
              </a:ext>
            </a:extLst>
          </p:cNvPr>
          <p:cNvSpPr txBox="1"/>
          <p:nvPr/>
        </p:nvSpPr>
        <p:spPr>
          <a:xfrm>
            <a:off x="2833919" y="3007988"/>
            <a:ext cx="3977820" cy="6771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BF250D"/>
                </a:solidFill>
                <a:effectLst/>
                <a:uLnTx/>
                <a:uFillTx/>
                <a:cs typeface="Calibri"/>
              </a:rPr>
              <a:t>Day Length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Calibri"/>
              </a:rPr>
              <a:t>Seasonal progression as days get shorter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286" name="Group 1285">
            <a:extLst>
              <a:ext uri="{FF2B5EF4-FFF2-40B4-BE49-F238E27FC236}">
                <a16:creationId xmlns:a16="http://schemas.microsoft.com/office/drawing/2014/main" id="{AB68B3DD-270E-4F47-B096-B1F9DA6F37C4}"/>
              </a:ext>
            </a:extLst>
          </p:cNvPr>
          <p:cNvGrpSpPr/>
          <p:nvPr/>
        </p:nvGrpSpPr>
        <p:grpSpPr>
          <a:xfrm>
            <a:off x="7527741" y="316924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1287" name="Oval 1286">
              <a:extLst>
                <a:ext uri="{FF2B5EF4-FFF2-40B4-BE49-F238E27FC236}">
                  <a16:creationId xmlns:a16="http://schemas.microsoft.com/office/drawing/2014/main" id="{0BE30189-24D4-9742-940B-3080CD2E1DC0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88" name="Group 1287">
              <a:extLst>
                <a:ext uri="{FF2B5EF4-FFF2-40B4-BE49-F238E27FC236}">
                  <a16:creationId xmlns:a16="http://schemas.microsoft.com/office/drawing/2014/main" id="{EEB9A5F6-A317-5348-B1FA-700A5B118D1A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1298" name="Rectangle 1297">
                <a:extLst>
                  <a:ext uri="{FF2B5EF4-FFF2-40B4-BE49-F238E27FC236}">
                    <a16:creationId xmlns:a16="http://schemas.microsoft.com/office/drawing/2014/main" id="{E98AEA34-A09D-A243-8764-1AD88FB0F1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9" name="Rectangle 1298">
                <a:extLst>
                  <a:ext uri="{FF2B5EF4-FFF2-40B4-BE49-F238E27FC236}">
                    <a16:creationId xmlns:a16="http://schemas.microsoft.com/office/drawing/2014/main" id="{2FE27B90-5CB6-9144-9983-DC4F05C61A5D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89" name="Group 1288">
              <a:extLst>
                <a:ext uri="{FF2B5EF4-FFF2-40B4-BE49-F238E27FC236}">
                  <a16:creationId xmlns:a16="http://schemas.microsoft.com/office/drawing/2014/main" id="{2A6942F0-BBA3-C84D-BDE0-70B3C62719B9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296" name="Rectangle 1295">
                <a:extLst>
                  <a:ext uri="{FF2B5EF4-FFF2-40B4-BE49-F238E27FC236}">
                    <a16:creationId xmlns:a16="http://schemas.microsoft.com/office/drawing/2014/main" id="{DD8F9F14-A09B-A444-9801-2C928AE5157E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7" name="Rectangle 1296">
                <a:extLst>
                  <a:ext uri="{FF2B5EF4-FFF2-40B4-BE49-F238E27FC236}">
                    <a16:creationId xmlns:a16="http://schemas.microsoft.com/office/drawing/2014/main" id="{4A12D99F-E43F-024D-851A-7F6855266AEF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90" name="Group 1289">
              <a:extLst>
                <a:ext uri="{FF2B5EF4-FFF2-40B4-BE49-F238E27FC236}">
                  <a16:creationId xmlns:a16="http://schemas.microsoft.com/office/drawing/2014/main" id="{D4D3B289-39C7-3A47-BD1D-D20F51E82A31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294" name="Rectangle 1293">
                <a:extLst>
                  <a:ext uri="{FF2B5EF4-FFF2-40B4-BE49-F238E27FC236}">
                    <a16:creationId xmlns:a16="http://schemas.microsoft.com/office/drawing/2014/main" id="{62D32E5B-D4C6-994E-A455-0F5F5336853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5" name="Rectangle 1294">
                <a:extLst>
                  <a:ext uri="{FF2B5EF4-FFF2-40B4-BE49-F238E27FC236}">
                    <a16:creationId xmlns:a16="http://schemas.microsoft.com/office/drawing/2014/main" id="{EF8691E1-3729-4148-90CF-659C4F92DBC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91" name="Group 1290">
              <a:extLst>
                <a:ext uri="{FF2B5EF4-FFF2-40B4-BE49-F238E27FC236}">
                  <a16:creationId xmlns:a16="http://schemas.microsoft.com/office/drawing/2014/main" id="{B96719A8-9693-244D-90AF-1F23D390E828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292" name="Rectangle 1291">
                <a:extLst>
                  <a:ext uri="{FF2B5EF4-FFF2-40B4-BE49-F238E27FC236}">
                    <a16:creationId xmlns:a16="http://schemas.microsoft.com/office/drawing/2014/main" id="{56889E43-946D-D747-B30D-E4F1530B6BA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3" name="Rectangle 1292">
                <a:extLst>
                  <a:ext uri="{FF2B5EF4-FFF2-40B4-BE49-F238E27FC236}">
                    <a16:creationId xmlns:a16="http://schemas.microsoft.com/office/drawing/2014/main" id="{E3DA7C62-0AFB-2C43-8517-EB3F74F72E9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0" name="Group 1299">
            <a:extLst>
              <a:ext uri="{FF2B5EF4-FFF2-40B4-BE49-F238E27FC236}">
                <a16:creationId xmlns:a16="http://schemas.microsoft.com/office/drawing/2014/main" id="{9E15711A-9E43-FE46-9295-7475CF83E482}"/>
              </a:ext>
            </a:extLst>
          </p:cNvPr>
          <p:cNvGrpSpPr/>
          <p:nvPr/>
        </p:nvGrpSpPr>
        <p:grpSpPr>
          <a:xfrm>
            <a:off x="6254456" y="4655896"/>
            <a:ext cx="1234471" cy="130707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301" name="Freeform 1300">
              <a:extLst>
                <a:ext uri="{FF2B5EF4-FFF2-40B4-BE49-F238E27FC236}">
                  <a16:creationId xmlns:a16="http://schemas.microsoft.com/office/drawing/2014/main" id="{F3709C90-2865-2B44-B2FE-0FB77F7DBA1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2" name="Freeform 1301">
              <a:extLst>
                <a:ext uri="{FF2B5EF4-FFF2-40B4-BE49-F238E27FC236}">
                  <a16:creationId xmlns:a16="http://schemas.microsoft.com/office/drawing/2014/main" id="{BE8EE279-C627-6A43-8F05-EC943CE9E89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3" name="Freeform 1302">
              <a:extLst>
                <a:ext uri="{FF2B5EF4-FFF2-40B4-BE49-F238E27FC236}">
                  <a16:creationId xmlns:a16="http://schemas.microsoft.com/office/drawing/2014/main" id="{FE9DCA0C-9073-AB48-83A5-CA0B582EB8D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4" name="Freeform 1303">
              <a:extLst>
                <a:ext uri="{FF2B5EF4-FFF2-40B4-BE49-F238E27FC236}">
                  <a16:creationId xmlns:a16="http://schemas.microsoft.com/office/drawing/2014/main" id="{0B5CD9A3-BD84-374E-B696-F2ED31203BF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ED66D06-2FA4-BD47-BEAC-B0C5A9DE039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6" name="Freeform 1305">
              <a:extLst>
                <a:ext uri="{FF2B5EF4-FFF2-40B4-BE49-F238E27FC236}">
                  <a16:creationId xmlns:a16="http://schemas.microsoft.com/office/drawing/2014/main" id="{51DDA056-DB13-EF4A-85C2-D8328EB533A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7" name="Freeform 1306">
              <a:extLst>
                <a:ext uri="{FF2B5EF4-FFF2-40B4-BE49-F238E27FC236}">
                  <a16:creationId xmlns:a16="http://schemas.microsoft.com/office/drawing/2014/main" id="{B1085966-D178-C244-A7E0-ADB82C9DB92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8" name="Freeform 1307">
              <a:extLst>
                <a:ext uri="{FF2B5EF4-FFF2-40B4-BE49-F238E27FC236}">
                  <a16:creationId xmlns:a16="http://schemas.microsoft.com/office/drawing/2014/main" id="{D08E0821-2E6A-ED42-922A-FA40971C423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9" name="Freeform 1308">
              <a:extLst>
                <a:ext uri="{FF2B5EF4-FFF2-40B4-BE49-F238E27FC236}">
                  <a16:creationId xmlns:a16="http://schemas.microsoft.com/office/drawing/2014/main" id="{76B82F89-4243-CD44-9270-73AA45586C8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0" name="Freeform 1309">
              <a:extLst>
                <a:ext uri="{FF2B5EF4-FFF2-40B4-BE49-F238E27FC236}">
                  <a16:creationId xmlns:a16="http://schemas.microsoft.com/office/drawing/2014/main" id="{B0A5512C-E9AC-274D-B77E-C46E9AC1FBE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1" name="Freeform 1310">
              <a:extLst>
                <a:ext uri="{FF2B5EF4-FFF2-40B4-BE49-F238E27FC236}">
                  <a16:creationId xmlns:a16="http://schemas.microsoft.com/office/drawing/2014/main" id="{498E0A29-DC1F-1A42-B759-966C94CD18D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2" name="Freeform 1311">
              <a:extLst>
                <a:ext uri="{FF2B5EF4-FFF2-40B4-BE49-F238E27FC236}">
                  <a16:creationId xmlns:a16="http://schemas.microsoft.com/office/drawing/2014/main" id="{4FEFFA0A-84C0-F44E-85F4-7915051B189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9CB6FB5-6DFF-7648-AA99-F3D6F5DF354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4" name="Freeform 1313">
              <a:extLst>
                <a:ext uri="{FF2B5EF4-FFF2-40B4-BE49-F238E27FC236}">
                  <a16:creationId xmlns:a16="http://schemas.microsoft.com/office/drawing/2014/main" id="{B9F05C39-A104-D141-8DCE-98504E42D14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5" name="Freeform 1314">
              <a:extLst>
                <a:ext uri="{FF2B5EF4-FFF2-40B4-BE49-F238E27FC236}">
                  <a16:creationId xmlns:a16="http://schemas.microsoft.com/office/drawing/2014/main" id="{9BF5EE5F-17B4-8B44-9B4C-D0AB8384175C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6" name="Freeform 1315">
              <a:extLst>
                <a:ext uri="{FF2B5EF4-FFF2-40B4-BE49-F238E27FC236}">
                  <a16:creationId xmlns:a16="http://schemas.microsoft.com/office/drawing/2014/main" id="{B0BA5F92-E9E3-CE44-A8A6-B0D2F7FC9F42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8EC89E6E-0A5B-0244-8F4B-13AD593922A4}"/>
              </a:ext>
            </a:extLst>
          </p:cNvPr>
          <p:cNvGrpSpPr/>
          <p:nvPr/>
        </p:nvGrpSpPr>
        <p:grpSpPr>
          <a:xfrm>
            <a:off x="5793857" y="4486364"/>
            <a:ext cx="1421717" cy="1448073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1318" name="Freeform 1317">
              <a:extLst>
                <a:ext uri="{FF2B5EF4-FFF2-40B4-BE49-F238E27FC236}">
                  <a16:creationId xmlns:a16="http://schemas.microsoft.com/office/drawing/2014/main" id="{64BE3B18-CCBA-9343-AA3B-D96FD40D8AE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9" name="Freeform 1318">
              <a:extLst>
                <a:ext uri="{FF2B5EF4-FFF2-40B4-BE49-F238E27FC236}">
                  <a16:creationId xmlns:a16="http://schemas.microsoft.com/office/drawing/2014/main" id="{3C2DBD80-502E-F246-AD1A-B4F6E2C1C6A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0" name="Freeform 1319">
              <a:extLst>
                <a:ext uri="{FF2B5EF4-FFF2-40B4-BE49-F238E27FC236}">
                  <a16:creationId xmlns:a16="http://schemas.microsoft.com/office/drawing/2014/main" id="{B639EFED-1A1B-A64F-AAED-B30D758C1245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60D2123C-FD10-F94A-ABCE-85922509846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2" name="Freeform 1321">
              <a:extLst>
                <a:ext uri="{FF2B5EF4-FFF2-40B4-BE49-F238E27FC236}">
                  <a16:creationId xmlns:a16="http://schemas.microsoft.com/office/drawing/2014/main" id="{80FDDFCA-0AFE-8241-A9D6-4A5A5311719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3" name="Freeform 1322">
              <a:extLst>
                <a:ext uri="{FF2B5EF4-FFF2-40B4-BE49-F238E27FC236}">
                  <a16:creationId xmlns:a16="http://schemas.microsoft.com/office/drawing/2014/main" id="{0B1D6CA0-CC1F-534D-B6F8-07586F5ACFF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4" name="Freeform 1323">
              <a:extLst>
                <a:ext uri="{FF2B5EF4-FFF2-40B4-BE49-F238E27FC236}">
                  <a16:creationId xmlns:a16="http://schemas.microsoft.com/office/drawing/2014/main" id="{A8DCD150-B217-5545-B931-387A4B54F9E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5" name="Freeform 1324">
              <a:extLst>
                <a:ext uri="{FF2B5EF4-FFF2-40B4-BE49-F238E27FC236}">
                  <a16:creationId xmlns:a16="http://schemas.microsoft.com/office/drawing/2014/main" id="{FDCDA21A-C553-9643-9D7F-12A9AEAEC1C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6" name="Freeform 1325">
              <a:extLst>
                <a:ext uri="{FF2B5EF4-FFF2-40B4-BE49-F238E27FC236}">
                  <a16:creationId xmlns:a16="http://schemas.microsoft.com/office/drawing/2014/main" id="{5DEE393E-4E82-AE48-9BBB-F27EF30CDE7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7" name="Freeform 1326">
              <a:extLst>
                <a:ext uri="{FF2B5EF4-FFF2-40B4-BE49-F238E27FC236}">
                  <a16:creationId xmlns:a16="http://schemas.microsoft.com/office/drawing/2014/main" id="{E4B0D8ED-02E6-AD42-80A1-05E25E6E36F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8" name="Freeform 1327">
              <a:extLst>
                <a:ext uri="{FF2B5EF4-FFF2-40B4-BE49-F238E27FC236}">
                  <a16:creationId xmlns:a16="http://schemas.microsoft.com/office/drawing/2014/main" id="{09EAEC96-C21D-EF46-9F41-7510C5DDF79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FD55D014-5F15-144E-B2B2-48380D5D982F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0" name="Freeform 1329">
              <a:extLst>
                <a:ext uri="{FF2B5EF4-FFF2-40B4-BE49-F238E27FC236}">
                  <a16:creationId xmlns:a16="http://schemas.microsoft.com/office/drawing/2014/main" id="{4CFC3409-6C3C-C74F-BC7D-E782EF2F032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1" name="Freeform 1330">
              <a:extLst>
                <a:ext uri="{FF2B5EF4-FFF2-40B4-BE49-F238E27FC236}">
                  <a16:creationId xmlns:a16="http://schemas.microsoft.com/office/drawing/2014/main" id="{202A9681-ADCD-9945-A8EF-5A60B0A83B36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2" name="Freeform 1331">
              <a:extLst>
                <a:ext uri="{FF2B5EF4-FFF2-40B4-BE49-F238E27FC236}">
                  <a16:creationId xmlns:a16="http://schemas.microsoft.com/office/drawing/2014/main" id="{8711BFB6-1800-1147-B172-BDE58C0A8BE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3" name="Freeform 1332">
              <a:extLst>
                <a:ext uri="{FF2B5EF4-FFF2-40B4-BE49-F238E27FC236}">
                  <a16:creationId xmlns:a16="http://schemas.microsoft.com/office/drawing/2014/main" id="{DFCE7343-5BAB-3749-B8D5-BF64B4D2B15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34" name="Group 1333">
            <a:extLst>
              <a:ext uri="{FF2B5EF4-FFF2-40B4-BE49-F238E27FC236}">
                <a16:creationId xmlns:a16="http://schemas.microsoft.com/office/drawing/2014/main" id="{FF8E09E4-0FD5-5A47-B0FA-169C1A438472}"/>
              </a:ext>
            </a:extLst>
          </p:cNvPr>
          <p:cNvGrpSpPr/>
          <p:nvPr/>
        </p:nvGrpSpPr>
        <p:grpSpPr>
          <a:xfrm>
            <a:off x="6783543" y="4826993"/>
            <a:ext cx="1215921" cy="1131159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335" name="Freeform 1334">
              <a:extLst>
                <a:ext uri="{FF2B5EF4-FFF2-40B4-BE49-F238E27FC236}">
                  <a16:creationId xmlns:a16="http://schemas.microsoft.com/office/drawing/2014/main" id="{5EA4D5E2-AC4F-4242-9B82-FB55A724343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6" name="Freeform 1335">
              <a:extLst>
                <a:ext uri="{FF2B5EF4-FFF2-40B4-BE49-F238E27FC236}">
                  <a16:creationId xmlns:a16="http://schemas.microsoft.com/office/drawing/2014/main" id="{A7D5733D-0DB1-5F46-82E9-95F0DC35712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F3B163BC-35A9-5D4F-9F43-E3D7EB3D361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8" name="Freeform 1337">
              <a:extLst>
                <a:ext uri="{FF2B5EF4-FFF2-40B4-BE49-F238E27FC236}">
                  <a16:creationId xmlns:a16="http://schemas.microsoft.com/office/drawing/2014/main" id="{491254B2-405B-F842-B1B7-145E154CCE4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9" name="Freeform 1338">
              <a:extLst>
                <a:ext uri="{FF2B5EF4-FFF2-40B4-BE49-F238E27FC236}">
                  <a16:creationId xmlns:a16="http://schemas.microsoft.com/office/drawing/2014/main" id="{E198EFAB-AFF9-BC48-967C-BFD0455CCBB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0" name="Freeform 1339">
              <a:extLst>
                <a:ext uri="{FF2B5EF4-FFF2-40B4-BE49-F238E27FC236}">
                  <a16:creationId xmlns:a16="http://schemas.microsoft.com/office/drawing/2014/main" id="{BAED238F-A119-AF4B-B665-6EE4AC51586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1" name="Freeform 1340">
              <a:extLst>
                <a:ext uri="{FF2B5EF4-FFF2-40B4-BE49-F238E27FC236}">
                  <a16:creationId xmlns:a16="http://schemas.microsoft.com/office/drawing/2014/main" id="{30ABFAEF-C358-D244-AC10-7CB83363D4A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2" name="Freeform 1341">
              <a:extLst>
                <a:ext uri="{FF2B5EF4-FFF2-40B4-BE49-F238E27FC236}">
                  <a16:creationId xmlns:a16="http://schemas.microsoft.com/office/drawing/2014/main" id="{AB32F6C1-0582-194B-8DBF-6AF0939DFF4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3" name="Freeform 1342">
              <a:extLst>
                <a:ext uri="{FF2B5EF4-FFF2-40B4-BE49-F238E27FC236}">
                  <a16:creationId xmlns:a16="http://schemas.microsoft.com/office/drawing/2014/main" id="{B1AB6C41-1C74-6740-89A3-31AC86657DC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4" name="Freeform 1343">
              <a:extLst>
                <a:ext uri="{FF2B5EF4-FFF2-40B4-BE49-F238E27FC236}">
                  <a16:creationId xmlns:a16="http://schemas.microsoft.com/office/drawing/2014/main" id="{88C08D0F-AF42-2C41-A7EE-7ADBB9103CE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2D4ABBAF-8EB0-6047-AAF0-FD120C84393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6" name="Freeform 1345">
              <a:extLst>
                <a:ext uri="{FF2B5EF4-FFF2-40B4-BE49-F238E27FC236}">
                  <a16:creationId xmlns:a16="http://schemas.microsoft.com/office/drawing/2014/main" id="{267906B3-7B8B-EA4D-8A14-DC388CADBF4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7" name="Freeform 1346">
              <a:extLst>
                <a:ext uri="{FF2B5EF4-FFF2-40B4-BE49-F238E27FC236}">
                  <a16:creationId xmlns:a16="http://schemas.microsoft.com/office/drawing/2014/main" id="{9D204231-2CBB-6249-AB35-9C8EDB75D66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8" name="Freeform 1347">
              <a:extLst>
                <a:ext uri="{FF2B5EF4-FFF2-40B4-BE49-F238E27FC236}">
                  <a16:creationId xmlns:a16="http://schemas.microsoft.com/office/drawing/2014/main" id="{EF00E9DB-5CAF-624D-8E63-98CCBEE5041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9" name="Freeform 1348">
              <a:extLst>
                <a:ext uri="{FF2B5EF4-FFF2-40B4-BE49-F238E27FC236}">
                  <a16:creationId xmlns:a16="http://schemas.microsoft.com/office/drawing/2014/main" id="{9AB800B8-8BD4-5047-8F74-B3D9FB85324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0" name="Freeform 1349">
              <a:extLst>
                <a:ext uri="{FF2B5EF4-FFF2-40B4-BE49-F238E27FC236}">
                  <a16:creationId xmlns:a16="http://schemas.microsoft.com/office/drawing/2014/main" id="{574486D2-B297-C44F-BC12-FA96122ECFB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4231507A-8A43-0C43-9C1D-27F8434956AE}"/>
              </a:ext>
            </a:extLst>
          </p:cNvPr>
          <p:cNvGrpSpPr/>
          <p:nvPr/>
        </p:nvGrpSpPr>
        <p:grpSpPr>
          <a:xfrm>
            <a:off x="5233965" y="4087763"/>
            <a:ext cx="1330464" cy="1874423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352" name="Freeform 1351">
              <a:extLst>
                <a:ext uri="{FF2B5EF4-FFF2-40B4-BE49-F238E27FC236}">
                  <a16:creationId xmlns:a16="http://schemas.microsoft.com/office/drawing/2014/main" id="{4A428935-A2F3-D546-927D-837F7F579F55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7C9448D5-4F8A-1A40-B6FD-FFF75FA93447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4" name="Freeform 1353">
              <a:extLst>
                <a:ext uri="{FF2B5EF4-FFF2-40B4-BE49-F238E27FC236}">
                  <a16:creationId xmlns:a16="http://schemas.microsoft.com/office/drawing/2014/main" id="{9AC0780E-BF24-1946-8D2B-DC6685A4413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5" name="Freeform 1354">
              <a:extLst>
                <a:ext uri="{FF2B5EF4-FFF2-40B4-BE49-F238E27FC236}">
                  <a16:creationId xmlns:a16="http://schemas.microsoft.com/office/drawing/2014/main" id="{EED69AC9-1A89-5740-A6EC-A7CE69EB9C4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6" name="Freeform 1355">
              <a:extLst>
                <a:ext uri="{FF2B5EF4-FFF2-40B4-BE49-F238E27FC236}">
                  <a16:creationId xmlns:a16="http://schemas.microsoft.com/office/drawing/2014/main" id="{310464C9-03A6-FB46-9122-4BA45D79B6CF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7" name="Freeform 1356">
              <a:extLst>
                <a:ext uri="{FF2B5EF4-FFF2-40B4-BE49-F238E27FC236}">
                  <a16:creationId xmlns:a16="http://schemas.microsoft.com/office/drawing/2014/main" id="{F3459D24-1EF7-9145-8926-3F9F80E1E07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8" name="Freeform 1357">
              <a:extLst>
                <a:ext uri="{FF2B5EF4-FFF2-40B4-BE49-F238E27FC236}">
                  <a16:creationId xmlns:a16="http://schemas.microsoft.com/office/drawing/2014/main" id="{A7ED46B0-2969-3842-897D-DAEC02153DA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9" name="Freeform 1358">
              <a:extLst>
                <a:ext uri="{FF2B5EF4-FFF2-40B4-BE49-F238E27FC236}">
                  <a16:creationId xmlns:a16="http://schemas.microsoft.com/office/drawing/2014/main" id="{C14D2627-EE46-6F41-8AC7-45F03B71637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0" name="Freeform 1359">
              <a:extLst>
                <a:ext uri="{FF2B5EF4-FFF2-40B4-BE49-F238E27FC236}">
                  <a16:creationId xmlns:a16="http://schemas.microsoft.com/office/drawing/2014/main" id="{B66C8F7F-4153-B642-8890-07DF3C026AA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F46AB523-5FBC-4847-A67B-29FA76E2829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2" name="Freeform 1361">
              <a:extLst>
                <a:ext uri="{FF2B5EF4-FFF2-40B4-BE49-F238E27FC236}">
                  <a16:creationId xmlns:a16="http://schemas.microsoft.com/office/drawing/2014/main" id="{7C7B9BB8-D68C-A741-968D-304A8FBC613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3" name="Freeform 1362">
              <a:extLst>
                <a:ext uri="{FF2B5EF4-FFF2-40B4-BE49-F238E27FC236}">
                  <a16:creationId xmlns:a16="http://schemas.microsoft.com/office/drawing/2014/main" id="{CB8171E9-2584-E04A-8D3D-574AAE06BEF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4" name="Freeform 1363">
              <a:extLst>
                <a:ext uri="{FF2B5EF4-FFF2-40B4-BE49-F238E27FC236}">
                  <a16:creationId xmlns:a16="http://schemas.microsoft.com/office/drawing/2014/main" id="{B0AA206C-662F-1F48-8949-44BE3CCEEC6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5" name="Freeform 1364">
              <a:extLst>
                <a:ext uri="{FF2B5EF4-FFF2-40B4-BE49-F238E27FC236}">
                  <a16:creationId xmlns:a16="http://schemas.microsoft.com/office/drawing/2014/main" id="{146CB518-E899-0541-A04F-6EB8F480627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6" name="Freeform 1365">
              <a:extLst>
                <a:ext uri="{FF2B5EF4-FFF2-40B4-BE49-F238E27FC236}">
                  <a16:creationId xmlns:a16="http://schemas.microsoft.com/office/drawing/2014/main" id="{6D8D21BA-D5A8-F54F-AF59-F15310F5D97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7" name="Freeform 1366">
              <a:extLst>
                <a:ext uri="{FF2B5EF4-FFF2-40B4-BE49-F238E27FC236}">
                  <a16:creationId xmlns:a16="http://schemas.microsoft.com/office/drawing/2014/main" id="{A4AA4AA6-CF53-684F-A259-4C34FBEC361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68" name="Group 1367">
            <a:extLst>
              <a:ext uri="{FF2B5EF4-FFF2-40B4-BE49-F238E27FC236}">
                <a16:creationId xmlns:a16="http://schemas.microsoft.com/office/drawing/2014/main" id="{7774DE12-3E7E-B34A-91AB-38D7AD1E6CC4}"/>
              </a:ext>
            </a:extLst>
          </p:cNvPr>
          <p:cNvGrpSpPr/>
          <p:nvPr/>
        </p:nvGrpSpPr>
        <p:grpSpPr>
          <a:xfrm>
            <a:off x="3931399" y="3805691"/>
            <a:ext cx="1928362" cy="2136348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747B5EDD-0254-B343-A9EB-96B75A0764A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0" name="Freeform 1369">
              <a:extLst>
                <a:ext uri="{FF2B5EF4-FFF2-40B4-BE49-F238E27FC236}">
                  <a16:creationId xmlns:a16="http://schemas.microsoft.com/office/drawing/2014/main" id="{CB4411DF-FF07-8B42-8631-316F98EC7A4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1" name="Freeform 1370">
              <a:extLst>
                <a:ext uri="{FF2B5EF4-FFF2-40B4-BE49-F238E27FC236}">
                  <a16:creationId xmlns:a16="http://schemas.microsoft.com/office/drawing/2014/main" id="{6507CBC1-4C6C-9D4A-ACAD-F7FFE196D4C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2" name="Freeform 1371">
              <a:extLst>
                <a:ext uri="{FF2B5EF4-FFF2-40B4-BE49-F238E27FC236}">
                  <a16:creationId xmlns:a16="http://schemas.microsoft.com/office/drawing/2014/main" id="{527C2A1B-1BA9-4B49-BEDA-136D456D785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3" name="Freeform 1372">
              <a:extLst>
                <a:ext uri="{FF2B5EF4-FFF2-40B4-BE49-F238E27FC236}">
                  <a16:creationId xmlns:a16="http://schemas.microsoft.com/office/drawing/2014/main" id="{6BD65118-11BE-7C45-989B-E68367CCBE7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4" name="Freeform 1373">
              <a:extLst>
                <a:ext uri="{FF2B5EF4-FFF2-40B4-BE49-F238E27FC236}">
                  <a16:creationId xmlns:a16="http://schemas.microsoft.com/office/drawing/2014/main" id="{ECECFCAD-6CC7-1E4F-9974-D4E31514FFA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5" name="Freeform 1374">
              <a:extLst>
                <a:ext uri="{FF2B5EF4-FFF2-40B4-BE49-F238E27FC236}">
                  <a16:creationId xmlns:a16="http://schemas.microsoft.com/office/drawing/2014/main" id="{FACE3112-6F3B-574D-8A53-5AAE8C75571D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6" name="Freeform 1375">
              <a:extLst>
                <a:ext uri="{FF2B5EF4-FFF2-40B4-BE49-F238E27FC236}">
                  <a16:creationId xmlns:a16="http://schemas.microsoft.com/office/drawing/2014/main" id="{487867D9-BD80-F649-A26E-DAAB64D65ADF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0A1611A1-871F-584A-8345-9704A37E139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8" name="Freeform 1377">
              <a:extLst>
                <a:ext uri="{FF2B5EF4-FFF2-40B4-BE49-F238E27FC236}">
                  <a16:creationId xmlns:a16="http://schemas.microsoft.com/office/drawing/2014/main" id="{96DC8169-7CCF-724E-A22E-5CC005C72B25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9" name="Freeform 1378">
              <a:extLst>
                <a:ext uri="{FF2B5EF4-FFF2-40B4-BE49-F238E27FC236}">
                  <a16:creationId xmlns:a16="http://schemas.microsoft.com/office/drawing/2014/main" id="{704321F7-1524-134B-8AA9-0CFC4441E98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0" name="Freeform 1379">
              <a:extLst>
                <a:ext uri="{FF2B5EF4-FFF2-40B4-BE49-F238E27FC236}">
                  <a16:creationId xmlns:a16="http://schemas.microsoft.com/office/drawing/2014/main" id="{CC633733-A97C-CD40-B073-FF1E6B19708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1" name="Freeform 1380">
              <a:extLst>
                <a:ext uri="{FF2B5EF4-FFF2-40B4-BE49-F238E27FC236}">
                  <a16:creationId xmlns:a16="http://schemas.microsoft.com/office/drawing/2014/main" id="{2B600751-EB26-C743-A83C-9E4AF8E8F495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2" name="Freeform 1381">
              <a:extLst>
                <a:ext uri="{FF2B5EF4-FFF2-40B4-BE49-F238E27FC236}">
                  <a16:creationId xmlns:a16="http://schemas.microsoft.com/office/drawing/2014/main" id="{E654BB12-A605-2E4D-B22F-53F0E0C5539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3" name="Freeform 1382">
              <a:extLst>
                <a:ext uri="{FF2B5EF4-FFF2-40B4-BE49-F238E27FC236}">
                  <a16:creationId xmlns:a16="http://schemas.microsoft.com/office/drawing/2014/main" id="{E72FA016-556A-1D45-8E81-3B8D8B5DF41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4" name="Freeform 1383">
              <a:extLst>
                <a:ext uri="{FF2B5EF4-FFF2-40B4-BE49-F238E27FC236}">
                  <a16:creationId xmlns:a16="http://schemas.microsoft.com/office/drawing/2014/main" id="{813D7699-25D6-7E4A-AFB2-399B88694B6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85" name="Group 1384">
            <a:extLst>
              <a:ext uri="{FF2B5EF4-FFF2-40B4-BE49-F238E27FC236}">
                <a16:creationId xmlns:a16="http://schemas.microsoft.com/office/drawing/2014/main" id="{0D535DA4-613E-FF49-831D-81B6EF039E60}"/>
              </a:ext>
            </a:extLst>
          </p:cNvPr>
          <p:cNvGrpSpPr/>
          <p:nvPr/>
        </p:nvGrpSpPr>
        <p:grpSpPr>
          <a:xfrm>
            <a:off x="3161289" y="3825305"/>
            <a:ext cx="2022045" cy="208290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386" name="Freeform 1385">
              <a:extLst>
                <a:ext uri="{FF2B5EF4-FFF2-40B4-BE49-F238E27FC236}">
                  <a16:creationId xmlns:a16="http://schemas.microsoft.com/office/drawing/2014/main" id="{5E270E05-C83E-5044-843D-09BB5560F3E3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7" name="Freeform 1386">
              <a:extLst>
                <a:ext uri="{FF2B5EF4-FFF2-40B4-BE49-F238E27FC236}">
                  <a16:creationId xmlns:a16="http://schemas.microsoft.com/office/drawing/2014/main" id="{CF65F549-769E-F040-8177-CE0BE70232E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8" name="Freeform 1387">
              <a:extLst>
                <a:ext uri="{FF2B5EF4-FFF2-40B4-BE49-F238E27FC236}">
                  <a16:creationId xmlns:a16="http://schemas.microsoft.com/office/drawing/2014/main" id="{58EFDBB6-BE99-F240-B295-B0C7EA968E4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9" name="Freeform 1388">
              <a:extLst>
                <a:ext uri="{FF2B5EF4-FFF2-40B4-BE49-F238E27FC236}">
                  <a16:creationId xmlns:a16="http://schemas.microsoft.com/office/drawing/2014/main" id="{F5EDF403-D659-6745-B475-DDE697BAC12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0" name="Freeform 1389">
              <a:extLst>
                <a:ext uri="{FF2B5EF4-FFF2-40B4-BE49-F238E27FC236}">
                  <a16:creationId xmlns:a16="http://schemas.microsoft.com/office/drawing/2014/main" id="{4A32203D-6F97-334E-AB48-4ABEBC180A71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1" name="Freeform 1390">
              <a:extLst>
                <a:ext uri="{FF2B5EF4-FFF2-40B4-BE49-F238E27FC236}">
                  <a16:creationId xmlns:a16="http://schemas.microsoft.com/office/drawing/2014/main" id="{C3BF7775-E94D-234F-BEE8-750890FB5A2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2" name="Freeform 1391">
              <a:extLst>
                <a:ext uri="{FF2B5EF4-FFF2-40B4-BE49-F238E27FC236}">
                  <a16:creationId xmlns:a16="http://schemas.microsoft.com/office/drawing/2014/main" id="{C839B2B4-3356-554B-B063-3E9894DEBFB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328BC2DF-0539-6947-8AF1-9470E5D269B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4" name="Freeform 1393">
              <a:extLst>
                <a:ext uri="{FF2B5EF4-FFF2-40B4-BE49-F238E27FC236}">
                  <a16:creationId xmlns:a16="http://schemas.microsoft.com/office/drawing/2014/main" id="{A4A29752-1422-7E4F-8DA4-87E5C8D6124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5" name="Freeform 1394">
              <a:extLst>
                <a:ext uri="{FF2B5EF4-FFF2-40B4-BE49-F238E27FC236}">
                  <a16:creationId xmlns:a16="http://schemas.microsoft.com/office/drawing/2014/main" id="{66FC40F5-4015-B04F-8C33-9803924FFA2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6" name="Freeform 1395">
              <a:extLst>
                <a:ext uri="{FF2B5EF4-FFF2-40B4-BE49-F238E27FC236}">
                  <a16:creationId xmlns:a16="http://schemas.microsoft.com/office/drawing/2014/main" id="{3A649A6B-85EF-9747-8264-872C3872C05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7" name="Freeform 1396">
              <a:extLst>
                <a:ext uri="{FF2B5EF4-FFF2-40B4-BE49-F238E27FC236}">
                  <a16:creationId xmlns:a16="http://schemas.microsoft.com/office/drawing/2014/main" id="{F57E62A5-ADA4-ED48-B69E-05F86A0B4E5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8" name="Freeform 1397">
              <a:extLst>
                <a:ext uri="{FF2B5EF4-FFF2-40B4-BE49-F238E27FC236}">
                  <a16:creationId xmlns:a16="http://schemas.microsoft.com/office/drawing/2014/main" id="{3A65908C-63EB-CE45-A8C6-18F3DF0CD56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9" name="Freeform 1398">
              <a:extLst>
                <a:ext uri="{FF2B5EF4-FFF2-40B4-BE49-F238E27FC236}">
                  <a16:creationId xmlns:a16="http://schemas.microsoft.com/office/drawing/2014/main" id="{92FE4805-6B88-BA44-9A2D-3ABE7B9D33D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0" name="Freeform 1399">
              <a:extLst>
                <a:ext uri="{FF2B5EF4-FFF2-40B4-BE49-F238E27FC236}">
                  <a16:creationId xmlns:a16="http://schemas.microsoft.com/office/drawing/2014/main" id="{4BD0A59B-F7B7-E14F-AD47-594B72D4F54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E07CE0BB-1B04-B241-95B1-70F6A51C3DAC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02" name="Group 1401">
            <a:extLst>
              <a:ext uri="{FF2B5EF4-FFF2-40B4-BE49-F238E27FC236}">
                <a16:creationId xmlns:a16="http://schemas.microsoft.com/office/drawing/2014/main" id="{8B210BCF-4E2C-C448-8B7F-214C28C4FE83}"/>
              </a:ext>
            </a:extLst>
          </p:cNvPr>
          <p:cNvGrpSpPr/>
          <p:nvPr/>
        </p:nvGrpSpPr>
        <p:grpSpPr>
          <a:xfrm>
            <a:off x="5519544" y="4299924"/>
            <a:ext cx="1480750" cy="166394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403" name="Freeform 1402">
              <a:extLst>
                <a:ext uri="{FF2B5EF4-FFF2-40B4-BE49-F238E27FC236}">
                  <a16:creationId xmlns:a16="http://schemas.microsoft.com/office/drawing/2014/main" id="{FCFF09FD-C8E5-5346-B022-B290B2DB289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4" name="Freeform 1403">
              <a:extLst>
                <a:ext uri="{FF2B5EF4-FFF2-40B4-BE49-F238E27FC236}">
                  <a16:creationId xmlns:a16="http://schemas.microsoft.com/office/drawing/2014/main" id="{410D76F5-3D8B-914C-9F3B-5B6CFC7211F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5" name="Freeform 1404">
              <a:extLst>
                <a:ext uri="{FF2B5EF4-FFF2-40B4-BE49-F238E27FC236}">
                  <a16:creationId xmlns:a16="http://schemas.microsoft.com/office/drawing/2014/main" id="{5025B3D8-03D1-8B49-957E-4D002CE99352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6" name="Freeform 1405">
              <a:extLst>
                <a:ext uri="{FF2B5EF4-FFF2-40B4-BE49-F238E27FC236}">
                  <a16:creationId xmlns:a16="http://schemas.microsoft.com/office/drawing/2014/main" id="{4AD10807-0A43-8740-B88D-CB6B5A9AEE77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7" name="Freeform 1406">
              <a:extLst>
                <a:ext uri="{FF2B5EF4-FFF2-40B4-BE49-F238E27FC236}">
                  <a16:creationId xmlns:a16="http://schemas.microsoft.com/office/drawing/2014/main" id="{72092DE6-432F-644C-B1DB-F8522D2A45B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8" name="Freeform 1407">
              <a:extLst>
                <a:ext uri="{FF2B5EF4-FFF2-40B4-BE49-F238E27FC236}">
                  <a16:creationId xmlns:a16="http://schemas.microsoft.com/office/drawing/2014/main" id="{A2D295BB-E02C-974F-A04A-2C4DCEE90F9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F68958C7-6417-4D4E-9AB1-D20004C3C8C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0" name="Freeform 1409">
              <a:extLst>
                <a:ext uri="{FF2B5EF4-FFF2-40B4-BE49-F238E27FC236}">
                  <a16:creationId xmlns:a16="http://schemas.microsoft.com/office/drawing/2014/main" id="{413AE23D-E31E-3C4D-A455-5630D6992D54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1" name="Freeform 1410">
              <a:extLst>
                <a:ext uri="{FF2B5EF4-FFF2-40B4-BE49-F238E27FC236}">
                  <a16:creationId xmlns:a16="http://schemas.microsoft.com/office/drawing/2014/main" id="{A7A5A0D7-ED64-6A46-885E-9F49274D594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2" name="Freeform 1411">
              <a:extLst>
                <a:ext uri="{FF2B5EF4-FFF2-40B4-BE49-F238E27FC236}">
                  <a16:creationId xmlns:a16="http://schemas.microsoft.com/office/drawing/2014/main" id="{C6F96B86-5846-1848-BFC9-4EFC136E68F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3" name="Freeform 1412">
              <a:extLst>
                <a:ext uri="{FF2B5EF4-FFF2-40B4-BE49-F238E27FC236}">
                  <a16:creationId xmlns:a16="http://schemas.microsoft.com/office/drawing/2014/main" id="{9EBC0176-2D2D-1247-8BA0-CFC0AB01A57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4" name="Freeform 1413">
              <a:extLst>
                <a:ext uri="{FF2B5EF4-FFF2-40B4-BE49-F238E27FC236}">
                  <a16:creationId xmlns:a16="http://schemas.microsoft.com/office/drawing/2014/main" id="{39D0CF98-0128-0F4A-8500-A8BBE8E2999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5" name="Freeform 1414">
              <a:extLst>
                <a:ext uri="{FF2B5EF4-FFF2-40B4-BE49-F238E27FC236}">
                  <a16:creationId xmlns:a16="http://schemas.microsoft.com/office/drawing/2014/main" id="{05384619-5AF5-1D42-87DC-29CFF5C70400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6" name="Freeform 1415">
              <a:extLst>
                <a:ext uri="{FF2B5EF4-FFF2-40B4-BE49-F238E27FC236}">
                  <a16:creationId xmlns:a16="http://schemas.microsoft.com/office/drawing/2014/main" id="{64ED1897-6205-1341-AC94-82F7F7AD735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7" name="Freeform 1416">
              <a:extLst>
                <a:ext uri="{FF2B5EF4-FFF2-40B4-BE49-F238E27FC236}">
                  <a16:creationId xmlns:a16="http://schemas.microsoft.com/office/drawing/2014/main" id="{BEEE8129-5844-8048-B3FE-CCD1C3B00E79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8" name="Freeform 1417">
              <a:extLst>
                <a:ext uri="{FF2B5EF4-FFF2-40B4-BE49-F238E27FC236}">
                  <a16:creationId xmlns:a16="http://schemas.microsoft.com/office/drawing/2014/main" id="{71F7E203-507F-3443-A370-90E6814CCE2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19" name="Group 1418">
            <a:extLst>
              <a:ext uri="{FF2B5EF4-FFF2-40B4-BE49-F238E27FC236}">
                <a16:creationId xmlns:a16="http://schemas.microsoft.com/office/drawing/2014/main" id="{791BBF6A-DEA6-6A49-BC4A-C983166DDFE9}"/>
              </a:ext>
            </a:extLst>
          </p:cNvPr>
          <p:cNvGrpSpPr/>
          <p:nvPr/>
        </p:nvGrpSpPr>
        <p:grpSpPr>
          <a:xfrm>
            <a:off x="7507737" y="5027278"/>
            <a:ext cx="836947" cy="67117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420" name="Freeform 1419">
              <a:extLst>
                <a:ext uri="{FF2B5EF4-FFF2-40B4-BE49-F238E27FC236}">
                  <a16:creationId xmlns:a16="http://schemas.microsoft.com/office/drawing/2014/main" id="{1231CF70-EE61-2048-AD6B-DEB0D8236B1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1" name="Freeform 1420">
              <a:extLst>
                <a:ext uri="{FF2B5EF4-FFF2-40B4-BE49-F238E27FC236}">
                  <a16:creationId xmlns:a16="http://schemas.microsoft.com/office/drawing/2014/main" id="{5AFECDC7-AD07-624E-974A-D7A569CB75B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2" name="Freeform 1421">
              <a:extLst>
                <a:ext uri="{FF2B5EF4-FFF2-40B4-BE49-F238E27FC236}">
                  <a16:creationId xmlns:a16="http://schemas.microsoft.com/office/drawing/2014/main" id="{5FAFB148-3693-624E-99FF-18B8D0F2C43E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3" name="Freeform 1422">
              <a:extLst>
                <a:ext uri="{FF2B5EF4-FFF2-40B4-BE49-F238E27FC236}">
                  <a16:creationId xmlns:a16="http://schemas.microsoft.com/office/drawing/2014/main" id="{F150B90B-FEFE-0144-B201-57F01F1DCC35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4" name="Freeform 1423">
              <a:extLst>
                <a:ext uri="{FF2B5EF4-FFF2-40B4-BE49-F238E27FC236}">
                  <a16:creationId xmlns:a16="http://schemas.microsoft.com/office/drawing/2014/main" id="{0EDF8C48-7C8F-2347-9C57-607378B31BD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5" name="Freeform 1424">
              <a:extLst>
                <a:ext uri="{FF2B5EF4-FFF2-40B4-BE49-F238E27FC236}">
                  <a16:creationId xmlns:a16="http://schemas.microsoft.com/office/drawing/2014/main" id="{28977E09-910E-7A49-B633-588DEDEB06A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6" name="Freeform 1425">
              <a:extLst>
                <a:ext uri="{FF2B5EF4-FFF2-40B4-BE49-F238E27FC236}">
                  <a16:creationId xmlns:a16="http://schemas.microsoft.com/office/drawing/2014/main" id="{7930F21C-5701-9F4A-AC1A-651F7E9AF85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7" name="Freeform 1426">
              <a:extLst>
                <a:ext uri="{FF2B5EF4-FFF2-40B4-BE49-F238E27FC236}">
                  <a16:creationId xmlns:a16="http://schemas.microsoft.com/office/drawing/2014/main" id="{D56463F9-EEDC-6B46-AA3C-4B2D7A07CD3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8" name="Freeform 1427">
              <a:extLst>
                <a:ext uri="{FF2B5EF4-FFF2-40B4-BE49-F238E27FC236}">
                  <a16:creationId xmlns:a16="http://schemas.microsoft.com/office/drawing/2014/main" id="{C9BF03E6-7C73-F549-8329-0D9587B732C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9" name="Freeform 1428">
              <a:extLst>
                <a:ext uri="{FF2B5EF4-FFF2-40B4-BE49-F238E27FC236}">
                  <a16:creationId xmlns:a16="http://schemas.microsoft.com/office/drawing/2014/main" id="{59B2D6DB-4B56-6244-B543-45C391DCBA8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0" name="Freeform 1429">
              <a:extLst>
                <a:ext uri="{FF2B5EF4-FFF2-40B4-BE49-F238E27FC236}">
                  <a16:creationId xmlns:a16="http://schemas.microsoft.com/office/drawing/2014/main" id="{78896F00-B19C-EC4B-BF41-84ABFC0E0D0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1" name="Freeform 1430">
              <a:extLst>
                <a:ext uri="{FF2B5EF4-FFF2-40B4-BE49-F238E27FC236}">
                  <a16:creationId xmlns:a16="http://schemas.microsoft.com/office/drawing/2014/main" id="{75CF5777-0C82-7342-AEE4-C3CB0C08399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2" name="Freeform 1431">
              <a:extLst>
                <a:ext uri="{FF2B5EF4-FFF2-40B4-BE49-F238E27FC236}">
                  <a16:creationId xmlns:a16="http://schemas.microsoft.com/office/drawing/2014/main" id="{25B9C8A4-FB9A-E543-9707-90A2045D99A3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3" name="Freeform 1432">
              <a:extLst>
                <a:ext uri="{FF2B5EF4-FFF2-40B4-BE49-F238E27FC236}">
                  <a16:creationId xmlns:a16="http://schemas.microsoft.com/office/drawing/2014/main" id="{222C775C-B127-A444-BE87-BBD0D50B336E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4" name="Freeform 1433">
              <a:extLst>
                <a:ext uri="{FF2B5EF4-FFF2-40B4-BE49-F238E27FC236}">
                  <a16:creationId xmlns:a16="http://schemas.microsoft.com/office/drawing/2014/main" id="{42B5DFF8-9719-B244-98C1-07DBE6606437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5" name="Freeform 1434">
              <a:extLst>
                <a:ext uri="{FF2B5EF4-FFF2-40B4-BE49-F238E27FC236}">
                  <a16:creationId xmlns:a16="http://schemas.microsoft.com/office/drawing/2014/main" id="{6899FEFB-C0F6-A640-9D35-58D99D365CB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A8D0F089-7ECF-7541-93D7-B2C691B16EB9}"/>
              </a:ext>
            </a:extLst>
          </p:cNvPr>
          <p:cNvGrpSpPr/>
          <p:nvPr/>
        </p:nvGrpSpPr>
        <p:grpSpPr>
          <a:xfrm>
            <a:off x="6602931" y="4951291"/>
            <a:ext cx="1187259" cy="1001551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437" name="Freeform 1436">
              <a:extLst>
                <a:ext uri="{FF2B5EF4-FFF2-40B4-BE49-F238E27FC236}">
                  <a16:creationId xmlns:a16="http://schemas.microsoft.com/office/drawing/2014/main" id="{D604DF8A-DA9D-DD43-8E63-86AF6391170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8" name="Freeform 1437">
              <a:extLst>
                <a:ext uri="{FF2B5EF4-FFF2-40B4-BE49-F238E27FC236}">
                  <a16:creationId xmlns:a16="http://schemas.microsoft.com/office/drawing/2014/main" id="{82C969CA-40A7-0949-A696-899017EC57F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9" name="Freeform 1438">
              <a:extLst>
                <a:ext uri="{FF2B5EF4-FFF2-40B4-BE49-F238E27FC236}">
                  <a16:creationId xmlns:a16="http://schemas.microsoft.com/office/drawing/2014/main" id="{DFD26C51-B705-7B43-AA50-6359C5C7915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0" name="Freeform 1439">
              <a:extLst>
                <a:ext uri="{FF2B5EF4-FFF2-40B4-BE49-F238E27FC236}">
                  <a16:creationId xmlns:a16="http://schemas.microsoft.com/office/drawing/2014/main" id="{28990F13-4407-CD4B-B0E9-5CE96177039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1" name="Freeform 1440">
              <a:extLst>
                <a:ext uri="{FF2B5EF4-FFF2-40B4-BE49-F238E27FC236}">
                  <a16:creationId xmlns:a16="http://schemas.microsoft.com/office/drawing/2014/main" id="{3E065CDE-6FC6-1040-A0BA-2400927CFC6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2" name="Freeform 1441">
              <a:extLst>
                <a:ext uri="{FF2B5EF4-FFF2-40B4-BE49-F238E27FC236}">
                  <a16:creationId xmlns:a16="http://schemas.microsoft.com/office/drawing/2014/main" id="{546C77E4-E272-D148-8550-4E90FE8DA39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3" name="Freeform 1442">
              <a:extLst>
                <a:ext uri="{FF2B5EF4-FFF2-40B4-BE49-F238E27FC236}">
                  <a16:creationId xmlns:a16="http://schemas.microsoft.com/office/drawing/2014/main" id="{37F1DF23-72C8-1946-9C63-5C0F377EFE2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1AC1C676-D0ED-304E-86CD-2B225F5EC0D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5" name="Freeform 1444">
              <a:extLst>
                <a:ext uri="{FF2B5EF4-FFF2-40B4-BE49-F238E27FC236}">
                  <a16:creationId xmlns:a16="http://schemas.microsoft.com/office/drawing/2014/main" id="{DE247196-7903-8143-9A75-906ED69CB3E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6" name="Freeform 1445">
              <a:extLst>
                <a:ext uri="{FF2B5EF4-FFF2-40B4-BE49-F238E27FC236}">
                  <a16:creationId xmlns:a16="http://schemas.microsoft.com/office/drawing/2014/main" id="{05C3D28B-5E2C-E444-8DBD-AE8186D5654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7" name="Freeform 1446">
              <a:extLst>
                <a:ext uri="{FF2B5EF4-FFF2-40B4-BE49-F238E27FC236}">
                  <a16:creationId xmlns:a16="http://schemas.microsoft.com/office/drawing/2014/main" id="{5502B6D8-0E14-F146-9C8A-2E3EE09F80C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8" name="Freeform 1447">
              <a:extLst>
                <a:ext uri="{FF2B5EF4-FFF2-40B4-BE49-F238E27FC236}">
                  <a16:creationId xmlns:a16="http://schemas.microsoft.com/office/drawing/2014/main" id="{63DAFA2F-C6DA-0645-AB24-E6B2C1463F2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9" name="Freeform 1448">
              <a:extLst>
                <a:ext uri="{FF2B5EF4-FFF2-40B4-BE49-F238E27FC236}">
                  <a16:creationId xmlns:a16="http://schemas.microsoft.com/office/drawing/2014/main" id="{813DC84B-8D67-6742-96DB-9FFAA33564A3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0" name="Freeform 1449">
              <a:extLst>
                <a:ext uri="{FF2B5EF4-FFF2-40B4-BE49-F238E27FC236}">
                  <a16:creationId xmlns:a16="http://schemas.microsoft.com/office/drawing/2014/main" id="{7CC52AD2-E054-D349-9567-429A60E9F93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1" name="Freeform 1450">
              <a:extLst>
                <a:ext uri="{FF2B5EF4-FFF2-40B4-BE49-F238E27FC236}">
                  <a16:creationId xmlns:a16="http://schemas.microsoft.com/office/drawing/2014/main" id="{D29520C9-65A5-5F43-AEF3-03F597D1EE9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2" name="Freeform 1451">
              <a:extLst>
                <a:ext uri="{FF2B5EF4-FFF2-40B4-BE49-F238E27FC236}">
                  <a16:creationId xmlns:a16="http://schemas.microsoft.com/office/drawing/2014/main" id="{3189495A-3394-C946-B8A4-BC87C5D912C2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3" name="Group 1452">
            <a:extLst>
              <a:ext uri="{FF2B5EF4-FFF2-40B4-BE49-F238E27FC236}">
                <a16:creationId xmlns:a16="http://schemas.microsoft.com/office/drawing/2014/main" id="{1E1586AE-ED43-8B4E-9FDB-7A82B03C4E82}"/>
              </a:ext>
            </a:extLst>
          </p:cNvPr>
          <p:cNvGrpSpPr/>
          <p:nvPr/>
        </p:nvGrpSpPr>
        <p:grpSpPr>
          <a:xfrm>
            <a:off x="7782199" y="5244980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454" name="Freeform 1453">
              <a:extLst>
                <a:ext uri="{FF2B5EF4-FFF2-40B4-BE49-F238E27FC236}">
                  <a16:creationId xmlns:a16="http://schemas.microsoft.com/office/drawing/2014/main" id="{272FB4DC-220D-3242-971A-BC9FDB630ED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5" name="Freeform 1454">
              <a:extLst>
                <a:ext uri="{FF2B5EF4-FFF2-40B4-BE49-F238E27FC236}">
                  <a16:creationId xmlns:a16="http://schemas.microsoft.com/office/drawing/2014/main" id="{E981091C-5513-4D4D-A2A3-3E8F1F23973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6" name="Freeform 1455">
              <a:extLst>
                <a:ext uri="{FF2B5EF4-FFF2-40B4-BE49-F238E27FC236}">
                  <a16:creationId xmlns:a16="http://schemas.microsoft.com/office/drawing/2014/main" id="{E4C2659C-37FD-524A-BC08-27C953BDA1B2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7" name="Freeform 1456">
              <a:extLst>
                <a:ext uri="{FF2B5EF4-FFF2-40B4-BE49-F238E27FC236}">
                  <a16:creationId xmlns:a16="http://schemas.microsoft.com/office/drawing/2014/main" id="{CA8052D6-B436-D443-A3BD-B050008A1F8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8" name="Freeform 1457">
              <a:extLst>
                <a:ext uri="{FF2B5EF4-FFF2-40B4-BE49-F238E27FC236}">
                  <a16:creationId xmlns:a16="http://schemas.microsoft.com/office/drawing/2014/main" id="{6934BF17-EFBD-5D4D-9F3E-A1F78E2F277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9" name="Freeform 1458">
              <a:extLst>
                <a:ext uri="{FF2B5EF4-FFF2-40B4-BE49-F238E27FC236}">
                  <a16:creationId xmlns:a16="http://schemas.microsoft.com/office/drawing/2014/main" id="{8C1984E3-4354-B14B-8741-6B25FF9F593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0" name="Freeform 1459">
              <a:extLst>
                <a:ext uri="{FF2B5EF4-FFF2-40B4-BE49-F238E27FC236}">
                  <a16:creationId xmlns:a16="http://schemas.microsoft.com/office/drawing/2014/main" id="{9C7FF440-77E0-0B4D-9612-35BB2D5EB57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1" name="Freeform 1460">
              <a:extLst>
                <a:ext uri="{FF2B5EF4-FFF2-40B4-BE49-F238E27FC236}">
                  <a16:creationId xmlns:a16="http://schemas.microsoft.com/office/drawing/2014/main" id="{28E065BE-EAD4-444E-A333-3EA9AAB1932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2" name="Freeform 1461">
              <a:extLst>
                <a:ext uri="{FF2B5EF4-FFF2-40B4-BE49-F238E27FC236}">
                  <a16:creationId xmlns:a16="http://schemas.microsoft.com/office/drawing/2014/main" id="{393B0DF5-F391-F443-A618-67A6B9B6BD26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3" name="Freeform 1462">
              <a:extLst>
                <a:ext uri="{FF2B5EF4-FFF2-40B4-BE49-F238E27FC236}">
                  <a16:creationId xmlns:a16="http://schemas.microsoft.com/office/drawing/2014/main" id="{6C21B863-7D13-4E4A-B222-51BDBB393F5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4" name="Freeform 1463">
              <a:extLst>
                <a:ext uri="{FF2B5EF4-FFF2-40B4-BE49-F238E27FC236}">
                  <a16:creationId xmlns:a16="http://schemas.microsoft.com/office/drawing/2014/main" id="{6D2BE77D-3FDA-F544-950D-DF10E20AF669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5" name="Freeform 1464">
              <a:extLst>
                <a:ext uri="{FF2B5EF4-FFF2-40B4-BE49-F238E27FC236}">
                  <a16:creationId xmlns:a16="http://schemas.microsoft.com/office/drawing/2014/main" id="{B7A14EC3-C19F-B947-8040-7BE85516C2D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6" name="Freeform 1465">
              <a:extLst>
                <a:ext uri="{FF2B5EF4-FFF2-40B4-BE49-F238E27FC236}">
                  <a16:creationId xmlns:a16="http://schemas.microsoft.com/office/drawing/2014/main" id="{DAA1D277-5FF0-6345-87FD-3FA0C86D3603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7" name="Freeform 1466">
              <a:extLst>
                <a:ext uri="{FF2B5EF4-FFF2-40B4-BE49-F238E27FC236}">
                  <a16:creationId xmlns:a16="http://schemas.microsoft.com/office/drawing/2014/main" id="{7B185604-794F-0C48-8166-C7B1E09092E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8" name="Freeform 1467">
              <a:extLst>
                <a:ext uri="{FF2B5EF4-FFF2-40B4-BE49-F238E27FC236}">
                  <a16:creationId xmlns:a16="http://schemas.microsoft.com/office/drawing/2014/main" id="{90DD95D1-0224-F040-838E-0B03623CDCC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9" name="Freeform 1468">
              <a:extLst>
                <a:ext uri="{FF2B5EF4-FFF2-40B4-BE49-F238E27FC236}">
                  <a16:creationId xmlns:a16="http://schemas.microsoft.com/office/drawing/2014/main" id="{18A4FE10-658B-4041-87EF-BABF07AA988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70" name="Group 1469">
            <a:extLst>
              <a:ext uri="{FF2B5EF4-FFF2-40B4-BE49-F238E27FC236}">
                <a16:creationId xmlns:a16="http://schemas.microsoft.com/office/drawing/2014/main" id="{16495F26-76EA-0541-8B5A-669B37EEA0F7}"/>
              </a:ext>
            </a:extLst>
          </p:cNvPr>
          <p:cNvGrpSpPr/>
          <p:nvPr/>
        </p:nvGrpSpPr>
        <p:grpSpPr>
          <a:xfrm>
            <a:off x="7620196" y="5196055"/>
            <a:ext cx="836947" cy="671175"/>
            <a:chOff x="1250506" y="2811144"/>
            <a:chExt cx="3409311" cy="3457052"/>
          </a:xfrm>
          <a:solidFill>
            <a:srgbClr val="AB7942"/>
          </a:solidFill>
        </p:grpSpPr>
        <p:sp>
          <p:nvSpPr>
            <p:cNvPr id="1471" name="Freeform 1470">
              <a:extLst>
                <a:ext uri="{FF2B5EF4-FFF2-40B4-BE49-F238E27FC236}">
                  <a16:creationId xmlns:a16="http://schemas.microsoft.com/office/drawing/2014/main" id="{63EE0473-60A3-FB47-BBC7-4E3C0DB547C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2" name="Freeform 1471">
              <a:extLst>
                <a:ext uri="{FF2B5EF4-FFF2-40B4-BE49-F238E27FC236}">
                  <a16:creationId xmlns:a16="http://schemas.microsoft.com/office/drawing/2014/main" id="{F3546E9D-4653-6D46-84CD-532A23F5157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3" name="Freeform 1472">
              <a:extLst>
                <a:ext uri="{FF2B5EF4-FFF2-40B4-BE49-F238E27FC236}">
                  <a16:creationId xmlns:a16="http://schemas.microsoft.com/office/drawing/2014/main" id="{1F02C403-A9FB-DC44-8713-C97D4734C16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4" name="Freeform 1473">
              <a:extLst>
                <a:ext uri="{FF2B5EF4-FFF2-40B4-BE49-F238E27FC236}">
                  <a16:creationId xmlns:a16="http://schemas.microsoft.com/office/drawing/2014/main" id="{41F36234-AC41-4340-B52F-13362C3EB3A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5" name="Freeform 1474">
              <a:extLst>
                <a:ext uri="{FF2B5EF4-FFF2-40B4-BE49-F238E27FC236}">
                  <a16:creationId xmlns:a16="http://schemas.microsoft.com/office/drawing/2014/main" id="{7584CB3F-7A9A-D649-9153-95B0A221ABB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6" name="Freeform 1475">
              <a:extLst>
                <a:ext uri="{FF2B5EF4-FFF2-40B4-BE49-F238E27FC236}">
                  <a16:creationId xmlns:a16="http://schemas.microsoft.com/office/drawing/2014/main" id="{8B63F88B-B867-8A47-979A-3792AC70C8B4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7" name="Freeform 1476">
              <a:extLst>
                <a:ext uri="{FF2B5EF4-FFF2-40B4-BE49-F238E27FC236}">
                  <a16:creationId xmlns:a16="http://schemas.microsoft.com/office/drawing/2014/main" id="{1F58B8AA-F1D2-B346-8EA6-FF3D3F14C87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8" name="Freeform 1477">
              <a:extLst>
                <a:ext uri="{FF2B5EF4-FFF2-40B4-BE49-F238E27FC236}">
                  <a16:creationId xmlns:a16="http://schemas.microsoft.com/office/drawing/2014/main" id="{BA2B8C37-3C41-0049-81F7-6A92856D90D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9" name="Freeform 1478">
              <a:extLst>
                <a:ext uri="{FF2B5EF4-FFF2-40B4-BE49-F238E27FC236}">
                  <a16:creationId xmlns:a16="http://schemas.microsoft.com/office/drawing/2014/main" id="{8B09EEA9-F312-FD45-A269-F2BE1ED4917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0" name="Freeform 1479">
              <a:extLst>
                <a:ext uri="{FF2B5EF4-FFF2-40B4-BE49-F238E27FC236}">
                  <a16:creationId xmlns:a16="http://schemas.microsoft.com/office/drawing/2014/main" id="{608D3822-2803-C74C-86C7-00EB0525D86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1" name="Freeform 1480">
              <a:extLst>
                <a:ext uri="{FF2B5EF4-FFF2-40B4-BE49-F238E27FC236}">
                  <a16:creationId xmlns:a16="http://schemas.microsoft.com/office/drawing/2014/main" id="{60906693-E933-144C-828A-4962F4D6D7D9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2" name="Freeform 1481">
              <a:extLst>
                <a:ext uri="{FF2B5EF4-FFF2-40B4-BE49-F238E27FC236}">
                  <a16:creationId xmlns:a16="http://schemas.microsoft.com/office/drawing/2014/main" id="{290E6A32-7250-2942-ACF4-7D18A60BCC7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3" name="Freeform 1482">
              <a:extLst>
                <a:ext uri="{FF2B5EF4-FFF2-40B4-BE49-F238E27FC236}">
                  <a16:creationId xmlns:a16="http://schemas.microsoft.com/office/drawing/2014/main" id="{FC7D1B18-0289-2640-A474-E73E3A6CB49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4" name="Freeform 1483">
              <a:extLst>
                <a:ext uri="{FF2B5EF4-FFF2-40B4-BE49-F238E27FC236}">
                  <a16:creationId xmlns:a16="http://schemas.microsoft.com/office/drawing/2014/main" id="{9385CDC9-6F47-8F42-8B82-A6C73B6DD3C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5" name="Freeform 1484">
              <a:extLst>
                <a:ext uri="{FF2B5EF4-FFF2-40B4-BE49-F238E27FC236}">
                  <a16:creationId xmlns:a16="http://schemas.microsoft.com/office/drawing/2014/main" id="{B371A538-0539-724F-AA94-B7E16CF89A1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6" name="Freeform 1485">
              <a:extLst>
                <a:ext uri="{FF2B5EF4-FFF2-40B4-BE49-F238E27FC236}">
                  <a16:creationId xmlns:a16="http://schemas.microsoft.com/office/drawing/2014/main" id="{95821394-8C0A-F543-BC03-260C859AFD2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87" name="Group 1486">
            <a:extLst>
              <a:ext uri="{FF2B5EF4-FFF2-40B4-BE49-F238E27FC236}">
                <a16:creationId xmlns:a16="http://schemas.microsoft.com/office/drawing/2014/main" id="{B4EE9859-B88A-F745-88CD-A00C234F93FF}"/>
              </a:ext>
            </a:extLst>
          </p:cNvPr>
          <p:cNvGrpSpPr/>
          <p:nvPr/>
        </p:nvGrpSpPr>
        <p:grpSpPr>
          <a:xfrm>
            <a:off x="7149807" y="4938801"/>
            <a:ext cx="1181893" cy="1016676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1488" name="Freeform 1487">
              <a:extLst>
                <a:ext uri="{FF2B5EF4-FFF2-40B4-BE49-F238E27FC236}">
                  <a16:creationId xmlns:a16="http://schemas.microsoft.com/office/drawing/2014/main" id="{E4A6289C-6A70-9941-95D5-592BB042BBF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9" name="Freeform 1488">
              <a:extLst>
                <a:ext uri="{FF2B5EF4-FFF2-40B4-BE49-F238E27FC236}">
                  <a16:creationId xmlns:a16="http://schemas.microsoft.com/office/drawing/2014/main" id="{522B19A5-7356-7D4F-8B93-EFA11D5B1C4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4355B2C9-88BF-2E42-A795-66CCE271BFA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1" name="Freeform 1490">
              <a:extLst>
                <a:ext uri="{FF2B5EF4-FFF2-40B4-BE49-F238E27FC236}">
                  <a16:creationId xmlns:a16="http://schemas.microsoft.com/office/drawing/2014/main" id="{4998F2EF-9540-9B47-B244-3D3B06D631C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2" name="Freeform 1491">
              <a:extLst>
                <a:ext uri="{FF2B5EF4-FFF2-40B4-BE49-F238E27FC236}">
                  <a16:creationId xmlns:a16="http://schemas.microsoft.com/office/drawing/2014/main" id="{3E2ABC86-5500-C546-817E-835DE532526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3" name="Freeform 1492">
              <a:extLst>
                <a:ext uri="{FF2B5EF4-FFF2-40B4-BE49-F238E27FC236}">
                  <a16:creationId xmlns:a16="http://schemas.microsoft.com/office/drawing/2014/main" id="{10FBF700-D9AE-4041-AF1A-EB1B3D5ACE6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4" name="Freeform 1493">
              <a:extLst>
                <a:ext uri="{FF2B5EF4-FFF2-40B4-BE49-F238E27FC236}">
                  <a16:creationId xmlns:a16="http://schemas.microsoft.com/office/drawing/2014/main" id="{AFF24F8F-A341-1F46-9370-8A11F9903795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5" name="Freeform 1494">
              <a:extLst>
                <a:ext uri="{FF2B5EF4-FFF2-40B4-BE49-F238E27FC236}">
                  <a16:creationId xmlns:a16="http://schemas.microsoft.com/office/drawing/2014/main" id="{588DB6E6-5078-B241-8BA0-3C1BF33EC22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6" name="Freeform 1495">
              <a:extLst>
                <a:ext uri="{FF2B5EF4-FFF2-40B4-BE49-F238E27FC236}">
                  <a16:creationId xmlns:a16="http://schemas.microsoft.com/office/drawing/2014/main" id="{1ED936C7-65F1-4541-BBD3-1EEA8497DD6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7" name="Freeform 1496">
              <a:extLst>
                <a:ext uri="{FF2B5EF4-FFF2-40B4-BE49-F238E27FC236}">
                  <a16:creationId xmlns:a16="http://schemas.microsoft.com/office/drawing/2014/main" id="{C94F91E9-A1C7-DD40-BCF8-BC721A7C358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8" name="Freeform 1497">
              <a:extLst>
                <a:ext uri="{FF2B5EF4-FFF2-40B4-BE49-F238E27FC236}">
                  <a16:creationId xmlns:a16="http://schemas.microsoft.com/office/drawing/2014/main" id="{204C3E0A-F65F-3140-8883-AF48628B04F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9" name="Freeform 1498">
              <a:extLst>
                <a:ext uri="{FF2B5EF4-FFF2-40B4-BE49-F238E27FC236}">
                  <a16:creationId xmlns:a16="http://schemas.microsoft.com/office/drawing/2014/main" id="{2CA263BD-B221-A543-AE8A-94FA97CE36F9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0" name="Freeform 1499">
              <a:extLst>
                <a:ext uri="{FF2B5EF4-FFF2-40B4-BE49-F238E27FC236}">
                  <a16:creationId xmlns:a16="http://schemas.microsoft.com/office/drawing/2014/main" id="{2F26D5F1-62FA-5347-982A-CDED4B55618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1" name="Freeform 1500">
              <a:extLst>
                <a:ext uri="{FF2B5EF4-FFF2-40B4-BE49-F238E27FC236}">
                  <a16:creationId xmlns:a16="http://schemas.microsoft.com/office/drawing/2014/main" id="{E3F29F46-8E3E-0D49-B9CB-669736EA548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2" name="Freeform 1501">
              <a:extLst>
                <a:ext uri="{FF2B5EF4-FFF2-40B4-BE49-F238E27FC236}">
                  <a16:creationId xmlns:a16="http://schemas.microsoft.com/office/drawing/2014/main" id="{88E9682B-60FA-E34E-BEE6-A15145FE0E3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3" name="Freeform 1502">
              <a:extLst>
                <a:ext uri="{FF2B5EF4-FFF2-40B4-BE49-F238E27FC236}">
                  <a16:creationId xmlns:a16="http://schemas.microsoft.com/office/drawing/2014/main" id="{E60E78E0-B73D-3C41-A320-51B405720A34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4" name="Group 1503">
            <a:extLst>
              <a:ext uri="{FF2B5EF4-FFF2-40B4-BE49-F238E27FC236}">
                <a16:creationId xmlns:a16="http://schemas.microsoft.com/office/drawing/2014/main" id="{C6CB9C8A-A0A2-7A4A-8398-EE0112B7EBC1}"/>
              </a:ext>
            </a:extLst>
          </p:cNvPr>
          <p:cNvGrpSpPr/>
          <p:nvPr/>
        </p:nvGrpSpPr>
        <p:grpSpPr>
          <a:xfrm>
            <a:off x="8283678" y="5241995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1505" name="Freeform 1504">
              <a:extLst>
                <a:ext uri="{FF2B5EF4-FFF2-40B4-BE49-F238E27FC236}">
                  <a16:creationId xmlns:a16="http://schemas.microsoft.com/office/drawing/2014/main" id="{31A08343-5388-7D41-844F-E8245C7AD58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6" name="Freeform 1505">
              <a:extLst>
                <a:ext uri="{FF2B5EF4-FFF2-40B4-BE49-F238E27FC236}">
                  <a16:creationId xmlns:a16="http://schemas.microsoft.com/office/drawing/2014/main" id="{3C7F5060-E56C-7E41-8C6C-0DF140B932A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7" name="Freeform 1506">
              <a:extLst>
                <a:ext uri="{FF2B5EF4-FFF2-40B4-BE49-F238E27FC236}">
                  <a16:creationId xmlns:a16="http://schemas.microsoft.com/office/drawing/2014/main" id="{CD999A60-D4AA-C54B-830C-BF600AFA8DC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8" name="Freeform 1507">
              <a:extLst>
                <a:ext uri="{FF2B5EF4-FFF2-40B4-BE49-F238E27FC236}">
                  <a16:creationId xmlns:a16="http://schemas.microsoft.com/office/drawing/2014/main" id="{509E75DC-51D1-3C4A-8E22-3E5C7A347FF8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9" name="Freeform 1508">
              <a:extLst>
                <a:ext uri="{FF2B5EF4-FFF2-40B4-BE49-F238E27FC236}">
                  <a16:creationId xmlns:a16="http://schemas.microsoft.com/office/drawing/2014/main" id="{F55CAD1B-0595-9945-B051-287EBE131AE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0" name="Freeform 1509">
              <a:extLst>
                <a:ext uri="{FF2B5EF4-FFF2-40B4-BE49-F238E27FC236}">
                  <a16:creationId xmlns:a16="http://schemas.microsoft.com/office/drawing/2014/main" id="{BE443E3C-0486-3346-AE3F-B2C06FE31A9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1" name="Freeform 1510">
              <a:extLst>
                <a:ext uri="{FF2B5EF4-FFF2-40B4-BE49-F238E27FC236}">
                  <a16:creationId xmlns:a16="http://schemas.microsoft.com/office/drawing/2014/main" id="{9C89ED9F-0DF4-4947-BF9C-850C5B67329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2" name="Freeform 1511">
              <a:extLst>
                <a:ext uri="{FF2B5EF4-FFF2-40B4-BE49-F238E27FC236}">
                  <a16:creationId xmlns:a16="http://schemas.microsoft.com/office/drawing/2014/main" id="{A48ABB53-D722-534F-8A01-BDA0581332F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3" name="Freeform 1512">
              <a:extLst>
                <a:ext uri="{FF2B5EF4-FFF2-40B4-BE49-F238E27FC236}">
                  <a16:creationId xmlns:a16="http://schemas.microsoft.com/office/drawing/2014/main" id="{414A7CD6-7BFD-FA4D-8D4D-6CEBCFBBDB6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4" name="Freeform 1513">
              <a:extLst>
                <a:ext uri="{FF2B5EF4-FFF2-40B4-BE49-F238E27FC236}">
                  <a16:creationId xmlns:a16="http://schemas.microsoft.com/office/drawing/2014/main" id="{82646CD2-9658-414D-ADED-2CE9A2B3032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5" name="Freeform 1514">
              <a:extLst>
                <a:ext uri="{FF2B5EF4-FFF2-40B4-BE49-F238E27FC236}">
                  <a16:creationId xmlns:a16="http://schemas.microsoft.com/office/drawing/2014/main" id="{C5AEC7D8-21B5-C148-BD8D-33095AE088B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6" name="Freeform 1515">
              <a:extLst>
                <a:ext uri="{FF2B5EF4-FFF2-40B4-BE49-F238E27FC236}">
                  <a16:creationId xmlns:a16="http://schemas.microsoft.com/office/drawing/2014/main" id="{E11C80CF-436C-AC43-B8F7-45A77E3471BF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7" name="Freeform 1516">
              <a:extLst>
                <a:ext uri="{FF2B5EF4-FFF2-40B4-BE49-F238E27FC236}">
                  <a16:creationId xmlns:a16="http://schemas.microsoft.com/office/drawing/2014/main" id="{2F4A2D0B-13B7-B34D-8392-678928F2E0D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8" name="Freeform 1517">
              <a:extLst>
                <a:ext uri="{FF2B5EF4-FFF2-40B4-BE49-F238E27FC236}">
                  <a16:creationId xmlns:a16="http://schemas.microsoft.com/office/drawing/2014/main" id="{C1222BE2-B54B-D245-B798-EB6BCA56CF7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9" name="Freeform 1518">
              <a:extLst>
                <a:ext uri="{FF2B5EF4-FFF2-40B4-BE49-F238E27FC236}">
                  <a16:creationId xmlns:a16="http://schemas.microsoft.com/office/drawing/2014/main" id="{5B88D551-742A-B246-87A4-6332F54C005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0" name="Freeform 1519">
              <a:extLst>
                <a:ext uri="{FF2B5EF4-FFF2-40B4-BE49-F238E27FC236}">
                  <a16:creationId xmlns:a16="http://schemas.microsoft.com/office/drawing/2014/main" id="{B990535A-32C9-7649-8330-4CF9E907C5D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21" name="Group 1520">
            <a:extLst>
              <a:ext uri="{FF2B5EF4-FFF2-40B4-BE49-F238E27FC236}">
                <a16:creationId xmlns:a16="http://schemas.microsoft.com/office/drawing/2014/main" id="{A9EBAADE-AA14-EA46-AB9F-BE289C2EEC07}"/>
              </a:ext>
            </a:extLst>
          </p:cNvPr>
          <p:cNvGrpSpPr/>
          <p:nvPr/>
        </p:nvGrpSpPr>
        <p:grpSpPr>
          <a:xfrm>
            <a:off x="8061676" y="5252792"/>
            <a:ext cx="836947" cy="671175"/>
            <a:chOff x="1250506" y="2811144"/>
            <a:chExt cx="3409311" cy="3457052"/>
          </a:xfrm>
          <a:solidFill>
            <a:srgbClr val="D0CA7A"/>
          </a:solidFill>
        </p:grpSpPr>
        <p:sp>
          <p:nvSpPr>
            <p:cNvPr id="1522" name="Freeform 1521">
              <a:extLst>
                <a:ext uri="{FF2B5EF4-FFF2-40B4-BE49-F238E27FC236}">
                  <a16:creationId xmlns:a16="http://schemas.microsoft.com/office/drawing/2014/main" id="{53122F4C-AB22-0140-9E10-B814D6C2926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3" name="Freeform 1522">
              <a:extLst>
                <a:ext uri="{FF2B5EF4-FFF2-40B4-BE49-F238E27FC236}">
                  <a16:creationId xmlns:a16="http://schemas.microsoft.com/office/drawing/2014/main" id="{B0E9C6E0-0F7B-794C-87BA-52A3F3174BF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4" name="Freeform 1523">
              <a:extLst>
                <a:ext uri="{FF2B5EF4-FFF2-40B4-BE49-F238E27FC236}">
                  <a16:creationId xmlns:a16="http://schemas.microsoft.com/office/drawing/2014/main" id="{B17C564E-BC3F-2F4E-BD71-0C82A4D042E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5" name="Freeform 1524">
              <a:extLst>
                <a:ext uri="{FF2B5EF4-FFF2-40B4-BE49-F238E27FC236}">
                  <a16:creationId xmlns:a16="http://schemas.microsoft.com/office/drawing/2014/main" id="{A86052E0-11C8-D840-BB48-E8116EDF0F0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9DC5E27A-C366-6548-98BA-7E08CC73054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F136C0B8-5928-8A48-AC32-C5BFE1FC171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8" name="Freeform 1527">
              <a:extLst>
                <a:ext uri="{FF2B5EF4-FFF2-40B4-BE49-F238E27FC236}">
                  <a16:creationId xmlns:a16="http://schemas.microsoft.com/office/drawing/2014/main" id="{41D666B9-05AD-B749-9892-4E18B1B61C5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9" name="Freeform 1528">
              <a:extLst>
                <a:ext uri="{FF2B5EF4-FFF2-40B4-BE49-F238E27FC236}">
                  <a16:creationId xmlns:a16="http://schemas.microsoft.com/office/drawing/2014/main" id="{7ED4D86D-6DDB-8F43-8AA5-6277B18C7D5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0" name="Freeform 1529">
              <a:extLst>
                <a:ext uri="{FF2B5EF4-FFF2-40B4-BE49-F238E27FC236}">
                  <a16:creationId xmlns:a16="http://schemas.microsoft.com/office/drawing/2014/main" id="{23EF19FF-0EEF-AB43-B544-3B769FBEA7DF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1" name="Freeform 1530">
              <a:extLst>
                <a:ext uri="{FF2B5EF4-FFF2-40B4-BE49-F238E27FC236}">
                  <a16:creationId xmlns:a16="http://schemas.microsoft.com/office/drawing/2014/main" id="{C55B4CF4-914B-734A-ADC3-A3D4929F8C6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2" name="Freeform 1531">
              <a:extLst>
                <a:ext uri="{FF2B5EF4-FFF2-40B4-BE49-F238E27FC236}">
                  <a16:creationId xmlns:a16="http://schemas.microsoft.com/office/drawing/2014/main" id="{65383F8E-0BA1-7845-9000-D42FE7F9F26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3" name="Freeform 1532">
              <a:extLst>
                <a:ext uri="{FF2B5EF4-FFF2-40B4-BE49-F238E27FC236}">
                  <a16:creationId xmlns:a16="http://schemas.microsoft.com/office/drawing/2014/main" id="{71205597-51AD-804A-8FA4-379C55246AA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4" name="Freeform 1533">
              <a:extLst>
                <a:ext uri="{FF2B5EF4-FFF2-40B4-BE49-F238E27FC236}">
                  <a16:creationId xmlns:a16="http://schemas.microsoft.com/office/drawing/2014/main" id="{400AF47F-3A03-1C45-8238-F2D0893BC69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5" name="Freeform 1534">
              <a:extLst>
                <a:ext uri="{FF2B5EF4-FFF2-40B4-BE49-F238E27FC236}">
                  <a16:creationId xmlns:a16="http://schemas.microsoft.com/office/drawing/2014/main" id="{074FC6BA-8016-1342-A300-941B57CA920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6" name="Freeform 1535">
              <a:extLst>
                <a:ext uri="{FF2B5EF4-FFF2-40B4-BE49-F238E27FC236}">
                  <a16:creationId xmlns:a16="http://schemas.microsoft.com/office/drawing/2014/main" id="{DFBD1579-CD56-F142-8EEA-A08D8C4352B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7" name="Freeform 1536">
              <a:extLst>
                <a:ext uri="{FF2B5EF4-FFF2-40B4-BE49-F238E27FC236}">
                  <a16:creationId xmlns:a16="http://schemas.microsoft.com/office/drawing/2014/main" id="{C35722E7-296D-2548-96AB-A399B80B63D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38" name="Group 1537">
            <a:extLst>
              <a:ext uri="{FF2B5EF4-FFF2-40B4-BE49-F238E27FC236}">
                <a16:creationId xmlns:a16="http://schemas.microsoft.com/office/drawing/2014/main" id="{9012973E-3646-044E-9BB2-2FEC489DD911}"/>
              </a:ext>
            </a:extLst>
          </p:cNvPr>
          <p:cNvGrpSpPr/>
          <p:nvPr/>
        </p:nvGrpSpPr>
        <p:grpSpPr>
          <a:xfrm>
            <a:off x="7197763" y="5266264"/>
            <a:ext cx="836947" cy="671175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1539" name="Freeform 1538">
              <a:extLst>
                <a:ext uri="{FF2B5EF4-FFF2-40B4-BE49-F238E27FC236}">
                  <a16:creationId xmlns:a16="http://schemas.microsoft.com/office/drawing/2014/main" id="{61D415A8-8531-A34E-A5B7-FBE7AD7357D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0" name="Freeform 1539">
              <a:extLst>
                <a:ext uri="{FF2B5EF4-FFF2-40B4-BE49-F238E27FC236}">
                  <a16:creationId xmlns:a16="http://schemas.microsoft.com/office/drawing/2014/main" id="{A6381D86-5A46-2C46-BC6D-3CA58BEFB0F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1" name="Freeform 1540">
              <a:extLst>
                <a:ext uri="{FF2B5EF4-FFF2-40B4-BE49-F238E27FC236}">
                  <a16:creationId xmlns:a16="http://schemas.microsoft.com/office/drawing/2014/main" id="{BA289B07-BD59-B240-A8B1-8ED180C50963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2" name="Freeform 1541">
              <a:extLst>
                <a:ext uri="{FF2B5EF4-FFF2-40B4-BE49-F238E27FC236}">
                  <a16:creationId xmlns:a16="http://schemas.microsoft.com/office/drawing/2014/main" id="{0EC462EA-1E60-1F43-A462-50AC4BB7F05C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3" name="Freeform 1542">
              <a:extLst>
                <a:ext uri="{FF2B5EF4-FFF2-40B4-BE49-F238E27FC236}">
                  <a16:creationId xmlns:a16="http://schemas.microsoft.com/office/drawing/2014/main" id="{F8FEA7AF-CFB2-8A46-91B6-A95BC1B7941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4" name="Freeform 1543">
              <a:extLst>
                <a:ext uri="{FF2B5EF4-FFF2-40B4-BE49-F238E27FC236}">
                  <a16:creationId xmlns:a16="http://schemas.microsoft.com/office/drawing/2014/main" id="{D2F2981D-DD3B-7B49-8646-C3EB2DD301F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5" name="Freeform 1544">
              <a:extLst>
                <a:ext uri="{FF2B5EF4-FFF2-40B4-BE49-F238E27FC236}">
                  <a16:creationId xmlns:a16="http://schemas.microsoft.com/office/drawing/2014/main" id="{1A01236B-89FD-2145-9757-741ED6FBAD7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6" name="Freeform 1545">
              <a:extLst>
                <a:ext uri="{FF2B5EF4-FFF2-40B4-BE49-F238E27FC236}">
                  <a16:creationId xmlns:a16="http://schemas.microsoft.com/office/drawing/2014/main" id="{4C36A834-306A-4744-989C-216731B62C1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7" name="Freeform 1546">
              <a:extLst>
                <a:ext uri="{FF2B5EF4-FFF2-40B4-BE49-F238E27FC236}">
                  <a16:creationId xmlns:a16="http://schemas.microsoft.com/office/drawing/2014/main" id="{558F7C28-F61F-404E-BCBE-9331C40237B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8" name="Freeform 1547">
              <a:extLst>
                <a:ext uri="{FF2B5EF4-FFF2-40B4-BE49-F238E27FC236}">
                  <a16:creationId xmlns:a16="http://schemas.microsoft.com/office/drawing/2014/main" id="{797BB5D2-6A0C-474E-8348-5ED48AA0FE25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9" name="Freeform 1548">
              <a:extLst>
                <a:ext uri="{FF2B5EF4-FFF2-40B4-BE49-F238E27FC236}">
                  <a16:creationId xmlns:a16="http://schemas.microsoft.com/office/drawing/2014/main" id="{6FA98842-7417-9246-A7C9-FB93379E19B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0" name="Freeform 1549">
              <a:extLst>
                <a:ext uri="{FF2B5EF4-FFF2-40B4-BE49-F238E27FC236}">
                  <a16:creationId xmlns:a16="http://schemas.microsoft.com/office/drawing/2014/main" id="{69FA50B7-0E7E-7C4B-8F0F-CCFAF811D1F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1" name="Freeform 1550">
              <a:extLst>
                <a:ext uri="{FF2B5EF4-FFF2-40B4-BE49-F238E27FC236}">
                  <a16:creationId xmlns:a16="http://schemas.microsoft.com/office/drawing/2014/main" id="{5F834427-C5E0-2249-ABCF-1F785531FA2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2" name="Freeform 1551">
              <a:extLst>
                <a:ext uri="{FF2B5EF4-FFF2-40B4-BE49-F238E27FC236}">
                  <a16:creationId xmlns:a16="http://schemas.microsoft.com/office/drawing/2014/main" id="{2486BD40-9FDF-D74A-B2D1-AEED817878D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16B89005-FB97-1844-ABAF-BB1B2E7A24A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4" name="Freeform 1553">
              <a:extLst>
                <a:ext uri="{FF2B5EF4-FFF2-40B4-BE49-F238E27FC236}">
                  <a16:creationId xmlns:a16="http://schemas.microsoft.com/office/drawing/2014/main" id="{3BD6D03B-D117-5D47-945F-17D1C6E5E0B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55" name="Group 1554">
            <a:extLst>
              <a:ext uri="{FF2B5EF4-FFF2-40B4-BE49-F238E27FC236}">
                <a16:creationId xmlns:a16="http://schemas.microsoft.com/office/drawing/2014/main" id="{6FB7E871-2635-6140-BEF0-3324EAC7F40F}"/>
              </a:ext>
            </a:extLst>
          </p:cNvPr>
          <p:cNvGrpSpPr/>
          <p:nvPr/>
        </p:nvGrpSpPr>
        <p:grpSpPr>
          <a:xfrm>
            <a:off x="1223705" y="4527115"/>
            <a:ext cx="1162333" cy="1499644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4AA75559-E9EA-E449-92CF-5A73F503798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7" name="Freeform 1556">
              <a:extLst>
                <a:ext uri="{FF2B5EF4-FFF2-40B4-BE49-F238E27FC236}">
                  <a16:creationId xmlns:a16="http://schemas.microsoft.com/office/drawing/2014/main" id="{4F5F832B-CDDC-674A-831A-0A08C07F5B1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ABB763B7-463E-EF4C-9744-8DF04EDECDE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9" name="Freeform 1558">
              <a:extLst>
                <a:ext uri="{FF2B5EF4-FFF2-40B4-BE49-F238E27FC236}">
                  <a16:creationId xmlns:a16="http://schemas.microsoft.com/office/drawing/2014/main" id="{2617D034-5DA8-5649-8538-5B4DE4B5E3B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0" name="Freeform 1559">
              <a:extLst>
                <a:ext uri="{FF2B5EF4-FFF2-40B4-BE49-F238E27FC236}">
                  <a16:creationId xmlns:a16="http://schemas.microsoft.com/office/drawing/2014/main" id="{F896E2FE-0481-1149-A45C-ED3E9236023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1" name="Freeform 1560">
              <a:extLst>
                <a:ext uri="{FF2B5EF4-FFF2-40B4-BE49-F238E27FC236}">
                  <a16:creationId xmlns:a16="http://schemas.microsoft.com/office/drawing/2014/main" id="{E3517F6D-AB19-E94A-9939-1716D5BB889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2" name="Freeform 1561">
              <a:extLst>
                <a:ext uri="{FF2B5EF4-FFF2-40B4-BE49-F238E27FC236}">
                  <a16:creationId xmlns:a16="http://schemas.microsoft.com/office/drawing/2014/main" id="{860B4168-4712-D34F-A136-938B932F8543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3" name="Freeform 1562">
              <a:extLst>
                <a:ext uri="{FF2B5EF4-FFF2-40B4-BE49-F238E27FC236}">
                  <a16:creationId xmlns:a16="http://schemas.microsoft.com/office/drawing/2014/main" id="{3F419D55-27EA-C64E-8332-949CF30D5F86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4" name="Freeform 1563">
              <a:extLst>
                <a:ext uri="{FF2B5EF4-FFF2-40B4-BE49-F238E27FC236}">
                  <a16:creationId xmlns:a16="http://schemas.microsoft.com/office/drawing/2014/main" id="{104F8C3F-848F-654F-BCF4-1D0979E46ED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5" name="Freeform 1564">
              <a:extLst>
                <a:ext uri="{FF2B5EF4-FFF2-40B4-BE49-F238E27FC236}">
                  <a16:creationId xmlns:a16="http://schemas.microsoft.com/office/drawing/2014/main" id="{475488F1-62AA-9041-99DB-C3AA593A869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6" name="Freeform 1565">
              <a:extLst>
                <a:ext uri="{FF2B5EF4-FFF2-40B4-BE49-F238E27FC236}">
                  <a16:creationId xmlns:a16="http://schemas.microsoft.com/office/drawing/2014/main" id="{18171EB2-7C09-FF42-8055-D280F61F5C9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7" name="Freeform 1566">
              <a:extLst>
                <a:ext uri="{FF2B5EF4-FFF2-40B4-BE49-F238E27FC236}">
                  <a16:creationId xmlns:a16="http://schemas.microsoft.com/office/drawing/2014/main" id="{7881548D-48D2-CD48-9CE2-E704DDBF175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8" name="Freeform 1567">
              <a:extLst>
                <a:ext uri="{FF2B5EF4-FFF2-40B4-BE49-F238E27FC236}">
                  <a16:creationId xmlns:a16="http://schemas.microsoft.com/office/drawing/2014/main" id="{ABCA4536-0DB3-E049-8EAF-FA3616237C1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9" name="Freeform 1568">
              <a:extLst>
                <a:ext uri="{FF2B5EF4-FFF2-40B4-BE49-F238E27FC236}">
                  <a16:creationId xmlns:a16="http://schemas.microsoft.com/office/drawing/2014/main" id="{0485776D-338B-6E47-AA8A-F6E94AE1BC4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0" name="Freeform 1569">
              <a:extLst>
                <a:ext uri="{FF2B5EF4-FFF2-40B4-BE49-F238E27FC236}">
                  <a16:creationId xmlns:a16="http://schemas.microsoft.com/office/drawing/2014/main" id="{9AF39182-F250-3846-B89C-B0DF0AF1457C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2B88D2F4-0340-194F-8B69-094EBB98822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C6202552-778B-E048-A94D-C77901A8953A}"/>
              </a:ext>
            </a:extLst>
          </p:cNvPr>
          <p:cNvGrpSpPr/>
          <p:nvPr/>
        </p:nvGrpSpPr>
        <p:grpSpPr>
          <a:xfrm>
            <a:off x="1434164" y="4310739"/>
            <a:ext cx="1614274" cy="1722623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573" name="Freeform 1572">
              <a:extLst>
                <a:ext uri="{FF2B5EF4-FFF2-40B4-BE49-F238E27FC236}">
                  <a16:creationId xmlns:a16="http://schemas.microsoft.com/office/drawing/2014/main" id="{780EFE64-0DCC-874C-A83B-461A1915272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4" name="Freeform 1573">
              <a:extLst>
                <a:ext uri="{FF2B5EF4-FFF2-40B4-BE49-F238E27FC236}">
                  <a16:creationId xmlns:a16="http://schemas.microsoft.com/office/drawing/2014/main" id="{7672FD46-A20F-9F4F-BB07-6D3D0EAAA39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5" name="Freeform 1574">
              <a:extLst>
                <a:ext uri="{FF2B5EF4-FFF2-40B4-BE49-F238E27FC236}">
                  <a16:creationId xmlns:a16="http://schemas.microsoft.com/office/drawing/2014/main" id="{92E0B531-7C73-C948-B6FD-FEE140093FD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6" name="Freeform 1575">
              <a:extLst>
                <a:ext uri="{FF2B5EF4-FFF2-40B4-BE49-F238E27FC236}">
                  <a16:creationId xmlns:a16="http://schemas.microsoft.com/office/drawing/2014/main" id="{9B87F396-CD0A-2B45-96DF-1E53C926960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1E016545-BFEC-F746-9A65-FC201A2DD32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8" name="Freeform 1577">
              <a:extLst>
                <a:ext uri="{FF2B5EF4-FFF2-40B4-BE49-F238E27FC236}">
                  <a16:creationId xmlns:a16="http://schemas.microsoft.com/office/drawing/2014/main" id="{5F2C994D-7535-3346-89E3-AED8857C04D9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9" name="Freeform 1578">
              <a:extLst>
                <a:ext uri="{FF2B5EF4-FFF2-40B4-BE49-F238E27FC236}">
                  <a16:creationId xmlns:a16="http://schemas.microsoft.com/office/drawing/2014/main" id="{85DA4B0E-0005-D044-BF8B-4B95FB46DD0F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0" name="Freeform 1579">
              <a:extLst>
                <a:ext uri="{FF2B5EF4-FFF2-40B4-BE49-F238E27FC236}">
                  <a16:creationId xmlns:a16="http://schemas.microsoft.com/office/drawing/2014/main" id="{A7A88E29-E489-F34B-834D-21B6475400D6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424C75C9-7A60-4E4F-BF4A-B537FD98407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2" name="Freeform 1581">
              <a:extLst>
                <a:ext uri="{FF2B5EF4-FFF2-40B4-BE49-F238E27FC236}">
                  <a16:creationId xmlns:a16="http://schemas.microsoft.com/office/drawing/2014/main" id="{1DD80B7D-CAFF-4E4D-8C99-F9CCE0892D67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3" name="Freeform 1582">
              <a:extLst>
                <a:ext uri="{FF2B5EF4-FFF2-40B4-BE49-F238E27FC236}">
                  <a16:creationId xmlns:a16="http://schemas.microsoft.com/office/drawing/2014/main" id="{4F29C14C-1C07-F044-B4B0-372C039F31A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4" name="Freeform 1583">
              <a:extLst>
                <a:ext uri="{FF2B5EF4-FFF2-40B4-BE49-F238E27FC236}">
                  <a16:creationId xmlns:a16="http://schemas.microsoft.com/office/drawing/2014/main" id="{32A8AA0F-767B-D843-AD7B-DFC2CF52D20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5" name="Freeform 1584">
              <a:extLst>
                <a:ext uri="{FF2B5EF4-FFF2-40B4-BE49-F238E27FC236}">
                  <a16:creationId xmlns:a16="http://schemas.microsoft.com/office/drawing/2014/main" id="{886E5A59-4F6F-494D-A5C0-A1BDAC52992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6" name="Freeform 1585">
              <a:extLst>
                <a:ext uri="{FF2B5EF4-FFF2-40B4-BE49-F238E27FC236}">
                  <a16:creationId xmlns:a16="http://schemas.microsoft.com/office/drawing/2014/main" id="{4AF1228C-3C42-1C48-A6B8-6BFD2CD74D4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7" name="Freeform 1586">
              <a:extLst>
                <a:ext uri="{FF2B5EF4-FFF2-40B4-BE49-F238E27FC236}">
                  <a16:creationId xmlns:a16="http://schemas.microsoft.com/office/drawing/2014/main" id="{447FA425-DA82-DC42-8686-4BC5F5528E8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8" name="Freeform 1587">
              <a:extLst>
                <a:ext uri="{FF2B5EF4-FFF2-40B4-BE49-F238E27FC236}">
                  <a16:creationId xmlns:a16="http://schemas.microsoft.com/office/drawing/2014/main" id="{D12F0541-B475-AF47-AC94-516699095B9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89" name="Group 1588">
            <a:extLst>
              <a:ext uri="{FF2B5EF4-FFF2-40B4-BE49-F238E27FC236}">
                <a16:creationId xmlns:a16="http://schemas.microsoft.com/office/drawing/2014/main" id="{E1BAA3F4-EB5E-E140-B415-F4957AA65525}"/>
              </a:ext>
            </a:extLst>
          </p:cNvPr>
          <p:cNvGrpSpPr/>
          <p:nvPr/>
        </p:nvGrpSpPr>
        <p:grpSpPr>
          <a:xfrm>
            <a:off x="1733551" y="3941289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590" name="Freeform 1589">
              <a:extLst>
                <a:ext uri="{FF2B5EF4-FFF2-40B4-BE49-F238E27FC236}">
                  <a16:creationId xmlns:a16="http://schemas.microsoft.com/office/drawing/2014/main" id="{64244FB9-E9AE-9C40-BE4B-936A6F0CAA8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A9EDEE83-54F3-004F-90E4-FB6DD1A3DF65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2" name="Freeform 1591">
              <a:extLst>
                <a:ext uri="{FF2B5EF4-FFF2-40B4-BE49-F238E27FC236}">
                  <a16:creationId xmlns:a16="http://schemas.microsoft.com/office/drawing/2014/main" id="{168CAAFB-E1A6-1E48-9FD1-56A8315D5A8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3" name="Freeform 1592">
              <a:extLst>
                <a:ext uri="{FF2B5EF4-FFF2-40B4-BE49-F238E27FC236}">
                  <a16:creationId xmlns:a16="http://schemas.microsoft.com/office/drawing/2014/main" id="{C5057377-73A8-5345-80AA-8C5F45E51D25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EE994705-2E95-6640-BC6E-B3AAC77EB77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5" name="Freeform 1594">
              <a:extLst>
                <a:ext uri="{FF2B5EF4-FFF2-40B4-BE49-F238E27FC236}">
                  <a16:creationId xmlns:a16="http://schemas.microsoft.com/office/drawing/2014/main" id="{4723FE97-5D88-874A-9466-B056E467D62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6" name="Freeform 1595">
              <a:extLst>
                <a:ext uri="{FF2B5EF4-FFF2-40B4-BE49-F238E27FC236}">
                  <a16:creationId xmlns:a16="http://schemas.microsoft.com/office/drawing/2014/main" id="{6AFEE88A-09EA-DF42-9D90-85035ECA5EB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7" name="Freeform 1596">
              <a:extLst>
                <a:ext uri="{FF2B5EF4-FFF2-40B4-BE49-F238E27FC236}">
                  <a16:creationId xmlns:a16="http://schemas.microsoft.com/office/drawing/2014/main" id="{DEC2DC02-1E93-EA4C-974C-240A07F9158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8" name="Freeform 1597">
              <a:extLst>
                <a:ext uri="{FF2B5EF4-FFF2-40B4-BE49-F238E27FC236}">
                  <a16:creationId xmlns:a16="http://schemas.microsoft.com/office/drawing/2014/main" id="{12513998-A22E-FD4B-BF9C-AFBB5BDDF8A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9" name="Freeform 1598">
              <a:extLst>
                <a:ext uri="{FF2B5EF4-FFF2-40B4-BE49-F238E27FC236}">
                  <a16:creationId xmlns:a16="http://schemas.microsoft.com/office/drawing/2014/main" id="{EB10C2BD-DEFA-0141-BB69-0EB84427695D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0" name="Freeform 1599">
              <a:extLst>
                <a:ext uri="{FF2B5EF4-FFF2-40B4-BE49-F238E27FC236}">
                  <a16:creationId xmlns:a16="http://schemas.microsoft.com/office/drawing/2014/main" id="{323C80E9-E5F1-184C-B081-7005CEA61F2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1" name="Freeform 1600">
              <a:extLst>
                <a:ext uri="{FF2B5EF4-FFF2-40B4-BE49-F238E27FC236}">
                  <a16:creationId xmlns:a16="http://schemas.microsoft.com/office/drawing/2014/main" id="{465A0D42-89D4-2A46-B69A-4AA58E23165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2" name="Freeform 1601">
              <a:extLst>
                <a:ext uri="{FF2B5EF4-FFF2-40B4-BE49-F238E27FC236}">
                  <a16:creationId xmlns:a16="http://schemas.microsoft.com/office/drawing/2014/main" id="{05B77728-014F-D542-9EE4-AC83FD55D46C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3" name="Freeform 1602">
              <a:extLst>
                <a:ext uri="{FF2B5EF4-FFF2-40B4-BE49-F238E27FC236}">
                  <a16:creationId xmlns:a16="http://schemas.microsoft.com/office/drawing/2014/main" id="{1282CCF0-DC91-DD4E-9AC6-78B1052B6B3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4" name="Freeform 1603">
              <a:extLst>
                <a:ext uri="{FF2B5EF4-FFF2-40B4-BE49-F238E27FC236}">
                  <a16:creationId xmlns:a16="http://schemas.microsoft.com/office/drawing/2014/main" id="{FE8676AC-0BB5-B148-AFB0-333DCCF85BB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5" name="Freeform 1604">
              <a:extLst>
                <a:ext uri="{FF2B5EF4-FFF2-40B4-BE49-F238E27FC236}">
                  <a16:creationId xmlns:a16="http://schemas.microsoft.com/office/drawing/2014/main" id="{E39199DE-042B-9C41-AC37-46D9B3C727E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ED3C7638-010D-514A-AC9C-085983E4B463}"/>
              </a:ext>
            </a:extLst>
          </p:cNvPr>
          <p:cNvGrpSpPr/>
          <p:nvPr/>
        </p:nvGrpSpPr>
        <p:grpSpPr>
          <a:xfrm>
            <a:off x="2583675" y="3777087"/>
            <a:ext cx="1928362" cy="213634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607" name="Freeform 1606">
              <a:extLst>
                <a:ext uri="{FF2B5EF4-FFF2-40B4-BE49-F238E27FC236}">
                  <a16:creationId xmlns:a16="http://schemas.microsoft.com/office/drawing/2014/main" id="{EC0D8D93-5AA7-D94E-9D2A-4B413B3BB58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8" name="Freeform 1607">
              <a:extLst>
                <a:ext uri="{FF2B5EF4-FFF2-40B4-BE49-F238E27FC236}">
                  <a16:creationId xmlns:a16="http://schemas.microsoft.com/office/drawing/2014/main" id="{447FCB16-261E-8644-A613-4C242170623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9" name="Freeform 1608">
              <a:extLst>
                <a:ext uri="{FF2B5EF4-FFF2-40B4-BE49-F238E27FC236}">
                  <a16:creationId xmlns:a16="http://schemas.microsoft.com/office/drawing/2014/main" id="{FC200D4C-1829-C547-A346-500E86FFC1E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0" name="Freeform 1609">
              <a:extLst>
                <a:ext uri="{FF2B5EF4-FFF2-40B4-BE49-F238E27FC236}">
                  <a16:creationId xmlns:a16="http://schemas.microsoft.com/office/drawing/2014/main" id="{112D224C-E3D3-FF43-AF44-E7257C21D0E8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1" name="Freeform 1610">
              <a:extLst>
                <a:ext uri="{FF2B5EF4-FFF2-40B4-BE49-F238E27FC236}">
                  <a16:creationId xmlns:a16="http://schemas.microsoft.com/office/drawing/2014/main" id="{6640104A-2A0D-034D-91BA-0273998B4FB2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2" name="Freeform 1611">
              <a:extLst>
                <a:ext uri="{FF2B5EF4-FFF2-40B4-BE49-F238E27FC236}">
                  <a16:creationId xmlns:a16="http://schemas.microsoft.com/office/drawing/2014/main" id="{35D1BC23-4EA4-8F4A-8B64-3E1A30C2251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3" name="Freeform 1612">
              <a:extLst>
                <a:ext uri="{FF2B5EF4-FFF2-40B4-BE49-F238E27FC236}">
                  <a16:creationId xmlns:a16="http://schemas.microsoft.com/office/drawing/2014/main" id="{B868E33B-1145-D549-B983-9DCC3391DFF3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4" name="Freeform 1613">
              <a:extLst>
                <a:ext uri="{FF2B5EF4-FFF2-40B4-BE49-F238E27FC236}">
                  <a16:creationId xmlns:a16="http://schemas.microsoft.com/office/drawing/2014/main" id="{CB130073-F433-C84A-858C-FC56C2F2B3E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5" name="Freeform 1614">
              <a:extLst>
                <a:ext uri="{FF2B5EF4-FFF2-40B4-BE49-F238E27FC236}">
                  <a16:creationId xmlns:a16="http://schemas.microsoft.com/office/drawing/2014/main" id="{DC53B37B-7564-2E48-9EB5-5A8D7011B90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6" name="Freeform 1615">
              <a:extLst>
                <a:ext uri="{FF2B5EF4-FFF2-40B4-BE49-F238E27FC236}">
                  <a16:creationId xmlns:a16="http://schemas.microsoft.com/office/drawing/2014/main" id="{8B1A16E4-B0A7-0E42-9B28-5FE6F7A46C9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7" name="Freeform 1616">
              <a:extLst>
                <a:ext uri="{FF2B5EF4-FFF2-40B4-BE49-F238E27FC236}">
                  <a16:creationId xmlns:a16="http://schemas.microsoft.com/office/drawing/2014/main" id="{AEF665E5-A5FA-4541-8A48-EFB836969E2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8" name="Freeform 1617">
              <a:extLst>
                <a:ext uri="{FF2B5EF4-FFF2-40B4-BE49-F238E27FC236}">
                  <a16:creationId xmlns:a16="http://schemas.microsoft.com/office/drawing/2014/main" id="{5BBF3334-2879-AA4A-9B0C-5BE52E6BA29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9" name="Freeform 1618">
              <a:extLst>
                <a:ext uri="{FF2B5EF4-FFF2-40B4-BE49-F238E27FC236}">
                  <a16:creationId xmlns:a16="http://schemas.microsoft.com/office/drawing/2014/main" id="{F2F8DE8F-D918-FC41-AE24-51F6B3ACF61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0" name="Freeform 1619">
              <a:extLst>
                <a:ext uri="{FF2B5EF4-FFF2-40B4-BE49-F238E27FC236}">
                  <a16:creationId xmlns:a16="http://schemas.microsoft.com/office/drawing/2014/main" id="{4F9EBDA1-7DF1-F944-8986-828A924D421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1" name="Freeform 1620">
              <a:extLst>
                <a:ext uri="{FF2B5EF4-FFF2-40B4-BE49-F238E27FC236}">
                  <a16:creationId xmlns:a16="http://schemas.microsoft.com/office/drawing/2014/main" id="{43353BA2-82D9-374D-894C-F947FA68324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2" name="Freeform 1621">
              <a:extLst>
                <a:ext uri="{FF2B5EF4-FFF2-40B4-BE49-F238E27FC236}">
                  <a16:creationId xmlns:a16="http://schemas.microsoft.com/office/drawing/2014/main" id="{D13CF05B-59F6-734A-B6EA-282C311C708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23" name="Group 1622">
            <a:extLst>
              <a:ext uri="{FF2B5EF4-FFF2-40B4-BE49-F238E27FC236}">
                <a16:creationId xmlns:a16="http://schemas.microsoft.com/office/drawing/2014/main" id="{C91FDFB9-F161-554B-B3B8-AFD2835F7B9F}"/>
              </a:ext>
            </a:extLst>
          </p:cNvPr>
          <p:cNvGrpSpPr/>
          <p:nvPr/>
        </p:nvGrpSpPr>
        <p:grpSpPr>
          <a:xfrm>
            <a:off x="2141164" y="3886731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624" name="Freeform 1623">
              <a:extLst>
                <a:ext uri="{FF2B5EF4-FFF2-40B4-BE49-F238E27FC236}">
                  <a16:creationId xmlns:a16="http://schemas.microsoft.com/office/drawing/2014/main" id="{8367AD1E-E342-7C4E-830E-4DAB2C85C97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5" name="Freeform 1624">
              <a:extLst>
                <a:ext uri="{FF2B5EF4-FFF2-40B4-BE49-F238E27FC236}">
                  <a16:creationId xmlns:a16="http://schemas.microsoft.com/office/drawing/2014/main" id="{A968708B-F2B8-2B44-9257-6AAB0B22035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6" name="Freeform 1625">
              <a:extLst>
                <a:ext uri="{FF2B5EF4-FFF2-40B4-BE49-F238E27FC236}">
                  <a16:creationId xmlns:a16="http://schemas.microsoft.com/office/drawing/2014/main" id="{2C8F6259-01C6-1B4D-A44A-0F657DB857C5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7" name="Freeform 1626">
              <a:extLst>
                <a:ext uri="{FF2B5EF4-FFF2-40B4-BE49-F238E27FC236}">
                  <a16:creationId xmlns:a16="http://schemas.microsoft.com/office/drawing/2014/main" id="{ACE2073C-6632-464C-84FD-542284A473E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8" name="Freeform 1627">
              <a:extLst>
                <a:ext uri="{FF2B5EF4-FFF2-40B4-BE49-F238E27FC236}">
                  <a16:creationId xmlns:a16="http://schemas.microsoft.com/office/drawing/2014/main" id="{CE7FA95F-D9AE-AB4A-8CA4-CE012145BBE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9" name="Freeform 1628">
              <a:extLst>
                <a:ext uri="{FF2B5EF4-FFF2-40B4-BE49-F238E27FC236}">
                  <a16:creationId xmlns:a16="http://schemas.microsoft.com/office/drawing/2014/main" id="{D2CFA671-4BA8-C142-B7BF-3DDB81037C5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0" name="Freeform 1629">
              <a:extLst>
                <a:ext uri="{FF2B5EF4-FFF2-40B4-BE49-F238E27FC236}">
                  <a16:creationId xmlns:a16="http://schemas.microsoft.com/office/drawing/2014/main" id="{96D576B8-0B3A-D741-8035-B33FE866CA4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1" name="Freeform 1630">
              <a:extLst>
                <a:ext uri="{FF2B5EF4-FFF2-40B4-BE49-F238E27FC236}">
                  <a16:creationId xmlns:a16="http://schemas.microsoft.com/office/drawing/2014/main" id="{A881CE55-FF33-F942-9560-956BD074259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2" name="Freeform 1631">
              <a:extLst>
                <a:ext uri="{FF2B5EF4-FFF2-40B4-BE49-F238E27FC236}">
                  <a16:creationId xmlns:a16="http://schemas.microsoft.com/office/drawing/2014/main" id="{C93D0BCE-B531-A34D-B36A-D2E5A934E4D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3" name="Freeform 1632">
              <a:extLst>
                <a:ext uri="{FF2B5EF4-FFF2-40B4-BE49-F238E27FC236}">
                  <a16:creationId xmlns:a16="http://schemas.microsoft.com/office/drawing/2014/main" id="{24D39370-DBF7-1F4C-B514-1388F59F5A3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4" name="Freeform 1633">
              <a:extLst>
                <a:ext uri="{FF2B5EF4-FFF2-40B4-BE49-F238E27FC236}">
                  <a16:creationId xmlns:a16="http://schemas.microsoft.com/office/drawing/2014/main" id="{629B73D8-17FC-1344-9AD5-201486A8A4F7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5" name="Freeform 1634">
              <a:extLst>
                <a:ext uri="{FF2B5EF4-FFF2-40B4-BE49-F238E27FC236}">
                  <a16:creationId xmlns:a16="http://schemas.microsoft.com/office/drawing/2014/main" id="{CA95E9AD-3B1C-8948-8B71-A1FC9B2C4AA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6" name="Freeform 1635">
              <a:extLst>
                <a:ext uri="{FF2B5EF4-FFF2-40B4-BE49-F238E27FC236}">
                  <a16:creationId xmlns:a16="http://schemas.microsoft.com/office/drawing/2014/main" id="{C8422188-237D-1A4E-9BC3-7240821E46B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7" name="Freeform 1636">
              <a:extLst>
                <a:ext uri="{FF2B5EF4-FFF2-40B4-BE49-F238E27FC236}">
                  <a16:creationId xmlns:a16="http://schemas.microsoft.com/office/drawing/2014/main" id="{0F3447D2-4B12-5B4F-BFA5-1FE200FD0DF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8" name="Freeform 1637">
              <a:extLst>
                <a:ext uri="{FF2B5EF4-FFF2-40B4-BE49-F238E27FC236}">
                  <a16:creationId xmlns:a16="http://schemas.microsoft.com/office/drawing/2014/main" id="{270EA7BF-474B-D741-9C06-45E495C48C9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9" name="Freeform 1638">
              <a:extLst>
                <a:ext uri="{FF2B5EF4-FFF2-40B4-BE49-F238E27FC236}">
                  <a16:creationId xmlns:a16="http://schemas.microsoft.com/office/drawing/2014/main" id="{C85FEFA6-77CE-4149-A86F-96F0FAAFCB9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40" name="Group 1639">
            <a:extLst>
              <a:ext uri="{FF2B5EF4-FFF2-40B4-BE49-F238E27FC236}">
                <a16:creationId xmlns:a16="http://schemas.microsoft.com/office/drawing/2014/main" id="{F2422B71-F25B-D14E-8AF8-761A7FB8CD7E}"/>
              </a:ext>
            </a:extLst>
          </p:cNvPr>
          <p:cNvGrpSpPr/>
          <p:nvPr/>
        </p:nvGrpSpPr>
        <p:grpSpPr>
          <a:xfrm>
            <a:off x="663427" y="4892889"/>
            <a:ext cx="727277" cy="1085036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641" name="Freeform 1640">
              <a:extLst>
                <a:ext uri="{FF2B5EF4-FFF2-40B4-BE49-F238E27FC236}">
                  <a16:creationId xmlns:a16="http://schemas.microsoft.com/office/drawing/2014/main" id="{FB3F6333-D823-6847-B148-E99EDF449D2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2" name="Freeform 1641">
              <a:extLst>
                <a:ext uri="{FF2B5EF4-FFF2-40B4-BE49-F238E27FC236}">
                  <a16:creationId xmlns:a16="http://schemas.microsoft.com/office/drawing/2014/main" id="{41B5C291-DEB9-1C4A-82BC-60B301FFF0B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3" name="Freeform 1642">
              <a:extLst>
                <a:ext uri="{FF2B5EF4-FFF2-40B4-BE49-F238E27FC236}">
                  <a16:creationId xmlns:a16="http://schemas.microsoft.com/office/drawing/2014/main" id="{63AE4CB3-5E2B-BC4D-B091-88E7C63A26FA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4" name="Freeform 1643">
              <a:extLst>
                <a:ext uri="{FF2B5EF4-FFF2-40B4-BE49-F238E27FC236}">
                  <a16:creationId xmlns:a16="http://schemas.microsoft.com/office/drawing/2014/main" id="{71DA66F6-8D1C-2541-8BF3-1FBEE33D5FB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5" name="Freeform 1644">
              <a:extLst>
                <a:ext uri="{FF2B5EF4-FFF2-40B4-BE49-F238E27FC236}">
                  <a16:creationId xmlns:a16="http://schemas.microsoft.com/office/drawing/2014/main" id="{D32BA414-00AB-2F4C-BCDB-4052B6BA458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6" name="Freeform 1645">
              <a:extLst>
                <a:ext uri="{FF2B5EF4-FFF2-40B4-BE49-F238E27FC236}">
                  <a16:creationId xmlns:a16="http://schemas.microsoft.com/office/drawing/2014/main" id="{D63BA0C5-0BFC-344A-B85D-3BA2AD82468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7" name="Freeform 1646">
              <a:extLst>
                <a:ext uri="{FF2B5EF4-FFF2-40B4-BE49-F238E27FC236}">
                  <a16:creationId xmlns:a16="http://schemas.microsoft.com/office/drawing/2014/main" id="{BCD3D00C-585D-2440-AAA6-BB6BF79C9AB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8" name="Freeform 1647">
              <a:extLst>
                <a:ext uri="{FF2B5EF4-FFF2-40B4-BE49-F238E27FC236}">
                  <a16:creationId xmlns:a16="http://schemas.microsoft.com/office/drawing/2014/main" id="{451E6D96-31E6-7A4F-8B09-5B94FA2AD96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9" name="Freeform 1648">
              <a:extLst>
                <a:ext uri="{FF2B5EF4-FFF2-40B4-BE49-F238E27FC236}">
                  <a16:creationId xmlns:a16="http://schemas.microsoft.com/office/drawing/2014/main" id="{77BDE4A7-5200-E34F-A22D-AACAFAFF7AD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0" name="Freeform 1649">
              <a:extLst>
                <a:ext uri="{FF2B5EF4-FFF2-40B4-BE49-F238E27FC236}">
                  <a16:creationId xmlns:a16="http://schemas.microsoft.com/office/drawing/2014/main" id="{BB248FA7-23AF-DA42-A7F4-B01121174E8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1" name="Freeform 1650">
              <a:extLst>
                <a:ext uri="{FF2B5EF4-FFF2-40B4-BE49-F238E27FC236}">
                  <a16:creationId xmlns:a16="http://schemas.microsoft.com/office/drawing/2014/main" id="{75B3577F-983A-954A-ADB1-488F062E9C4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2" name="Freeform 1651">
              <a:extLst>
                <a:ext uri="{FF2B5EF4-FFF2-40B4-BE49-F238E27FC236}">
                  <a16:creationId xmlns:a16="http://schemas.microsoft.com/office/drawing/2014/main" id="{0B7A2D86-D0FD-5F4D-9A78-C90BA8B40E8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3" name="Freeform 1652">
              <a:extLst>
                <a:ext uri="{FF2B5EF4-FFF2-40B4-BE49-F238E27FC236}">
                  <a16:creationId xmlns:a16="http://schemas.microsoft.com/office/drawing/2014/main" id="{5E2549E5-14D0-A44C-A78A-5956B6B422F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4" name="Freeform 1653">
              <a:extLst>
                <a:ext uri="{FF2B5EF4-FFF2-40B4-BE49-F238E27FC236}">
                  <a16:creationId xmlns:a16="http://schemas.microsoft.com/office/drawing/2014/main" id="{41C890F4-755F-E44A-AB5E-5B3E8D754DC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5" name="Freeform 1654">
              <a:extLst>
                <a:ext uri="{FF2B5EF4-FFF2-40B4-BE49-F238E27FC236}">
                  <a16:creationId xmlns:a16="http://schemas.microsoft.com/office/drawing/2014/main" id="{F0F4F106-5FE9-BE42-95A3-335E1FD5D0C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6" name="Freeform 1655">
              <a:extLst>
                <a:ext uri="{FF2B5EF4-FFF2-40B4-BE49-F238E27FC236}">
                  <a16:creationId xmlns:a16="http://schemas.microsoft.com/office/drawing/2014/main" id="{7EFFF285-70F8-784A-9D1A-DF7D874413C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57" name="Group 1656">
            <a:extLst>
              <a:ext uri="{FF2B5EF4-FFF2-40B4-BE49-F238E27FC236}">
                <a16:creationId xmlns:a16="http://schemas.microsoft.com/office/drawing/2014/main" id="{6F25035D-6C24-1E46-AABD-7791CF814337}"/>
              </a:ext>
            </a:extLst>
          </p:cNvPr>
          <p:cNvGrpSpPr/>
          <p:nvPr/>
        </p:nvGrpSpPr>
        <p:grpSpPr>
          <a:xfrm>
            <a:off x="4044814" y="3916074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658" name="Freeform 1657">
              <a:extLst>
                <a:ext uri="{FF2B5EF4-FFF2-40B4-BE49-F238E27FC236}">
                  <a16:creationId xmlns:a16="http://schemas.microsoft.com/office/drawing/2014/main" id="{90DC7E30-7BB5-1147-9441-62E91743348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9" name="Freeform 1658">
              <a:extLst>
                <a:ext uri="{FF2B5EF4-FFF2-40B4-BE49-F238E27FC236}">
                  <a16:creationId xmlns:a16="http://schemas.microsoft.com/office/drawing/2014/main" id="{4FEF44FC-E62F-D74E-B4CE-284B58E208B3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0" name="Freeform 1659">
              <a:extLst>
                <a:ext uri="{FF2B5EF4-FFF2-40B4-BE49-F238E27FC236}">
                  <a16:creationId xmlns:a16="http://schemas.microsoft.com/office/drawing/2014/main" id="{3965C140-3703-8B4C-8828-DC2027BA79A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1" name="Freeform 1660">
              <a:extLst>
                <a:ext uri="{FF2B5EF4-FFF2-40B4-BE49-F238E27FC236}">
                  <a16:creationId xmlns:a16="http://schemas.microsoft.com/office/drawing/2014/main" id="{FF4DA8DE-4F4C-8040-B2C7-C62C04FCB60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2" name="Freeform 1661">
              <a:extLst>
                <a:ext uri="{FF2B5EF4-FFF2-40B4-BE49-F238E27FC236}">
                  <a16:creationId xmlns:a16="http://schemas.microsoft.com/office/drawing/2014/main" id="{0C85021B-04A0-6340-86F3-B54471C9AAC7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3" name="Freeform 1662">
              <a:extLst>
                <a:ext uri="{FF2B5EF4-FFF2-40B4-BE49-F238E27FC236}">
                  <a16:creationId xmlns:a16="http://schemas.microsoft.com/office/drawing/2014/main" id="{06506CB1-276E-E143-AEAE-DAAB7A68D2F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4" name="Freeform 1663">
              <a:extLst>
                <a:ext uri="{FF2B5EF4-FFF2-40B4-BE49-F238E27FC236}">
                  <a16:creationId xmlns:a16="http://schemas.microsoft.com/office/drawing/2014/main" id="{010E7789-53F1-8847-A87B-E4BE1D26830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5" name="Freeform 1664">
              <a:extLst>
                <a:ext uri="{FF2B5EF4-FFF2-40B4-BE49-F238E27FC236}">
                  <a16:creationId xmlns:a16="http://schemas.microsoft.com/office/drawing/2014/main" id="{10E539D6-2C51-3546-8380-268038DC321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6" name="Freeform 1665">
              <a:extLst>
                <a:ext uri="{FF2B5EF4-FFF2-40B4-BE49-F238E27FC236}">
                  <a16:creationId xmlns:a16="http://schemas.microsoft.com/office/drawing/2014/main" id="{4A37647A-6A02-EB40-8FAB-20558AEA0CA3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7" name="Freeform 1666">
              <a:extLst>
                <a:ext uri="{FF2B5EF4-FFF2-40B4-BE49-F238E27FC236}">
                  <a16:creationId xmlns:a16="http://schemas.microsoft.com/office/drawing/2014/main" id="{40A8453B-5414-B246-9308-D19D3A7FB2E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8" name="Freeform 1667">
              <a:extLst>
                <a:ext uri="{FF2B5EF4-FFF2-40B4-BE49-F238E27FC236}">
                  <a16:creationId xmlns:a16="http://schemas.microsoft.com/office/drawing/2014/main" id="{4AF09392-01F5-A84B-ACD5-20E5DEFFA02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solidFill>
              <a:srgbClr val="7F5A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9" name="Freeform 1668">
              <a:extLst>
                <a:ext uri="{FF2B5EF4-FFF2-40B4-BE49-F238E27FC236}">
                  <a16:creationId xmlns:a16="http://schemas.microsoft.com/office/drawing/2014/main" id="{58A418EB-8C6A-014D-8E65-8331CF49890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0" name="Freeform 1669">
              <a:extLst>
                <a:ext uri="{FF2B5EF4-FFF2-40B4-BE49-F238E27FC236}">
                  <a16:creationId xmlns:a16="http://schemas.microsoft.com/office/drawing/2014/main" id="{ECAAC3CA-DC84-9348-BFDC-9CB22F5D736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1" name="Freeform 1670">
              <a:extLst>
                <a:ext uri="{FF2B5EF4-FFF2-40B4-BE49-F238E27FC236}">
                  <a16:creationId xmlns:a16="http://schemas.microsoft.com/office/drawing/2014/main" id="{F5F257ED-5201-6946-A4AC-ABB439823DA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2" name="Freeform 1671">
              <a:extLst>
                <a:ext uri="{FF2B5EF4-FFF2-40B4-BE49-F238E27FC236}">
                  <a16:creationId xmlns:a16="http://schemas.microsoft.com/office/drawing/2014/main" id="{EF4C5BF7-3DEF-0E48-83BC-65D87128B692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3" name="Freeform 1672">
              <a:extLst>
                <a:ext uri="{FF2B5EF4-FFF2-40B4-BE49-F238E27FC236}">
                  <a16:creationId xmlns:a16="http://schemas.microsoft.com/office/drawing/2014/main" id="{5C74B7EE-26F0-0642-9FBF-FEF55C3D924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74" name="Group 1673">
            <a:extLst>
              <a:ext uri="{FF2B5EF4-FFF2-40B4-BE49-F238E27FC236}">
                <a16:creationId xmlns:a16="http://schemas.microsoft.com/office/drawing/2014/main" id="{1739B11E-C21F-E94F-96F1-354C20D21B7C}"/>
              </a:ext>
            </a:extLst>
          </p:cNvPr>
          <p:cNvGrpSpPr/>
          <p:nvPr/>
        </p:nvGrpSpPr>
        <p:grpSpPr>
          <a:xfrm>
            <a:off x="917511" y="4585453"/>
            <a:ext cx="990352" cy="1434747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675" name="Freeform 1674">
              <a:extLst>
                <a:ext uri="{FF2B5EF4-FFF2-40B4-BE49-F238E27FC236}">
                  <a16:creationId xmlns:a16="http://schemas.microsoft.com/office/drawing/2014/main" id="{4FEE0574-8692-034D-A4B8-F7019968A39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6" name="Freeform 1675">
              <a:extLst>
                <a:ext uri="{FF2B5EF4-FFF2-40B4-BE49-F238E27FC236}">
                  <a16:creationId xmlns:a16="http://schemas.microsoft.com/office/drawing/2014/main" id="{21D08EF0-AF90-834C-81C2-D9F53398F98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7" name="Freeform 1676">
              <a:extLst>
                <a:ext uri="{FF2B5EF4-FFF2-40B4-BE49-F238E27FC236}">
                  <a16:creationId xmlns:a16="http://schemas.microsoft.com/office/drawing/2014/main" id="{D46DD041-9ACA-5244-9F9C-E2AA321DAB1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D598A8A6-6F91-C244-846C-C0077BC3251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9" name="Freeform 1678">
              <a:extLst>
                <a:ext uri="{FF2B5EF4-FFF2-40B4-BE49-F238E27FC236}">
                  <a16:creationId xmlns:a16="http://schemas.microsoft.com/office/drawing/2014/main" id="{F3949EED-9194-9446-A3D3-D9470572C16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0" name="Freeform 1679">
              <a:extLst>
                <a:ext uri="{FF2B5EF4-FFF2-40B4-BE49-F238E27FC236}">
                  <a16:creationId xmlns:a16="http://schemas.microsoft.com/office/drawing/2014/main" id="{4D53A9D7-39C6-AA4D-A3DB-1369E494AC00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1" name="Freeform 1680">
              <a:extLst>
                <a:ext uri="{FF2B5EF4-FFF2-40B4-BE49-F238E27FC236}">
                  <a16:creationId xmlns:a16="http://schemas.microsoft.com/office/drawing/2014/main" id="{E44D9FFF-309D-9E41-B4D8-7E963235DE7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2" name="Freeform 1681">
              <a:extLst>
                <a:ext uri="{FF2B5EF4-FFF2-40B4-BE49-F238E27FC236}">
                  <a16:creationId xmlns:a16="http://schemas.microsoft.com/office/drawing/2014/main" id="{909C7E38-110E-A745-B2C7-BB53B733170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3" name="Freeform 1682">
              <a:extLst>
                <a:ext uri="{FF2B5EF4-FFF2-40B4-BE49-F238E27FC236}">
                  <a16:creationId xmlns:a16="http://schemas.microsoft.com/office/drawing/2014/main" id="{F59ADC37-D23E-C94F-9937-B791E5BA717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4" name="Freeform 1683">
              <a:extLst>
                <a:ext uri="{FF2B5EF4-FFF2-40B4-BE49-F238E27FC236}">
                  <a16:creationId xmlns:a16="http://schemas.microsoft.com/office/drawing/2014/main" id="{0D9032B9-8397-724C-A346-1EF643019A72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5" name="Freeform 1684">
              <a:extLst>
                <a:ext uri="{FF2B5EF4-FFF2-40B4-BE49-F238E27FC236}">
                  <a16:creationId xmlns:a16="http://schemas.microsoft.com/office/drawing/2014/main" id="{7F180965-7DCA-3B46-9B74-069E6C7BAD05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6" name="Freeform 1685">
              <a:extLst>
                <a:ext uri="{FF2B5EF4-FFF2-40B4-BE49-F238E27FC236}">
                  <a16:creationId xmlns:a16="http://schemas.microsoft.com/office/drawing/2014/main" id="{F10646D6-CE9C-4F49-B027-8906F48B3FE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7" name="Freeform 1686">
              <a:extLst>
                <a:ext uri="{FF2B5EF4-FFF2-40B4-BE49-F238E27FC236}">
                  <a16:creationId xmlns:a16="http://schemas.microsoft.com/office/drawing/2014/main" id="{4EED7434-E3FA-E24B-9540-56E3F08DF83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8" name="Freeform 1687">
              <a:extLst>
                <a:ext uri="{FF2B5EF4-FFF2-40B4-BE49-F238E27FC236}">
                  <a16:creationId xmlns:a16="http://schemas.microsoft.com/office/drawing/2014/main" id="{867BD477-7D6C-6E4A-98BA-223CB3154F7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9" name="Freeform 1688">
              <a:extLst>
                <a:ext uri="{FF2B5EF4-FFF2-40B4-BE49-F238E27FC236}">
                  <a16:creationId xmlns:a16="http://schemas.microsoft.com/office/drawing/2014/main" id="{4BD802D5-050B-BA44-93B0-E0578A3904D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0" name="Freeform 1689">
              <a:extLst>
                <a:ext uri="{FF2B5EF4-FFF2-40B4-BE49-F238E27FC236}">
                  <a16:creationId xmlns:a16="http://schemas.microsoft.com/office/drawing/2014/main" id="{5F70AD4F-40A8-C84C-BA83-294F9B9E040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91" name="Group 1690">
            <a:extLst>
              <a:ext uri="{FF2B5EF4-FFF2-40B4-BE49-F238E27FC236}">
                <a16:creationId xmlns:a16="http://schemas.microsoft.com/office/drawing/2014/main" id="{2F699C35-682F-BF4B-9118-4A3A9AF01C46}"/>
              </a:ext>
            </a:extLst>
          </p:cNvPr>
          <p:cNvGrpSpPr/>
          <p:nvPr/>
        </p:nvGrpSpPr>
        <p:grpSpPr>
          <a:xfrm>
            <a:off x="254768" y="5638408"/>
            <a:ext cx="288758" cy="26155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692" name="Freeform 1691">
              <a:extLst>
                <a:ext uri="{FF2B5EF4-FFF2-40B4-BE49-F238E27FC236}">
                  <a16:creationId xmlns:a16="http://schemas.microsoft.com/office/drawing/2014/main" id="{5C120678-C49E-2040-BD42-30A13BCAC07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3" name="Freeform 1692">
              <a:extLst>
                <a:ext uri="{FF2B5EF4-FFF2-40B4-BE49-F238E27FC236}">
                  <a16:creationId xmlns:a16="http://schemas.microsoft.com/office/drawing/2014/main" id="{FB8E06A4-B506-2941-899C-81EA680413F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4" name="Freeform 1693">
              <a:extLst>
                <a:ext uri="{FF2B5EF4-FFF2-40B4-BE49-F238E27FC236}">
                  <a16:creationId xmlns:a16="http://schemas.microsoft.com/office/drawing/2014/main" id="{CBCE661F-16EE-544B-8311-3AD650023FB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5" name="Freeform 1694">
              <a:extLst>
                <a:ext uri="{FF2B5EF4-FFF2-40B4-BE49-F238E27FC236}">
                  <a16:creationId xmlns:a16="http://schemas.microsoft.com/office/drawing/2014/main" id="{F7A74527-3AD3-AB4E-A8A2-A25C89C4F2C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6" name="Freeform 1695">
              <a:extLst>
                <a:ext uri="{FF2B5EF4-FFF2-40B4-BE49-F238E27FC236}">
                  <a16:creationId xmlns:a16="http://schemas.microsoft.com/office/drawing/2014/main" id="{D38F983F-51CB-3447-9CA1-B3FF6FF4EBA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7" name="Freeform 1696">
              <a:extLst>
                <a:ext uri="{FF2B5EF4-FFF2-40B4-BE49-F238E27FC236}">
                  <a16:creationId xmlns:a16="http://schemas.microsoft.com/office/drawing/2014/main" id="{3EF82E29-2B10-8C4D-9736-334D59FDB68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8" name="Freeform 1697">
              <a:extLst>
                <a:ext uri="{FF2B5EF4-FFF2-40B4-BE49-F238E27FC236}">
                  <a16:creationId xmlns:a16="http://schemas.microsoft.com/office/drawing/2014/main" id="{2EC43CA9-9449-764F-B6B1-F839CF08060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9" name="Freeform 1698">
              <a:extLst>
                <a:ext uri="{FF2B5EF4-FFF2-40B4-BE49-F238E27FC236}">
                  <a16:creationId xmlns:a16="http://schemas.microsoft.com/office/drawing/2014/main" id="{0714FFCE-5B0C-734E-8A0D-BF2DBA543D16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0" name="Freeform 1699">
              <a:extLst>
                <a:ext uri="{FF2B5EF4-FFF2-40B4-BE49-F238E27FC236}">
                  <a16:creationId xmlns:a16="http://schemas.microsoft.com/office/drawing/2014/main" id="{E14D60D9-B714-A640-8C20-BBBC02E1181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1" name="Freeform 1700">
              <a:extLst>
                <a:ext uri="{FF2B5EF4-FFF2-40B4-BE49-F238E27FC236}">
                  <a16:creationId xmlns:a16="http://schemas.microsoft.com/office/drawing/2014/main" id="{C10BCD9C-6D93-D04F-AC13-5BAD4705461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2" name="Freeform 1701">
              <a:extLst>
                <a:ext uri="{FF2B5EF4-FFF2-40B4-BE49-F238E27FC236}">
                  <a16:creationId xmlns:a16="http://schemas.microsoft.com/office/drawing/2014/main" id="{49DA7C28-628F-F547-B322-9CDFCB63316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3" name="Freeform 1702">
              <a:extLst>
                <a:ext uri="{FF2B5EF4-FFF2-40B4-BE49-F238E27FC236}">
                  <a16:creationId xmlns:a16="http://schemas.microsoft.com/office/drawing/2014/main" id="{071278D6-B480-8346-A7A3-1698AAB97B2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4" name="Freeform 1703">
              <a:extLst>
                <a:ext uri="{FF2B5EF4-FFF2-40B4-BE49-F238E27FC236}">
                  <a16:creationId xmlns:a16="http://schemas.microsoft.com/office/drawing/2014/main" id="{A47DFC5F-C25D-1E43-9884-7A941BC97420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5" name="Freeform 1704">
              <a:extLst>
                <a:ext uri="{FF2B5EF4-FFF2-40B4-BE49-F238E27FC236}">
                  <a16:creationId xmlns:a16="http://schemas.microsoft.com/office/drawing/2014/main" id="{264862A2-DCF0-1948-B2D3-C1C7F69E184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6" name="Freeform 1705">
              <a:extLst>
                <a:ext uri="{FF2B5EF4-FFF2-40B4-BE49-F238E27FC236}">
                  <a16:creationId xmlns:a16="http://schemas.microsoft.com/office/drawing/2014/main" id="{62E26A83-8025-1E4C-8B34-459CC14690C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7" name="Freeform 1706">
              <a:extLst>
                <a:ext uri="{FF2B5EF4-FFF2-40B4-BE49-F238E27FC236}">
                  <a16:creationId xmlns:a16="http://schemas.microsoft.com/office/drawing/2014/main" id="{E5CBB7CE-203C-AC4C-8A50-C18B278CD384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08" name="Group 1707">
            <a:extLst>
              <a:ext uri="{FF2B5EF4-FFF2-40B4-BE49-F238E27FC236}">
                <a16:creationId xmlns:a16="http://schemas.microsoft.com/office/drawing/2014/main" id="{1C768202-4B93-1541-A23A-2F2EDC71F336}"/>
              </a:ext>
            </a:extLst>
          </p:cNvPr>
          <p:cNvGrpSpPr/>
          <p:nvPr/>
        </p:nvGrpSpPr>
        <p:grpSpPr>
          <a:xfrm>
            <a:off x="518596" y="5339823"/>
            <a:ext cx="470885" cy="62476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1709" name="Freeform 1708">
              <a:extLst>
                <a:ext uri="{FF2B5EF4-FFF2-40B4-BE49-F238E27FC236}">
                  <a16:creationId xmlns:a16="http://schemas.microsoft.com/office/drawing/2014/main" id="{30455436-99EB-5946-BFAD-3F66887BBD8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0" name="Freeform 1709">
              <a:extLst>
                <a:ext uri="{FF2B5EF4-FFF2-40B4-BE49-F238E27FC236}">
                  <a16:creationId xmlns:a16="http://schemas.microsoft.com/office/drawing/2014/main" id="{9F97583D-29EB-FB46-A513-F5A52E670B7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1" name="Freeform 1710">
              <a:extLst>
                <a:ext uri="{FF2B5EF4-FFF2-40B4-BE49-F238E27FC236}">
                  <a16:creationId xmlns:a16="http://schemas.microsoft.com/office/drawing/2014/main" id="{BF23D92D-645F-C04F-87D2-D507D761C39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2" name="Freeform 1711">
              <a:extLst>
                <a:ext uri="{FF2B5EF4-FFF2-40B4-BE49-F238E27FC236}">
                  <a16:creationId xmlns:a16="http://schemas.microsoft.com/office/drawing/2014/main" id="{571A6449-F29B-FC4F-A69C-46629DA7C2D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E9BBCDA7-1CED-3841-AAC4-3232D1E6350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4" name="Freeform 1713">
              <a:extLst>
                <a:ext uri="{FF2B5EF4-FFF2-40B4-BE49-F238E27FC236}">
                  <a16:creationId xmlns:a16="http://schemas.microsoft.com/office/drawing/2014/main" id="{4A5AF2CB-6307-3C41-98AF-FCCAFAB3619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5" name="Freeform 1714">
              <a:extLst>
                <a:ext uri="{FF2B5EF4-FFF2-40B4-BE49-F238E27FC236}">
                  <a16:creationId xmlns:a16="http://schemas.microsoft.com/office/drawing/2014/main" id="{64739EBC-CF26-3E4E-92FB-A88B74F9505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6" name="Freeform 1715">
              <a:extLst>
                <a:ext uri="{FF2B5EF4-FFF2-40B4-BE49-F238E27FC236}">
                  <a16:creationId xmlns:a16="http://schemas.microsoft.com/office/drawing/2014/main" id="{AB8937CF-F109-C94C-BC03-091867EA32E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7" name="Freeform 1716">
              <a:extLst>
                <a:ext uri="{FF2B5EF4-FFF2-40B4-BE49-F238E27FC236}">
                  <a16:creationId xmlns:a16="http://schemas.microsoft.com/office/drawing/2014/main" id="{04C03DD5-3991-584D-AC21-B4ECD8A61A13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8" name="Freeform 1717">
              <a:extLst>
                <a:ext uri="{FF2B5EF4-FFF2-40B4-BE49-F238E27FC236}">
                  <a16:creationId xmlns:a16="http://schemas.microsoft.com/office/drawing/2014/main" id="{3EC3BF93-520F-CF47-ABE2-3CA831A6387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9" name="Freeform 1718">
              <a:extLst>
                <a:ext uri="{FF2B5EF4-FFF2-40B4-BE49-F238E27FC236}">
                  <a16:creationId xmlns:a16="http://schemas.microsoft.com/office/drawing/2014/main" id="{3BD0ADCF-68AF-0143-A65B-E85EBC9E6CA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0" name="Freeform 1719">
              <a:extLst>
                <a:ext uri="{FF2B5EF4-FFF2-40B4-BE49-F238E27FC236}">
                  <a16:creationId xmlns:a16="http://schemas.microsoft.com/office/drawing/2014/main" id="{F4B01B62-8C3B-2847-B8BC-42148E63A0D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1" name="Freeform 1720">
              <a:extLst>
                <a:ext uri="{FF2B5EF4-FFF2-40B4-BE49-F238E27FC236}">
                  <a16:creationId xmlns:a16="http://schemas.microsoft.com/office/drawing/2014/main" id="{1F6E1272-6BAE-594D-A14F-4717DF703AB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2" name="Freeform 1721">
              <a:extLst>
                <a:ext uri="{FF2B5EF4-FFF2-40B4-BE49-F238E27FC236}">
                  <a16:creationId xmlns:a16="http://schemas.microsoft.com/office/drawing/2014/main" id="{3007341E-C0BB-474E-A999-2E4C7C944C03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3" name="Freeform 1722">
              <a:extLst>
                <a:ext uri="{FF2B5EF4-FFF2-40B4-BE49-F238E27FC236}">
                  <a16:creationId xmlns:a16="http://schemas.microsoft.com/office/drawing/2014/main" id="{4DF1E984-F836-0149-9623-B62CEEAFEEB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4" name="Freeform 1723">
              <a:extLst>
                <a:ext uri="{FF2B5EF4-FFF2-40B4-BE49-F238E27FC236}">
                  <a16:creationId xmlns:a16="http://schemas.microsoft.com/office/drawing/2014/main" id="{756E8DAD-F97B-3747-A854-02FA9C921DA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5" name="Group 1724">
            <a:extLst>
              <a:ext uri="{FF2B5EF4-FFF2-40B4-BE49-F238E27FC236}">
                <a16:creationId xmlns:a16="http://schemas.microsoft.com/office/drawing/2014/main" id="{439D5698-84AF-1A49-8701-49846214004C}"/>
              </a:ext>
            </a:extLst>
          </p:cNvPr>
          <p:cNvGrpSpPr/>
          <p:nvPr/>
        </p:nvGrpSpPr>
        <p:grpSpPr>
          <a:xfrm>
            <a:off x="381995" y="5422073"/>
            <a:ext cx="323062" cy="54251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1726" name="Freeform 1725">
              <a:extLst>
                <a:ext uri="{FF2B5EF4-FFF2-40B4-BE49-F238E27FC236}">
                  <a16:creationId xmlns:a16="http://schemas.microsoft.com/office/drawing/2014/main" id="{DEDC4C04-5E37-834D-96B3-9AAC84F9ADE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7" name="Freeform 1726">
              <a:extLst>
                <a:ext uri="{FF2B5EF4-FFF2-40B4-BE49-F238E27FC236}">
                  <a16:creationId xmlns:a16="http://schemas.microsoft.com/office/drawing/2014/main" id="{61EB213D-04EB-6F41-ACD1-281E531B1FD3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8" name="Freeform 1727">
              <a:extLst>
                <a:ext uri="{FF2B5EF4-FFF2-40B4-BE49-F238E27FC236}">
                  <a16:creationId xmlns:a16="http://schemas.microsoft.com/office/drawing/2014/main" id="{DDC018AF-35BA-E640-848D-D35A9077A13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9" name="Freeform 1728">
              <a:extLst>
                <a:ext uri="{FF2B5EF4-FFF2-40B4-BE49-F238E27FC236}">
                  <a16:creationId xmlns:a16="http://schemas.microsoft.com/office/drawing/2014/main" id="{15E21795-5CD6-DD4C-92A2-E85EAA3D19B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0" name="Freeform 1729">
              <a:extLst>
                <a:ext uri="{FF2B5EF4-FFF2-40B4-BE49-F238E27FC236}">
                  <a16:creationId xmlns:a16="http://schemas.microsoft.com/office/drawing/2014/main" id="{9CCAE8BF-5754-CF42-AC96-5A1BA75957C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1" name="Freeform 1730">
              <a:extLst>
                <a:ext uri="{FF2B5EF4-FFF2-40B4-BE49-F238E27FC236}">
                  <a16:creationId xmlns:a16="http://schemas.microsoft.com/office/drawing/2014/main" id="{703AACF5-F832-DB46-A65C-14F3D619A5D6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2" name="Freeform 1731">
              <a:extLst>
                <a:ext uri="{FF2B5EF4-FFF2-40B4-BE49-F238E27FC236}">
                  <a16:creationId xmlns:a16="http://schemas.microsoft.com/office/drawing/2014/main" id="{3CAF2222-FE4B-B749-9166-0D42CDFBBC7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3" name="Freeform 1732">
              <a:extLst>
                <a:ext uri="{FF2B5EF4-FFF2-40B4-BE49-F238E27FC236}">
                  <a16:creationId xmlns:a16="http://schemas.microsoft.com/office/drawing/2014/main" id="{F2B8F599-BB55-B346-9442-C8D40857E04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4" name="Freeform 1733">
              <a:extLst>
                <a:ext uri="{FF2B5EF4-FFF2-40B4-BE49-F238E27FC236}">
                  <a16:creationId xmlns:a16="http://schemas.microsoft.com/office/drawing/2014/main" id="{14BE250A-32B0-BC42-9D9A-7A4C0DEAA3E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5" name="Freeform 1734">
              <a:extLst>
                <a:ext uri="{FF2B5EF4-FFF2-40B4-BE49-F238E27FC236}">
                  <a16:creationId xmlns:a16="http://schemas.microsoft.com/office/drawing/2014/main" id="{3A410505-6971-3445-A861-0AAC89866BCD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6" name="Freeform 1735">
              <a:extLst>
                <a:ext uri="{FF2B5EF4-FFF2-40B4-BE49-F238E27FC236}">
                  <a16:creationId xmlns:a16="http://schemas.microsoft.com/office/drawing/2014/main" id="{3D57917B-DCCF-4441-9CBE-40F3190871A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7" name="Freeform 1736">
              <a:extLst>
                <a:ext uri="{FF2B5EF4-FFF2-40B4-BE49-F238E27FC236}">
                  <a16:creationId xmlns:a16="http://schemas.microsoft.com/office/drawing/2014/main" id="{7661880A-0639-4345-B85B-530740F618E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8" name="Freeform 1737">
              <a:extLst>
                <a:ext uri="{FF2B5EF4-FFF2-40B4-BE49-F238E27FC236}">
                  <a16:creationId xmlns:a16="http://schemas.microsoft.com/office/drawing/2014/main" id="{FB395E14-970D-A347-B274-03E22D5D3AD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9" name="Freeform 1738">
              <a:extLst>
                <a:ext uri="{FF2B5EF4-FFF2-40B4-BE49-F238E27FC236}">
                  <a16:creationId xmlns:a16="http://schemas.microsoft.com/office/drawing/2014/main" id="{3F11F233-D7BA-B84B-A3D3-315BC39F2BED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0" name="Freeform 1739">
              <a:extLst>
                <a:ext uri="{FF2B5EF4-FFF2-40B4-BE49-F238E27FC236}">
                  <a16:creationId xmlns:a16="http://schemas.microsoft.com/office/drawing/2014/main" id="{3A0C3A2A-0B2C-BB46-B56A-FA8CC9C7F99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1" name="Freeform 1740">
              <a:extLst>
                <a:ext uri="{FF2B5EF4-FFF2-40B4-BE49-F238E27FC236}">
                  <a16:creationId xmlns:a16="http://schemas.microsoft.com/office/drawing/2014/main" id="{AF2D8561-A379-0A4D-8E1E-A9D39190248C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" name="Rectangle 1741">
            <a:extLst>
              <a:ext uri="{FF2B5EF4-FFF2-40B4-BE49-F238E27FC236}">
                <a16:creationId xmlns:a16="http://schemas.microsoft.com/office/drawing/2014/main" id="{85F63912-E632-BA40-8D73-E6AFAAA47437}"/>
              </a:ext>
            </a:extLst>
          </p:cNvPr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 w="25400" cap="flat" cmpd="sng" algn="ctr">
            <a:solidFill>
              <a:srgbClr val="9E160D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0" cap="none" spc="0" normalizeH="0" baseline="0" noProof="0">
              <a:ln>
                <a:noFill/>
              </a:ln>
              <a:solidFill>
                <a:srgbClr val="A5A5A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43" name="TextBox 1742">
            <a:extLst>
              <a:ext uri="{FF2B5EF4-FFF2-40B4-BE49-F238E27FC236}">
                <a16:creationId xmlns:a16="http://schemas.microsoft.com/office/drawing/2014/main" id="{9193EA19-FECF-1547-A85B-7E1C46922486}"/>
              </a:ext>
            </a:extLst>
          </p:cNvPr>
          <p:cNvSpPr txBox="1"/>
          <p:nvPr/>
        </p:nvSpPr>
        <p:spPr>
          <a:xfrm>
            <a:off x="505217" y="5964507"/>
            <a:ext cx="12871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Leaf-Out</a:t>
            </a:r>
          </a:p>
        </p:txBody>
      </p:sp>
      <p:sp>
        <p:nvSpPr>
          <p:cNvPr id="1744" name="TextBox 1743">
            <a:extLst>
              <a:ext uri="{FF2B5EF4-FFF2-40B4-BE49-F238E27FC236}">
                <a16:creationId xmlns:a16="http://schemas.microsoft.com/office/drawing/2014/main" id="{ABC5CD58-7505-8E48-99DE-481B6E8312F8}"/>
              </a:ext>
            </a:extLst>
          </p:cNvPr>
          <p:cNvSpPr txBox="1"/>
          <p:nvPr/>
        </p:nvSpPr>
        <p:spPr>
          <a:xfrm>
            <a:off x="2356627" y="5965209"/>
            <a:ext cx="11526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Growth</a:t>
            </a:r>
          </a:p>
        </p:txBody>
      </p:sp>
      <p:sp>
        <p:nvSpPr>
          <p:cNvPr id="1745" name="TextBox 1744">
            <a:extLst>
              <a:ext uri="{FF2B5EF4-FFF2-40B4-BE49-F238E27FC236}">
                <a16:creationId xmlns:a16="http://schemas.microsoft.com/office/drawing/2014/main" id="{41D1F7FA-C0DD-FF4E-A480-E4520E94DA63}"/>
              </a:ext>
            </a:extLst>
          </p:cNvPr>
          <p:cNvSpPr txBox="1"/>
          <p:nvPr/>
        </p:nvSpPr>
        <p:spPr>
          <a:xfrm>
            <a:off x="4252084" y="5945851"/>
            <a:ext cx="131350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Maturity</a:t>
            </a:r>
          </a:p>
        </p:txBody>
      </p:sp>
      <p:sp>
        <p:nvSpPr>
          <p:cNvPr id="1746" name="TextBox 1745">
            <a:extLst>
              <a:ext uri="{FF2B5EF4-FFF2-40B4-BE49-F238E27FC236}">
                <a16:creationId xmlns:a16="http://schemas.microsoft.com/office/drawing/2014/main" id="{A0A8904B-4D97-0641-87AD-64AB941B2FED}"/>
              </a:ext>
            </a:extLst>
          </p:cNvPr>
          <p:cNvSpPr txBox="1"/>
          <p:nvPr/>
        </p:nvSpPr>
        <p:spPr>
          <a:xfrm>
            <a:off x="6226269" y="5951403"/>
            <a:ext cx="255685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Stress/Senescence</a:t>
            </a:r>
          </a:p>
        </p:txBody>
      </p:sp>
      <p:cxnSp>
        <p:nvCxnSpPr>
          <p:cNvPr id="1747" name="Straight Connector 1746">
            <a:extLst>
              <a:ext uri="{FF2B5EF4-FFF2-40B4-BE49-F238E27FC236}">
                <a16:creationId xmlns:a16="http://schemas.microsoft.com/office/drawing/2014/main" id="{D22AE4B9-594E-9A43-8618-3931A640B6D0}"/>
              </a:ext>
            </a:extLst>
          </p:cNvPr>
          <p:cNvCxnSpPr>
            <a:cxnSpLocks/>
            <a:stCxn id="1743" idx="3"/>
          </p:cNvCxnSpPr>
          <p:nvPr/>
        </p:nvCxnSpPr>
        <p:spPr>
          <a:xfrm flipV="1">
            <a:off x="1792363" y="6192969"/>
            <a:ext cx="502920" cy="2371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sp>
        <p:nvSpPr>
          <p:cNvPr id="1748" name="TextBox 1747">
            <a:extLst>
              <a:ext uri="{FF2B5EF4-FFF2-40B4-BE49-F238E27FC236}">
                <a16:creationId xmlns:a16="http://schemas.microsoft.com/office/drawing/2014/main" id="{E030610B-6352-ED4D-89B9-4B7C86D1783A}"/>
              </a:ext>
            </a:extLst>
          </p:cNvPr>
          <p:cNvSpPr txBox="1"/>
          <p:nvPr/>
        </p:nvSpPr>
        <p:spPr>
          <a:xfrm>
            <a:off x="3976590" y="6312091"/>
            <a:ext cx="132472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4A311A"/>
                </a:solidFill>
                <a:effectLst/>
                <a:uLnTx/>
                <a:uFillTx/>
              </a:rPr>
              <a:t>Dormant</a:t>
            </a:r>
          </a:p>
        </p:txBody>
      </p:sp>
      <p:cxnSp>
        <p:nvCxnSpPr>
          <p:cNvPr id="1749" name="Curved Connector 1748">
            <a:extLst>
              <a:ext uri="{FF2B5EF4-FFF2-40B4-BE49-F238E27FC236}">
                <a16:creationId xmlns:a16="http://schemas.microsoft.com/office/drawing/2014/main" id="{8D39EF08-BA16-524A-B419-F70033ED733D}"/>
              </a:ext>
            </a:extLst>
          </p:cNvPr>
          <p:cNvCxnSpPr>
            <a:cxnSpLocks/>
            <a:stCxn id="1746" idx="3"/>
          </p:cNvCxnSpPr>
          <p:nvPr/>
        </p:nvCxnSpPr>
        <p:spPr>
          <a:xfrm flipH="1">
            <a:off x="5260287" y="6182236"/>
            <a:ext cx="3522836" cy="354104"/>
          </a:xfrm>
          <a:prstGeom prst="curvedConnector3">
            <a:avLst>
              <a:gd name="adj1" fmla="val -1298"/>
            </a:avLst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headEnd type="none" w="lg" len="sm"/>
            <a:tailEnd type="arrow" w="lg" len="sm"/>
          </a:ln>
          <a:effectLst/>
        </p:spPr>
      </p:cxnSp>
      <p:cxnSp>
        <p:nvCxnSpPr>
          <p:cNvPr id="1750" name="Curved Connector 1749">
            <a:extLst>
              <a:ext uri="{FF2B5EF4-FFF2-40B4-BE49-F238E27FC236}">
                <a16:creationId xmlns:a16="http://schemas.microsoft.com/office/drawing/2014/main" id="{7A6CE66F-2F2D-D44C-B800-4C5C4D0DC819}"/>
              </a:ext>
            </a:extLst>
          </p:cNvPr>
          <p:cNvCxnSpPr>
            <a:endCxn id="1743" idx="1"/>
          </p:cNvCxnSpPr>
          <p:nvPr/>
        </p:nvCxnSpPr>
        <p:spPr>
          <a:xfrm rot="10800000">
            <a:off x="505218" y="6195340"/>
            <a:ext cx="3466329" cy="391802"/>
          </a:xfrm>
          <a:prstGeom prst="curvedConnector3">
            <a:avLst>
              <a:gd name="adj1" fmla="val 106595"/>
            </a:avLst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headEnd type="none"/>
            <a:tailEnd type="arrow" w="lg" len="sm"/>
          </a:ln>
          <a:effectLst/>
        </p:spPr>
      </p:cxnSp>
      <p:cxnSp>
        <p:nvCxnSpPr>
          <p:cNvPr id="1751" name="Straight Connector 1750">
            <a:extLst>
              <a:ext uri="{FF2B5EF4-FFF2-40B4-BE49-F238E27FC236}">
                <a16:creationId xmlns:a16="http://schemas.microsoft.com/office/drawing/2014/main" id="{4D04B40D-7AF3-B44E-8179-92A321293C40}"/>
              </a:ext>
            </a:extLst>
          </p:cNvPr>
          <p:cNvCxnSpPr/>
          <p:nvPr/>
        </p:nvCxnSpPr>
        <p:spPr>
          <a:xfrm>
            <a:off x="3615951" y="6163387"/>
            <a:ext cx="502920" cy="702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cxnSp>
        <p:nvCxnSpPr>
          <p:cNvPr id="1752" name="Straight Connector 1751">
            <a:extLst>
              <a:ext uri="{FF2B5EF4-FFF2-40B4-BE49-F238E27FC236}">
                <a16:creationId xmlns:a16="http://schemas.microsoft.com/office/drawing/2014/main" id="{902FD476-D9D7-6741-81FE-9FAD16F394B1}"/>
              </a:ext>
            </a:extLst>
          </p:cNvPr>
          <p:cNvCxnSpPr/>
          <p:nvPr/>
        </p:nvCxnSpPr>
        <p:spPr>
          <a:xfrm>
            <a:off x="5641499" y="6163675"/>
            <a:ext cx="502920" cy="702"/>
          </a:xfrm>
          <a:prstGeom prst="line">
            <a:avLst/>
          </a:prstGeom>
          <a:noFill/>
          <a:ln w="25400" cap="flat" cmpd="sng" algn="ctr">
            <a:solidFill>
              <a:srgbClr val="9E160D"/>
            </a:solidFill>
            <a:prstDash val="solid"/>
            <a:miter lim="800000"/>
            <a:tailEnd type="arrow" w="lg" len="med"/>
          </a:ln>
          <a:effectLst/>
        </p:spPr>
      </p:cxnSp>
      <p:pic>
        <p:nvPicPr>
          <p:cNvPr id="1754" name="Picture 1753">
            <a:extLst>
              <a:ext uri="{FF2B5EF4-FFF2-40B4-BE49-F238E27FC236}">
                <a16:creationId xmlns:a16="http://schemas.microsoft.com/office/drawing/2014/main" id="{8EE2660A-5E92-7548-B50A-CF4CD101D9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cxnSp>
        <p:nvCxnSpPr>
          <p:cNvPr id="1755" name="Straight Arrow Connector 1754">
            <a:extLst>
              <a:ext uri="{FF2B5EF4-FFF2-40B4-BE49-F238E27FC236}">
                <a16:creationId xmlns:a16="http://schemas.microsoft.com/office/drawing/2014/main" id="{8D3C0CCE-9D3F-7C45-A32B-FDA8DA38D745}"/>
              </a:ext>
            </a:extLst>
          </p:cNvPr>
          <p:cNvCxnSpPr>
            <a:cxnSpLocks/>
          </p:cNvCxnSpPr>
          <p:nvPr/>
        </p:nvCxnSpPr>
        <p:spPr>
          <a:xfrm flipV="1">
            <a:off x="2156501" y="1890586"/>
            <a:ext cx="457200" cy="274805"/>
          </a:xfrm>
          <a:prstGeom prst="straightConnector1">
            <a:avLst/>
          </a:prstGeom>
          <a:noFill/>
          <a:ln w="101600" cap="sq" cmpd="sng" algn="ctr">
            <a:solidFill>
              <a:srgbClr val="4A311A"/>
            </a:solidFill>
            <a:prstDash val="solid"/>
            <a:miter lim="800000"/>
            <a:headEnd type="none"/>
            <a:tailEnd type="triangle" w="med" len="sm"/>
          </a:ln>
          <a:effectLst/>
        </p:spPr>
      </p:cxnSp>
      <p:pic>
        <p:nvPicPr>
          <p:cNvPr id="1756" name="Picture 1755">
            <a:extLst>
              <a:ext uri="{FF2B5EF4-FFF2-40B4-BE49-F238E27FC236}">
                <a16:creationId xmlns:a16="http://schemas.microsoft.com/office/drawing/2014/main" id="{3CAB3E84-FE10-3948-BF5F-B26CB22D5F9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0" y="-7377"/>
            <a:ext cx="2540581" cy="1413104"/>
          </a:xfrm>
          <a:prstGeom prst="rect">
            <a:avLst/>
          </a:prstGeom>
        </p:spPr>
      </p:pic>
      <p:pic>
        <p:nvPicPr>
          <p:cNvPr id="1757" name="Picture 1756">
            <a:extLst>
              <a:ext uri="{FF2B5EF4-FFF2-40B4-BE49-F238E27FC236}">
                <a16:creationId xmlns:a16="http://schemas.microsoft.com/office/drawing/2014/main" id="{B3C6778B-5B9C-B648-B113-F64A616EB3C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D24A3E-1849-F749-8622-741CF987C5F3}"/>
              </a:ext>
            </a:extLst>
          </p:cNvPr>
          <p:cNvGrpSpPr>
            <a:grpSpLocks noChangeAspect="1"/>
          </p:cNvGrpSpPr>
          <p:nvPr/>
        </p:nvGrpSpPr>
        <p:grpSpPr>
          <a:xfrm>
            <a:off x="5591550" y="4334672"/>
            <a:ext cx="1468012" cy="2823152"/>
            <a:chOff x="1660772" y="2092089"/>
            <a:chExt cx="2478228" cy="4765911"/>
          </a:xfrm>
        </p:grpSpPr>
        <p:sp>
          <p:nvSpPr>
            <p:cNvPr id="1759" name="Arc 1758">
              <a:extLst>
                <a:ext uri="{FF2B5EF4-FFF2-40B4-BE49-F238E27FC236}">
                  <a16:creationId xmlns:a16="http://schemas.microsoft.com/office/drawing/2014/main" id="{3AB9983B-A8DD-3D42-858C-33A5103E95D8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0" name="Arc 1759">
              <a:extLst>
                <a:ext uri="{FF2B5EF4-FFF2-40B4-BE49-F238E27FC236}">
                  <a16:creationId xmlns:a16="http://schemas.microsoft.com/office/drawing/2014/main" id="{7C92F2D2-6B4B-8D4E-8B3F-D962025175AB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1" name="Arc 1760">
              <a:extLst>
                <a:ext uri="{FF2B5EF4-FFF2-40B4-BE49-F238E27FC236}">
                  <a16:creationId xmlns:a16="http://schemas.microsoft.com/office/drawing/2014/main" id="{4BDF5FED-2C3C-4C42-90B5-05DE7A1B71C9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2" name="Oval 1761">
              <a:extLst>
                <a:ext uri="{FF2B5EF4-FFF2-40B4-BE49-F238E27FC236}">
                  <a16:creationId xmlns:a16="http://schemas.microsoft.com/office/drawing/2014/main" id="{A19F6EE3-F34D-E647-974F-114DA43F699E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A42208AD-2068-114E-B691-7B5936DC3CE4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4" name="Oval 1763">
              <a:extLst>
                <a:ext uri="{FF2B5EF4-FFF2-40B4-BE49-F238E27FC236}">
                  <a16:creationId xmlns:a16="http://schemas.microsoft.com/office/drawing/2014/main" id="{A8E188AE-8109-FD43-86AA-C40F6AEEF1F4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65" name="TextBox 1764">
            <a:extLst>
              <a:ext uri="{FF2B5EF4-FFF2-40B4-BE49-F238E27FC236}">
                <a16:creationId xmlns:a16="http://schemas.microsoft.com/office/drawing/2014/main" id="{E212A8DD-093B-EC43-AA29-75DB1B427B18}"/>
              </a:ext>
            </a:extLst>
          </p:cNvPr>
          <p:cNvSpPr txBox="1"/>
          <p:nvPr/>
        </p:nvSpPr>
        <p:spPr>
          <a:xfrm>
            <a:off x="3140614" y="5461960"/>
            <a:ext cx="2862771" cy="461665"/>
          </a:xfrm>
          <a:prstGeom prst="rect">
            <a:avLst/>
          </a:prstGeom>
          <a:solidFill>
            <a:srgbClr val="E1DBB4"/>
          </a:solidFill>
          <a:ln w="3175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pPr algn="ctr" defTabSz="914400"/>
            <a:r>
              <a:rPr lang="en-US" sz="2400" b="1" dirty="0">
                <a:solidFill>
                  <a:srgbClr val="4A311A"/>
                </a:solidFill>
                <a:latin typeface="Arial Rounded MT Bold"/>
                <a:cs typeface="Arial Rounded MT Bold"/>
              </a:rPr>
              <a:t>Phenology Stages</a:t>
            </a:r>
          </a:p>
        </p:txBody>
      </p:sp>
      <p:grpSp>
        <p:nvGrpSpPr>
          <p:cNvPr id="1766" name="Group 1765">
            <a:extLst>
              <a:ext uri="{FF2B5EF4-FFF2-40B4-BE49-F238E27FC236}">
                <a16:creationId xmlns:a16="http://schemas.microsoft.com/office/drawing/2014/main" id="{5BC56387-7165-864B-AE00-BC50183F63C8}"/>
              </a:ext>
            </a:extLst>
          </p:cNvPr>
          <p:cNvGrpSpPr>
            <a:grpSpLocks noChangeAspect="1"/>
          </p:cNvGrpSpPr>
          <p:nvPr/>
        </p:nvGrpSpPr>
        <p:grpSpPr>
          <a:xfrm>
            <a:off x="6670470" y="4693935"/>
            <a:ext cx="1121403" cy="2156584"/>
            <a:chOff x="1660772" y="2092089"/>
            <a:chExt cx="2478228" cy="4765911"/>
          </a:xfrm>
        </p:grpSpPr>
        <p:sp>
          <p:nvSpPr>
            <p:cNvPr id="1767" name="Arc 1766">
              <a:extLst>
                <a:ext uri="{FF2B5EF4-FFF2-40B4-BE49-F238E27FC236}">
                  <a16:creationId xmlns:a16="http://schemas.microsoft.com/office/drawing/2014/main" id="{42F42DE0-EA1A-5B46-BAC2-255F4112E842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8" name="Arc 1767">
              <a:extLst>
                <a:ext uri="{FF2B5EF4-FFF2-40B4-BE49-F238E27FC236}">
                  <a16:creationId xmlns:a16="http://schemas.microsoft.com/office/drawing/2014/main" id="{98B4744D-3268-9640-873D-0DBFECD7A2F8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9" name="Arc 1768">
              <a:extLst>
                <a:ext uri="{FF2B5EF4-FFF2-40B4-BE49-F238E27FC236}">
                  <a16:creationId xmlns:a16="http://schemas.microsoft.com/office/drawing/2014/main" id="{B17A7377-2D6C-7A4D-B64E-755F4A4AF407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0" name="Oval 1769">
              <a:extLst>
                <a:ext uri="{FF2B5EF4-FFF2-40B4-BE49-F238E27FC236}">
                  <a16:creationId xmlns:a16="http://schemas.microsoft.com/office/drawing/2014/main" id="{EC7E5980-F039-8B4A-B2E6-A1E46E8F2970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1" name="Oval 1770">
              <a:extLst>
                <a:ext uri="{FF2B5EF4-FFF2-40B4-BE49-F238E27FC236}">
                  <a16:creationId xmlns:a16="http://schemas.microsoft.com/office/drawing/2014/main" id="{624D5780-867E-1B45-A5C8-9EF959B4FB37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2" name="Oval 1771">
              <a:extLst>
                <a:ext uri="{FF2B5EF4-FFF2-40B4-BE49-F238E27FC236}">
                  <a16:creationId xmlns:a16="http://schemas.microsoft.com/office/drawing/2014/main" id="{917CDD44-0E13-6248-BC33-D91E4BFE8340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D0A319AB-BCDB-C946-A6A8-F47D28E01BD8}"/>
              </a:ext>
            </a:extLst>
          </p:cNvPr>
          <p:cNvGrpSpPr>
            <a:grpSpLocks noChangeAspect="1"/>
          </p:cNvGrpSpPr>
          <p:nvPr/>
        </p:nvGrpSpPr>
        <p:grpSpPr>
          <a:xfrm>
            <a:off x="6156008" y="4562553"/>
            <a:ext cx="1266541" cy="2435701"/>
            <a:chOff x="1660772" y="2092089"/>
            <a:chExt cx="2478228" cy="4765911"/>
          </a:xfrm>
        </p:grpSpPr>
        <p:sp>
          <p:nvSpPr>
            <p:cNvPr id="1774" name="Arc 1773">
              <a:extLst>
                <a:ext uri="{FF2B5EF4-FFF2-40B4-BE49-F238E27FC236}">
                  <a16:creationId xmlns:a16="http://schemas.microsoft.com/office/drawing/2014/main" id="{2343555F-A98D-754B-9A24-3A4BF0925015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5" name="Arc 1774">
              <a:extLst>
                <a:ext uri="{FF2B5EF4-FFF2-40B4-BE49-F238E27FC236}">
                  <a16:creationId xmlns:a16="http://schemas.microsoft.com/office/drawing/2014/main" id="{4B0FF0BE-6480-794B-BED1-5B4AE4500308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6" name="Arc 1775">
              <a:extLst>
                <a:ext uri="{FF2B5EF4-FFF2-40B4-BE49-F238E27FC236}">
                  <a16:creationId xmlns:a16="http://schemas.microsoft.com/office/drawing/2014/main" id="{D9F49615-8D81-BF48-9009-4B6C0C11313D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7" name="Oval 1776">
              <a:extLst>
                <a:ext uri="{FF2B5EF4-FFF2-40B4-BE49-F238E27FC236}">
                  <a16:creationId xmlns:a16="http://schemas.microsoft.com/office/drawing/2014/main" id="{FB555A1C-2DCC-C04C-B93B-DDDD706493BC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8" name="Oval 1777">
              <a:extLst>
                <a:ext uri="{FF2B5EF4-FFF2-40B4-BE49-F238E27FC236}">
                  <a16:creationId xmlns:a16="http://schemas.microsoft.com/office/drawing/2014/main" id="{BE414A51-A421-3B42-B0DE-DE95A7E08437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9" name="Oval 1778">
              <a:extLst>
                <a:ext uri="{FF2B5EF4-FFF2-40B4-BE49-F238E27FC236}">
                  <a16:creationId xmlns:a16="http://schemas.microsoft.com/office/drawing/2014/main" id="{88F1B627-AA73-6148-8B0D-098486ADD623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80" name="Group 1779">
            <a:extLst>
              <a:ext uri="{FF2B5EF4-FFF2-40B4-BE49-F238E27FC236}">
                <a16:creationId xmlns:a16="http://schemas.microsoft.com/office/drawing/2014/main" id="{D699E09D-0890-6C45-BD9D-4D6860806DB7}"/>
              </a:ext>
            </a:extLst>
          </p:cNvPr>
          <p:cNvGrpSpPr>
            <a:grpSpLocks noChangeAspect="1"/>
          </p:cNvGrpSpPr>
          <p:nvPr/>
        </p:nvGrpSpPr>
        <p:grpSpPr>
          <a:xfrm>
            <a:off x="8621016" y="5346617"/>
            <a:ext cx="502755" cy="966855"/>
            <a:chOff x="1660772" y="2092089"/>
            <a:chExt cx="2478228" cy="4765911"/>
          </a:xfrm>
        </p:grpSpPr>
        <p:sp>
          <p:nvSpPr>
            <p:cNvPr id="1781" name="Arc 1780">
              <a:extLst>
                <a:ext uri="{FF2B5EF4-FFF2-40B4-BE49-F238E27FC236}">
                  <a16:creationId xmlns:a16="http://schemas.microsoft.com/office/drawing/2014/main" id="{0B8CFE6B-B9FB-CE4D-B54D-6DCEEA590A49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2" name="Arc 1781">
              <a:extLst>
                <a:ext uri="{FF2B5EF4-FFF2-40B4-BE49-F238E27FC236}">
                  <a16:creationId xmlns:a16="http://schemas.microsoft.com/office/drawing/2014/main" id="{D7CEDF7F-CB15-5045-9B55-D377D1D5D1C7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3" name="Arc 1782">
              <a:extLst>
                <a:ext uri="{FF2B5EF4-FFF2-40B4-BE49-F238E27FC236}">
                  <a16:creationId xmlns:a16="http://schemas.microsoft.com/office/drawing/2014/main" id="{E5F88604-46D3-2145-865E-260814A570B8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4" name="Oval 1783">
              <a:extLst>
                <a:ext uri="{FF2B5EF4-FFF2-40B4-BE49-F238E27FC236}">
                  <a16:creationId xmlns:a16="http://schemas.microsoft.com/office/drawing/2014/main" id="{EC57BF1E-D6B1-7147-B7FA-8F481B9B7280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5" name="Oval 1784">
              <a:extLst>
                <a:ext uri="{FF2B5EF4-FFF2-40B4-BE49-F238E27FC236}">
                  <a16:creationId xmlns:a16="http://schemas.microsoft.com/office/drawing/2014/main" id="{F5DEA653-3425-3A47-8574-D7011EEADD37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6" name="Oval 1785">
              <a:extLst>
                <a:ext uri="{FF2B5EF4-FFF2-40B4-BE49-F238E27FC236}">
                  <a16:creationId xmlns:a16="http://schemas.microsoft.com/office/drawing/2014/main" id="{A57B42ED-F273-E342-A2DB-9C8261647A4B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87" name="Group 1786">
            <a:extLst>
              <a:ext uri="{FF2B5EF4-FFF2-40B4-BE49-F238E27FC236}">
                <a16:creationId xmlns:a16="http://schemas.microsoft.com/office/drawing/2014/main" id="{0FE43EC1-81AE-994E-9E1B-08F2E9531F52}"/>
              </a:ext>
            </a:extLst>
          </p:cNvPr>
          <p:cNvGrpSpPr>
            <a:grpSpLocks noChangeAspect="1"/>
          </p:cNvGrpSpPr>
          <p:nvPr/>
        </p:nvGrpSpPr>
        <p:grpSpPr>
          <a:xfrm>
            <a:off x="7215574" y="4961288"/>
            <a:ext cx="872683" cy="1678267"/>
            <a:chOff x="1660772" y="2092089"/>
            <a:chExt cx="2478228" cy="4765911"/>
          </a:xfrm>
        </p:grpSpPr>
        <p:sp>
          <p:nvSpPr>
            <p:cNvPr id="1788" name="Arc 1787">
              <a:extLst>
                <a:ext uri="{FF2B5EF4-FFF2-40B4-BE49-F238E27FC236}">
                  <a16:creationId xmlns:a16="http://schemas.microsoft.com/office/drawing/2014/main" id="{AAACAF1F-7E8D-CD42-B581-510E5D0FC8A5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9" name="Arc 1788">
              <a:extLst>
                <a:ext uri="{FF2B5EF4-FFF2-40B4-BE49-F238E27FC236}">
                  <a16:creationId xmlns:a16="http://schemas.microsoft.com/office/drawing/2014/main" id="{37335C63-E613-CD4F-A547-633DAD3D54AB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0" name="Arc 1789">
              <a:extLst>
                <a:ext uri="{FF2B5EF4-FFF2-40B4-BE49-F238E27FC236}">
                  <a16:creationId xmlns:a16="http://schemas.microsoft.com/office/drawing/2014/main" id="{A35D5C44-A1C7-EA4E-9A0B-3C59ECCC471C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1" name="Oval 1790">
              <a:extLst>
                <a:ext uri="{FF2B5EF4-FFF2-40B4-BE49-F238E27FC236}">
                  <a16:creationId xmlns:a16="http://schemas.microsoft.com/office/drawing/2014/main" id="{0B9561D8-AAC6-F24D-96A1-BF115AC77242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2" name="Oval 1791">
              <a:extLst>
                <a:ext uri="{FF2B5EF4-FFF2-40B4-BE49-F238E27FC236}">
                  <a16:creationId xmlns:a16="http://schemas.microsoft.com/office/drawing/2014/main" id="{71CE9133-4FCD-B745-A69E-A530866D2636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3" name="Oval 1792">
              <a:extLst>
                <a:ext uri="{FF2B5EF4-FFF2-40B4-BE49-F238E27FC236}">
                  <a16:creationId xmlns:a16="http://schemas.microsoft.com/office/drawing/2014/main" id="{5AFC82A9-5EB9-5C4F-899A-A55B8DA4B1A3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A30F7EF5-72F6-7341-A26F-8A25EF31A10E}"/>
              </a:ext>
            </a:extLst>
          </p:cNvPr>
          <p:cNvGrpSpPr>
            <a:grpSpLocks noChangeAspect="1"/>
          </p:cNvGrpSpPr>
          <p:nvPr/>
        </p:nvGrpSpPr>
        <p:grpSpPr>
          <a:xfrm>
            <a:off x="7948137" y="5083440"/>
            <a:ext cx="774792" cy="1490012"/>
            <a:chOff x="1660772" y="2092089"/>
            <a:chExt cx="2478228" cy="4765911"/>
          </a:xfrm>
        </p:grpSpPr>
        <p:sp>
          <p:nvSpPr>
            <p:cNvPr id="1795" name="Arc 1794">
              <a:extLst>
                <a:ext uri="{FF2B5EF4-FFF2-40B4-BE49-F238E27FC236}">
                  <a16:creationId xmlns:a16="http://schemas.microsoft.com/office/drawing/2014/main" id="{BE39F2B1-B21B-E64C-ADD2-99F0E921D7E7}"/>
                </a:ext>
              </a:extLst>
            </p:cNvPr>
            <p:cNvSpPr/>
            <p:nvPr/>
          </p:nvSpPr>
          <p:spPr>
            <a:xfrm rot="672623">
              <a:off x="1660772" y="2458698"/>
              <a:ext cx="1147088" cy="4273387"/>
            </a:xfrm>
            <a:prstGeom prst="arc">
              <a:avLst>
                <a:gd name="adj1" fmla="val 16416990"/>
                <a:gd name="adj2" fmla="val 0"/>
              </a:avLst>
            </a:prstGeom>
            <a:noFill/>
            <a:ln w="38100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6" name="Arc 1795">
              <a:extLst>
                <a:ext uri="{FF2B5EF4-FFF2-40B4-BE49-F238E27FC236}">
                  <a16:creationId xmlns:a16="http://schemas.microsoft.com/office/drawing/2014/main" id="{93750F91-E7A8-C641-88F0-A5F3ABA46972}"/>
                </a:ext>
              </a:extLst>
            </p:cNvPr>
            <p:cNvSpPr/>
            <p:nvPr/>
          </p:nvSpPr>
          <p:spPr>
            <a:xfrm rot="20963906" flipH="1">
              <a:off x="2985669" y="2482397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5400" cap="flat" cmpd="sng" algn="ctr">
              <a:solidFill>
                <a:srgbClr val="9452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7" name="Arc 1796">
              <a:extLst>
                <a:ext uri="{FF2B5EF4-FFF2-40B4-BE49-F238E27FC236}">
                  <a16:creationId xmlns:a16="http://schemas.microsoft.com/office/drawing/2014/main" id="{45E3846A-3C89-9240-A975-2B20EB9B3683}"/>
                </a:ext>
              </a:extLst>
            </p:cNvPr>
            <p:cNvSpPr/>
            <p:nvPr/>
          </p:nvSpPr>
          <p:spPr>
            <a:xfrm flipH="1">
              <a:off x="2913031" y="2561355"/>
              <a:ext cx="1153331" cy="4296645"/>
            </a:xfrm>
            <a:prstGeom prst="arc">
              <a:avLst>
                <a:gd name="adj1" fmla="val 16437671"/>
                <a:gd name="adj2" fmla="val 0"/>
              </a:avLst>
            </a:prstGeom>
            <a:noFill/>
            <a:ln w="22225" cap="flat" cmpd="sng" algn="ctr">
              <a:solidFill>
                <a:srgbClr val="FFC000">
                  <a:lumMod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8" name="Oval 1797">
              <a:extLst>
                <a:ext uri="{FF2B5EF4-FFF2-40B4-BE49-F238E27FC236}">
                  <a16:creationId xmlns:a16="http://schemas.microsoft.com/office/drawing/2014/main" id="{3C10D38E-6C6D-7042-AA1A-72F6651299AE}"/>
                </a:ext>
              </a:extLst>
            </p:cNvPr>
            <p:cNvSpPr/>
            <p:nvPr/>
          </p:nvSpPr>
          <p:spPr>
            <a:xfrm rot="18853953">
              <a:off x="2508541" y="2103210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9" name="Oval 1798">
              <a:extLst>
                <a:ext uri="{FF2B5EF4-FFF2-40B4-BE49-F238E27FC236}">
                  <a16:creationId xmlns:a16="http://schemas.microsoft.com/office/drawing/2014/main" id="{E258D7C4-8169-7E45-B6AE-9BB2AC03114F}"/>
                </a:ext>
              </a:extLst>
            </p:cNvPr>
            <p:cNvSpPr/>
            <p:nvPr/>
          </p:nvSpPr>
          <p:spPr>
            <a:xfrm rot="2164561">
              <a:off x="3133841" y="2092089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0" name="Oval 1799">
              <a:extLst>
                <a:ext uri="{FF2B5EF4-FFF2-40B4-BE49-F238E27FC236}">
                  <a16:creationId xmlns:a16="http://schemas.microsoft.com/office/drawing/2014/main" id="{B6C41F46-3DB1-134F-BB89-3E336183836D}"/>
                </a:ext>
              </a:extLst>
            </p:cNvPr>
            <p:cNvSpPr/>
            <p:nvPr/>
          </p:nvSpPr>
          <p:spPr>
            <a:xfrm rot="2831778">
              <a:off x="3488058" y="2144695"/>
              <a:ext cx="136533" cy="599482"/>
            </a:xfrm>
            <a:prstGeom prst="ellipse">
              <a:avLst/>
            </a:prstGeom>
            <a:pattFill prst="narHorz">
              <a:fgClr>
                <a:srgbClr val="E0BE58"/>
              </a:fgClr>
              <a:bgClr>
                <a:sysClr val="window" lastClr="FFFFFF"/>
              </a:bgClr>
            </a:pattFill>
            <a:ln w="3175" cap="flat" cmpd="sng" algn="ctr">
              <a:solidFill>
                <a:srgbClr val="A8900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801" name="TextBox 1800">
            <a:extLst>
              <a:ext uri="{FF2B5EF4-FFF2-40B4-BE49-F238E27FC236}">
                <a16:creationId xmlns:a16="http://schemas.microsoft.com/office/drawing/2014/main" id="{FAD1CB96-CDBC-9046-B472-13873A358F46}"/>
              </a:ext>
            </a:extLst>
          </p:cNvPr>
          <p:cNvSpPr txBox="1"/>
          <p:nvPr/>
        </p:nvSpPr>
        <p:spPr>
          <a:xfrm>
            <a:off x="642125" y="2178729"/>
            <a:ext cx="1273105" cy="430887"/>
          </a:xfrm>
          <a:prstGeom prst="rect">
            <a:avLst/>
          </a:prstGeom>
          <a:solidFill>
            <a:srgbClr val="FFFBA7"/>
          </a:solidFill>
          <a:ln w="254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Transfers</a:t>
            </a:r>
          </a:p>
        </p:txBody>
      </p:sp>
      <p:sp>
        <p:nvSpPr>
          <p:cNvPr id="1802" name="TextBox 1801">
            <a:extLst>
              <a:ext uri="{FF2B5EF4-FFF2-40B4-BE49-F238E27FC236}">
                <a16:creationId xmlns:a16="http://schemas.microsoft.com/office/drawing/2014/main" id="{98DF7D1D-66B1-D34D-8B47-47F317F40FA7}"/>
              </a:ext>
            </a:extLst>
          </p:cNvPr>
          <p:cNvSpPr txBox="1"/>
          <p:nvPr/>
        </p:nvSpPr>
        <p:spPr>
          <a:xfrm>
            <a:off x="6938005" y="2510349"/>
            <a:ext cx="2129109" cy="430887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Phenology Stage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125C2F9-080C-5849-BD43-B1C4D916D688}"/>
              </a:ext>
            </a:extLst>
          </p:cNvPr>
          <p:cNvSpPr/>
          <p:nvPr/>
        </p:nvSpPr>
        <p:spPr>
          <a:xfrm>
            <a:off x="7771062" y="3596976"/>
            <a:ext cx="546945" cy="307777"/>
          </a:xfrm>
          <a:prstGeom prst="rect">
            <a:avLst/>
          </a:prstGeom>
          <a:solidFill>
            <a:srgbClr val="B1C7E0"/>
          </a:solidFill>
          <a:ln w="12700">
            <a:solidFill>
              <a:srgbClr val="4A2E12"/>
            </a:solidFill>
          </a:ln>
        </p:spPr>
        <p:txBody>
          <a:bodyPr wrap="none">
            <a:spAutoFit/>
          </a:bodyPr>
          <a:lstStyle/>
          <a:p>
            <a:pPr lvl="0" algn="ctr" defTabSz="914400">
              <a:defRPr/>
            </a:pPr>
            <a:r>
              <a:rPr lang="en-US" sz="1400" kern="0" dirty="0">
                <a:solidFill>
                  <a:prstClr val="black"/>
                </a:solidFill>
              </a:rPr>
              <a:t>Daily</a:t>
            </a:r>
          </a:p>
        </p:txBody>
      </p:sp>
      <p:sp>
        <p:nvSpPr>
          <p:cNvPr id="1803" name="TextBox 1802">
            <a:extLst>
              <a:ext uri="{FF2B5EF4-FFF2-40B4-BE49-F238E27FC236}">
                <a16:creationId xmlns:a16="http://schemas.microsoft.com/office/drawing/2014/main" id="{612659FE-FDE5-C048-885F-9964623EA7CB}"/>
              </a:ext>
            </a:extLst>
          </p:cNvPr>
          <p:cNvSpPr txBox="1"/>
          <p:nvPr/>
        </p:nvSpPr>
        <p:spPr>
          <a:xfrm>
            <a:off x="786366" y="3696052"/>
            <a:ext cx="1013419" cy="307777"/>
          </a:xfrm>
          <a:prstGeom prst="rect">
            <a:avLst/>
          </a:prstGeom>
          <a:solidFill>
            <a:srgbClr val="FFFBA7"/>
          </a:solidFill>
          <a:ln w="12700">
            <a:solidFill>
              <a:sysClr val="windowText" lastClr="000000"/>
            </a:solidFill>
          </a:ln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Minutes</a:t>
            </a:r>
          </a:p>
        </p:txBody>
      </p:sp>
    </p:spTree>
    <p:extLst>
      <p:ext uri="{BB962C8B-B14F-4D97-AF65-F5344CB8AC3E}">
        <p14:creationId xmlns:p14="http://schemas.microsoft.com/office/powerpoint/2010/main" val="35507682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05324B2-22E4-8B41-B63C-536DFAA1D8BA}"/>
              </a:ext>
            </a:extLst>
          </p:cNvPr>
          <p:cNvGrpSpPr/>
          <p:nvPr/>
        </p:nvGrpSpPr>
        <p:grpSpPr>
          <a:xfrm>
            <a:off x="6086319" y="3281519"/>
            <a:ext cx="1766763" cy="3069733"/>
            <a:chOff x="2700744" y="2064394"/>
            <a:chExt cx="2879972" cy="3910084"/>
          </a:xfrm>
        </p:grpSpPr>
        <p:sp>
          <p:nvSpPr>
            <p:cNvPr id="2986" name="Arc 2985">
              <a:extLst>
                <a:ext uri="{FF2B5EF4-FFF2-40B4-BE49-F238E27FC236}">
                  <a16:creationId xmlns:a16="http://schemas.microsoft.com/office/drawing/2014/main" id="{B6C247D7-70D7-5948-A654-799858EF7705}"/>
                </a:ext>
              </a:extLst>
            </p:cNvPr>
            <p:cNvSpPr/>
            <p:nvPr/>
          </p:nvSpPr>
          <p:spPr>
            <a:xfrm>
              <a:off x="2700744" y="2210527"/>
              <a:ext cx="1372082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7" name="Arc 2986">
              <a:extLst>
                <a:ext uri="{FF2B5EF4-FFF2-40B4-BE49-F238E27FC236}">
                  <a16:creationId xmlns:a16="http://schemas.microsoft.com/office/drawing/2014/main" id="{1CDB3AB8-C061-8441-B629-9CC5BE7F3364}"/>
                </a:ext>
              </a:extLst>
            </p:cNvPr>
            <p:cNvSpPr/>
            <p:nvPr/>
          </p:nvSpPr>
          <p:spPr>
            <a:xfrm rot="1338627">
              <a:off x="2758564" y="2065780"/>
              <a:ext cx="1372082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8" name="Rectangle 2987">
              <a:extLst>
                <a:ext uri="{FF2B5EF4-FFF2-40B4-BE49-F238E27FC236}">
                  <a16:creationId xmlns:a16="http://schemas.microsoft.com/office/drawing/2014/main" id="{2ED42C6C-7B30-6944-83CF-D875C18680E7}"/>
                </a:ext>
              </a:extLst>
            </p:cNvPr>
            <p:cNvSpPr/>
            <p:nvPr/>
          </p:nvSpPr>
          <p:spPr>
            <a:xfrm>
              <a:off x="4079525" y="2066908"/>
              <a:ext cx="58909" cy="373291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9" name="Arc 2988">
              <a:extLst>
                <a:ext uri="{FF2B5EF4-FFF2-40B4-BE49-F238E27FC236}">
                  <a16:creationId xmlns:a16="http://schemas.microsoft.com/office/drawing/2014/main" id="{0887A992-3300-F440-912A-35A5F0A76A59}"/>
                </a:ext>
              </a:extLst>
            </p:cNvPr>
            <p:cNvSpPr/>
            <p:nvPr/>
          </p:nvSpPr>
          <p:spPr>
            <a:xfrm flipH="1">
              <a:off x="4155299" y="2215665"/>
              <a:ext cx="1224347" cy="440385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0" name="Arc 2989">
              <a:extLst>
                <a:ext uri="{FF2B5EF4-FFF2-40B4-BE49-F238E27FC236}">
                  <a16:creationId xmlns:a16="http://schemas.microsoft.com/office/drawing/2014/main" id="{D12D3F74-E1A2-374D-85D8-3B94A6BACAAB}"/>
                </a:ext>
              </a:extLst>
            </p:cNvPr>
            <p:cNvSpPr/>
            <p:nvPr/>
          </p:nvSpPr>
          <p:spPr>
            <a:xfrm rot="20295794" flipH="1">
              <a:off x="4085690" y="2064394"/>
              <a:ext cx="1495026" cy="432629"/>
            </a:xfrm>
            <a:prstGeom prst="arc">
              <a:avLst/>
            </a:prstGeom>
            <a:noFill/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1" name="Freeform 2990">
              <a:extLst>
                <a:ext uri="{FF2B5EF4-FFF2-40B4-BE49-F238E27FC236}">
                  <a16:creationId xmlns:a16="http://schemas.microsoft.com/office/drawing/2014/main" id="{4F58BD86-7066-294D-82CD-9F4D40C35487}"/>
                </a:ext>
              </a:extLst>
            </p:cNvPr>
            <p:cNvSpPr/>
            <p:nvPr/>
          </p:nvSpPr>
          <p:spPr>
            <a:xfrm flipH="1">
              <a:off x="4120220" y="4301990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3426361C-CB01-8449-ABA9-55D05057E9EA}"/>
                </a:ext>
              </a:extLst>
            </p:cNvPr>
            <p:cNvSpPr/>
            <p:nvPr/>
          </p:nvSpPr>
          <p:spPr>
            <a:xfrm>
              <a:off x="3419928" y="4295795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3" name="Rectangle 2992">
              <a:extLst>
                <a:ext uri="{FF2B5EF4-FFF2-40B4-BE49-F238E27FC236}">
                  <a16:creationId xmlns:a16="http://schemas.microsoft.com/office/drawing/2014/main" id="{259EC409-EDD1-5949-AB5B-4B6E098A2783}"/>
                </a:ext>
              </a:extLst>
            </p:cNvPr>
            <p:cNvSpPr/>
            <p:nvPr/>
          </p:nvSpPr>
          <p:spPr>
            <a:xfrm>
              <a:off x="4043723" y="3433872"/>
              <a:ext cx="140681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3BE1BB14-8C75-B242-8FF3-34E0A5458EAB}"/>
                </a:ext>
              </a:extLst>
            </p:cNvPr>
            <p:cNvSpPr/>
            <p:nvPr/>
          </p:nvSpPr>
          <p:spPr>
            <a:xfrm>
              <a:off x="3045717" y="3487582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5" name="Freeform 2994">
              <a:extLst>
                <a:ext uri="{FF2B5EF4-FFF2-40B4-BE49-F238E27FC236}">
                  <a16:creationId xmlns:a16="http://schemas.microsoft.com/office/drawing/2014/main" id="{718E015F-9689-AF48-8610-9EAA2B6E355F}"/>
                </a:ext>
              </a:extLst>
            </p:cNvPr>
            <p:cNvSpPr/>
            <p:nvPr/>
          </p:nvSpPr>
          <p:spPr>
            <a:xfrm flipH="1">
              <a:off x="4155300" y="3481315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6" name="Freeform 2995">
              <a:extLst>
                <a:ext uri="{FF2B5EF4-FFF2-40B4-BE49-F238E27FC236}">
                  <a16:creationId xmlns:a16="http://schemas.microsoft.com/office/drawing/2014/main" id="{4E9B2B1F-2F21-B248-B067-6B808068956F}"/>
                </a:ext>
              </a:extLst>
            </p:cNvPr>
            <p:cNvSpPr/>
            <p:nvPr/>
          </p:nvSpPr>
          <p:spPr>
            <a:xfrm rot="20572658">
              <a:off x="3223859" y="2947203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7" name="Freeform 2996">
              <a:extLst>
                <a:ext uri="{FF2B5EF4-FFF2-40B4-BE49-F238E27FC236}">
                  <a16:creationId xmlns:a16="http://schemas.microsoft.com/office/drawing/2014/main" id="{77C53911-794C-0546-BEF3-EACDFFBDA4EF}"/>
                </a:ext>
              </a:extLst>
            </p:cNvPr>
            <p:cNvSpPr/>
            <p:nvPr/>
          </p:nvSpPr>
          <p:spPr>
            <a:xfrm rot="1007770" flipH="1">
              <a:off x="4057876" y="2945176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8" name="Freeform 2997">
              <a:extLst>
                <a:ext uri="{FF2B5EF4-FFF2-40B4-BE49-F238E27FC236}">
                  <a16:creationId xmlns:a16="http://schemas.microsoft.com/office/drawing/2014/main" id="{364901FD-1C37-DB46-8A45-C3596D164533}"/>
                </a:ext>
              </a:extLst>
            </p:cNvPr>
            <p:cNvSpPr/>
            <p:nvPr/>
          </p:nvSpPr>
          <p:spPr>
            <a:xfrm>
              <a:off x="3478000" y="5285405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9" name="Freeform 2998">
              <a:extLst>
                <a:ext uri="{FF2B5EF4-FFF2-40B4-BE49-F238E27FC236}">
                  <a16:creationId xmlns:a16="http://schemas.microsoft.com/office/drawing/2014/main" id="{AB23027A-3A86-E344-B66B-5060DCF9DC71}"/>
                </a:ext>
              </a:extLst>
            </p:cNvPr>
            <p:cNvSpPr/>
            <p:nvPr/>
          </p:nvSpPr>
          <p:spPr>
            <a:xfrm rot="21085137">
              <a:off x="3518753" y="5311700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0" name="Freeform 2999">
              <a:extLst>
                <a:ext uri="{FF2B5EF4-FFF2-40B4-BE49-F238E27FC236}">
                  <a16:creationId xmlns:a16="http://schemas.microsoft.com/office/drawing/2014/main" id="{51F7D296-CCC7-D14E-94E8-56060A03A002}"/>
                </a:ext>
              </a:extLst>
            </p:cNvPr>
            <p:cNvSpPr/>
            <p:nvPr/>
          </p:nvSpPr>
          <p:spPr>
            <a:xfrm>
              <a:off x="3812322" y="5285405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1" name="Freeform 3000">
              <a:extLst>
                <a:ext uri="{FF2B5EF4-FFF2-40B4-BE49-F238E27FC236}">
                  <a16:creationId xmlns:a16="http://schemas.microsoft.com/office/drawing/2014/main" id="{B9A8CFC1-3011-BF4F-8F7A-0367F00F1CF3}"/>
                </a:ext>
              </a:extLst>
            </p:cNvPr>
            <p:cNvSpPr/>
            <p:nvPr/>
          </p:nvSpPr>
          <p:spPr>
            <a:xfrm>
              <a:off x="3936021" y="5285401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2" name="Freeform 3001">
              <a:extLst>
                <a:ext uri="{FF2B5EF4-FFF2-40B4-BE49-F238E27FC236}">
                  <a16:creationId xmlns:a16="http://schemas.microsoft.com/office/drawing/2014/main" id="{EDB1F4E8-8009-0942-8132-2CB074248085}"/>
                </a:ext>
              </a:extLst>
            </p:cNvPr>
            <p:cNvSpPr/>
            <p:nvPr/>
          </p:nvSpPr>
          <p:spPr>
            <a:xfrm flipH="1">
              <a:off x="4112394" y="5296664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5DFB6409-9C8B-0A48-89D3-6DAEE1322408}"/>
                </a:ext>
              </a:extLst>
            </p:cNvPr>
            <p:cNvSpPr/>
            <p:nvPr/>
          </p:nvSpPr>
          <p:spPr>
            <a:xfrm rot="21085137" flipH="1">
              <a:off x="4199724" y="5257889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A8B80B59-A4F7-8345-9551-48FC911C6730}"/>
                </a:ext>
              </a:extLst>
            </p:cNvPr>
            <p:cNvSpPr/>
            <p:nvPr/>
          </p:nvSpPr>
          <p:spPr>
            <a:xfrm flipH="1">
              <a:off x="4116519" y="52854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5" name="Freeform 3004">
              <a:extLst>
                <a:ext uri="{FF2B5EF4-FFF2-40B4-BE49-F238E27FC236}">
                  <a16:creationId xmlns:a16="http://schemas.microsoft.com/office/drawing/2014/main" id="{B0FEC408-85D2-9940-A80D-29560857DFEF}"/>
                </a:ext>
              </a:extLst>
            </p:cNvPr>
            <p:cNvSpPr/>
            <p:nvPr/>
          </p:nvSpPr>
          <p:spPr>
            <a:xfrm flipH="1">
              <a:off x="4110285" y="5296665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6" name="Freeform 3005">
              <a:extLst>
                <a:ext uri="{FF2B5EF4-FFF2-40B4-BE49-F238E27FC236}">
                  <a16:creationId xmlns:a16="http://schemas.microsoft.com/office/drawing/2014/main" id="{F5B96DA0-455A-BC46-AAAD-EE078CAEC4E2}"/>
                </a:ext>
              </a:extLst>
            </p:cNvPr>
            <p:cNvSpPr/>
            <p:nvPr/>
          </p:nvSpPr>
          <p:spPr>
            <a:xfrm flipV="1">
              <a:off x="3464867" y="2534957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7" name="Freeform 3006">
              <a:extLst>
                <a:ext uri="{FF2B5EF4-FFF2-40B4-BE49-F238E27FC236}">
                  <a16:creationId xmlns:a16="http://schemas.microsoft.com/office/drawing/2014/main" id="{D267D7EA-44A3-2349-9317-95B78E7E7790}"/>
                </a:ext>
              </a:extLst>
            </p:cNvPr>
            <p:cNvSpPr/>
            <p:nvPr/>
          </p:nvSpPr>
          <p:spPr>
            <a:xfrm flipH="1" flipV="1">
              <a:off x="4086426" y="2545933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8" name="Rectangle 3007">
              <a:extLst>
                <a:ext uri="{FF2B5EF4-FFF2-40B4-BE49-F238E27FC236}">
                  <a16:creationId xmlns:a16="http://schemas.microsoft.com/office/drawing/2014/main" id="{7CD12D8E-3E60-8746-A49E-29A53DE50D34}"/>
                </a:ext>
              </a:extLst>
            </p:cNvPr>
            <p:cNvSpPr/>
            <p:nvPr/>
          </p:nvSpPr>
          <p:spPr>
            <a:xfrm>
              <a:off x="4072826" y="2426790"/>
              <a:ext cx="82474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09" name="Group 3008">
              <a:extLst>
                <a:ext uri="{FF2B5EF4-FFF2-40B4-BE49-F238E27FC236}">
                  <a16:creationId xmlns:a16="http://schemas.microsoft.com/office/drawing/2014/main" id="{514F832B-46B6-994E-822C-1F02DAD26599}"/>
                </a:ext>
              </a:extLst>
            </p:cNvPr>
            <p:cNvGrpSpPr/>
            <p:nvPr/>
          </p:nvGrpSpPr>
          <p:grpSpPr>
            <a:xfrm rot="19543999">
              <a:off x="3849480" y="3968472"/>
              <a:ext cx="215295" cy="479547"/>
              <a:chOff x="921576" y="786058"/>
              <a:chExt cx="2317203" cy="5380352"/>
            </a:xfrm>
            <a:solidFill>
              <a:srgbClr val="E3D579"/>
            </a:solidFill>
          </p:grpSpPr>
          <p:sp>
            <p:nvSpPr>
              <p:cNvPr id="3010" name="Freeform 3009">
                <a:extLst>
                  <a:ext uri="{FF2B5EF4-FFF2-40B4-BE49-F238E27FC236}">
                    <a16:creationId xmlns:a16="http://schemas.microsoft.com/office/drawing/2014/main" id="{BFA59398-D2C9-FB4C-B91E-2A99750A6EC2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11" name="Freeform 3010">
                <a:extLst>
                  <a:ext uri="{FF2B5EF4-FFF2-40B4-BE49-F238E27FC236}">
                    <a16:creationId xmlns:a16="http://schemas.microsoft.com/office/drawing/2014/main" id="{0664F056-ED9C-554F-AEB8-98F87AE8D153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2" name="Freeform 3011">
                <a:extLst>
                  <a:ext uri="{FF2B5EF4-FFF2-40B4-BE49-F238E27FC236}">
                    <a16:creationId xmlns:a16="http://schemas.microsoft.com/office/drawing/2014/main" id="{1D1501B5-89F9-624B-8C36-3145B11AA808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13" name="Rectangle 3012">
                <a:extLst>
                  <a:ext uri="{FF2B5EF4-FFF2-40B4-BE49-F238E27FC236}">
                    <a16:creationId xmlns:a16="http://schemas.microsoft.com/office/drawing/2014/main" id="{FD8A8E7E-07BC-824A-8B61-0295DFA92C25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014" name="Oval 3013">
                <a:extLst>
                  <a:ext uri="{FF2B5EF4-FFF2-40B4-BE49-F238E27FC236}">
                    <a16:creationId xmlns:a16="http://schemas.microsoft.com/office/drawing/2014/main" id="{DCC26D7B-BA92-AF48-BC73-9C51A4E33417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5" name="Oval 3014">
                <a:extLst>
                  <a:ext uri="{FF2B5EF4-FFF2-40B4-BE49-F238E27FC236}">
                    <a16:creationId xmlns:a16="http://schemas.microsoft.com/office/drawing/2014/main" id="{9892BC06-340F-4A4F-89EC-A84E500518EA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6" name="Oval 3015">
                <a:extLst>
                  <a:ext uri="{FF2B5EF4-FFF2-40B4-BE49-F238E27FC236}">
                    <a16:creationId xmlns:a16="http://schemas.microsoft.com/office/drawing/2014/main" id="{FC522B77-CE27-C745-86A9-724D9F1738BA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7" name="Oval 3016">
                <a:extLst>
                  <a:ext uri="{FF2B5EF4-FFF2-40B4-BE49-F238E27FC236}">
                    <a16:creationId xmlns:a16="http://schemas.microsoft.com/office/drawing/2014/main" id="{55FA44D8-A199-7841-B697-3EF92AFE3B1F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8" name="Oval 3017">
                <a:extLst>
                  <a:ext uri="{FF2B5EF4-FFF2-40B4-BE49-F238E27FC236}">
                    <a16:creationId xmlns:a16="http://schemas.microsoft.com/office/drawing/2014/main" id="{DE944277-0ED7-254C-BC25-330C81FFE18D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9" name="Oval 3018">
                <a:extLst>
                  <a:ext uri="{FF2B5EF4-FFF2-40B4-BE49-F238E27FC236}">
                    <a16:creationId xmlns:a16="http://schemas.microsoft.com/office/drawing/2014/main" id="{B5510FC8-A96E-0F46-84E6-B3A2AAE82F5E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0" name="Oval 3019">
                <a:extLst>
                  <a:ext uri="{FF2B5EF4-FFF2-40B4-BE49-F238E27FC236}">
                    <a16:creationId xmlns:a16="http://schemas.microsoft.com/office/drawing/2014/main" id="{8E22DF3B-1328-9446-B20E-952232339BD0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1" name="Oval 3020">
                <a:extLst>
                  <a:ext uri="{FF2B5EF4-FFF2-40B4-BE49-F238E27FC236}">
                    <a16:creationId xmlns:a16="http://schemas.microsoft.com/office/drawing/2014/main" id="{54A34B9A-90EB-E74B-9FCC-4D1B0D1563D5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2" name="Oval 3021">
                <a:extLst>
                  <a:ext uri="{FF2B5EF4-FFF2-40B4-BE49-F238E27FC236}">
                    <a16:creationId xmlns:a16="http://schemas.microsoft.com/office/drawing/2014/main" id="{10D8BAB4-7CD9-AA49-8FFB-819972A69674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3" name="Oval 3022">
                <a:extLst>
                  <a:ext uri="{FF2B5EF4-FFF2-40B4-BE49-F238E27FC236}">
                    <a16:creationId xmlns:a16="http://schemas.microsoft.com/office/drawing/2014/main" id="{0EA6CA83-1286-0645-9A54-0C6139DC0059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4" name="Oval 3023">
                <a:extLst>
                  <a:ext uri="{FF2B5EF4-FFF2-40B4-BE49-F238E27FC236}">
                    <a16:creationId xmlns:a16="http://schemas.microsoft.com/office/drawing/2014/main" id="{8D8194A4-97AB-304F-924A-646EFF96F44A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5" name="Oval 3024">
                <a:extLst>
                  <a:ext uri="{FF2B5EF4-FFF2-40B4-BE49-F238E27FC236}">
                    <a16:creationId xmlns:a16="http://schemas.microsoft.com/office/drawing/2014/main" id="{4C5936BD-44B6-694F-851F-EE2DD4976F46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6" name="Oval 3025">
                <a:extLst>
                  <a:ext uri="{FF2B5EF4-FFF2-40B4-BE49-F238E27FC236}">
                    <a16:creationId xmlns:a16="http://schemas.microsoft.com/office/drawing/2014/main" id="{4B8EA7C5-638F-DB46-B71D-4D61B5EE274B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7" name="Oval 3026">
                <a:extLst>
                  <a:ext uri="{FF2B5EF4-FFF2-40B4-BE49-F238E27FC236}">
                    <a16:creationId xmlns:a16="http://schemas.microsoft.com/office/drawing/2014/main" id="{78D45EAC-3AB1-9F44-96AA-DD0C3FB2BCB4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8" name="Oval 3027">
                <a:extLst>
                  <a:ext uri="{FF2B5EF4-FFF2-40B4-BE49-F238E27FC236}">
                    <a16:creationId xmlns:a16="http://schemas.microsoft.com/office/drawing/2014/main" id="{6367A9DD-CD49-7446-9D08-8A931297134F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9" name="Oval 3028">
                <a:extLst>
                  <a:ext uri="{FF2B5EF4-FFF2-40B4-BE49-F238E27FC236}">
                    <a16:creationId xmlns:a16="http://schemas.microsoft.com/office/drawing/2014/main" id="{F594A902-1107-D641-A3F4-2FEBBD16DC1E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0" name="Oval 3029">
                <a:extLst>
                  <a:ext uri="{FF2B5EF4-FFF2-40B4-BE49-F238E27FC236}">
                    <a16:creationId xmlns:a16="http://schemas.microsoft.com/office/drawing/2014/main" id="{02E9F2F6-AE1E-024B-A4EA-16DB2F0A5B41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1" name="Oval 3030">
                <a:extLst>
                  <a:ext uri="{FF2B5EF4-FFF2-40B4-BE49-F238E27FC236}">
                    <a16:creationId xmlns:a16="http://schemas.microsoft.com/office/drawing/2014/main" id="{D200AFCF-E8C6-C549-AE56-35E861E96987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2" name="Oval 3031">
                <a:extLst>
                  <a:ext uri="{FF2B5EF4-FFF2-40B4-BE49-F238E27FC236}">
                    <a16:creationId xmlns:a16="http://schemas.microsoft.com/office/drawing/2014/main" id="{F153B5D6-A151-3140-942D-F94A1C31E401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3" name="Oval 3032">
                <a:extLst>
                  <a:ext uri="{FF2B5EF4-FFF2-40B4-BE49-F238E27FC236}">
                    <a16:creationId xmlns:a16="http://schemas.microsoft.com/office/drawing/2014/main" id="{8EF3DD63-3A09-224A-8329-A6A9D4FE0002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4" name="Oval 3033">
                <a:extLst>
                  <a:ext uri="{FF2B5EF4-FFF2-40B4-BE49-F238E27FC236}">
                    <a16:creationId xmlns:a16="http://schemas.microsoft.com/office/drawing/2014/main" id="{0E9CEBB5-3E3A-044B-9C58-C48B5F378A9D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5" name="Oval 3034">
                <a:extLst>
                  <a:ext uri="{FF2B5EF4-FFF2-40B4-BE49-F238E27FC236}">
                    <a16:creationId xmlns:a16="http://schemas.microsoft.com/office/drawing/2014/main" id="{0E0C2CDD-971B-BD48-817B-38C8EA20513A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6" name="Oval 3035">
                <a:extLst>
                  <a:ext uri="{FF2B5EF4-FFF2-40B4-BE49-F238E27FC236}">
                    <a16:creationId xmlns:a16="http://schemas.microsoft.com/office/drawing/2014/main" id="{45CF966F-7626-A248-943C-EE9B3EBD81EF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7" name="Oval 3036">
                <a:extLst>
                  <a:ext uri="{FF2B5EF4-FFF2-40B4-BE49-F238E27FC236}">
                    <a16:creationId xmlns:a16="http://schemas.microsoft.com/office/drawing/2014/main" id="{3F2C7F8D-F7DE-A545-9C38-C750F2C1EE7A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8" name="Oval 3037">
                <a:extLst>
                  <a:ext uri="{FF2B5EF4-FFF2-40B4-BE49-F238E27FC236}">
                    <a16:creationId xmlns:a16="http://schemas.microsoft.com/office/drawing/2014/main" id="{AABEA3F1-C153-784E-B5A9-63F41DE21058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9" name="Oval 3038">
                <a:extLst>
                  <a:ext uri="{FF2B5EF4-FFF2-40B4-BE49-F238E27FC236}">
                    <a16:creationId xmlns:a16="http://schemas.microsoft.com/office/drawing/2014/main" id="{621A544C-632A-B048-BE0F-B50BF1DC6539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0" name="Oval 3039">
                <a:extLst>
                  <a:ext uri="{FF2B5EF4-FFF2-40B4-BE49-F238E27FC236}">
                    <a16:creationId xmlns:a16="http://schemas.microsoft.com/office/drawing/2014/main" id="{8A77313E-9890-234A-8472-8E3CCB9E358C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1" name="Oval 3040">
                <a:extLst>
                  <a:ext uri="{FF2B5EF4-FFF2-40B4-BE49-F238E27FC236}">
                    <a16:creationId xmlns:a16="http://schemas.microsoft.com/office/drawing/2014/main" id="{0B61B2EF-AED3-8244-8336-F5577154AEC8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2" name="Oval 3041">
                <a:extLst>
                  <a:ext uri="{FF2B5EF4-FFF2-40B4-BE49-F238E27FC236}">
                    <a16:creationId xmlns:a16="http://schemas.microsoft.com/office/drawing/2014/main" id="{1D7032BB-FB63-9044-B36D-B0FB9D70ED11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3" name="Oval 3042">
                <a:extLst>
                  <a:ext uri="{FF2B5EF4-FFF2-40B4-BE49-F238E27FC236}">
                    <a16:creationId xmlns:a16="http://schemas.microsoft.com/office/drawing/2014/main" id="{963D4DA3-B590-DC4D-9CC5-033E67081242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4" name="Oval 3043">
                <a:extLst>
                  <a:ext uri="{FF2B5EF4-FFF2-40B4-BE49-F238E27FC236}">
                    <a16:creationId xmlns:a16="http://schemas.microsoft.com/office/drawing/2014/main" id="{076ED41D-3522-7D4D-B730-CAF267527681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5" name="Oval 3044">
                <a:extLst>
                  <a:ext uri="{FF2B5EF4-FFF2-40B4-BE49-F238E27FC236}">
                    <a16:creationId xmlns:a16="http://schemas.microsoft.com/office/drawing/2014/main" id="{717929C3-04A8-F34B-AB56-5C8B9399C1A1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6" name="Oval 3045">
                <a:extLst>
                  <a:ext uri="{FF2B5EF4-FFF2-40B4-BE49-F238E27FC236}">
                    <a16:creationId xmlns:a16="http://schemas.microsoft.com/office/drawing/2014/main" id="{A3252D9D-7DD3-9C45-B237-77B5B2FBF86C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7" name="Oval 3046">
                <a:extLst>
                  <a:ext uri="{FF2B5EF4-FFF2-40B4-BE49-F238E27FC236}">
                    <a16:creationId xmlns:a16="http://schemas.microsoft.com/office/drawing/2014/main" id="{08BC70CC-6755-C042-A1BD-5C21117BEC7B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8" name="Oval 3047">
                <a:extLst>
                  <a:ext uri="{FF2B5EF4-FFF2-40B4-BE49-F238E27FC236}">
                    <a16:creationId xmlns:a16="http://schemas.microsoft.com/office/drawing/2014/main" id="{3C8C0811-25E5-C345-88A3-22BBEF2DE8A3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9" name="Oval 3048">
                <a:extLst>
                  <a:ext uri="{FF2B5EF4-FFF2-40B4-BE49-F238E27FC236}">
                    <a16:creationId xmlns:a16="http://schemas.microsoft.com/office/drawing/2014/main" id="{F4A3B1CE-6D80-9F4B-8A4F-78C35ABDD028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0" name="Oval 3049">
                <a:extLst>
                  <a:ext uri="{FF2B5EF4-FFF2-40B4-BE49-F238E27FC236}">
                    <a16:creationId xmlns:a16="http://schemas.microsoft.com/office/drawing/2014/main" id="{CB0592C2-5763-624A-AD38-9250E2DA81D6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1" name="Oval 3050">
                <a:extLst>
                  <a:ext uri="{FF2B5EF4-FFF2-40B4-BE49-F238E27FC236}">
                    <a16:creationId xmlns:a16="http://schemas.microsoft.com/office/drawing/2014/main" id="{9630D43D-81FA-AA41-A0B0-13B55EFDF211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2" name="Oval 3051">
                <a:extLst>
                  <a:ext uri="{FF2B5EF4-FFF2-40B4-BE49-F238E27FC236}">
                    <a16:creationId xmlns:a16="http://schemas.microsoft.com/office/drawing/2014/main" id="{FE90ADA6-5EC9-A542-862A-9831ED1AF5E1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3" name="Oval 3052">
                <a:extLst>
                  <a:ext uri="{FF2B5EF4-FFF2-40B4-BE49-F238E27FC236}">
                    <a16:creationId xmlns:a16="http://schemas.microsoft.com/office/drawing/2014/main" id="{4C71675F-24A2-B74B-AE6A-67838197046D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4" name="Oval 3053">
                <a:extLst>
                  <a:ext uri="{FF2B5EF4-FFF2-40B4-BE49-F238E27FC236}">
                    <a16:creationId xmlns:a16="http://schemas.microsoft.com/office/drawing/2014/main" id="{61372465-77A1-0E4B-B7C8-0DF2A7A76808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5" name="Oval 3054">
                <a:extLst>
                  <a:ext uri="{FF2B5EF4-FFF2-40B4-BE49-F238E27FC236}">
                    <a16:creationId xmlns:a16="http://schemas.microsoft.com/office/drawing/2014/main" id="{293D48C6-F7B1-CD44-9C7B-D124A83FBB38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6" name="Oval 3055">
                <a:extLst>
                  <a:ext uri="{FF2B5EF4-FFF2-40B4-BE49-F238E27FC236}">
                    <a16:creationId xmlns:a16="http://schemas.microsoft.com/office/drawing/2014/main" id="{2A7634FC-0CD0-7747-A4E7-EFE8D8F3C5DB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7" name="Oval 3056">
                <a:extLst>
                  <a:ext uri="{FF2B5EF4-FFF2-40B4-BE49-F238E27FC236}">
                    <a16:creationId xmlns:a16="http://schemas.microsoft.com/office/drawing/2014/main" id="{37FCEA14-B6E2-2C40-B0CF-BA86FB1D4C0B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8" name="Oval 3057">
                <a:extLst>
                  <a:ext uri="{FF2B5EF4-FFF2-40B4-BE49-F238E27FC236}">
                    <a16:creationId xmlns:a16="http://schemas.microsoft.com/office/drawing/2014/main" id="{F4C1DB3A-9CDA-4043-8028-4F5AC5D1791A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9" name="Oval 3058">
                <a:extLst>
                  <a:ext uri="{FF2B5EF4-FFF2-40B4-BE49-F238E27FC236}">
                    <a16:creationId xmlns:a16="http://schemas.microsoft.com/office/drawing/2014/main" id="{6BD923C0-0D2F-1F4E-A0C6-60789618F222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0" name="Oval 3059">
                <a:extLst>
                  <a:ext uri="{FF2B5EF4-FFF2-40B4-BE49-F238E27FC236}">
                    <a16:creationId xmlns:a16="http://schemas.microsoft.com/office/drawing/2014/main" id="{762C866D-0657-7C4C-81F8-54D3C433824D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1" name="Oval 3060">
                <a:extLst>
                  <a:ext uri="{FF2B5EF4-FFF2-40B4-BE49-F238E27FC236}">
                    <a16:creationId xmlns:a16="http://schemas.microsoft.com/office/drawing/2014/main" id="{F4119E7C-3FAA-BD46-8875-61F1ADE9C956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2" name="Oval 3061">
                <a:extLst>
                  <a:ext uri="{FF2B5EF4-FFF2-40B4-BE49-F238E27FC236}">
                    <a16:creationId xmlns:a16="http://schemas.microsoft.com/office/drawing/2014/main" id="{B97D822D-30FB-464D-B892-F41687DAA2AA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3" name="Oval 3062">
                <a:extLst>
                  <a:ext uri="{FF2B5EF4-FFF2-40B4-BE49-F238E27FC236}">
                    <a16:creationId xmlns:a16="http://schemas.microsoft.com/office/drawing/2014/main" id="{DA0DC237-5507-804C-AF63-8CCB3A37993D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4" name="Oval 3063">
                <a:extLst>
                  <a:ext uri="{FF2B5EF4-FFF2-40B4-BE49-F238E27FC236}">
                    <a16:creationId xmlns:a16="http://schemas.microsoft.com/office/drawing/2014/main" id="{A2400E99-34BD-2143-AD55-3246F23E922B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5" name="Oval 3064">
                <a:extLst>
                  <a:ext uri="{FF2B5EF4-FFF2-40B4-BE49-F238E27FC236}">
                    <a16:creationId xmlns:a16="http://schemas.microsoft.com/office/drawing/2014/main" id="{E3B8E171-33D8-5D49-876F-4D597EB44922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6" name="Oval 3065">
                <a:extLst>
                  <a:ext uri="{FF2B5EF4-FFF2-40B4-BE49-F238E27FC236}">
                    <a16:creationId xmlns:a16="http://schemas.microsoft.com/office/drawing/2014/main" id="{069BFF64-0C0A-424C-84B3-41120DFC50C2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7" name="Oval 3066">
                <a:extLst>
                  <a:ext uri="{FF2B5EF4-FFF2-40B4-BE49-F238E27FC236}">
                    <a16:creationId xmlns:a16="http://schemas.microsoft.com/office/drawing/2014/main" id="{ABD1CCF6-91EC-FE44-B501-A2BC858B369A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8" name="Oval 3067">
                <a:extLst>
                  <a:ext uri="{FF2B5EF4-FFF2-40B4-BE49-F238E27FC236}">
                    <a16:creationId xmlns:a16="http://schemas.microsoft.com/office/drawing/2014/main" id="{5FF33823-721C-104F-B840-C0CFB64EC1FA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9" name="Oval 3068">
                <a:extLst>
                  <a:ext uri="{FF2B5EF4-FFF2-40B4-BE49-F238E27FC236}">
                    <a16:creationId xmlns:a16="http://schemas.microsoft.com/office/drawing/2014/main" id="{8F13E5B8-75BF-A548-AC01-9AA44F3DB663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0" name="Oval 3069">
                <a:extLst>
                  <a:ext uri="{FF2B5EF4-FFF2-40B4-BE49-F238E27FC236}">
                    <a16:creationId xmlns:a16="http://schemas.microsoft.com/office/drawing/2014/main" id="{DBC66267-B615-1E4F-A4D6-777AABC1A3E9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1" name="Oval 3070">
                <a:extLst>
                  <a:ext uri="{FF2B5EF4-FFF2-40B4-BE49-F238E27FC236}">
                    <a16:creationId xmlns:a16="http://schemas.microsoft.com/office/drawing/2014/main" id="{361A2978-5B19-6642-B7C3-95C4AA4B689D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2" name="Oval 3071">
                <a:extLst>
                  <a:ext uri="{FF2B5EF4-FFF2-40B4-BE49-F238E27FC236}">
                    <a16:creationId xmlns:a16="http://schemas.microsoft.com/office/drawing/2014/main" id="{5D86F89A-9FBE-FD4E-B1B8-2B3702B5392D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3" name="Oval 3072">
                <a:extLst>
                  <a:ext uri="{FF2B5EF4-FFF2-40B4-BE49-F238E27FC236}">
                    <a16:creationId xmlns:a16="http://schemas.microsoft.com/office/drawing/2014/main" id="{66CF69B2-9955-6948-AACD-1C159FAF2C59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4" name="Oval 3073">
                <a:extLst>
                  <a:ext uri="{FF2B5EF4-FFF2-40B4-BE49-F238E27FC236}">
                    <a16:creationId xmlns:a16="http://schemas.microsoft.com/office/drawing/2014/main" id="{254DBA14-C5DC-AC44-BF9C-6AEBFDEDA825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5" name="Oval 3074">
                <a:extLst>
                  <a:ext uri="{FF2B5EF4-FFF2-40B4-BE49-F238E27FC236}">
                    <a16:creationId xmlns:a16="http://schemas.microsoft.com/office/drawing/2014/main" id="{A22DE0E9-60C4-5A48-A6FA-82D1B229CF16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6" name="Oval 3075">
                <a:extLst>
                  <a:ext uri="{FF2B5EF4-FFF2-40B4-BE49-F238E27FC236}">
                    <a16:creationId xmlns:a16="http://schemas.microsoft.com/office/drawing/2014/main" id="{055B45FB-0C57-334C-B64A-6ADFAC3BED25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7" name="Oval 3076">
                <a:extLst>
                  <a:ext uri="{FF2B5EF4-FFF2-40B4-BE49-F238E27FC236}">
                    <a16:creationId xmlns:a16="http://schemas.microsoft.com/office/drawing/2014/main" id="{0615FAF6-EE1E-1641-AB78-FC2C1389E195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8" name="Oval 3077">
                <a:extLst>
                  <a:ext uri="{FF2B5EF4-FFF2-40B4-BE49-F238E27FC236}">
                    <a16:creationId xmlns:a16="http://schemas.microsoft.com/office/drawing/2014/main" id="{E24B555F-BA8B-624C-99B1-3483231B854E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9" name="Oval 3078">
                <a:extLst>
                  <a:ext uri="{FF2B5EF4-FFF2-40B4-BE49-F238E27FC236}">
                    <a16:creationId xmlns:a16="http://schemas.microsoft.com/office/drawing/2014/main" id="{0D0B449F-DE43-F847-B6AB-0F9E3D1CE591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0" name="Oval 3079">
                <a:extLst>
                  <a:ext uri="{FF2B5EF4-FFF2-40B4-BE49-F238E27FC236}">
                    <a16:creationId xmlns:a16="http://schemas.microsoft.com/office/drawing/2014/main" id="{B08F45B8-4B26-C149-9806-B975363DDABE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1" name="Oval 3080">
                <a:extLst>
                  <a:ext uri="{FF2B5EF4-FFF2-40B4-BE49-F238E27FC236}">
                    <a16:creationId xmlns:a16="http://schemas.microsoft.com/office/drawing/2014/main" id="{7C5F5A01-00EC-9242-A6B0-860FFA32AABC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2" name="Oval 3081">
                <a:extLst>
                  <a:ext uri="{FF2B5EF4-FFF2-40B4-BE49-F238E27FC236}">
                    <a16:creationId xmlns:a16="http://schemas.microsoft.com/office/drawing/2014/main" id="{7AC55282-A10F-CD48-97CF-FB8814A66168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3" name="Oval 3082">
                <a:extLst>
                  <a:ext uri="{FF2B5EF4-FFF2-40B4-BE49-F238E27FC236}">
                    <a16:creationId xmlns:a16="http://schemas.microsoft.com/office/drawing/2014/main" id="{2CFE4DF3-F8BF-3C46-BF4B-5AF8FAB203FC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4" name="Oval 3083">
                <a:extLst>
                  <a:ext uri="{FF2B5EF4-FFF2-40B4-BE49-F238E27FC236}">
                    <a16:creationId xmlns:a16="http://schemas.microsoft.com/office/drawing/2014/main" id="{4D5D8262-9D9C-5848-92CD-8AD34941008E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5" name="Oval 3084">
                <a:extLst>
                  <a:ext uri="{FF2B5EF4-FFF2-40B4-BE49-F238E27FC236}">
                    <a16:creationId xmlns:a16="http://schemas.microsoft.com/office/drawing/2014/main" id="{1B74AF92-FA82-4C43-BB06-FD2D5E0B620E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6" name="Oval 3085">
                <a:extLst>
                  <a:ext uri="{FF2B5EF4-FFF2-40B4-BE49-F238E27FC236}">
                    <a16:creationId xmlns:a16="http://schemas.microsoft.com/office/drawing/2014/main" id="{D773B175-95BD-CA48-A453-4E3D0626BB6D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7" name="Oval 3086">
                <a:extLst>
                  <a:ext uri="{FF2B5EF4-FFF2-40B4-BE49-F238E27FC236}">
                    <a16:creationId xmlns:a16="http://schemas.microsoft.com/office/drawing/2014/main" id="{09474870-F4AA-CF43-B358-7203B4176965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8" name="Oval 3087">
                <a:extLst>
                  <a:ext uri="{FF2B5EF4-FFF2-40B4-BE49-F238E27FC236}">
                    <a16:creationId xmlns:a16="http://schemas.microsoft.com/office/drawing/2014/main" id="{927E1D7D-8E93-F242-8F95-54CB227EE9E3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9" name="Oval 3088">
                <a:extLst>
                  <a:ext uri="{FF2B5EF4-FFF2-40B4-BE49-F238E27FC236}">
                    <a16:creationId xmlns:a16="http://schemas.microsoft.com/office/drawing/2014/main" id="{E8C488E6-EF9D-BA4D-B049-FE66128CFE48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0" name="Oval 3089">
                <a:extLst>
                  <a:ext uri="{FF2B5EF4-FFF2-40B4-BE49-F238E27FC236}">
                    <a16:creationId xmlns:a16="http://schemas.microsoft.com/office/drawing/2014/main" id="{F8504280-80C1-5E4F-AD04-9365C94342DD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1" name="Oval 3090">
                <a:extLst>
                  <a:ext uri="{FF2B5EF4-FFF2-40B4-BE49-F238E27FC236}">
                    <a16:creationId xmlns:a16="http://schemas.microsoft.com/office/drawing/2014/main" id="{57C01019-C6C5-E445-B8AC-1A8B71268C2B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2" name="Oval 3091">
                <a:extLst>
                  <a:ext uri="{FF2B5EF4-FFF2-40B4-BE49-F238E27FC236}">
                    <a16:creationId xmlns:a16="http://schemas.microsoft.com/office/drawing/2014/main" id="{8DFAFE5E-1210-FC41-9FAC-E22A6D23C88E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3" name="Oval 3092">
                <a:extLst>
                  <a:ext uri="{FF2B5EF4-FFF2-40B4-BE49-F238E27FC236}">
                    <a16:creationId xmlns:a16="http://schemas.microsoft.com/office/drawing/2014/main" id="{928F9902-433E-6046-9300-465F8D416E80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4" name="Oval 3093">
                <a:extLst>
                  <a:ext uri="{FF2B5EF4-FFF2-40B4-BE49-F238E27FC236}">
                    <a16:creationId xmlns:a16="http://schemas.microsoft.com/office/drawing/2014/main" id="{C974B4F8-B4B7-FB4A-B46F-482FCC567E2C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5" name="Oval 3094">
                <a:extLst>
                  <a:ext uri="{FF2B5EF4-FFF2-40B4-BE49-F238E27FC236}">
                    <a16:creationId xmlns:a16="http://schemas.microsoft.com/office/drawing/2014/main" id="{6FE7FBA4-0747-D349-89FF-26DB9B6657B9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6" name="Oval 3095">
                <a:extLst>
                  <a:ext uri="{FF2B5EF4-FFF2-40B4-BE49-F238E27FC236}">
                    <a16:creationId xmlns:a16="http://schemas.microsoft.com/office/drawing/2014/main" id="{A2236154-3439-734E-B27E-C18AD098504F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7" name="Oval 3096">
                <a:extLst>
                  <a:ext uri="{FF2B5EF4-FFF2-40B4-BE49-F238E27FC236}">
                    <a16:creationId xmlns:a16="http://schemas.microsoft.com/office/drawing/2014/main" id="{3E2F1645-D4B1-8D45-AC28-B8D9C82B47C1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8" name="Oval 3097">
                <a:extLst>
                  <a:ext uri="{FF2B5EF4-FFF2-40B4-BE49-F238E27FC236}">
                    <a16:creationId xmlns:a16="http://schemas.microsoft.com/office/drawing/2014/main" id="{10D285FD-F328-2D48-B8CC-A7118E49E609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9" name="Oval 3098">
                <a:extLst>
                  <a:ext uri="{FF2B5EF4-FFF2-40B4-BE49-F238E27FC236}">
                    <a16:creationId xmlns:a16="http://schemas.microsoft.com/office/drawing/2014/main" id="{61723A9B-05AF-C446-96B2-3CF3CE53E09D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0" name="Oval 3099">
                <a:extLst>
                  <a:ext uri="{FF2B5EF4-FFF2-40B4-BE49-F238E27FC236}">
                    <a16:creationId xmlns:a16="http://schemas.microsoft.com/office/drawing/2014/main" id="{4BA5C206-CC37-9B4F-924C-E647DB52AD8A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1" name="Oval 3100">
                <a:extLst>
                  <a:ext uri="{FF2B5EF4-FFF2-40B4-BE49-F238E27FC236}">
                    <a16:creationId xmlns:a16="http://schemas.microsoft.com/office/drawing/2014/main" id="{1797187B-4EB9-2D41-9FEF-17A01E2941F9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2" name="Oval 3101">
                <a:extLst>
                  <a:ext uri="{FF2B5EF4-FFF2-40B4-BE49-F238E27FC236}">
                    <a16:creationId xmlns:a16="http://schemas.microsoft.com/office/drawing/2014/main" id="{220EBC54-9238-9645-9E05-C72CA1EF31B9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3" name="Oval 3102">
                <a:extLst>
                  <a:ext uri="{FF2B5EF4-FFF2-40B4-BE49-F238E27FC236}">
                    <a16:creationId xmlns:a16="http://schemas.microsoft.com/office/drawing/2014/main" id="{224B2490-C55E-5646-8829-533A1B2A3208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4" name="Oval 3103">
                <a:extLst>
                  <a:ext uri="{FF2B5EF4-FFF2-40B4-BE49-F238E27FC236}">
                    <a16:creationId xmlns:a16="http://schemas.microsoft.com/office/drawing/2014/main" id="{24322EE2-81DC-EF4D-91B7-F0B233432175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5" name="Oval 3104">
                <a:extLst>
                  <a:ext uri="{FF2B5EF4-FFF2-40B4-BE49-F238E27FC236}">
                    <a16:creationId xmlns:a16="http://schemas.microsoft.com/office/drawing/2014/main" id="{E770D224-2FB3-7E44-810C-0E873CCC58C7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6" name="Oval 3105">
                <a:extLst>
                  <a:ext uri="{FF2B5EF4-FFF2-40B4-BE49-F238E27FC236}">
                    <a16:creationId xmlns:a16="http://schemas.microsoft.com/office/drawing/2014/main" id="{B5CBEA49-846E-AC47-91CC-7514E81EA726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7" name="Oval 3106">
                <a:extLst>
                  <a:ext uri="{FF2B5EF4-FFF2-40B4-BE49-F238E27FC236}">
                    <a16:creationId xmlns:a16="http://schemas.microsoft.com/office/drawing/2014/main" id="{58CC3BCD-CB50-114E-8A67-E20D7E7586D5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8" name="Oval 3107">
                <a:extLst>
                  <a:ext uri="{FF2B5EF4-FFF2-40B4-BE49-F238E27FC236}">
                    <a16:creationId xmlns:a16="http://schemas.microsoft.com/office/drawing/2014/main" id="{349B159F-9E3E-554A-B834-C64879E5C923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9" name="Oval 3108">
                <a:extLst>
                  <a:ext uri="{FF2B5EF4-FFF2-40B4-BE49-F238E27FC236}">
                    <a16:creationId xmlns:a16="http://schemas.microsoft.com/office/drawing/2014/main" id="{DD1947F3-899A-5943-8F1B-020FC3DC0300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0" name="Oval 3109">
                <a:extLst>
                  <a:ext uri="{FF2B5EF4-FFF2-40B4-BE49-F238E27FC236}">
                    <a16:creationId xmlns:a16="http://schemas.microsoft.com/office/drawing/2014/main" id="{ACD67953-087C-3240-B515-66306C784534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1" name="Oval 3110">
                <a:extLst>
                  <a:ext uri="{FF2B5EF4-FFF2-40B4-BE49-F238E27FC236}">
                    <a16:creationId xmlns:a16="http://schemas.microsoft.com/office/drawing/2014/main" id="{6F4A4675-44FB-FC44-B323-A7B88739BD1C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2" name="Oval 3111">
                <a:extLst>
                  <a:ext uri="{FF2B5EF4-FFF2-40B4-BE49-F238E27FC236}">
                    <a16:creationId xmlns:a16="http://schemas.microsoft.com/office/drawing/2014/main" id="{AEDF7022-95AD-B045-BE90-2BC2F3551491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3" name="Oval 3112">
                <a:extLst>
                  <a:ext uri="{FF2B5EF4-FFF2-40B4-BE49-F238E27FC236}">
                    <a16:creationId xmlns:a16="http://schemas.microsoft.com/office/drawing/2014/main" id="{AE6BEC3A-E427-7342-9788-F222CF1AAC4F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4" name="Oval 3113">
                <a:extLst>
                  <a:ext uri="{FF2B5EF4-FFF2-40B4-BE49-F238E27FC236}">
                    <a16:creationId xmlns:a16="http://schemas.microsoft.com/office/drawing/2014/main" id="{EC86BA69-2360-B545-A68E-F68A3D347138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5" name="Oval 3114">
                <a:extLst>
                  <a:ext uri="{FF2B5EF4-FFF2-40B4-BE49-F238E27FC236}">
                    <a16:creationId xmlns:a16="http://schemas.microsoft.com/office/drawing/2014/main" id="{6E370B02-4FDD-9E44-9D42-071D39957670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6" name="Oval 3115">
                <a:extLst>
                  <a:ext uri="{FF2B5EF4-FFF2-40B4-BE49-F238E27FC236}">
                    <a16:creationId xmlns:a16="http://schemas.microsoft.com/office/drawing/2014/main" id="{ABB3618C-CAC7-F649-9A53-46DEE0E64E99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7" name="Oval 3116">
                <a:extLst>
                  <a:ext uri="{FF2B5EF4-FFF2-40B4-BE49-F238E27FC236}">
                    <a16:creationId xmlns:a16="http://schemas.microsoft.com/office/drawing/2014/main" id="{22C1410E-C32C-9444-B911-0295E818A81D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8" name="Oval 3117">
                <a:extLst>
                  <a:ext uri="{FF2B5EF4-FFF2-40B4-BE49-F238E27FC236}">
                    <a16:creationId xmlns:a16="http://schemas.microsoft.com/office/drawing/2014/main" id="{42EF116D-ED62-B24C-985A-3B986E5A31D7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9" name="Oval 3118">
                <a:extLst>
                  <a:ext uri="{FF2B5EF4-FFF2-40B4-BE49-F238E27FC236}">
                    <a16:creationId xmlns:a16="http://schemas.microsoft.com/office/drawing/2014/main" id="{643D8C4C-9F33-984D-BD42-E006113E60F8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0" name="Oval 3119">
                <a:extLst>
                  <a:ext uri="{FF2B5EF4-FFF2-40B4-BE49-F238E27FC236}">
                    <a16:creationId xmlns:a16="http://schemas.microsoft.com/office/drawing/2014/main" id="{6469867D-BFB3-0A4A-AC8E-64B330DCC90C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1" name="Oval 3120">
                <a:extLst>
                  <a:ext uri="{FF2B5EF4-FFF2-40B4-BE49-F238E27FC236}">
                    <a16:creationId xmlns:a16="http://schemas.microsoft.com/office/drawing/2014/main" id="{317EEF0C-C099-BB43-9364-4163A750C7D3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2" name="Oval 3121">
                <a:extLst>
                  <a:ext uri="{FF2B5EF4-FFF2-40B4-BE49-F238E27FC236}">
                    <a16:creationId xmlns:a16="http://schemas.microsoft.com/office/drawing/2014/main" id="{61AB1DE8-2494-C14F-9435-BDC634FBF997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3" name="Oval 3122">
                <a:extLst>
                  <a:ext uri="{FF2B5EF4-FFF2-40B4-BE49-F238E27FC236}">
                    <a16:creationId xmlns:a16="http://schemas.microsoft.com/office/drawing/2014/main" id="{74E772FA-1862-8B45-A399-15AF4CB6F130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4" name="Oval 3123">
                <a:extLst>
                  <a:ext uri="{FF2B5EF4-FFF2-40B4-BE49-F238E27FC236}">
                    <a16:creationId xmlns:a16="http://schemas.microsoft.com/office/drawing/2014/main" id="{32DAF23E-B291-F848-A705-9331B7F7CB2A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5" name="Oval 3124">
                <a:extLst>
                  <a:ext uri="{FF2B5EF4-FFF2-40B4-BE49-F238E27FC236}">
                    <a16:creationId xmlns:a16="http://schemas.microsoft.com/office/drawing/2014/main" id="{1815B313-356D-474C-9655-0D85F2616086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6" name="Oval 3125">
                <a:extLst>
                  <a:ext uri="{FF2B5EF4-FFF2-40B4-BE49-F238E27FC236}">
                    <a16:creationId xmlns:a16="http://schemas.microsoft.com/office/drawing/2014/main" id="{C8CD8EE6-4D1A-B947-A47F-E7C5B1564FD9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7" name="Freeform 3126">
                <a:extLst>
                  <a:ext uri="{FF2B5EF4-FFF2-40B4-BE49-F238E27FC236}">
                    <a16:creationId xmlns:a16="http://schemas.microsoft.com/office/drawing/2014/main" id="{76AC0B0F-B6E1-4546-9089-A2CF36DD139D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8" name="Freeform 3127">
                <a:extLst>
                  <a:ext uri="{FF2B5EF4-FFF2-40B4-BE49-F238E27FC236}">
                    <a16:creationId xmlns:a16="http://schemas.microsoft.com/office/drawing/2014/main" id="{49CD0893-E286-F247-AFEC-DE38BBA9732A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20B6192D-E8F0-7147-983D-F651FD0D7D20}"/>
              </a:ext>
            </a:extLst>
          </p:cNvPr>
          <p:cNvGrpSpPr/>
          <p:nvPr/>
        </p:nvGrpSpPr>
        <p:grpSpPr>
          <a:xfrm>
            <a:off x="5730777" y="3583714"/>
            <a:ext cx="1409430" cy="2774790"/>
            <a:chOff x="9046953" y="2787725"/>
            <a:chExt cx="2879972" cy="3910084"/>
          </a:xfrm>
        </p:grpSpPr>
        <p:sp>
          <p:nvSpPr>
            <p:cNvPr id="2843" name="Arc 2842">
              <a:extLst>
                <a:ext uri="{FF2B5EF4-FFF2-40B4-BE49-F238E27FC236}">
                  <a16:creationId xmlns:a16="http://schemas.microsoft.com/office/drawing/2014/main" id="{10AAA652-4FF9-424E-8E38-A0C7E2CF79C7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4" name="Arc 2843">
              <a:extLst>
                <a:ext uri="{FF2B5EF4-FFF2-40B4-BE49-F238E27FC236}">
                  <a16:creationId xmlns:a16="http://schemas.microsoft.com/office/drawing/2014/main" id="{A182AAAA-A933-B448-A4DA-6CE192696132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8B89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5" name="Rectangle 2844">
              <a:extLst>
                <a:ext uri="{FF2B5EF4-FFF2-40B4-BE49-F238E27FC236}">
                  <a16:creationId xmlns:a16="http://schemas.microsoft.com/office/drawing/2014/main" id="{FE42EA1C-ABE2-DB44-866C-36545B5658A3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6" name="Arc 2845">
              <a:extLst>
                <a:ext uri="{FF2B5EF4-FFF2-40B4-BE49-F238E27FC236}">
                  <a16:creationId xmlns:a16="http://schemas.microsoft.com/office/drawing/2014/main" id="{3A1AF8FA-78D9-3C46-B687-D487EC73C076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7" name="Arc 2846">
              <a:extLst>
                <a:ext uri="{FF2B5EF4-FFF2-40B4-BE49-F238E27FC236}">
                  <a16:creationId xmlns:a16="http://schemas.microsoft.com/office/drawing/2014/main" id="{90BCBAC6-E2F4-C94B-9AC8-7D0257273809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8B89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A6E0638D-F52A-5844-858A-6731A2F04BB4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50D28A80-DC69-5345-A43E-4CB202846B72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0" name="Rectangle 2849">
              <a:extLst>
                <a:ext uri="{FF2B5EF4-FFF2-40B4-BE49-F238E27FC236}">
                  <a16:creationId xmlns:a16="http://schemas.microsoft.com/office/drawing/2014/main" id="{618EECBA-562E-144D-81B1-83837B84B3B6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018A2DB8-7F4B-B74A-AA28-15C417F46BB2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BB52C945-60C9-AF47-819D-8B1DF895E992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366FAA45-E625-214D-9E9E-2306B060701B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5C9B4816-0836-7D42-8767-79A6090971D5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7FE6A5A6-CD76-B448-98BE-D956EA06100E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FD10A183-D4C8-5143-A604-00D5FEE09F48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29B8D1E2-DE01-1041-AA2F-A5F425FEB428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1BDF3830-CF04-394E-86EF-2CC584BFAE69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2468723C-9400-EE4A-89DB-86EEDCE4546A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5E888A28-6868-6240-B798-0100D3806A5D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1A0A4BB6-1E23-9B4E-802D-21A11F9B397C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81CB2EC1-4EF4-9A46-83C3-0E58EED96B04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E015F514-5C44-DB47-B8D7-0ADE6F8CD04B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DF33A990-AE60-0D47-A00F-68162A59FB97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5" name="Rectangle 2864">
              <a:extLst>
                <a:ext uri="{FF2B5EF4-FFF2-40B4-BE49-F238E27FC236}">
                  <a16:creationId xmlns:a16="http://schemas.microsoft.com/office/drawing/2014/main" id="{35166F95-894B-714E-A589-E0D47D4F7573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66" name="Group 2865">
              <a:extLst>
                <a:ext uri="{FF2B5EF4-FFF2-40B4-BE49-F238E27FC236}">
                  <a16:creationId xmlns:a16="http://schemas.microsoft.com/office/drawing/2014/main" id="{E5719574-7882-2240-861F-2E31DEC621F2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2867" name="Freeform 2866">
                <a:extLst>
                  <a:ext uri="{FF2B5EF4-FFF2-40B4-BE49-F238E27FC236}">
                    <a16:creationId xmlns:a16="http://schemas.microsoft.com/office/drawing/2014/main" id="{4107598E-15CB-A244-84AD-23B459518F37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8" name="Freeform 2867">
                <a:extLst>
                  <a:ext uri="{FF2B5EF4-FFF2-40B4-BE49-F238E27FC236}">
                    <a16:creationId xmlns:a16="http://schemas.microsoft.com/office/drawing/2014/main" id="{6A73CA21-0397-1847-9C3A-F0423B06A2EA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69" name="Freeform 2868">
                <a:extLst>
                  <a:ext uri="{FF2B5EF4-FFF2-40B4-BE49-F238E27FC236}">
                    <a16:creationId xmlns:a16="http://schemas.microsoft.com/office/drawing/2014/main" id="{68A1567D-4601-CE44-9805-F3571607E493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0" name="Rectangle 2869">
                <a:extLst>
                  <a:ext uri="{FF2B5EF4-FFF2-40B4-BE49-F238E27FC236}">
                    <a16:creationId xmlns:a16="http://schemas.microsoft.com/office/drawing/2014/main" id="{974EF6FB-7B33-094A-A8F2-0E9211968B0A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871" name="Oval 2870">
                <a:extLst>
                  <a:ext uri="{FF2B5EF4-FFF2-40B4-BE49-F238E27FC236}">
                    <a16:creationId xmlns:a16="http://schemas.microsoft.com/office/drawing/2014/main" id="{168A1F5B-1F77-2243-B599-E9D49333848D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2" name="Oval 2871">
                <a:extLst>
                  <a:ext uri="{FF2B5EF4-FFF2-40B4-BE49-F238E27FC236}">
                    <a16:creationId xmlns:a16="http://schemas.microsoft.com/office/drawing/2014/main" id="{544146D9-6CEE-4D43-833C-FB98AD5F3337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3" name="Oval 2872">
                <a:extLst>
                  <a:ext uri="{FF2B5EF4-FFF2-40B4-BE49-F238E27FC236}">
                    <a16:creationId xmlns:a16="http://schemas.microsoft.com/office/drawing/2014/main" id="{8818BA72-2F4A-6B40-81A4-EDC4BEE76B90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4" name="Oval 2873">
                <a:extLst>
                  <a:ext uri="{FF2B5EF4-FFF2-40B4-BE49-F238E27FC236}">
                    <a16:creationId xmlns:a16="http://schemas.microsoft.com/office/drawing/2014/main" id="{D58C31F6-D1D6-FA49-AE15-60AD8300391D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5" name="Oval 2874">
                <a:extLst>
                  <a:ext uri="{FF2B5EF4-FFF2-40B4-BE49-F238E27FC236}">
                    <a16:creationId xmlns:a16="http://schemas.microsoft.com/office/drawing/2014/main" id="{E8269894-3B64-2E4E-92C5-B2E8516565B0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6" name="Oval 2875">
                <a:extLst>
                  <a:ext uri="{FF2B5EF4-FFF2-40B4-BE49-F238E27FC236}">
                    <a16:creationId xmlns:a16="http://schemas.microsoft.com/office/drawing/2014/main" id="{E2511980-156B-B349-8A6F-27D56C888AC6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7" name="Oval 2876">
                <a:extLst>
                  <a:ext uri="{FF2B5EF4-FFF2-40B4-BE49-F238E27FC236}">
                    <a16:creationId xmlns:a16="http://schemas.microsoft.com/office/drawing/2014/main" id="{E6B6A18F-C693-D348-8FDB-8174B90365C7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8" name="Oval 2877">
                <a:extLst>
                  <a:ext uri="{FF2B5EF4-FFF2-40B4-BE49-F238E27FC236}">
                    <a16:creationId xmlns:a16="http://schemas.microsoft.com/office/drawing/2014/main" id="{200D6FC3-70B1-BD45-822E-42377FC6CC52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9" name="Oval 2878">
                <a:extLst>
                  <a:ext uri="{FF2B5EF4-FFF2-40B4-BE49-F238E27FC236}">
                    <a16:creationId xmlns:a16="http://schemas.microsoft.com/office/drawing/2014/main" id="{5A281D40-EEAE-314A-B0FC-9C66F4537F76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0" name="Oval 2879">
                <a:extLst>
                  <a:ext uri="{FF2B5EF4-FFF2-40B4-BE49-F238E27FC236}">
                    <a16:creationId xmlns:a16="http://schemas.microsoft.com/office/drawing/2014/main" id="{5E7EE571-E838-EB4D-94D1-25A046A52E0D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1" name="Oval 2880">
                <a:extLst>
                  <a:ext uri="{FF2B5EF4-FFF2-40B4-BE49-F238E27FC236}">
                    <a16:creationId xmlns:a16="http://schemas.microsoft.com/office/drawing/2014/main" id="{F932E6DE-0A24-7C41-8EB5-DE32728CF58C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2" name="Oval 2881">
                <a:extLst>
                  <a:ext uri="{FF2B5EF4-FFF2-40B4-BE49-F238E27FC236}">
                    <a16:creationId xmlns:a16="http://schemas.microsoft.com/office/drawing/2014/main" id="{381215BD-0C46-9247-B4D3-0708B0954A50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3" name="Oval 2882">
                <a:extLst>
                  <a:ext uri="{FF2B5EF4-FFF2-40B4-BE49-F238E27FC236}">
                    <a16:creationId xmlns:a16="http://schemas.microsoft.com/office/drawing/2014/main" id="{EE5C3893-DB39-A547-9F40-7B2954C76086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4" name="Oval 2883">
                <a:extLst>
                  <a:ext uri="{FF2B5EF4-FFF2-40B4-BE49-F238E27FC236}">
                    <a16:creationId xmlns:a16="http://schemas.microsoft.com/office/drawing/2014/main" id="{C952ACDB-97F9-754B-B9FA-E09F138CC564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5" name="Oval 2884">
                <a:extLst>
                  <a:ext uri="{FF2B5EF4-FFF2-40B4-BE49-F238E27FC236}">
                    <a16:creationId xmlns:a16="http://schemas.microsoft.com/office/drawing/2014/main" id="{9DBBB950-7982-A440-85D7-5AB970BD5E71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6" name="Oval 2885">
                <a:extLst>
                  <a:ext uri="{FF2B5EF4-FFF2-40B4-BE49-F238E27FC236}">
                    <a16:creationId xmlns:a16="http://schemas.microsoft.com/office/drawing/2014/main" id="{A27539F2-0262-BD4D-8787-FB7ABAB18129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7" name="Oval 2886">
                <a:extLst>
                  <a:ext uri="{FF2B5EF4-FFF2-40B4-BE49-F238E27FC236}">
                    <a16:creationId xmlns:a16="http://schemas.microsoft.com/office/drawing/2014/main" id="{1B675243-1099-1440-902F-885A544AB08A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8" name="Oval 2887">
                <a:extLst>
                  <a:ext uri="{FF2B5EF4-FFF2-40B4-BE49-F238E27FC236}">
                    <a16:creationId xmlns:a16="http://schemas.microsoft.com/office/drawing/2014/main" id="{5FE3ECE9-AD28-F344-8EE0-491D40A3F0CB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9" name="Oval 2888">
                <a:extLst>
                  <a:ext uri="{FF2B5EF4-FFF2-40B4-BE49-F238E27FC236}">
                    <a16:creationId xmlns:a16="http://schemas.microsoft.com/office/drawing/2014/main" id="{03325B85-05E2-0B4E-AE71-AC07E2384871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0" name="Oval 2889">
                <a:extLst>
                  <a:ext uri="{FF2B5EF4-FFF2-40B4-BE49-F238E27FC236}">
                    <a16:creationId xmlns:a16="http://schemas.microsoft.com/office/drawing/2014/main" id="{B892F9F5-98DA-C144-8ECE-C87732122623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1" name="Oval 2890">
                <a:extLst>
                  <a:ext uri="{FF2B5EF4-FFF2-40B4-BE49-F238E27FC236}">
                    <a16:creationId xmlns:a16="http://schemas.microsoft.com/office/drawing/2014/main" id="{BC5D720C-96C0-594C-9B7E-5B61CA30EDDF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2" name="Oval 2891">
                <a:extLst>
                  <a:ext uri="{FF2B5EF4-FFF2-40B4-BE49-F238E27FC236}">
                    <a16:creationId xmlns:a16="http://schemas.microsoft.com/office/drawing/2014/main" id="{8216AE5B-0E5D-6B48-A94E-831C918D671E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3" name="Oval 2892">
                <a:extLst>
                  <a:ext uri="{FF2B5EF4-FFF2-40B4-BE49-F238E27FC236}">
                    <a16:creationId xmlns:a16="http://schemas.microsoft.com/office/drawing/2014/main" id="{B0736880-72B1-E24B-8721-F70AFC82EDE7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4" name="Oval 2893">
                <a:extLst>
                  <a:ext uri="{FF2B5EF4-FFF2-40B4-BE49-F238E27FC236}">
                    <a16:creationId xmlns:a16="http://schemas.microsoft.com/office/drawing/2014/main" id="{26A50F24-4DFE-5245-BB39-9157811D8432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5" name="Oval 2894">
                <a:extLst>
                  <a:ext uri="{FF2B5EF4-FFF2-40B4-BE49-F238E27FC236}">
                    <a16:creationId xmlns:a16="http://schemas.microsoft.com/office/drawing/2014/main" id="{5BE67515-4BDC-584D-AF27-180A5CDF726A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6" name="Oval 2895">
                <a:extLst>
                  <a:ext uri="{FF2B5EF4-FFF2-40B4-BE49-F238E27FC236}">
                    <a16:creationId xmlns:a16="http://schemas.microsoft.com/office/drawing/2014/main" id="{FB6824CC-A9F8-D341-BEB9-8FAE6F44E188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7" name="Oval 2896">
                <a:extLst>
                  <a:ext uri="{FF2B5EF4-FFF2-40B4-BE49-F238E27FC236}">
                    <a16:creationId xmlns:a16="http://schemas.microsoft.com/office/drawing/2014/main" id="{2DAFBECD-6BC9-C74D-8983-776B1DD6649F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8" name="Oval 2897">
                <a:extLst>
                  <a:ext uri="{FF2B5EF4-FFF2-40B4-BE49-F238E27FC236}">
                    <a16:creationId xmlns:a16="http://schemas.microsoft.com/office/drawing/2014/main" id="{1278FC68-974B-514A-90C7-CB783F0EEF00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9" name="Oval 2898">
                <a:extLst>
                  <a:ext uri="{FF2B5EF4-FFF2-40B4-BE49-F238E27FC236}">
                    <a16:creationId xmlns:a16="http://schemas.microsoft.com/office/drawing/2014/main" id="{073DF5D5-E764-EC4C-90E2-723FA21AC9A0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0" name="Oval 2899">
                <a:extLst>
                  <a:ext uri="{FF2B5EF4-FFF2-40B4-BE49-F238E27FC236}">
                    <a16:creationId xmlns:a16="http://schemas.microsoft.com/office/drawing/2014/main" id="{7A6D4E9F-6E75-AD42-AAF8-0BB3BB751C32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1" name="Oval 2900">
                <a:extLst>
                  <a:ext uri="{FF2B5EF4-FFF2-40B4-BE49-F238E27FC236}">
                    <a16:creationId xmlns:a16="http://schemas.microsoft.com/office/drawing/2014/main" id="{4B2F31FA-6207-6242-A8BA-378D750795A5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2" name="Oval 2901">
                <a:extLst>
                  <a:ext uri="{FF2B5EF4-FFF2-40B4-BE49-F238E27FC236}">
                    <a16:creationId xmlns:a16="http://schemas.microsoft.com/office/drawing/2014/main" id="{061B199F-F341-C340-ACCA-0419B9A1E1DF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3" name="Oval 2902">
                <a:extLst>
                  <a:ext uri="{FF2B5EF4-FFF2-40B4-BE49-F238E27FC236}">
                    <a16:creationId xmlns:a16="http://schemas.microsoft.com/office/drawing/2014/main" id="{9669C946-DEF4-C94C-B805-4904AE727DBE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4" name="Oval 2903">
                <a:extLst>
                  <a:ext uri="{FF2B5EF4-FFF2-40B4-BE49-F238E27FC236}">
                    <a16:creationId xmlns:a16="http://schemas.microsoft.com/office/drawing/2014/main" id="{A9EDB242-0702-2E44-B222-20FB9616CF0C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5" name="Oval 2904">
                <a:extLst>
                  <a:ext uri="{FF2B5EF4-FFF2-40B4-BE49-F238E27FC236}">
                    <a16:creationId xmlns:a16="http://schemas.microsoft.com/office/drawing/2014/main" id="{5100CCA5-FB86-D748-92B3-F2806A48B1A8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6" name="Oval 2905">
                <a:extLst>
                  <a:ext uri="{FF2B5EF4-FFF2-40B4-BE49-F238E27FC236}">
                    <a16:creationId xmlns:a16="http://schemas.microsoft.com/office/drawing/2014/main" id="{64A44D26-87BF-6E4F-8A5F-59ADC4FFF2A1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7" name="Oval 2906">
                <a:extLst>
                  <a:ext uri="{FF2B5EF4-FFF2-40B4-BE49-F238E27FC236}">
                    <a16:creationId xmlns:a16="http://schemas.microsoft.com/office/drawing/2014/main" id="{DAA5BDD5-B958-7B45-B808-AC36D69489E9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8" name="Oval 2907">
                <a:extLst>
                  <a:ext uri="{FF2B5EF4-FFF2-40B4-BE49-F238E27FC236}">
                    <a16:creationId xmlns:a16="http://schemas.microsoft.com/office/drawing/2014/main" id="{CDD8C12F-4381-9149-AD67-500976439C0F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9" name="Oval 2908">
                <a:extLst>
                  <a:ext uri="{FF2B5EF4-FFF2-40B4-BE49-F238E27FC236}">
                    <a16:creationId xmlns:a16="http://schemas.microsoft.com/office/drawing/2014/main" id="{5B3A913F-9136-544F-886A-FD726C419040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0" name="Oval 2909">
                <a:extLst>
                  <a:ext uri="{FF2B5EF4-FFF2-40B4-BE49-F238E27FC236}">
                    <a16:creationId xmlns:a16="http://schemas.microsoft.com/office/drawing/2014/main" id="{07A6D970-70A9-5A45-807D-C6919AC0758E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1" name="Oval 2910">
                <a:extLst>
                  <a:ext uri="{FF2B5EF4-FFF2-40B4-BE49-F238E27FC236}">
                    <a16:creationId xmlns:a16="http://schemas.microsoft.com/office/drawing/2014/main" id="{16658859-6855-A94A-A5E0-81094EE87866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2" name="Oval 2911">
                <a:extLst>
                  <a:ext uri="{FF2B5EF4-FFF2-40B4-BE49-F238E27FC236}">
                    <a16:creationId xmlns:a16="http://schemas.microsoft.com/office/drawing/2014/main" id="{BE075E0C-E2F8-9447-859F-E1DDC88AE30A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3" name="Oval 2912">
                <a:extLst>
                  <a:ext uri="{FF2B5EF4-FFF2-40B4-BE49-F238E27FC236}">
                    <a16:creationId xmlns:a16="http://schemas.microsoft.com/office/drawing/2014/main" id="{6A417582-AE19-EE43-833D-5CD121778E45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4" name="Oval 2913">
                <a:extLst>
                  <a:ext uri="{FF2B5EF4-FFF2-40B4-BE49-F238E27FC236}">
                    <a16:creationId xmlns:a16="http://schemas.microsoft.com/office/drawing/2014/main" id="{6CC0D12D-F5E7-6649-A5B7-B8BB761F2CF5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5" name="Oval 2914">
                <a:extLst>
                  <a:ext uri="{FF2B5EF4-FFF2-40B4-BE49-F238E27FC236}">
                    <a16:creationId xmlns:a16="http://schemas.microsoft.com/office/drawing/2014/main" id="{38157B25-AC77-4F45-A8B5-DD5C59555D76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6" name="Oval 2915">
                <a:extLst>
                  <a:ext uri="{FF2B5EF4-FFF2-40B4-BE49-F238E27FC236}">
                    <a16:creationId xmlns:a16="http://schemas.microsoft.com/office/drawing/2014/main" id="{1A76B27B-5A24-704D-8D91-CC6B088226F3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7" name="Oval 2916">
                <a:extLst>
                  <a:ext uri="{FF2B5EF4-FFF2-40B4-BE49-F238E27FC236}">
                    <a16:creationId xmlns:a16="http://schemas.microsoft.com/office/drawing/2014/main" id="{A702E1E0-2A99-BD4C-B6CC-C5FEBFFCB834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8" name="Oval 2917">
                <a:extLst>
                  <a:ext uri="{FF2B5EF4-FFF2-40B4-BE49-F238E27FC236}">
                    <a16:creationId xmlns:a16="http://schemas.microsoft.com/office/drawing/2014/main" id="{5B0E6767-3C00-004F-BCE4-94F28F3043AA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9" name="Oval 2918">
                <a:extLst>
                  <a:ext uri="{FF2B5EF4-FFF2-40B4-BE49-F238E27FC236}">
                    <a16:creationId xmlns:a16="http://schemas.microsoft.com/office/drawing/2014/main" id="{C0F4D97B-9CC6-FF40-AD86-4EE22904A63D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0" name="Oval 2919">
                <a:extLst>
                  <a:ext uri="{FF2B5EF4-FFF2-40B4-BE49-F238E27FC236}">
                    <a16:creationId xmlns:a16="http://schemas.microsoft.com/office/drawing/2014/main" id="{532CADAB-4EC6-6541-A757-67A5559C5A03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1" name="Oval 2920">
                <a:extLst>
                  <a:ext uri="{FF2B5EF4-FFF2-40B4-BE49-F238E27FC236}">
                    <a16:creationId xmlns:a16="http://schemas.microsoft.com/office/drawing/2014/main" id="{7795D8FD-BF13-FA4E-A4C9-1AEF14F6A8C6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2" name="Oval 2921">
                <a:extLst>
                  <a:ext uri="{FF2B5EF4-FFF2-40B4-BE49-F238E27FC236}">
                    <a16:creationId xmlns:a16="http://schemas.microsoft.com/office/drawing/2014/main" id="{E57E895A-AD22-AE40-B3E9-FA50311340A6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3" name="Oval 2922">
                <a:extLst>
                  <a:ext uri="{FF2B5EF4-FFF2-40B4-BE49-F238E27FC236}">
                    <a16:creationId xmlns:a16="http://schemas.microsoft.com/office/drawing/2014/main" id="{45EE69F3-DB79-A54A-8FF1-DCC0F25A63EA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4" name="Oval 2923">
                <a:extLst>
                  <a:ext uri="{FF2B5EF4-FFF2-40B4-BE49-F238E27FC236}">
                    <a16:creationId xmlns:a16="http://schemas.microsoft.com/office/drawing/2014/main" id="{42F1839F-53C7-3149-A5B9-8EBCBF2A2AC8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5" name="Oval 2924">
                <a:extLst>
                  <a:ext uri="{FF2B5EF4-FFF2-40B4-BE49-F238E27FC236}">
                    <a16:creationId xmlns:a16="http://schemas.microsoft.com/office/drawing/2014/main" id="{7A82EDD4-B766-A14E-A328-5E79FAC947B9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6" name="Oval 2925">
                <a:extLst>
                  <a:ext uri="{FF2B5EF4-FFF2-40B4-BE49-F238E27FC236}">
                    <a16:creationId xmlns:a16="http://schemas.microsoft.com/office/drawing/2014/main" id="{F1CF5E1E-9901-FE4E-B3FB-3DADF2D96276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7" name="Oval 2926">
                <a:extLst>
                  <a:ext uri="{FF2B5EF4-FFF2-40B4-BE49-F238E27FC236}">
                    <a16:creationId xmlns:a16="http://schemas.microsoft.com/office/drawing/2014/main" id="{524B25C2-8E10-E04E-B2CB-84A32381E437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8" name="Oval 2927">
                <a:extLst>
                  <a:ext uri="{FF2B5EF4-FFF2-40B4-BE49-F238E27FC236}">
                    <a16:creationId xmlns:a16="http://schemas.microsoft.com/office/drawing/2014/main" id="{B8DD3658-7FE8-6345-ADEE-D0E32714D02A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9" name="Oval 2928">
                <a:extLst>
                  <a:ext uri="{FF2B5EF4-FFF2-40B4-BE49-F238E27FC236}">
                    <a16:creationId xmlns:a16="http://schemas.microsoft.com/office/drawing/2014/main" id="{EAA9E4C7-4957-9348-B450-657987E24CAD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0" name="Oval 2929">
                <a:extLst>
                  <a:ext uri="{FF2B5EF4-FFF2-40B4-BE49-F238E27FC236}">
                    <a16:creationId xmlns:a16="http://schemas.microsoft.com/office/drawing/2014/main" id="{786DCD6A-8BBB-F14A-B092-9489D471BF66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1" name="Oval 2930">
                <a:extLst>
                  <a:ext uri="{FF2B5EF4-FFF2-40B4-BE49-F238E27FC236}">
                    <a16:creationId xmlns:a16="http://schemas.microsoft.com/office/drawing/2014/main" id="{834CCE7A-B7AC-C04E-92FA-C76BA7D40CEF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2" name="Oval 2931">
                <a:extLst>
                  <a:ext uri="{FF2B5EF4-FFF2-40B4-BE49-F238E27FC236}">
                    <a16:creationId xmlns:a16="http://schemas.microsoft.com/office/drawing/2014/main" id="{7EFB7804-2C33-4B47-A985-804736FB156C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3" name="Oval 2932">
                <a:extLst>
                  <a:ext uri="{FF2B5EF4-FFF2-40B4-BE49-F238E27FC236}">
                    <a16:creationId xmlns:a16="http://schemas.microsoft.com/office/drawing/2014/main" id="{42ABA77E-9A81-2C4B-BF29-FCED344F324F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4" name="Oval 2933">
                <a:extLst>
                  <a:ext uri="{FF2B5EF4-FFF2-40B4-BE49-F238E27FC236}">
                    <a16:creationId xmlns:a16="http://schemas.microsoft.com/office/drawing/2014/main" id="{6E824E5A-4B60-DD43-84DC-316EB9A6001C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5" name="Oval 2934">
                <a:extLst>
                  <a:ext uri="{FF2B5EF4-FFF2-40B4-BE49-F238E27FC236}">
                    <a16:creationId xmlns:a16="http://schemas.microsoft.com/office/drawing/2014/main" id="{22470028-1B70-D340-B9C4-3D7BEF8349DC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6" name="Oval 2935">
                <a:extLst>
                  <a:ext uri="{FF2B5EF4-FFF2-40B4-BE49-F238E27FC236}">
                    <a16:creationId xmlns:a16="http://schemas.microsoft.com/office/drawing/2014/main" id="{E5CE1767-0E78-9148-A95F-829B89185F72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7" name="Oval 2936">
                <a:extLst>
                  <a:ext uri="{FF2B5EF4-FFF2-40B4-BE49-F238E27FC236}">
                    <a16:creationId xmlns:a16="http://schemas.microsoft.com/office/drawing/2014/main" id="{64F2A122-1899-A340-AC93-1C6CBC6E7EA0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8" name="Oval 2937">
                <a:extLst>
                  <a:ext uri="{FF2B5EF4-FFF2-40B4-BE49-F238E27FC236}">
                    <a16:creationId xmlns:a16="http://schemas.microsoft.com/office/drawing/2014/main" id="{F8D498C0-7557-4F4A-B3A4-A5F41EE97B37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9" name="Oval 2938">
                <a:extLst>
                  <a:ext uri="{FF2B5EF4-FFF2-40B4-BE49-F238E27FC236}">
                    <a16:creationId xmlns:a16="http://schemas.microsoft.com/office/drawing/2014/main" id="{7987553C-08A4-2444-B14B-1FE287621D26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0" name="Oval 2939">
                <a:extLst>
                  <a:ext uri="{FF2B5EF4-FFF2-40B4-BE49-F238E27FC236}">
                    <a16:creationId xmlns:a16="http://schemas.microsoft.com/office/drawing/2014/main" id="{EE3C1826-9A25-9A49-940C-928579C37FFF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1" name="Oval 2940">
                <a:extLst>
                  <a:ext uri="{FF2B5EF4-FFF2-40B4-BE49-F238E27FC236}">
                    <a16:creationId xmlns:a16="http://schemas.microsoft.com/office/drawing/2014/main" id="{D7BC99B4-D77C-EC44-8078-B98B90D0C9E3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2" name="Oval 2941">
                <a:extLst>
                  <a:ext uri="{FF2B5EF4-FFF2-40B4-BE49-F238E27FC236}">
                    <a16:creationId xmlns:a16="http://schemas.microsoft.com/office/drawing/2014/main" id="{AFD3145C-CDFB-794E-BAFD-E52445A36C03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3" name="Oval 2942">
                <a:extLst>
                  <a:ext uri="{FF2B5EF4-FFF2-40B4-BE49-F238E27FC236}">
                    <a16:creationId xmlns:a16="http://schemas.microsoft.com/office/drawing/2014/main" id="{F207012D-E20B-094A-AE4C-D22FBBCCD41B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4" name="Oval 2943">
                <a:extLst>
                  <a:ext uri="{FF2B5EF4-FFF2-40B4-BE49-F238E27FC236}">
                    <a16:creationId xmlns:a16="http://schemas.microsoft.com/office/drawing/2014/main" id="{C1C9CBFD-8BAA-4648-B742-07B769D6E7FC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5" name="Oval 2944">
                <a:extLst>
                  <a:ext uri="{FF2B5EF4-FFF2-40B4-BE49-F238E27FC236}">
                    <a16:creationId xmlns:a16="http://schemas.microsoft.com/office/drawing/2014/main" id="{26A2AA5B-D193-4943-8BCC-485B097C852F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6" name="Oval 2945">
                <a:extLst>
                  <a:ext uri="{FF2B5EF4-FFF2-40B4-BE49-F238E27FC236}">
                    <a16:creationId xmlns:a16="http://schemas.microsoft.com/office/drawing/2014/main" id="{AC863DFA-F8D6-724C-BD16-782DC14801DF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7" name="Oval 2946">
                <a:extLst>
                  <a:ext uri="{FF2B5EF4-FFF2-40B4-BE49-F238E27FC236}">
                    <a16:creationId xmlns:a16="http://schemas.microsoft.com/office/drawing/2014/main" id="{1F146B83-985B-1C48-AEFA-357B8439571E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8" name="Oval 2947">
                <a:extLst>
                  <a:ext uri="{FF2B5EF4-FFF2-40B4-BE49-F238E27FC236}">
                    <a16:creationId xmlns:a16="http://schemas.microsoft.com/office/drawing/2014/main" id="{2157CDC5-2E24-BA46-A6D2-A88C18BA7574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9" name="Oval 2948">
                <a:extLst>
                  <a:ext uri="{FF2B5EF4-FFF2-40B4-BE49-F238E27FC236}">
                    <a16:creationId xmlns:a16="http://schemas.microsoft.com/office/drawing/2014/main" id="{B657BE95-A5FA-2C49-8872-A342F570753D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0" name="Oval 2949">
                <a:extLst>
                  <a:ext uri="{FF2B5EF4-FFF2-40B4-BE49-F238E27FC236}">
                    <a16:creationId xmlns:a16="http://schemas.microsoft.com/office/drawing/2014/main" id="{15797A12-7CFB-F44C-95BA-299E19138430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1" name="Oval 2950">
                <a:extLst>
                  <a:ext uri="{FF2B5EF4-FFF2-40B4-BE49-F238E27FC236}">
                    <a16:creationId xmlns:a16="http://schemas.microsoft.com/office/drawing/2014/main" id="{76368F77-01C5-A746-8D42-883453C29EAD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2" name="Oval 2951">
                <a:extLst>
                  <a:ext uri="{FF2B5EF4-FFF2-40B4-BE49-F238E27FC236}">
                    <a16:creationId xmlns:a16="http://schemas.microsoft.com/office/drawing/2014/main" id="{B2E46D32-ACF1-6846-A642-D1EBD6C4D135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3" name="Oval 2952">
                <a:extLst>
                  <a:ext uri="{FF2B5EF4-FFF2-40B4-BE49-F238E27FC236}">
                    <a16:creationId xmlns:a16="http://schemas.microsoft.com/office/drawing/2014/main" id="{077F32CA-8FF4-F34D-89DA-6746D39359ED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4" name="Oval 2953">
                <a:extLst>
                  <a:ext uri="{FF2B5EF4-FFF2-40B4-BE49-F238E27FC236}">
                    <a16:creationId xmlns:a16="http://schemas.microsoft.com/office/drawing/2014/main" id="{723CC8F9-C9A4-9D4C-845C-9FC80E590506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5" name="Oval 2954">
                <a:extLst>
                  <a:ext uri="{FF2B5EF4-FFF2-40B4-BE49-F238E27FC236}">
                    <a16:creationId xmlns:a16="http://schemas.microsoft.com/office/drawing/2014/main" id="{F57480B8-FA05-9043-B072-F722AB2768BA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6" name="Oval 2955">
                <a:extLst>
                  <a:ext uri="{FF2B5EF4-FFF2-40B4-BE49-F238E27FC236}">
                    <a16:creationId xmlns:a16="http://schemas.microsoft.com/office/drawing/2014/main" id="{BD334D3B-7F06-8C46-B5F0-AED05591B351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7" name="Oval 2956">
                <a:extLst>
                  <a:ext uri="{FF2B5EF4-FFF2-40B4-BE49-F238E27FC236}">
                    <a16:creationId xmlns:a16="http://schemas.microsoft.com/office/drawing/2014/main" id="{B708457B-E57D-A24D-81A3-0D20B02BA1DF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8" name="Oval 2957">
                <a:extLst>
                  <a:ext uri="{FF2B5EF4-FFF2-40B4-BE49-F238E27FC236}">
                    <a16:creationId xmlns:a16="http://schemas.microsoft.com/office/drawing/2014/main" id="{2401AA76-BE56-8E44-85F4-8F0DB470A179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9" name="Oval 2958">
                <a:extLst>
                  <a:ext uri="{FF2B5EF4-FFF2-40B4-BE49-F238E27FC236}">
                    <a16:creationId xmlns:a16="http://schemas.microsoft.com/office/drawing/2014/main" id="{4CB9CB6D-EC31-BE48-883A-CEB2FB1A0BB8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0" name="Oval 2959">
                <a:extLst>
                  <a:ext uri="{FF2B5EF4-FFF2-40B4-BE49-F238E27FC236}">
                    <a16:creationId xmlns:a16="http://schemas.microsoft.com/office/drawing/2014/main" id="{1FF8B529-51DC-1B40-92F4-643D3BA335AD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1" name="Oval 2960">
                <a:extLst>
                  <a:ext uri="{FF2B5EF4-FFF2-40B4-BE49-F238E27FC236}">
                    <a16:creationId xmlns:a16="http://schemas.microsoft.com/office/drawing/2014/main" id="{198AE8F3-EB3E-D14A-803F-A89BFBEE51E0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2" name="Oval 2961">
                <a:extLst>
                  <a:ext uri="{FF2B5EF4-FFF2-40B4-BE49-F238E27FC236}">
                    <a16:creationId xmlns:a16="http://schemas.microsoft.com/office/drawing/2014/main" id="{7B7D1A01-96D7-4641-A7F8-CD007F7113AD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3" name="Oval 2962">
                <a:extLst>
                  <a:ext uri="{FF2B5EF4-FFF2-40B4-BE49-F238E27FC236}">
                    <a16:creationId xmlns:a16="http://schemas.microsoft.com/office/drawing/2014/main" id="{620F8FD0-1A0A-584F-B8D9-96E8CFD78309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4" name="Oval 2963">
                <a:extLst>
                  <a:ext uri="{FF2B5EF4-FFF2-40B4-BE49-F238E27FC236}">
                    <a16:creationId xmlns:a16="http://schemas.microsoft.com/office/drawing/2014/main" id="{EF9D021A-5930-C04C-9251-48E6ED30E873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5" name="Oval 2964">
                <a:extLst>
                  <a:ext uri="{FF2B5EF4-FFF2-40B4-BE49-F238E27FC236}">
                    <a16:creationId xmlns:a16="http://schemas.microsoft.com/office/drawing/2014/main" id="{33A523AF-4C28-1642-85B0-F3652A5FA314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6" name="Oval 2965">
                <a:extLst>
                  <a:ext uri="{FF2B5EF4-FFF2-40B4-BE49-F238E27FC236}">
                    <a16:creationId xmlns:a16="http://schemas.microsoft.com/office/drawing/2014/main" id="{682EE701-A918-0648-A2CF-D49D0B113A50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7" name="Oval 2966">
                <a:extLst>
                  <a:ext uri="{FF2B5EF4-FFF2-40B4-BE49-F238E27FC236}">
                    <a16:creationId xmlns:a16="http://schemas.microsoft.com/office/drawing/2014/main" id="{013F3936-09BE-AF43-9229-C99DCFCBAC7B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8" name="Oval 2967">
                <a:extLst>
                  <a:ext uri="{FF2B5EF4-FFF2-40B4-BE49-F238E27FC236}">
                    <a16:creationId xmlns:a16="http://schemas.microsoft.com/office/drawing/2014/main" id="{5F345DB8-EEB9-BD4E-949F-4339B959D684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9" name="Oval 2968">
                <a:extLst>
                  <a:ext uri="{FF2B5EF4-FFF2-40B4-BE49-F238E27FC236}">
                    <a16:creationId xmlns:a16="http://schemas.microsoft.com/office/drawing/2014/main" id="{FEB91115-864F-6242-B911-5431086960EF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0" name="Oval 2969">
                <a:extLst>
                  <a:ext uri="{FF2B5EF4-FFF2-40B4-BE49-F238E27FC236}">
                    <a16:creationId xmlns:a16="http://schemas.microsoft.com/office/drawing/2014/main" id="{D170C1F0-4262-E34E-AB34-2D15E6932A02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1" name="Oval 2970">
                <a:extLst>
                  <a:ext uri="{FF2B5EF4-FFF2-40B4-BE49-F238E27FC236}">
                    <a16:creationId xmlns:a16="http://schemas.microsoft.com/office/drawing/2014/main" id="{AC72C2DF-604A-E340-8683-F0C8A9EBA549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2" name="Oval 2971">
                <a:extLst>
                  <a:ext uri="{FF2B5EF4-FFF2-40B4-BE49-F238E27FC236}">
                    <a16:creationId xmlns:a16="http://schemas.microsoft.com/office/drawing/2014/main" id="{BCB99AE5-0B6E-AC41-85FB-7A4E39B52274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3" name="Oval 2972">
                <a:extLst>
                  <a:ext uri="{FF2B5EF4-FFF2-40B4-BE49-F238E27FC236}">
                    <a16:creationId xmlns:a16="http://schemas.microsoft.com/office/drawing/2014/main" id="{A6D3595D-A090-384C-95D2-DD7C33CAE16B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4" name="Oval 2973">
                <a:extLst>
                  <a:ext uri="{FF2B5EF4-FFF2-40B4-BE49-F238E27FC236}">
                    <a16:creationId xmlns:a16="http://schemas.microsoft.com/office/drawing/2014/main" id="{78528AA5-7091-8749-A691-5D47C9CD2FF0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5" name="Oval 2974">
                <a:extLst>
                  <a:ext uri="{FF2B5EF4-FFF2-40B4-BE49-F238E27FC236}">
                    <a16:creationId xmlns:a16="http://schemas.microsoft.com/office/drawing/2014/main" id="{A3E9D1EA-1DF8-C545-BF89-43D2052219E1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6" name="Oval 2975">
                <a:extLst>
                  <a:ext uri="{FF2B5EF4-FFF2-40B4-BE49-F238E27FC236}">
                    <a16:creationId xmlns:a16="http://schemas.microsoft.com/office/drawing/2014/main" id="{1A7A6B60-2347-EE43-AA36-7F57AFBEE7ED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7" name="Oval 2976">
                <a:extLst>
                  <a:ext uri="{FF2B5EF4-FFF2-40B4-BE49-F238E27FC236}">
                    <a16:creationId xmlns:a16="http://schemas.microsoft.com/office/drawing/2014/main" id="{E63C625E-3BFC-384C-963D-6445C2EAF500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8" name="Oval 2977">
                <a:extLst>
                  <a:ext uri="{FF2B5EF4-FFF2-40B4-BE49-F238E27FC236}">
                    <a16:creationId xmlns:a16="http://schemas.microsoft.com/office/drawing/2014/main" id="{00A13D38-6781-7347-9C20-E9640D126365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9" name="Oval 2978">
                <a:extLst>
                  <a:ext uri="{FF2B5EF4-FFF2-40B4-BE49-F238E27FC236}">
                    <a16:creationId xmlns:a16="http://schemas.microsoft.com/office/drawing/2014/main" id="{001BD880-2608-E747-AEC1-67A7632EFB23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0" name="Oval 2979">
                <a:extLst>
                  <a:ext uri="{FF2B5EF4-FFF2-40B4-BE49-F238E27FC236}">
                    <a16:creationId xmlns:a16="http://schemas.microsoft.com/office/drawing/2014/main" id="{9940ACA1-4E15-3646-A974-AC44CBB54AF0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1" name="Oval 2980">
                <a:extLst>
                  <a:ext uri="{FF2B5EF4-FFF2-40B4-BE49-F238E27FC236}">
                    <a16:creationId xmlns:a16="http://schemas.microsoft.com/office/drawing/2014/main" id="{B0F21370-D4CF-F645-9AB5-A6E954A101E8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2" name="Oval 2981">
                <a:extLst>
                  <a:ext uri="{FF2B5EF4-FFF2-40B4-BE49-F238E27FC236}">
                    <a16:creationId xmlns:a16="http://schemas.microsoft.com/office/drawing/2014/main" id="{A5A7F18F-695E-9747-8522-27C083ED0445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3" name="Oval 2982">
                <a:extLst>
                  <a:ext uri="{FF2B5EF4-FFF2-40B4-BE49-F238E27FC236}">
                    <a16:creationId xmlns:a16="http://schemas.microsoft.com/office/drawing/2014/main" id="{058F03A2-9D31-C847-9399-49A243336454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4" name="Freeform 2983">
                <a:extLst>
                  <a:ext uri="{FF2B5EF4-FFF2-40B4-BE49-F238E27FC236}">
                    <a16:creationId xmlns:a16="http://schemas.microsoft.com/office/drawing/2014/main" id="{FF7D62BA-7972-264F-9536-946E89E9A3F8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85" name="Freeform 2984">
                <a:extLst>
                  <a:ext uri="{FF2B5EF4-FFF2-40B4-BE49-F238E27FC236}">
                    <a16:creationId xmlns:a16="http://schemas.microsoft.com/office/drawing/2014/main" id="{808894AC-78F2-FA49-A32B-527AA433B2E1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318BE5F8-FF72-9649-83DA-F35D4947BAF2}"/>
              </a:ext>
            </a:extLst>
          </p:cNvPr>
          <p:cNvGrpSpPr>
            <a:grpSpLocks noChangeAspect="1"/>
          </p:cNvGrpSpPr>
          <p:nvPr/>
        </p:nvGrpSpPr>
        <p:grpSpPr>
          <a:xfrm>
            <a:off x="5644478" y="3295765"/>
            <a:ext cx="2316201" cy="3144663"/>
            <a:chOff x="9046953" y="2787725"/>
            <a:chExt cx="2879972" cy="3910084"/>
          </a:xfrm>
        </p:grpSpPr>
        <p:sp>
          <p:nvSpPr>
            <p:cNvPr id="2700" name="Arc 2699">
              <a:extLst>
                <a:ext uri="{FF2B5EF4-FFF2-40B4-BE49-F238E27FC236}">
                  <a16:creationId xmlns:a16="http://schemas.microsoft.com/office/drawing/2014/main" id="{3BB32D13-6168-F042-A0FC-D125EE4353C4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1" name="Arc 2700">
              <a:extLst>
                <a:ext uri="{FF2B5EF4-FFF2-40B4-BE49-F238E27FC236}">
                  <a16:creationId xmlns:a16="http://schemas.microsoft.com/office/drawing/2014/main" id="{81B85F90-72FD-3F4E-BA0C-4E376ED47DC4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2" name="Rectangle 2701">
              <a:extLst>
                <a:ext uri="{FF2B5EF4-FFF2-40B4-BE49-F238E27FC236}">
                  <a16:creationId xmlns:a16="http://schemas.microsoft.com/office/drawing/2014/main" id="{4DB3E208-7D39-144E-A3B6-769493685988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3" name="Arc 2702">
              <a:extLst>
                <a:ext uri="{FF2B5EF4-FFF2-40B4-BE49-F238E27FC236}">
                  <a16:creationId xmlns:a16="http://schemas.microsoft.com/office/drawing/2014/main" id="{3DBE8067-96B8-8D42-AAA6-FC347E036963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4" name="Arc 2703">
              <a:extLst>
                <a:ext uri="{FF2B5EF4-FFF2-40B4-BE49-F238E27FC236}">
                  <a16:creationId xmlns:a16="http://schemas.microsoft.com/office/drawing/2014/main" id="{860B1246-5D47-784B-8819-30F6E5EB97E4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5EFE8DDF-9A5F-AB41-B3F1-C5EB3F8DF746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2EEE490F-C858-2B45-B23E-027FD03B5083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7" name="Rectangle 2706">
              <a:extLst>
                <a:ext uri="{FF2B5EF4-FFF2-40B4-BE49-F238E27FC236}">
                  <a16:creationId xmlns:a16="http://schemas.microsoft.com/office/drawing/2014/main" id="{8889914E-25DC-714B-AEF2-2D6C4512FC51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782FBED6-A62A-D14B-B6E0-3E93F1EA0238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52C50550-DC2C-EC48-AA59-18BED1029FD5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97787E56-3B6A-9F4F-BA60-354948D5A250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30349288-28E1-0D42-A2F9-00F3697BADCB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8ACE7D7A-FF51-124F-AAC9-3392FDE031EE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1984FA86-5E73-D94B-B92D-6B72E98D8133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8F163AA0-C379-CB4C-A28B-9D4E7FA24D34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5" name="Freeform 2714">
              <a:extLst>
                <a:ext uri="{FF2B5EF4-FFF2-40B4-BE49-F238E27FC236}">
                  <a16:creationId xmlns:a16="http://schemas.microsoft.com/office/drawing/2014/main" id="{C8C6AA70-797F-D141-BC49-3B64975E63F1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6BED3F2D-76CB-FF46-9905-AB0786A55C16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EB3B7F9C-AFEB-FA4A-83CE-35E3B128C423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48B88E05-AA12-D541-B24B-81C84A89D7F6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565F650F-DB86-3340-95A2-EAEE83665CEA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4A80AD1B-2510-2B4C-8099-45E8F3976E20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72AA4F46-DD87-4748-A473-682D1A8BEF59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2" name="Rectangle 2721">
              <a:extLst>
                <a:ext uri="{FF2B5EF4-FFF2-40B4-BE49-F238E27FC236}">
                  <a16:creationId xmlns:a16="http://schemas.microsoft.com/office/drawing/2014/main" id="{514F90DA-AE35-6549-A064-5682FAC0CCB3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23" name="Group 2722">
              <a:extLst>
                <a:ext uri="{FF2B5EF4-FFF2-40B4-BE49-F238E27FC236}">
                  <a16:creationId xmlns:a16="http://schemas.microsoft.com/office/drawing/2014/main" id="{A3988A94-C6BF-DE44-9045-72DB529CA356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2724" name="Freeform 2723">
                <a:extLst>
                  <a:ext uri="{FF2B5EF4-FFF2-40B4-BE49-F238E27FC236}">
                    <a16:creationId xmlns:a16="http://schemas.microsoft.com/office/drawing/2014/main" id="{6DA8A769-DCC9-8448-BEFB-1B2DAD96BAC9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5" name="Freeform 2724">
                <a:extLst>
                  <a:ext uri="{FF2B5EF4-FFF2-40B4-BE49-F238E27FC236}">
                    <a16:creationId xmlns:a16="http://schemas.microsoft.com/office/drawing/2014/main" id="{6CBC4905-6FE6-0B4A-901A-ECFBEAFB56FE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6" name="Freeform 2725">
                <a:extLst>
                  <a:ext uri="{FF2B5EF4-FFF2-40B4-BE49-F238E27FC236}">
                    <a16:creationId xmlns:a16="http://schemas.microsoft.com/office/drawing/2014/main" id="{43FF485E-AA16-2041-9B8C-BE5B2C2637D6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7" name="Rectangle 2726">
                <a:extLst>
                  <a:ext uri="{FF2B5EF4-FFF2-40B4-BE49-F238E27FC236}">
                    <a16:creationId xmlns:a16="http://schemas.microsoft.com/office/drawing/2014/main" id="{D5943331-AB7D-C54C-B72D-7F1BF7086F45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728" name="Oval 2727">
                <a:extLst>
                  <a:ext uri="{FF2B5EF4-FFF2-40B4-BE49-F238E27FC236}">
                    <a16:creationId xmlns:a16="http://schemas.microsoft.com/office/drawing/2014/main" id="{01DDCBED-DA8F-754B-BF26-4D7ECFDC9F80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9" name="Oval 2728">
                <a:extLst>
                  <a:ext uri="{FF2B5EF4-FFF2-40B4-BE49-F238E27FC236}">
                    <a16:creationId xmlns:a16="http://schemas.microsoft.com/office/drawing/2014/main" id="{55707570-1C3E-F844-A1D1-3423DF288F3F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0" name="Oval 2729">
                <a:extLst>
                  <a:ext uri="{FF2B5EF4-FFF2-40B4-BE49-F238E27FC236}">
                    <a16:creationId xmlns:a16="http://schemas.microsoft.com/office/drawing/2014/main" id="{FBD3C4DF-E0A3-FC4A-BA52-E2E8B55A3E0F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1" name="Oval 2730">
                <a:extLst>
                  <a:ext uri="{FF2B5EF4-FFF2-40B4-BE49-F238E27FC236}">
                    <a16:creationId xmlns:a16="http://schemas.microsoft.com/office/drawing/2014/main" id="{B8D9EBCF-3FA2-5A42-BD14-10DC927218D1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2" name="Oval 2731">
                <a:extLst>
                  <a:ext uri="{FF2B5EF4-FFF2-40B4-BE49-F238E27FC236}">
                    <a16:creationId xmlns:a16="http://schemas.microsoft.com/office/drawing/2014/main" id="{B0CF285C-7614-1040-AF89-F695675CE207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3" name="Oval 2732">
                <a:extLst>
                  <a:ext uri="{FF2B5EF4-FFF2-40B4-BE49-F238E27FC236}">
                    <a16:creationId xmlns:a16="http://schemas.microsoft.com/office/drawing/2014/main" id="{8FC28761-6915-5E48-9E04-C97607D57E1B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4" name="Oval 2733">
                <a:extLst>
                  <a:ext uri="{FF2B5EF4-FFF2-40B4-BE49-F238E27FC236}">
                    <a16:creationId xmlns:a16="http://schemas.microsoft.com/office/drawing/2014/main" id="{94A94F3C-4229-3D4A-9355-C9B21C0EAB05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5" name="Oval 2734">
                <a:extLst>
                  <a:ext uri="{FF2B5EF4-FFF2-40B4-BE49-F238E27FC236}">
                    <a16:creationId xmlns:a16="http://schemas.microsoft.com/office/drawing/2014/main" id="{AB2F0810-FDE3-2349-876A-3B5298CF83C6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6" name="Oval 2735">
                <a:extLst>
                  <a:ext uri="{FF2B5EF4-FFF2-40B4-BE49-F238E27FC236}">
                    <a16:creationId xmlns:a16="http://schemas.microsoft.com/office/drawing/2014/main" id="{66BA29BC-BEF1-FD4A-AED0-6D9ADC49A89D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7" name="Oval 2736">
                <a:extLst>
                  <a:ext uri="{FF2B5EF4-FFF2-40B4-BE49-F238E27FC236}">
                    <a16:creationId xmlns:a16="http://schemas.microsoft.com/office/drawing/2014/main" id="{6F0744DB-FEF9-D249-B09C-FA77135CFA9E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8" name="Oval 2737">
                <a:extLst>
                  <a:ext uri="{FF2B5EF4-FFF2-40B4-BE49-F238E27FC236}">
                    <a16:creationId xmlns:a16="http://schemas.microsoft.com/office/drawing/2014/main" id="{4AD401A0-C28C-5E47-8AEB-885C9B71836A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9" name="Oval 2738">
                <a:extLst>
                  <a:ext uri="{FF2B5EF4-FFF2-40B4-BE49-F238E27FC236}">
                    <a16:creationId xmlns:a16="http://schemas.microsoft.com/office/drawing/2014/main" id="{104666B7-250D-4943-BE10-CD381495885E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0" name="Oval 2739">
                <a:extLst>
                  <a:ext uri="{FF2B5EF4-FFF2-40B4-BE49-F238E27FC236}">
                    <a16:creationId xmlns:a16="http://schemas.microsoft.com/office/drawing/2014/main" id="{0AD55FE8-A7B1-DC4F-AA09-5D8E921E7E6F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1" name="Oval 2740">
                <a:extLst>
                  <a:ext uri="{FF2B5EF4-FFF2-40B4-BE49-F238E27FC236}">
                    <a16:creationId xmlns:a16="http://schemas.microsoft.com/office/drawing/2014/main" id="{508E7A75-D47B-1B4C-A503-B9932159D10C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2" name="Oval 2741">
                <a:extLst>
                  <a:ext uri="{FF2B5EF4-FFF2-40B4-BE49-F238E27FC236}">
                    <a16:creationId xmlns:a16="http://schemas.microsoft.com/office/drawing/2014/main" id="{E82DB8AE-31E6-9A47-97D7-7526C77C9B17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3" name="Oval 2742">
                <a:extLst>
                  <a:ext uri="{FF2B5EF4-FFF2-40B4-BE49-F238E27FC236}">
                    <a16:creationId xmlns:a16="http://schemas.microsoft.com/office/drawing/2014/main" id="{553B3899-579D-EF4B-85BF-AFA6000AAAA7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4" name="Oval 2743">
                <a:extLst>
                  <a:ext uri="{FF2B5EF4-FFF2-40B4-BE49-F238E27FC236}">
                    <a16:creationId xmlns:a16="http://schemas.microsoft.com/office/drawing/2014/main" id="{50F1F8DF-FAF0-C349-9BC4-9DA24916FADE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5" name="Oval 2744">
                <a:extLst>
                  <a:ext uri="{FF2B5EF4-FFF2-40B4-BE49-F238E27FC236}">
                    <a16:creationId xmlns:a16="http://schemas.microsoft.com/office/drawing/2014/main" id="{7E6F36D3-3C39-684B-9690-4D6CB8B7EAD7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6" name="Oval 2745">
                <a:extLst>
                  <a:ext uri="{FF2B5EF4-FFF2-40B4-BE49-F238E27FC236}">
                    <a16:creationId xmlns:a16="http://schemas.microsoft.com/office/drawing/2014/main" id="{3BEA07ED-4153-3148-B7A0-49EE1CC438B7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7" name="Oval 2746">
                <a:extLst>
                  <a:ext uri="{FF2B5EF4-FFF2-40B4-BE49-F238E27FC236}">
                    <a16:creationId xmlns:a16="http://schemas.microsoft.com/office/drawing/2014/main" id="{E3372A02-A245-764F-A3BB-03A6BC19C9B9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8" name="Oval 2747">
                <a:extLst>
                  <a:ext uri="{FF2B5EF4-FFF2-40B4-BE49-F238E27FC236}">
                    <a16:creationId xmlns:a16="http://schemas.microsoft.com/office/drawing/2014/main" id="{4CB9F02E-1E26-7D49-93E2-DA377BB1C116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9" name="Oval 2748">
                <a:extLst>
                  <a:ext uri="{FF2B5EF4-FFF2-40B4-BE49-F238E27FC236}">
                    <a16:creationId xmlns:a16="http://schemas.microsoft.com/office/drawing/2014/main" id="{0C651F3A-CD7F-F94A-9BA2-438BB76C6C4E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0" name="Oval 2749">
                <a:extLst>
                  <a:ext uri="{FF2B5EF4-FFF2-40B4-BE49-F238E27FC236}">
                    <a16:creationId xmlns:a16="http://schemas.microsoft.com/office/drawing/2014/main" id="{C266ACD0-08A6-D049-BEB2-0B0E5DD458B1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1" name="Oval 2750">
                <a:extLst>
                  <a:ext uri="{FF2B5EF4-FFF2-40B4-BE49-F238E27FC236}">
                    <a16:creationId xmlns:a16="http://schemas.microsoft.com/office/drawing/2014/main" id="{6A93B50A-E691-6540-9F1E-4D0D0E8BB03F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2" name="Oval 2751">
                <a:extLst>
                  <a:ext uri="{FF2B5EF4-FFF2-40B4-BE49-F238E27FC236}">
                    <a16:creationId xmlns:a16="http://schemas.microsoft.com/office/drawing/2014/main" id="{439053A7-25F6-FF45-9464-A5D926171801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3" name="Oval 2752">
                <a:extLst>
                  <a:ext uri="{FF2B5EF4-FFF2-40B4-BE49-F238E27FC236}">
                    <a16:creationId xmlns:a16="http://schemas.microsoft.com/office/drawing/2014/main" id="{7DF4A032-4582-1741-AE8C-70595E9E185E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4" name="Oval 2753">
                <a:extLst>
                  <a:ext uri="{FF2B5EF4-FFF2-40B4-BE49-F238E27FC236}">
                    <a16:creationId xmlns:a16="http://schemas.microsoft.com/office/drawing/2014/main" id="{ED1362AF-35CC-E041-81D5-0879B7ED403C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5" name="Oval 2754">
                <a:extLst>
                  <a:ext uri="{FF2B5EF4-FFF2-40B4-BE49-F238E27FC236}">
                    <a16:creationId xmlns:a16="http://schemas.microsoft.com/office/drawing/2014/main" id="{2D219479-8A34-8146-A562-5C7DA6DC5128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6" name="Oval 2755">
                <a:extLst>
                  <a:ext uri="{FF2B5EF4-FFF2-40B4-BE49-F238E27FC236}">
                    <a16:creationId xmlns:a16="http://schemas.microsoft.com/office/drawing/2014/main" id="{87BF0BC2-AA00-6049-BCE3-5BF8AD83CDDE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7" name="Oval 2756">
                <a:extLst>
                  <a:ext uri="{FF2B5EF4-FFF2-40B4-BE49-F238E27FC236}">
                    <a16:creationId xmlns:a16="http://schemas.microsoft.com/office/drawing/2014/main" id="{7D0FAABD-BB8F-CE48-8C37-167A06F3CDD6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8" name="Oval 2757">
                <a:extLst>
                  <a:ext uri="{FF2B5EF4-FFF2-40B4-BE49-F238E27FC236}">
                    <a16:creationId xmlns:a16="http://schemas.microsoft.com/office/drawing/2014/main" id="{005676F4-910F-8F4B-8FDA-F8DCBBFF4504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9" name="Oval 2758">
                <a:extLst>
                  <a:ext uri="{FF2B5EF4-FFF2-40B4-BE49-F238E27FC236}">
                    <a16:creationId xmlns:a16="http://schemas.microsoft.com/office/drawing/2014/main" id="{E8EBEBCB-65AC-AD4E-A4A2-35804724B891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0" name="Oval 2759">
                <a:extLst>
                  <a:ext uri="{FF2B5EF4-FFF2-40B4-BE49-F238E27FC236}">
                    <a16:creationId xmlns:a16="http://schemas.microsoft.com/office/drawing/2014/main" id="{381FA396-21B0-0245-AEFF-CDBC5479524D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1" name="Oval 2760">
                <a:extLst>
                  <a:ext uri="{FF2B5EF4-FFF2-40B4-BE49-F238E27FC236}">
                    <a16:creationId xmlns:a16="http://schemas.microsoft.com/office/drawing/2014/main" id="{6B9B044F-2787-FA41-9600-998C17D3789B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2" name="Oval 2761">
                <a:extLst>
                  <a:ext uri="{FF2B5EF4-FFF2-40B4-BE49-F238E27FC236}">
                    <a16:creationId xmlns:a16="http://schemas.microsoft.com/office/drawing/2014/main" id="{765847FA-FB04-454C-A7F9-1CA923AD3540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3" name="Oval 2762">
                <a:extLst>
                  <a:ext uri="{FF2B5EF4-FFF2-40B4-BE49-F238E27FC236}">
                    <a16:creationId xmlns:a16="http://schemas.microsoft.com/office/drawing/2014/main" id="{214DEFB5-03B1-1B49-8F5B-BFF895B33A58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4" name="Oval 2763">
                <a:extLst>
                  <a:ext uri="{FF2B5EF4-FFF2-40B4-BE49-F238E27FC236}">
                    <a16:creationId xmlns:a16="http://schemas.microsoft.com/office/drawing/2014/main" id="{22A78621-4EB1-224C-B345-51BB5659370F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5" name="Oval 2764">
                <a:extLst>
                  <a:ext uri="{FF2B5EF4-FFF2-40B4-BE49-F238E27FC236}">
                    <a16:creationId xmlns:a16="http://schemas.microsoft.com/office/drawing/2014/main" id="{75F29286-5E14-4C46-99A5-0DC22079E467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6" name="Oval 2765">
                <a:extLst>
                  <a:ext uri="{FF2B5EF4-FFF2-40B4-BE49-F238E27FC236}">
                    <a16:creationId xmlns:a16="http://schemas.microsoft.com/office/drawing/2014/main" id="{33B3A49D-E0CA-D041-B392-77714B12F359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7" name="Oval 2766">
                <a:extLst>
                  <a:ext uri="{FF2B5EF4-FFF2-40B4-BE49-F238E27FC236}">
                    <a16:creationId xmlns:a16="http://schemas.microsoft.com/office/drawing/2014/main" id="{B8C42BFB-F2F2-694B-9E92-EDDC340CFD69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8" name="Oval 2767">
                <a:extLst>
                  <a:ext uri="{FF2B5EF4-FFF2-40B4-BE49-F238E27FC236}">
                    <a16:creationId xmlns:a16="http://schemas.microsoft.com/office/drawing/2014/main" id="{9A7B98CE-F157-9C44-B504-84A4124DB6BC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9" name="Oval 2768">
                <a:extLst>
                  <a:ext uri="{FF2B5EF4-FFF2-40B4-BE49-F238E27FC236}">
                    <a16:creationId xmlns:a16="http://schemas.microsoft.com/office/drawing/2014/main" id="{243C3FD8-E379-EC46-A7ED-A1E7F2C2E81D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0" name="Oval 2769">
                <a:extLst>
                  <a:ext uri="{FF2B5EF4-FFF2-40B4-BE49-F238E27FC236}">
                    <a16:creationId xmlns:a16="http://schemas.microsoft.com/office/drawing/2014/main" id="{9FEC7DF8-BD2E-9146-8ACE-68F04F318104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1" name="Oval 2770">
                <a:extLst>
                  <a:ext uri="{FF2B5EF4-FFF2-40B4-BE49-F238E27FC236}">
                    <a16:creationId xmlns:a16="http://schemas.microsoft.com/office/drawing/2014/main" id="{1C57844F-9968-5C41-B4D3-DF3A00511324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2" name="Oval 2771">
                <a:extLst>
                  <a:ext uri="{FF2B5EF4-FFF2-40B4-BE49-F238E27FC236}">
                    <a16:creationId xmlns:a16="http://schemas.microsoft.com/office/drawing/2014/main" id="{9C6555A5-AED4-474A-8098-CBE975C865BF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3" name="Oval 2772">
                <a:extLst>
                  <a:ext uri="{FF2B5EF4-FFF2-40B4-BE49-F238E27FC236}">
                    <a16:creationId xmlns:a16="http://schemas.microsoft.com/office/drawing/2014/main" id="{772E113B-DA61-7943-8351-4C5121D76A15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4" name="Oval 2773">
                <a:extLst>
                  <a:ext uri="{FF2B5EF4-FFF2-40B4-BE49-F238E27FC236}">
                    <a16:creationId xmlns:a16="http://schemas.microsoft.com/office/drawing/2014/main" id="{3F4C2241-C7D7-574D-9A4B-019F889AE064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5" name="Oval 2774">
                <a:extLst>
                  <a:ext uri="{FF2B5EF4-FFF2-40B4-BE49-F238E27FC236}">
                    <a16:creationId xmlns:a16="http://schemas.microsoft.com/office/drawing/2014/main" id="{A671C1B8-3AFB-3941-8FA4-6CAA214F62EB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6" name="Oval 2775">
                <a:extLst>
                  <a:ext uri="{FF2B5EF4-FFF2-40B4-BE49-F238E27FC236}">
                    <a16:creationId xmlns:a16="http://schemas.microsoft.com/office/drawing/2014/main" id="{3FE68D51-00C1-2B4A-A845-CCAB6FD3197E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7" name="Oval 2776">
                <a:extLst>
                  <a:ext uri="{FF2B5EF4-FFF2-40B4-BE49-F238E27FC236}">
                    <a16:creationId xmlns:a16="http://schemas.microsoft.com/office/drawing/2014/main" id="{AE261DD0-12B4-1548-85F5-59404051593D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8" name="Oval 2777">
                <a:extLst>
                  <a:ext uri="{FF2B5EF4-FFF2-40B4-BE49-F238E27FC236}">
                    <a16:creationId xmlns:a16="http://schemas.microsoft.com/office/drawing/2014/main" id="{96EC4739-D0B7-3643-9945-A78F36F7ADDA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9" name="Oval 2778">
                <a:extLst>
                  <a:ext uri="{FF2B5EF4-FFF2-40B4-BE49-F238E27FC236}">
                    <a16:creationId xmlns:a16="http://schemas.microsoft.com/office/drawing/2014/main" id="{9FB717C6-BC42-BF4F-8A48-FB0D2C31F404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0" name="Oval 2779">
                <a:extLst>
                  <a:ext uri="{FF2B5EF4-FFF2-40B4-BE49-F238E27FC236}">
                    <a16:creationId xmlns:a16="http://schemas.microsoft.com/office/drawing/2014/main" id="{A98B8437-445E-8D44-9795-8FC9ED2ADB32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1" name="Oval 2780">
                <a:extLst>
                  <a:ext uri="{FF2B5EF4-FFF2-40B4-BE49-F238E27FC236}">
                    <a16:creationId xmlns:a16="http://schemas.microsoft.com/office/drawing/2014/main" id="{1503FC46-795C-D242-8C9B-B48AE83899A5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2" name="Oval 2781">
                <a:extLst>
                  <a:ext uri="{FF2B5EF4-FFF2-40B4-BE49-F238E27FC236}">
                    <a16:creationId xmlns:a16="http://schemas.microsoft.com/office/drawing/2014/main" id="{378E2014-0FC7-2A43-BBFD-66913105902A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3" name="Oval 2782">
                <a:extLst>
                  <a:ext uri="{FF2B5EF4-FFF2-40B4-BE49-F238E27FC236}">
                    <a16:creationId xmlns:a16="http://schemas.microsoft.com/office/drawing/2014/main" id="{126C83CD-7096-7846-B8E4-A3FE5AF5B7D9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4" name="Oval 2783">
                <a:extLst>
                  <a:ext uri="{FF2B5EF4-FFF2-40B4-BE49-F238E27FC236}">
                    <a16:creationId xmlns:a16="http://schemas.microsoft.com/office/drawing/2014/main" id="{981F05D8-F8B9-1A4C-8ED1-D433F14F0785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5" name="Oval 2784">
                <a:extLst>
                  <a:ext uri="{FF2B5EF4-FFF2-40B4-BE49-F238E27FC236}">
                    <a16:creationId xmlns:a16="http://schemas.microsoft.com/office/drawing/2014/main" id="{4D40FF6C-652A-5747-8611-0647835E588B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6" name="Oval 2785">
                <a:extLst>
                  <a:ext uri="{FF2B5EF4-FFF2-40B4-BE49-F238E27FC236}">
                    <a16:creationId xmlns:a16="http://schemas.microsoft.com/office/drawing/2014/main" id="{B2E61051-7E7F-8749-96EC-630C17EFCD30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7" name="Oval 2786">
                <a:extLst>
                  <a:ext uri="{FF2B5EF4-FFF2-40B4-BE49-F238E27FC236}">
                    <a16:creationId xmlns:a16="http://schemas.microsoft.com/office/drawing/2014/main" id="{27497429-26A6-0F42-BD19-F903DFF34EBD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8" name="Oval 2787">
                <a:extLst>
                  <a:ext uri="{FF2B5EF4-FFF2-40B4-BE49-F238E27FC236}">
                    <a16:creationId xmlns:a16="http://schemas.microsoft.com/office/drawing/2014/main" id="{87F60004-665D-8143-B9CD-AB2FEF744CA4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9" name="Oval 2788">
                <a:extLst>
                  <a:ext uri="{FF2B5EF4-FFF2-40B4-BE49-F238E27FC236}">
                    <a16:creationId xmlns:a16="http://schemas.microsoft.com/office/drawing/2014/main" id="{189F3BB4-546D-EF43-A009-E753BE33EA0F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0" name="Oval 2789">
                <a:extLst>
                  <a:ext uri="{FF2B5EF4-FFF2-40B4-BE49-F238E27FC236}">
                    <a16:creationId xmlns:a16="http://schemas.microsoft.com/office/drawing/2014/main" id="{E71BCB49-32C8-8E41-99D6-64C632E815F3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1" name="Oval 2790">
                <a:extLst>
                  <a:ext uri="{FF2B5EF4-FFF2-40B4-BE49-F238E27FC236}">
                    <a16:creationId xmlns:a16="http://schemas.microsoft.com/office/drawing/2014/main" id="{C9077270-ED41-7744-92DF-D9B85CA327C7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2" name="Oval 2791">
                <a:extLst>
                  <a:ext uri="{FF2B5EF4-FFF2-40B4-BE49-F238E27FC236}">
                    <a16:creationId xmlns:a16="http://schemas.microsoft.com/office/drawing/2014/main" id="{7EC79860-4588-1645-9CD1-4B9C3DAF399B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3" name="Oval 2792">
                <a:extLst>
                  <a:ext uri="{FF2B5EF4-FFF2-40B4-BE49-F238E27FC236}">
                    <a16:creationId xmlns:a16="http://schemas.microsoft.com/office/drawing/2014/main" id="{B41F3B40-BF11-B044-98EB-EBC277CBE406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4" name="Oval 2793">
                <a:extLst>
                  <a:ext uri="{FF2B5EF4-FFF2-40B4-BE49-F238E27FC236}">
                    <a16:creationId xmlns:a16="http://schemas.microsoft.com/office/drawing/2014/main" id="{355BD31B-E444-1E47-9035-FCAFD0BDBA23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5" name="Oval 2794">
                <a:extLst>
                  <a:ext uri="{FF2B5EF4-FFF2-40B4-BE49-F238E27FC236}">
                    <a16:creationId xmlns:a16="http://schemas.microsoft.com/office/drawing/2014/main" id="{5F5D6B91-129B-2546-B7DD-A5D617B0A0D4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6" name="Oval 2795">
                <a:extLst>
                  <a:ext uri="{FF2B5EF4-FFF2-40B4-BE49-F238E27FC236}">
                    <a16:creationId xmlns:a16="http://schemas.microsoft.com/office/drawing/2014/main" id="{38C319EB-2BC2-464D-823C-B0910CE8AF5C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7" name="Oval 2796">
                <a:extLst>
                  <a:ext uri="{FF2B5EF4-FFF2-40B4-BE49-F238E27FC236}">
                    <a16:creationId xmlns:a16="http://schemas.microsoft.com/office/drawing/2014/main" id="{16C6B588-1FEF-A54C-88AA-4A5F076C3AC6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8" name="Oval 2797">
                <a:extLst>
                  <a:ext uri="{FF2B5EF4-FFF2-40B4-BE49-F238E27FC236}">
                    <a16:creationId xmlns:a16="http://schemas.microsoft.com/office/drawing/2014/main" id="{EDA0C51B-6626-CE49-9042-42EC7BF896E5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9" name="Oval 2798">
                <a:extLst>
                  <a:ext uri="{FF2B5EF4-FFF2-40B4-BE49-F238E27FC236}">
                    <a16:creationId xmlns:a16="http://schemas.microsoft.com/office/drawing/2014/main" id="{CAB466D2-28DD-2447-BE67-021349DEBCFE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0" name="Oval 2799">
                <a:extLst>
                  <a:ext uri="{FF2B5EF4-FFF2-40B4-BE49-F238E27FC236}">
                    <a16:creationId xmlns:a16="http://schemas.microsoft.com/office/drawing/2014/main" id="{F2DA4C65-1413-B246-BBFA-81E42C1214F5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1" name="Oval 2800">
                <a:extLst>
                  <a:ext uri="{FF2B5EF4-FFF2-40B4-BE49-F238E27FC236}">
                    <a16:creationId xmlns:a16="http://schemas.microsoft.com/office/drawing/2014/main" id="{2F3B47AA-A177-8B4A-9D3C-46731BC4303D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2" name="Oval 2801">
                <a:extLst>
                  <a:ext uri="{FF2B5EF4-FFF2-40B4-BE49-F238E27FC236}">
                    <a16:creationId xmlns:a16="http://schemas.microsoft.com/office/drawing/2014/main" id="{1D1ED90E-FB47-804F-AB1F-20C8D9661619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3" name="Oval 2802">
                <a:extLst>
                  <a:ext uri="{FF2B5EF4-FFF2-40B4-BE49-F238E27FC236}">
                    <a16:creationId xmlns:a16="http://schemas.microsoft.com/office/drawing/2014/main" id="{54ACC56B-1E03-064A-A2EC-70BB1A503D0A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4" name="Oval 2803">
                <a:extLst>
                  <a:ext uri="{FF2B5EF4-FFF2-40B4-BE49-F238E27FC236}">
                    <a16:creationId xmlns:a16="http://schemas.microsoft.com/office/drawing/2014/main" id="{CDD812F1-BCEE-194A-AF56-039913838E84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5" name="Oval 2804">
                <a:extLst>
                  <a:ext uri="{FF2B5EF4-FFF2-40B4-BE49-F238E27FC236}">
                    <a16:creationId xmlns:a16="http://schemas.microsoft.com/office/drawing/2014/main" id="{8919D0F3-88C6-0344-88E1-F0D126B3A7B1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6" name="Oval 2805">
                <a:extLst>
                  <a:ext uri="{FF2B5EF4-FFF2-40B4-BE49-F238E27FC236}">
                    <a16:creationId xmlns:a16="http://schemas.microsoft.com/office/drawing/2014/main" id="{F5BC23D3-EB1C-A644-9C75-45365750C401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7" name="Oval 2806">
                <a:extLst>
                  <a:ext uri="{FF2B5EF4-FFF2-40B4-BE49-F238E27FC236}">
                    <a16:creationId xmlns:a16="http://schemas.microsoft.com/office/drawing/2014/main" id="{F98C9360-F595-CD48-B1B7-DB21215FCAD6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8" name="Oval 2807">
                <a:extLst>
                  <a:ext uri="{FF2B5EF4-FFF2-40B4-BE49-F238E27FC236}">
                    <a16:creationId xmlns:a16="http://schemas.microsoft.com/office/drawing/2014/main" id="{D19F3DB6-BE71-C047-9CCE-4291AB521ED7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9" name="Oval 2808">
                <a:extLst>
                  <a:ext uri="{FF2B5EF4-FFF2-40B4-BE49-F238E27FC236}">
                    <a16:creationId xmlns:a16="http://schemas.microsoft.com/office/drawing/2014/main" id="{BE6C4C99-6C75-7348-84B7-0569B01EF64D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0" name="Oval 2809">
                <a:extLst>
                  <a:ext uri="{FF2B5EF4-FFF2-40B4-BE49-F238E27FC236}">
                    <a16:creationId xmlns:a16="http://schemas.microsoft.com/office/drawing/2014/main" id="{C653E432-1DC8-4346-A97D-2ED14FCCC780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1" name="Oval 2810">
                <a:extLst>
                  <a:ext uri="{FF2B5EF4-FFF2-40B4-BE49-F238E27FC236}">
                    <a16:creationId xmlns:a16="http://schemas.microsoft.com/office/drawing/2014/main" id="{D8C3D846-DF8F-3C4B-9C42-3A8A5F5D86F4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2" name="Oval 2811">
                <a:extLst>
                  <a:ext uri="{FF2B5EF4-FFF2-40B4-BE49-F238E27FC236}">
                    <a16:creationId xmlns:a16="http://schemas.microsoft.com/office/drawing/2014/main" id="{DB6FE5B4-D995-E54C-85AE-173B4F789BDF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3" name="Oval 2812">
                <a:extLst>
                  <a:ext uri="{FF2B5EF4-FFF2-40B4-BE49-F238E27FC236}">
                    <a16:creationId xmlns:a16="http://schemas.microsoft.com/office/drawing/2014/main" id="{DE2A54A2-F173-C04E-80BD-A798DA2D1DF6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4" name="Oval 2813">
                <a:extLst>
                  <a:ext uri="{FF2B5EF4-FFF2-40B4-BE49-F238E27FC236}">
                    <a16:creationId xmlns:a16="http://schemas.microsoft.com/office/drawing/2014/main" id="{7948B8A2-5385-C74C-9BF9-5B4914080236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5" name="Oval 2814">
                <a:extLst>
                  <a:ext uri="{FF2B5EF4-FFF2-40B4-BE49-F238E27FC236}">
                    <a16:creationId xmlns:a16="http://schemas.microsoft.com/office/drawing/2014/main" id="{A447A54A-5C95-AC45-9EEA-0732FD989AAE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6" name="Oval 2815">
                <a:extLst>
                  <a:ext uri="{FF2B5EF4-FFF2-40B4-BE49-F238E27FC236}">
                    <a16:creationId xmlns:a16="http://schemas.microsoft.com/office/drawing/2014/main" id="{CF9362FF-5D3E-924C-9248-08EBBB2241EF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7" name="Oval 2816">
                <a:extLst>
                  <a:ext uri="{FF2B5EF4-FFF2-40B4-BE49-F238E27FC236}">
                    <a16:creationId xmlns:a16="http://schemas.microsoft.com/office/drawing/2014/main" id="{B46C2CD7-B42B-C947-AC26-D78E31EB1C93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8" name="Oval 2817">
                <a:extLst>
                  <a:ext uri="{FF2B5EF4-FFF2-40B4-BE49-F238E27FC236}">
                    <a16:creationId xmlns:a16="http://schemas.microsoft.com/office/drawing/2014/main" id="{7EDF1A53-ECBC-8444-9210-E429CCA06C69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9" name="Oval 2818">
                <a:extLst>
                  <a:ext uri="{FF2B5EF4-FFF2-40B4-BE49-F238E27FC236}">
                    <a16:creationId xmlns:a16="http://schemas.microsoft.com/office/drawing/2014/main" id="{32E3A552-9E0C-DB47-84EF-972E49CCA9C5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0" name="Oval 2819">
                <a:extLst>
                  <a:ext uri="{FF2B5EF4-FFF2-40B4-BE49-F238E27FC236}">
                    <a16:creationId xmlns:a16="http://schemas.microsoft.com/office/drawing/2014/main" id="{D70E1661-A225-0F4A-8F6B-8F19566C2B9C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1" name="Oval 2820">
                <a:extLst>
                  <a:ext uri="{FF2B5EF4-FFF2-40B4-BE49-F238E27FC236}">
                    <a16:creationId xmlns:a16="http://schemas.microsoft.com/office/drawing/2014/main" id="{38DEEDD1-187D-6846-A983-BCA6F76AB525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2" name="Oval 2821">
                <a:extLst>
                  <a:ext uri="{FF2B5EF4-FFF2-40B4-BE49-F238E27FC236}">
                    <a16:creationId xmlns:a16="http://schemas.microsoft.com/office/drawing/2014/main" id="{6C5AA32F-ED76-474E-8D03-9FC0EFF93CB1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3" name="Oval 2822">
                <a:extLst>
                  <a:ext uri="{FF2B5EF4-FFF2-40B4-BE49-F238E27FC236}">
                    <a16:creationId xmlns:a16="http://schemas.microsoft.com/office/drawing/2014/main" id="{FEB0C370-926C-7441-AB0E-16A973171F52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4" name="Oval 2823">
                <a:extLst>
                  <a:ext uri="{FF2B5EF4-FFF2-40B4-BE49-F238E27FC236}">
                    <a16:creationId xmlns:a16="http://schemas.microsoft.com/office/drawing/2014/main" id="{20661075-12B1-9049-9AEC-E3D1DA3C6940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5" name="Oval 2824">
                <a:extLst>
                  <a:ext uri="{FF2B5EF4-FFF2-40B4-BE49-F238E27FC236}">
                    <a16:creationId xmlns:a16="http://schemas.microsoft.com/office/drawing/2014/main" id="{A47AC94F-A216-CF49-AC69-75C3A620E719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6" name="Oval 2825">
                <a:extLst>
                  <a:ext uri="{FF2B5EF4-FFF2-40B4-BE49-F238E27FC236}">
                    <a16:creationId xmlns:a16="http://schemas.microsoft.com/office/drawing/2014/main" id="{E5853E6C-F2EC-284B-BA77-36C3597B01CF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7" name="Oval 2826">
                <a:extLst>
                  <a:ext uri="{FF2B5EF4-FFF2-40B4-BE49-F238E27FC236}">
                    <a16:creationId xmlns:a16="http://schemas.microsoft.com/office/drawing/2014/main" id="{BCB91C7C-973E-E241-B744-EAFCC4B37021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8" name="Oval 2827">
                <a:extLst>
                  <a:ext uri="{FF2B5EF4-FFF2-40B4-BE49-F238E27FC236}">
                    <a16:creationId xmlns:a16="http://schemas.microsoft.com/office/drawing/2014/main" id="{09210671-D8CF-AE4D-B4ED-78F21B92B409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9" name="Oval 2828">
                <a:extLst>
                  <a:ext uri="{FF2B5EF4-FFF2-40B4-BE49-F238E27FC236}">
                    <a16:creationId xmlns:a16="http://schemas.microsoft.com/office/drawing/2014/main" id="{868864C8-8B92-F041-8CB3-6B244CA332E4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0" name="Oval 2829">
                <a:extLst>
                  <a:ext uri="{FF2B5EF4-FFF2-40B4-BE49-F238E27FC236}">
                    <a16:creationId xmlns:a16="http://schemas.microsoft.com/office/drawing/2014/main" id="{3CC8D8CC-FFB6-E241-862B-59EB28892D35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1" name="Oval 2830">
                <a:extLst>
                  <a:ext uri="{FF2B5EF4-FFF2-40B4-BE49-F238E27FC236}">
                    <a16:creationId xmlns:a16="http://schemas.microsoft.com/office/drawing/2014/main" id="{681D9EC8-26F4-E840-9A8E-EC4A839B5852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2" name="Oval 2831">
                <a:extLst>
                  <a:ext uri="{FF2B5EF4-FFF2-40B4-BE49-F238E27FC236}">
                    <a16:creationId xmlns:a16="http://schemas.microsoft.com/office/drawing/2014/main" id="{D3B57BBB-47FE-B541-A4C8-2AB64730D2BC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3" name="Oval 2832">
                <a:extLst>
                  <a:ext uri="{FF2B5EF4-FFF2-40B4-BE49-F238E27FC236}">
                    <a16:creationId xmlns:a16="http://schemas.microsoft.com/office/drawing/2014/main" id="{B59DFE22-2A11-DA45-B9A9-26F97E8F6B15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4" name="Oval 2833">
                <a:extLst>
                  <a:ext uri="{FF2B5EF4-FFF2-40B4-BE49-F238E27FC236}">
                    <a16:creationId xmlns:a16="http://schemas.microsoft.com/office/drawing/2014/main" id="{76A28100-0147-E640-B000-8FFD4AEEE163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5" name="Oval 2834">
                <a:extLst>
                  <a:ext uri="{FF2B5EF4-FFF2-40B4-BE49-F238E27FC236}">
                    <a16:creationId xmlns:a16="http://schemas.microsoft.com/office/drawing/2014/main" id="{9D3D9842-390C-BD42-A83E-7F396885F233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6" name="Oval 2835">
                <a:extLst>
                  <a:ext uri="{FF2B5EF4-FFF2-40B4-BE49-F238E27FC236}">
                    <a16:creationId xmlns:a16="http://schemas.microsoft.com/office/drawing/2014/main" id="{7205CC67-9A22-B445-AE3E-74322B207353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7" name="Oval 2836">
                <a:extLst>
                  <a:ext uri="{FF2B5EF4-FFF2-40B4-BE49-F238E27FC236}">
                    <a16:creationId xmlns:a16="http://schemas.microsoft.com/office/drawing/2014/main" id="{E9B0210F-5527-9247-83ED-6F9C37288DBA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8" name="Oval 2837">
                <a:extLst>
                  <a:ext uri="{FF2B5EF4-FFF2-40B4-BE49-F238E27FC236}">
                    <a16:creationId xmlns:a16="http://schemas.microsoft.com/office/drawing/2014/main" id="{F8198DFA-AAA3-6447-A119-CCA5AD7B8B2A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9" name="Oval 2838">
                <a:extLst>
                  <a:ext uri="{FF2B5EF4-FFF2-40B4-BE49-F238E27FC236}">
                    <a16:creationId xmlns:a16="http://schemas.microsoft.com/office/drawing/2014/main" id="{E26B12B8-96B7-0542-825D-05004D14E9FD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0" name="Oval 2839">
                <a:extLst>
                  <a:ext uri="{FF2B5EF4-FFF2-40B4-BE49-F238E27FC236}">
                    <a16:creationId xmlns:a16="http://schemas.microsoft.com/office/drawing/2014/main" id="{81152C60-D579-9C4F-A364-D0510369C167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1" name="Freeform 2840">
                <a:extLst>
                  <a:ext uri="{FF2B5EF4-FFF2-40B4-BE49-F238E27FC236}">
                    <a16:creationId xmlns:a16="http://schemas.microsoft.com/office/drawing/2014/main" id="{DEC23FDF-72E0-594A-BE36-F38B7F7FC84D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42" name="Freeform 2841">
                <a:extLst>
                  <a:ext uri="{FF2B5EF4-FFF2-40B4-BE49-F238E27FC236}">
                    <a16:creationId xmlns:a16="http://schemas.microsoft.com/office/drawing/2014/main" id="{274922ED-380C-BD44-B8B5-73550D890162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749AAB64-B2E0-F54D-8B6C-F24B4EC72F4A}"/>
              </a:ext>
            </a:extLst>
          </p:cNvPr>
          <p:cNvGrpSpPr>
            <a:grpSpLocks noChangeAspect="1"/>
          </p:cNvGrpSpPr>
          <p:nvPr/>
        </p:nvGrpSpPr>
        <p:grpSpPr>
          <a:xfrm>
            <a:off x="5488826" y="3744626"/>
            <a:ext cx="1541912" cy="2769501"/>
            <a:chOff x="9391926" y="2790239"/>
            <a:chExt cx="2175529" cy="3907570"/>
          </a:xfrm>
        </p:grpSpPr>
        <p:sp>
          <p:nvSpPr>
            <p:cNvPr id="2561" name="Rectangle 2560">
              <a:extLst>
                <a:ext uri="{FF2B5EF4-FFF2-40B4-BE49-F238E27FC236}">
                  <a16:creationId xmlns:a16="http://schemas.microsoft.com/office/drawing/2014/main" id="{52209515-7456-DA43-AD38-984ACA5C9CB7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2" name="Freeform 2561">
              <a:extLst>
                <a:ext uri="{FF2B5EF4-FFF2-40B4-BE49-F238E27FC236}">
                  <a16:creationId xmlns:a16="http://schemas.microsoft.com/office/drawing/2014/main" id="{31D2E08B-4132-7A4F-ACD1-21CC14F256D0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4AE21C65-074A-B94B-AC6E-885908E0B5A8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4" name="Rectangle 2563">
              <a:extLst>
                <a:ext uri="{FF2B5EF4-FFF2-40B4-BE49-F238E27FC236}">
                  <a16:creationId xmlns:a16="http://schemas.microsoft.com/office/drawing/2014/main" id="{DB5AA54E-DB65-7849-A939-084EBFF03F4D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3D1448A9-279C-A34A-B80E-9696C990E379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649B8832-03CE-C740-BEAA-082D78BD1D02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34B2F248-1F21-F441-900E-765FC2DA0CC7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337913BC-ED26-C845-BEEC-774D1854F59A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1C8AFE10-B2E6-734C-9DFD-A9C42CC5499B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13E91A45-0E79-8441-83EB-0498669DD461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DC813A5C-97A5-C544-A13A-506EEF1B52FA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D0BB6958-394A-094F-BF40-7C557C39F56A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A1D8E96E-E7AC-4E41-9DB8-A8FA663E4EDE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78E0885A-A987-D94E-8B10-44DC0A2BE552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DE0CC338-96B0-D947-B4BC-83EB50713C0D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CA0FDCB0-169A-A146-9076-B456DA8F908C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solidFill>
              <a:srgbClr val="E3D579"/>
            </a:solidFill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FDF9B96F-4C95-194B-A55D-3118DF16689F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6F018684-2955-2942-BA3A-72137A43DFB5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9" name="Rectangle 2578">
              <a:extLst>
                <a:ext uri="{FF2B5EF4-FFF2-40B4-BE49-F238E27FC236}">
                  <a16:creationId xmlns:a16="http://schemas.microsoft.com/office/drawing/2014/main" id="{AC7A07F5-49C5-564C-91BF-398EAE8864F0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E3D57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80" name="Group 2579">
              <a:extLst>
                <a:ext uri="{FF2B5EF4-FFF2-40B4-BE49-F238E27FC236}">
                  <a16:creationId xmlns:a16="http://schemas.microsoft.com/office/drawing/2014/main" id="{7C88A52A-D83F-3F44-A6A1-8EB51050345C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E3D579"/>
            </a:solidFill>
          </p:grpSpPr>
          <p:sp>
            <p:nvSpPr>
              <p:cNvPr id="2581" name="Freeform 2580">
                <a:extLst>
                  <a:ext uri="{FF2B5EF4-FFF2-40B4-BE49-F238E27FC236}">
                    <a16:creationId xmlns:a16="http://schemas.microsoft.com/office/drawing/2014/main" id="{02D528D4-DBA2-654D-B3C1-D063AA7C2985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82" name="Freeform 2581">
                <a:extLst>
                  <a:ext uri="{FF2B5EF4-FFF2-40B4-BE49-F238E27FC236}">
                    <a16:creationId xmlns:a16="http://schemas.microsoft.com/office/drawing/2014/main" id="{A44A7EA7-1431-1C48-A341-D850C54C3554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3" name="Freeform 2582">
                <a:extLst>
                  <a:ext uri="{FF2B5EF4-FFF2-40B4-BE49-F238E27FC236}">
                    <a16:creationId xmlns:a16="http://schemas.microsoft.com/office/drawing/2014/main" id="{6812739D-8E97-0B40-A5E5-E6698EB01182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84" name="Rectangle 2583">
                <a:extLst>
                  <a:ext uri="{FF2B5EF4-FFF2-40B4-BE49-F238E27FC236}">
                    <a16:creationId xmlns:a16="http://schemas.microsoft.com/office/drawing/2014/main" id="{A7AB3015-78C1-AC47-9AAC-EE46A06DD4A0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585" name="Oval 2584">
                <a:extLst>
                  <a:ext uri="{FF2B5EF4-FFF2-40B4-BE49-F238E27FC236}">
                    <a16:creationId xmlns:a16="http://schemas.microsoft.com/office/drawing/2014/main" id="{5ACA6401-8E13-4247-BDB3-701846A9FED1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6" name="Oval 2585">
                <a:extLst>
                  <a:ext uri="{FF2B5EF4-FFF2-40B4-BE49-F238E27FC236}">
                    <a16:creationId xmlns:a16="http://schemas.microsoft.com/office/drawing/2014/main" id="{74B0BA0C-6822-7A4D-A67B-0F5763F5AB57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7" name="Oval 2586">
                <a:extLst>
                  <a:ext uri="{FF2B5EF4-FFF2-40B4-BE49-F238E27FC236}">
                    <a16:creationId xmlns:a16="http://schemas.microsoft.com/office/drawing/2014/main" id="{DE8C8728-4AD0-F14F-B4B1-2C758FD58850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8" name="Oval 2587">
                <a:extLst>
                  <a:ext uri="{FF2B5EF4-FFF2-40B4-BE49-F238E27FC236}">
                    <a16:creationId xmlns:a16="http://schemas.microsoft.com/office/drawing/2014/main" id="{EE616910-DC47-1B48-A3BF-998BDAC07737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9" name="Oval 2588">
                <a:extLst>
                  <a:ext uri="{FF2B5EF4-FFF2-40B4-BE49-F238E27FC236}">
                    <a16:creationId xmlns:a16="http://schemas.microsoft.com/office/drawing/2014/main" id="{E63B2F30-0560-0348-8AF5-7B9FD8B26666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0" name="Oval 2589">
                <a:extLst>
                  <a:ext uri="{FF2B5EF4-FFF2-40B4-BE49-F238E27FC236}">
                    <a16:creationId xmlns:a16="http://schemas.microsoft.com/office/drawing/2014/main" id="{3B7B6CCC-6005-9146-B294-D4B48A8D6068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1" name="Oval 2590">
                <a:extLst>
                  <a:ext uri="{FF2B5EF4-FFF2-40B4-BE49-F238E27FC236}">
                    <a16:creationId xmlns:a16="http://schemas.microsoft.com/office/drawing/2014/main" id="{DE3B9A53-EA92-2445-A8F1-4C59CBA23D40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2" name="Oval 2591">
                <a:extLst>
                  <a:ext uri="{FF2B5EF4-FFF2-40B4-BE49-F238E27FC236}">
                    <a16:creationId xmlns:a16="http://schemas.microsoft.com/office/drawing/2014/main" id="{A1B84B7A-B96D-DC46-86CB-7E5508A20434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3" name="Oval 2592">
                <a:extLst>
                  <a:ext uri="{FF2B5EF4-FFF2-40B4-BE49-F238E27FC236}">
                    <a16:creationId xmlns:a16="http://schemas.microsoft.com/office/drawing/2014/main" id="{0A96C532-4D3F-E043-B58B-F634CD45370A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4" name="Oval 2593">
                <a:extLst>
                  <a:ext uri="{FF2B5EF4-FFF2-40B4-BE49-F238E27FC236}">
                    <a16:creationId xmlns:a16="http://schemas.microsoft.com/office/drawing/2014/main" id="{783C0542-83E8-874D-AC61-D0BFE3956025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5" name="Oval 2594">
                <a:extLst>
                  <a:ext uri="{FF2B5EF4-FFF2-40B4-BE49-F238E27FC236}">
                    <a16:creationId xmlns:a16="http://schemas.microsoft.com/office/drawing/2014/main" id="{B94011FF-92DF-5147-AA04-A7F53E5A799D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6" name="Oval 2595">
                <a:extLst>
                  <a:ext uri="{FF2B5EF4-FFF2-40B4-BE49-F238E27FC236}">
                    <a16:creationId xmlns:a16="http://schemas.microsoft.com/office/drawing/2014/main" id="{9675C2A9-081E-FA4D-B22E-FA92230433C6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7" name="Oval 2596">
                <a:extLst>
                  <a:ext uri="{FF2B5EF4-FFF2-40B4-BE49-F238E27FC236}">
                    <a16:creationId xmlns:a16="http://schemas.microsoft.com/office/drawing/2014/main" id="{BCCD2CE3-E0E4-A64D-9E81-9BC138172D65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8" name="Oval 2597">
                <a:extLst>
                  <a:ext uri="{FF2B5EF4-FFF2-40B4-BE49-F238E27FC236}">
                    <a16:creationId xmlns:a16="http://schemas.microsoft.com/office/drawing/2014/main" id="{875359C0-8800-F247-A6E4-455AB68DC431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9" name="Oval 2598">
                <a:extLst>
                  <a:ext uri="{FF2B5EF4-FFF2-40B4-BE49-F238E27FC236}">
                    <a16:creationId xmlns:a16="http://schemas.microsoft.com/office/drawing/2014/main" id="{B32AE47A-3FD4-7E42-BD0F-C63D13C05A8F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0" name="Oval 2599">
                <a:extLst>
                  <a:ext uri="{FF2B5EF4-FFF2-40B4-BE49-F238E27FC236}">
                    <a16:creationId xmlns:a16="http://schemas.microsoft.com/office/drawing/2014/main" id="{B98534B0-9C85-EA4D-ABCA-BD656CC21A90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1" name="Oval 2600">
                <a:extLst>
                  <a:ext uri="{FF2B5EF4-FFF2-40B4-BE49-F238E27FC236}">
                    <a16:creationId xmlns:a16="http://schemas.microsoft.com/office/drawing/2014/main" id="{5AD367B9-16D1-1642-AD17-44C3A6CAD1BD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2" name="Oval 2601">
                <a:extLst>
                  <a:ext uri="{FF2B5EF4-FFF2-40B4-BE49-F238E27FC236}">
                    <a16:creationId xmlns:a16="http://schemas.microsoft.com/office/drawing/2014/main" id="{7EDBEF46-6F44-D341-85BC-DFE930BCDF3A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3" name="Oval 2602">
                <a:extLst>
                  <a:ext uri="{FF2B5EF4-FFF2-40B4-BE49-F238E27FC236}">
                    <a16:creationId xmlns:a16="http://schemas.microsoft.com/office/drawing/2014/main" id="{501E5872-C14C-DE47-9861-0D27E974B103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4" name="Oval 2603">
                <a:extLst>
                  <a:ext uri="{FF2B5EF4-FFF2-40B4-BE49-F238E27FC236}">
                    <a16:creationId xmlns:a16="http://schemas.microsoft.com/office/drawing/2014/main" id="{52DC4642-C701-C242-9848-02727C4E9974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5" name="Oval 2604">
                <a:extLst>
                  <a:ext uri="{FF2B5EF4-FFF2-40B4-BE49-F238E27FC236}">
                    <a16:creationId xmlns:a16="http://schemas.microsoft.com/office/drawing/2014/main" id="{E3AB9EB4-A04E-EC48-80E7-9FA4153B2F40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6" name="Oval 2605">
                <a:extLst>
                  <a:ext uri="{FF2B5EF4-FFF2-40B4-BE49-F238E27FC236}">
                    <a16:creationId xmlns:a16="http://schemas.microsoft.com/office/drawing/2014/main" id="{03D3932B-A5D2-C04A-B69C-ADFBF00F71DB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7" name="Oval 2606">
                <a:extLst>
                  <a:ext uri="{FF2B5EF4-FFF2-40B4-BE49-F238E27FC236}">
                    <a16:creationId xmlns:a16="http://schemas.microsoft.com/office/drawing/2014/main" id="{8CFE415D-CF3F-8E43-9CAD-A0CD33119DC4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8" name="Oval 2607">
                <a:extLst>
                  <a:ext uri="{FF2B5EF4-FFF2-40B4-BE49-F238E27FC236}">
                    <a16:creationId xmlns:a16="http://schemas.microsoft.com/office/drawing/2014/main" id="{D6F7F81E-379A-8B44-82FE-F28A591A6F20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9" name="Oval 2608">
                <a:extLst>
                  <a:ext uri="{FF2B5EF4-FFF2-40B4-BE49-F238E27FC236}">
                    <a16:creationId xmlns:a16="http://schemas.microsoft.com/office/drawing/2014/main" id="{AD11F19E-032F-B943-82DF-984E192AC299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0" name="Oval 2609">
                <a:extLst>
                  <a:ext uri="{FF2B5EF4-FFF2-40B4-BE49-F238E27FC236}">
                    <a16:creationId xmlns:a16="http://schemas.microsoft.com/office/drawing/2014/main" id="{2C92648F-B385-2D44-B437-87626E5A67AC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1" name="Oval 2610">
                <a:extLst>
                  <a:ext uri="{FF2B5EF4-FFF2-40B4-BE49-F238E27FC236}">
                    <a16:creationId xmlns:a16="http://schemas.microsoft.com/office/drawing/2014/main" id="{8DFF782A-681D-0B44-B125-2C3FF037A83A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2" name="Oval 2611">
                <a:extLst>
                  <a:ext uri="{FF2B5EF4-FFF2-40B4-BE49-F238E27FC236}">
                    <a16:creationId xmlns:a16="http://schemas.microsoft.com/office/drawing/2014/main" id="{9F2C5D4D-81E2-CF4D-A951-10CEC8024C6E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3" name="Oval 2612">
                <a:extLst>
                  <a:ext uri="{FF2B5EF4-FFF2-40B4-BE49-F238E27FC236}">
                    <a16:creationId xmlns:a16="http://schemas.microsoft.com/office/drawing/2014/main" id="{3D6FAE41-B31B-AF4A-9A5C-5FBE49B09DB2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4" name="Oval 2613">
                <a:extLst>
                  <a:ext uri="{FF2B5EF4-FFF2-40B4-BE49-F238E27FC236}">
                    <a16:creationId xmlns:a16="http://schemas.microsoft.com/office/drawing/2014/main" id="{4E9BB69D-A005-1F4D-93BB-D58F00169747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5" name="Oval 2614">
                <a:extLst>
                  <a:ext uri="{FF2B5EF4-FFF2-40B4-BE49-F238E27FC236}">
                    <a16:creationId xmlns:a16="http://schemas.microsoft.com/office/drawing/2014/main" id="{6550FE6E-6749-8845-B82C-372F724A4DE1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6" name="Oval 2615">
                <a:extLst>
                  <a:ext uri="{FF2B5EF4-FFF2-40B4-BE49-F238E27FC236}">
                    <a16:creationId xmlns:a16="http://schemas.microsoft.com/office/drawing/2014/main" id="{A5C7CC0F-17F9-F545-A8D8-63C5CCBA8571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7" name="Oval 2616">
                <a:extLst>
                  <a:ext uri="{FF2B5EF4-FFF2-40B4-BE49-F238E27FC236}">
                    <a16:creationId xmlns:a16="http://schemas.microsoft.com/office/drawing/2014/main" id="{45A2DE56-C192-8844-8244-B673A97B7B52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8" name="Oval 2617">
                <a:extLst>
                  <a:ext uri="{FF2B5EF4-FFF2-40B4-BE49-F238E27FC236}">
                    <a16:creationId xmlns:a16="http://schemas.microsoft.com/office/drawing/2014/main" id="{CC9651BA-ACC9-B44C-8088-0BC2B00F4580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9" name="Oval 2618">
                <a:extLst>
                  <a:ext uri="{FF2B5EF4-FFF2-40B4-BE49-F238E27FC236}">
                    <a16:creationId xmlns:a16="http://schemas.microsoft.com/office/drawing/2014/main" id="{28A06B41-7CE1-764A-91C9-0EAB544C2695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0" name="Oval 2619">
                <a:extLst>
                  <a:ext uri="{FF2B5EF4-FFF2-40B4-BE49-F238E27FC236}">
                    <a16:creationId xmlns:a16="http://schemas.microsoft.com/office/drawing/2014/main" id="{FE8E8384-C559-1C40-A62C-620F26686D4E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1" name="Oval 2620">
                <a:extLst>
                  <a:ext uri="{FF2B5EF4-FFF2-40B4-BE49-F238E27FC236}">
                    <a16:creationId xmlns:a16="http://schemas.microsoft.com/office/drawing/2014/main" id="{B18180C0-78B3-3048-AA34-ABD87089AE74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2" name="Oval 2621">
                <a:extLst>
                  <a:ext uri="{FF2B5EF4-FFF2-40B4-BE49-F238E27FC236}">
                    <a16:creationId xmlns:a16="http://schemas.microsoft.com/office/drawing/2014/main" id="{F402D163-18D8-404C-88ED-A349C4D9CCE1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3" name="Oval 2622">
                <a:extLst>
                  <a:ext uri="{FF2B5EF4-FFF2-40B4-BE49-F238E27FC236}">
                    <a16:creationId xmlns:a16="http://schemas.microsoft.com/office/drawing/2014/main" id="{1F93CD4E-F0DD-D944-8B6C-0E7913E074E1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4" name="Oval 2623">
                <a:extLst>
                  <a:ext uri="{FF2B5EF4-FFF2-40B4-BE49-F238E27FC236}">
                    <a16:creationId xmlns:a16="http://schemas.microsoft.com/office/drawing/2014/main" id="{0C6ABBF6-6BA2-0C47-8235-E34CFEE48C8F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5" name="Oval 2624">
                <a:extLst>
                  <a:ext uri="{FF2B5EF4-FFF2-40B4-BE49-F238E27FC236}">
                    <a16:creationId xmlns:a16="http://schemas.microsoft.com/office/drawing/2014/main" id="{99C3672E-DD87-A648-B36E-F6E3A8FA54D8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6" name="Oval 2625">
                <a:extLst>
                  <a:ext uri="{FF2B5EF4-FFF2-40B4-BE49-F238E27FC236}">
                    <a16:creationId xmlns:a16="http://schemas.microsoft.com/office/drawing/2014/main" id="{C17CC9CE-F136-B143-9EA7-1C53987F73F1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7" name="Oval 2626">
                <a:extLst>
                  <a:ext uri="{FF2B5EF4-FFF2-40B4-BE49-F238E27FC236}">
                    <a16:creationId xmlns:a16="http://schemas.microsoft.com/office/drawing/2014/main" id="{CCDEB0AC-C421-E546-87AF-D73972DE839A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8" name="Oval 2627">
                <a:extLst>
                  <a:ext uri="{FF2B5EF4-FFF2-40B4-BE49-F238E27FC236}">
                    <a16:creationId xmlns:a16="http://schemas.microsoft.com/office/drawing/2014/main" id="{E17D15D7-E1B9-9B4A-9D3D-BA5EC3570F2D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9" name="Oval 2628">
                <a:extLst>
                  <a:ext uri="{FF2B5EF4-FFF2-40B4-BE49-F238E27FC236}">
                    <a16:creationId xmlns:a16="http://schemas.microsoft.com/office/drawing/2014/main" id="{9369A63B-298D-4044-90DA-0D74492C9601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0" name="Oval 2629">
                <a:extLst>
                  <a:ext uri="{FF2B5EF4-FFF2-40B4-BE49-F238E27FC236}">
                    <a16:creationId xmlns:a16="http://schemas.microsoft.com/office/drawing/2014/main" id="{643480E8-208C-294A-984B-FFF57D46BB92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1" name="Oval 2630">
                <a:extLst>
                  <a:ext uri="{FF2B5EF4-FFF2-40B4-BE49-F238E27FC236}">
                    <a16:creationId xmlns:a16="http://schemas.microsoft.com/office/drawing/2014/main" id="{D6ADC494-E242-094A-8AEA-3FDC9EC1FD59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2" name="Oval 2631">
                <a:extLst>
                  <a:ext uri="{FF2B5EF4-FFF2-40B4-BE49-F238E27FC236}">
                    <a16:creationId xmlns:a16="http://schemas.microsoft.com/office/drawing/2014/main" id="{EC155D42-BFE2-1E4C-B4BD-9BB729F00E13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3" name="Oval 2632">
                <a:extLst>
                  <a:ext uri="{FF2B5EF4-FFF2-40B4-BE49-F238E27FC236}">
                    <a16:creationId xmlns:a16="http://schemas.microsoft.com/office/drawing/2014/main" id="{57A4B4EF-C2BF-884D-A160-820843A545E4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4" name="Oval 2633">
                <a:extLst>
                  <a:ext uri="{FF2B5EF4-FFF2-40B4-BE49-F238E27FC236}">
                    <a16:creationId xmlns:a16="http://schemas.microsoft.com/office/drawing/2014/main" id="{3C7C5A3F-56CB-204A-9BD5-C3CAC0F622A6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5" name="Oval 2634">
                <a:extLst>
                  <a:ext uri="{FF2B5EF4-FFF2-40B4-BE49-F238E27FC236}">
                    <a16:creationId xmlns:a16="http://schemas.microsoft.com/office/drawing/2014/main" id="{EDFBB2CF-D837-5B40-930D-52D1604E5EB2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6" name="Oval 2635">
                <a:extLst>
                  <a:ext uri="{FF2B5EF4-FFF2-40B4-BE49-F238E27FC236}">
                    <a16:creationId xmlns:a16="http://schemas.microsoft.com/office/drawing/2014/main" id="{5DF21E2E-0736-744F-ADC9-02A1C8002859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7" name="Oval 2636">
                <a:extLst>
                  <a:ext uri="{FF2B5EF4-FFF2-40B4-BE49-F238E27FC236}">
                    <a16:creationId xmlns:a16="http://schemas.microsoft.com/office/drawing/2014/main" id="{0599A54C-3359-EF47-BB70-970AE4942F08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8" name="Oval 2637">
                <a:extLst>
                  <a:ext uri="{FF2B5EF4-FFF2-40B4-BE49-F238E27FC236}">
                    <a16:creationId xmlns:a16="http://schemas.microsoft.com/office/drawing/2014/main" id="{BF5FFED4-5D5A-C142-90A2-5F910A229A6F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9" name="Oval 2638">
                <a:extLst>
                  <a:ext uri="{FF2B5EF4-FFF2-40B4-BE49-F238E27FC236}">
                    <a16:creationId xmlns:a16="http://schemas.microsoft.com/office/drawing/2014/main" id="{A73BB4D0-1BE0-9B4F-9B42-3D549C705D87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0" name="Oval 2639">
                <a:extLst>
                  <a:ext uri="{FF2B5EF4-FFF2-40B4-BE49-F238E27FC236}">
                    <a16:creationId xmlns:a16="http://schemas.microsoft.com/office/drawing/2014/main" id="{98C733B9-9AE5-3549-8AB1-CFA5DB96F768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1" name="Oval 2640">
                <a:extLst>
                  <a:ext uri="{FF2B5EF4-FFF2-40B4-BE49-F238E27FC236}">
                    <a16:creationId xmlns:a16="http://schemas.microsoft.com/office/drawing/2014/main" id="{03D464BE-EAC5-F442-9F29-B71117DC1081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2" name="Oval 2641">
                <a:extLst>
                  <a:ext uri="{FF2B5EF4-FFF2-40B4-BE49-F238E27FC236}">
                    <a16:creationId xmlns:a16="http://schemas.microsoft.com/office/drawing/2014/main" id="{0F649CE1-4D4A-7449-8830-DA6394F90E95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3" name="Oval 2642">
                <a:extLst>
                  <a:ext uri="{FF2B5EF4-FFF2-40B4-BE49-F238E27FC236}">
                    <a16:creationId xmlns:a16="http://schemas.microsoft.com/office/drawing/2014/main" id="{50FCF8E9-C451-6748-AB9B-D46BAAB5FAE9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4" name="Oval 2643">
                <a:extLst>
                  <a:ext uri="{FF2B5EF4-FFF2-40B4-BE49-F238E27FC236}">
                    <a16:creationId xmlns:a16="http://schemas.microsoft.com/office/drawing/2014/main" id="{2BE2C3C7-FBBA-5D41-B555-C86C4DB0D805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5" name="Oval 2644">
                <a:extLst>
                  <a:ext uri="{FF2B5EF4-FFF2-40B4-BE49-F238E27FC236}">
                    <a16:creationId xmlns:a16="http://schemas.microsoft.com/office/drawing/2014/main" id="{F33300E5-B2C5-B34D-8986-CE12309426A2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6" name="Oval 2645">
                <a:extLst>
                  <a:ext uri="{FF2B5EF4-FFF2-40B4-BE49-F238E27FC236}">
                    <a16:creationId xmlns:a16="http://schemas.microsoft.com/office/drawing/2014/main" id="{0D8CA938-1D3A-C245-AA64-A8B47F1C261B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7" name="Oval 2646">
                <a:extLst>
                  <a:ext uri="{FF2B5EF4-FFF2-40B4-BE49-F238E27FC236}">
                    <a16:creationId xmlns:a16="http://schemas.microsoft.com/office/drawing/2014/main" id="{0770E9C0-4E7E-BA41-91FE-19A64671FFCA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8" name="Oval 2647">
                <a:extLst>
                  <a:ext uri="{FF2B5EF4-FFF2-40B4-BE49-F238E27FC236}">
                    <a16:creationId xmlns:a16="http://schemas.microsoft.com/office/drawing/2014/main" id="{BFFDF65A-801C-0841-8A0F-68BA09B0342C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9" name="Oval 2648">
                <a:extLst>
                  <a:ext uri="{FF2B5EF4-FFF2-40B4-BE49-F238E27FC236}">
                    <a16:creationId xmlns:a16="http://schemas.microsoft.com/office/drawing/2014/main" id="{1750DCC3-C2B9-C045-9D2B-0B70698F3AA9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0" name="Oval 2649">
                <a:extLst>
                  <a:ext uri="{FF2B5EF4-FFF2-40B4-BE49-F238E27FC236}">
                    <a16:creationId xmlns:a16="http://schemas.microsoft.com/office/drawing/2014/main" id="{A7FD469B-E17A-DC45-908E-DBC603504FE4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1" name="Oval 2650">
                <a:extLst>
                  <a:ext uri="{FF2B5EF4-FFF2-40B4-BE49-F238E27FC236}">
                    <a16:creationId xmlns:a16="http://schemas.microsoft.com/office/drawing/2014/main" id="{A804ECEB-FA87-694F-AE8B-D33C114718D3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2" name="Oval 2651">
                <a:extLst>
                  <a:ext uri="{FF2B5EF4-FFF2-40B4-BE49-F238E27FC236}">
                    <a16:creationId xmlns:a16="http://schemas.microsoft.com/office/drawing/2014/main" id="{83EA6D8B-2F57-854B-AA9A-AC0A25CED87D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3" name="Oval 2652">
                <a:extLst>
                  <a:ext uri="{FF2B5EF4-FFF2-40B4-BE49-F238E27FC236}">
                    <a16:creationId xmlns:a16="http://schemas.microsoft.com/office/drawing/2014/main" id="{6D168518-737C-9140-B5FD-7E99399CA931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4" name="Oval 2653">
                <a:extLst>
                  <a:ext uri="{FF2B5EF4-FFF2-40B4-BE49-F238E27FC236}">
                    <a16:creationId xmlns:a16="http://schemas.microsoft.com/office/drawing/2014/main" id="{DA1658B3-BA50-564C-B24A-F18314775534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5" name="Oval 2654">
                <a:extLst>
                  <a:ext uri="{FF2B5EF4-FFF2-40B4-BE49-F238E27FC236}">
                    <a16:creationId xmlns:a16="http://schemas.microsoft.com/office/drawing/2014/main" id="{78043B78-91A9-4241-945D-53747BBC72A2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6" name="Oval 2655">
                <a:extLst>
                  <a:ext uri="{FF2B5EF4-FFF2-40B4-BE49-F238E27FC236}">
                    <a16:creationId xmlns:a16="http://schemas.microsoft.com/office/drawing/2014/main" id="{633B80EA-8FB6-0445-B161-61399667612A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7" name="Oval 2656">
                <a:extLst>
                  <a:ext uri="{FF2B5EF4-FFF2-40B4-BE49-F238E27FC236}">
                    <a16:creationId xmlns:a16="http://schemas.microsoft.com/office/drawing/2014/main" id="{9E56F765-290A-B742-A714-D5D1961D36B2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8" name="Oval 2657">
                <a:extLst>
                  <a:ext uri="{FF2B5EF4-FFF2-40B4-BE49-F238E27FC236}">
                    <a16:creationId xmlns:a16="http://schemas.microsoft.com/office/drawing/2014/main" id="{0F000392-5CDD-7645-A747-4B63DF46094B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9" name="Oval 2658">
                <a:extLst>
                  <a:ext uri="{FF2B5EF4-FFF2-40B4-BE49-F238E27FC236}">
                    <a16:creationId xmlns:a16="http://schemas.microsoft.com/office/drawing/2014/main" id="{849C7C5E-F862-4741-8FAD-4A35C7F1927C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0" name="Oval 2659">
                <a:extLst>
                  <a:ext uri="{FF2B5EF4-FFF2-40B4-BE49-F238E27FC236}">
                    <a16:creationId xmlns:a16="http://schemas.microsoft.com/office/drawing/2014/main" id="{9C56838B-C0B2-7D48-9CDB-F933EF07DC53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1" name="Oval 2660">
                <a:extLst>
                  <a:ext uri="{FF2B5EF4-FFF2-40B4-BE49-F238E27FC236}">
                    <a16:creationId xmlns:a16="http://schemas.microsoft.com/office/drawing/2014/main" id="{65F2219E-F1DB-214E-A142-48D7C4C70CC5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2" name="Oval 2661">
                <a:extLst>
                  <a:ext uri="{FF2B5EF4-FFF2-40B4-BE49-F238E27FC236}">
                    <a16:creationId xmlns:a16="http://schemas.microsoft.com/office/drawing/2014/main" id="{088FFB1D-2B21-4B46-A905-5C6FA326EF6E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3" name="Oval 2662">
                <a:extLst>
                  <a:ext uri="{FF2B5EF4-FFF2-40B4-BE49-F238E27FC236}">
                    <a16:creationId xmlns:a16="http://schemas.microsoft.com/office/drawing/2014/main" id="{983EB478-6F0B-E248-AED2-51E5E77B3BE6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4" name="Oval 2663">
                <a:extLst>
                  <a:ext uri="{FF2B5EF4-FFF2-40B4-BE49-F238E27FC236}">
                    <a16:creationId xmlns:a16="http://schemas.microsoft.com/office/drawing/2014/main" id="{E89FAC9D-AACC-6046-AAAF-22F7E22F2550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5" name="Oval 2664">
                <a:extLst>
                  <a:ext uri="{FF2B5EF4-FFF2-40B4-BE49-F238E27FC236}">
                    <a16:creationId xmlns:a16="http://schemas.microsoft.com/office/drawing/2014/main" id="{9B34582C-57A7-EA46-8795-0F381B9D36F9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6" name="Oval 2665">
                <a:extLst>
                  <a:ext uri="{FF2B5EF4-FFF2-40B4-BE49-F238E27FC236}">
                    <a16:creationId xmlns:a16="http://schemas.microsoft.com/office/drawing/2014/main" id="{1729F03A-8204-D047-BC78-B899777DAC29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7" name="Oval 2666">
                <a:extLst>
                  <a:ext uri="{FF2B5EF4-FFF2-40B4-BE49-F238E27FC236}">
                    <a16:creationId xmlns:a16="http://schemas.microsoft.com/office/drawing/2014/main" id="{551B2A41-095C-114B-AEFE-D1BE29CD2885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8" name="Oval 2667">
                <a:extLst>
                  <a:ext uri="{FF2B5EF4-FFF2-40B4-BE49-F238E27FC236}">
                    <a16:creationId xmlns:a16="http://schemas.microsoft.com/office/drawing/2014/main" id="{AD17BE71-C2EA-9243-8372-1D7466927DA2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9" name="Oval 2668">
                <a:extLst>
                  <a:ext uri="{FF2B5EF4-FFF2-40B4-BE49-F238E27FC236}">
                    <a16:creationId xmlns:a16="http://schemas.microsoft.com/office/drawing/2014/main" id="{9969BDAA-BB23-6140-A979-95738CF4C682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0" name="Oval 2669">
                <a:extLst>
                  <a:ext uri="{FF2B5EF4-FFF2-40B4-BE49-F238E27FC236}">
                    <a16:creationId xmlns:a16="http://schemas.microsoft.com/office/drawing/2014/main" id="{0BCDF402-B0D2-6649-8E71-5B28F44068A2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1" name="Oval 2670">
                <a:extLst>
                  <a:ext uri="{FF2B5EF4-FFF2-40B4-BE49-F238E27FC236}">
                    <a16:creationId xmlns:a16="http://schemas.microsoft.com/office/drawing/2014/main" id="{C239AA22-4DD7-3345-BE5F-8C20C6208301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2" name="Oval 2671">
                <a:extLst>
                  <a:ext uri="{FF2B5EF4-FFF2-40B4-BE49-F238E27FC236}">
                    <a16:creationId xmlns:a16="http://schemas.microsoft.com/office/drawing/2014/main" id="{364F6B48-E098-414B-A233-57D2B90E335D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3" name="Oval 2672">
                <a:extLst>
                  <a:ext uri="{FF2B5EF4-FFF2-40B4-BE49-F238E27FC236}">
                    <a16:creationId xmlns:a16="http://schemas.microsoft.com/office/drawing/2014/main" id="{E8A9AFEC-E130-2145-BF23-21EBF2EB64C8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4" name="Oval 2673">
                <a:extLst>
                  <a:ext uri="{FF2B5EF4-FFF2-40B4-BE49-F238E27FC236}">
                    <a16:creationId xmlns:a16="http://schemas.microsoft.com/office/drawing/2014/main" id="{CCBB76C9-DAE0-B14D-ABC9-83E93A38C6B3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5" name="Oval 2674">
                <a:extLst>
                  <a:ext uri="{FF2B5EF4-FFF2-40B4-BE49-F238E27FC236}">
                    <a16:creationId xmlns:a16="http://schemas.microsoft.com/office/drawing/2014/main" id="{5A0870EB-C020-D948-B298-B72AA75068E9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6" name="Oval 2675">
                <a:extLst>
                  <a:ext uri="{FF2B5EF4-FFF2-40B4-BE49-F238E27FC236}">
                    <a16:creationId xmlns:a16="http://schemas.microsoft.com/office/drawing/2014/main" id="{0E0AAF9D-E7E2-2042-8039-171DB47B5267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7" name="Oval 2676">
                <a:extLst>
                  <a:ext uri="{FF2B5EF4-FFF2-40B4-BE49-F238E27FC236}">
                    <a16:creationId xmlns:a16="http://schemas.microsoft.com/office/drawing/2014/main" id="{AB760F56-FD38-9140-A4E1-AD50490A8D38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8" name="Oval 2677">
                <a:extLst>
                  <a:ext uri="{FF2B5EF4-FFF2-40B4-BE49-F238E27FC236}">
                    <a16:creationId xmlns:a16="http://schemas.microsoft.com/office/drawing/2014/main" id="{43E20780-D30B-F440-BEEB-567ED76D843B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9" name="Oval 2678">
                <a:extLst>
                  <a:ext uri="{FF2B5EF4-FFF2-40B4-BE49-F238E27FC236}">
                    <a16:creationId xmlns:a16="http://schemas.microsoft.com/office/drawing/2014/main" id="{13992338-22A8-7C45-BE5A-4A175D3057C8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0" name="Oval 2679">
                <a:extLst>
                  <a:ext uri="{FF2B5EF4-FFF2-40B4-BE49-F238E27FC236}">
                    <a16:creationId xmlns:a16="http://schemas.microsoft.com/office/drawing/2014/main" id="{A0A10157-2B2F-904D-ABB4-03A12A26233E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1" name="Oval 2680">
                <a:extLst>
                  <a:ext uri="{FF2B5EF4-FFF2-40B4-BE49-F238E27FC236}">
                    <a16:creationId xmlns:a16="http://schemas.microsoft.com/office/drawing/2014/main" id="{AA183798-63D3-D742-8A1D-54AF3A51CF30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2" name="Oval 2681">
                <a:extLst>
                  <a:ext uri="{FF2B5EF4-FFF2-40B4-BE49-F238E27FC236}">
                    <a16:creationId xmlns:a16="http://schemas.microsoft.com/office/drawing/2014/main" id="{56FBF4EA-BCEC-8942-AF12-ED36AC42AE91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3" name="Oval 2682">
                <a:extLst>
                  <a:ext uri="{FF2B5EF4-FFF2-40B4-BE49-F238E27FC236}">
                    <a16:creationId xmlns:a16="http://schemas.microsoft.com/office/drawing/2014/main" id="{79913935-4D07-9140-814E-0641FDE9519E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4" name="Oval 2683">
                <a:extLst>
                  <a:ext uri="{FF2B5EF4-FFF2-40B4-BE49-F238E27FC236}">
                    <a16:creationId xmlns:a16="http://schemas.microsoft.com/office/drawing/2014/main" id="{227C766D-7AEA-DB41-B980-8FF7003D394D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5" name="Oval 2684">
                <a:extLst>
                  <a:ext uri="{FF2B5EF4-FFF2-40B4-BE49-F238E27FC236}">
                    <a16:creationId xmlns:a16="http://schemas.microsoft.com/office/drawing/2014/main" id="{95480197-9EEA-A24F-9C84-BCAB1B7DE493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6" name="Oval 2685">
                <a:extLst>
                  <a:ext uri="{FF2B5EF4-FFF2-40B4-BE49-F238E27FC236}">
                    <a16:creationId xmlns:a16="http://schemas.microsoft.com/office/drawing/2014/main" id="{C325AF66-846B-EF45-953D-1A69E67E866D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7" name="Oval 2686">
                <a:extLst>
                  <a:ext uri="{FF2B5EF4-FFF2-40B4-BE49-F238E27FC236}">
                    <a16:creationId xmlns:a16="http://schemas.microsoft.com/office/drawing/2014/main" id="{F392CB0B-88A4-3444-862C-8D263263975E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8" name="Oval 2687">
                <a:extLst>
                  <a:ext uri="{FF2B5EF4-FFF2-40B4-BE49-F238E27FC236}">
                    <a16:creationId xmlns:a16="http://schemas.microsoft.com/office/drawing/2014/main" id="{BA55DF84-8B53-3A4D-8F7C-8E8958CDD07F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9" name="Oval 2688">
                <a:extLst>
                  <a:ext uri="{FF2B5EF4-FFF2-40B4-BE49-F238E27FC236}">
                    <a16:creationId xmlns:a16="http://schemas.microsoft.com/office/drawing/2014/main" id="{FA0EBF83-B514-FD45-828D-BBDD49DA807A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0" name="Oval 2689">
                <a:extLst>
                  <a:ext uri="{FF2B5EF4-FFF2-40B4-BE49-F238E27FC236}">
                    <a16:creationId xmlns:a16="http://schemas.microsoft.com/office/drawing/2014/main" id="{169B0E60-EDBE-D549-A39A-ECDC6CC80320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1" name="Oval 2690">
                <a:extLst>
                  <a:ext uri="{FF2B5EF4-FFF2-40B4-BE49-F238E27FC236}">
                    <a16:creationId xmlns:a16="http://schemas.microsoft.com/office/drawing/2014/main" id="{46C7A64E-E158-8343-800C-2D04824077AD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2" name="Oval 2691">
                <a:extLst>
                  <a:ext uri="{FF2B5EF4-FFF2-40B4-BE49-F238E27FC236}">
                    <a16:creationId xmlns:a16="http://schemas.microsoft.com/office/drawing/2014/main" id="{C7349E35-FDE9-C846-86D7-DCF31B461BF4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3" name="Oval 2692">
                <a:extLst>
                  <a:ext uri="{FF2B5EF4-FFF2-40B4-BE49-F238E27FC236}">
                    <a16:creationId xmlns:a16="http://schemas.microsoft.com/office/drawing/2014/main" id="{4D524034-EB39-E54A-A827-123E5134F05B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4" name="Oval 2693">
                <a:extLst>
                  <a:ext uri="{FF2B5EF4-FFF2-40B4-BE49-F238E27FC236}">
                    <a16:creationId xmlns:a16="http://schemas.microsoft.com/office/drawing/2014/main" id="{200D86F4-6196-0A4B-9760-13E2AB1DBD1A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5" name="Oval 2694">
                <a:extLst>
                  <a:ext uri="{FF2B5EF4-FFF2-40B4-BE49-F238E27FC236}">
                    <a16:creationId xmlns:a16="http://schemas.microsoft.com/office/drawing/2014/main" id="{AEC100B7-57BF-F64E-AD39-95D0BFD4971B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6" name="Oval 2695">
                <a:extLst>
                  <a:ext uri="{FF2B5EF4-FFF2-40B4-BE49-F238E27FC236}">
                    <a16:creationId xmlns:a16="http://schemas.microsoft.com/office/drawing/2014/main" id="{E6AA86BA-4CAE-604C-86CD-9A17D17A324F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7" name="Oval 2696">
                <a:extLst>
                  <a:ext uri="{FF2B5EF4-FFF2-40B4-BE49-F238E27FC236}">
                    <a16:creationId xmlns:a16="http://schemas.microsoft.com/office/drawing/2014/main" id="{17410D8E-6523-8442-9A23-4BD4F3EC6EF5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8" name="Freeform 2697">
                <a:extLst>
                  <a:ext uri="{FF2B5EF4-FFF2-40B4-BE49-F238E27FC236}">
                    <a16:creationId xmlns:a16="http://schemas.microsoft.com/office/drawing/2014/main" id="{5353DEFD-9FC9-B744-A12C-30977BC850BD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99" name="Freeform 2698">
                <a:extLst>
                  <a:ext uri="{FF2B5EF4-FFF2-40B4-BE49-F238E27FC236}">
                    <a16:creationId xmlns:a16="http://schemas.microsoft.com/office/drawing/2014/main" id="{F9149C61-7771-CE49-A7DE-BCD41290F482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C1416493-7087-D047-95BA-F21F48ACC083}"/>
              </a:ext>
            </a:extLst>
          </p:cNvPr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A5C1F434-2EF7-0C45-9CA8-36BC20F4E007}"/>
              </a:ext>
            </a:extLst>
          </p:cNvPr>
          <p:cNvSpPr txBox="1"/>
          <p:nvPr/>
        </p:nvSpPr>
        <p:spPr>
          <a:xfrm>
            <a:off x="162269" y="2941050"/>
            <a:ext cx="1959126" cy="430887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200" b="1" dirty="0"/>
              <a:t>Photosynthesis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AF974BC-7131-5F44-9E25-717174062CFC}"/>
              </a:ext>
            </a:extLst>
          </p:cNvPr>
          <p:cNvSpPr txBox="1"/>
          <p:nvPr/>
        </p:nvSpPr>
        <p:spPr>
          <a:xfrm>
            <a:off x="2594995" y="3540544"/>
            <a:ext cx="2123338" cy="430887"/>
          </a:xfrm>
          <a:prstGeom prst="rect">
            <a:avLst/>
          </a:prstGeom>
          <a:solidFill>
            <a:srgbClr val="BACEE4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200" b="1" dirty="0"/>
              <a:t>Phenology Stage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11C918C-BE10-D34A-9101-AA1ADF1F04C8}"/>
              </a:ext>
            </a:extLst>
          </p:cNvPr>
          <p:cNvSpPr txBox="1"/>
          <p:nvPr/>
        </p:nvSpPr>
        <p:spPr>
          <a:xfrm>
            <a:off x="2504562" y="174904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Defined Prognostic Phenology</a:t>
            </a:r>
          </a:p>
        </p:txBody>
      </p: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85EAF1E8-32C1-4D47-86BB-42DF156E6004}"/>
              </a:ext>
            </a:extLst>
          </p:cNvPr>
          <p:cNvCxnSpPr>
            <a:cxnSpLocks/>
          </p:cNvCxnSpPr>
          <p:nvPr/>
        </p:nvCxnSpPr>
        <p:spPr>
          <a:xfrm flipH="1" flipV="1">
            <a:off x="1463074" y="4118703"/>
            <a:ext cx="273279" cy="493509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B3F138ED-8520-6B4F-AA03-32F6C8AFA185}"/>
              </a:ext>
            </a:extLst>
          </p:cNvPr>
          <p:cNvCxnSpPr>
            <a:cxnSpLocks/>
          </p:cNvCxnSpPr>
          <p:nvPr/>
        </p:nvCxnSpPr>
        <p:spPr>
          <a:xfrm flipV="1">
            <a:off x="2259751" y="1913853"/>
            <a:ext cx="457200" cy="274805"/>
          </a:xfrm>
          <a:prstGeom prst="straightConnector1">
            <a:avLst/>
          </a:prstGeom>
          <a:ln w="101600" cap="sq">
            <a:solidFill>
              <a:schemeClr val="accent3">
                <a:lumMod val="50000"/>
              </a:schemeClr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D946A2CC-3621-7545-B8CB-F27C85CF02CC}"/>
              </a:ext>
            </a:extLst>
          </p:cNvPr>
          <p:cNvSpPr txBox="1"/>
          <p:nvPr/>
        </p:nvSpPr>
        <p:spPr>
          <a:xfrm>
            <a:off x="3501580" y="1391307"/>
            <a:ext cx="2617447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b="1" u="sng" dirty="0">
                <a:solidFill>
                  <a:srgbClr val="BF250D"/>
                </a:solidFill>
                <a:ea typeface="Wingdings"/>
                <a:cs typeface="Wingdings"/>
                <a:sym typeface="Wingdings"/>
              </a:rPr>
              <a:t>Phenology Stage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Growing Degree Days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- or -</a:t>
            </a:r>
          </a:p>
          <a:p>
            <a:pPr algn="ctr"/>
            <a:r>
              <a:rPr lang="en-US" sz="2000" dirty="0">
                <a:ea typeface="Wingdings"/>
                <a:cs typeface="Wingdings"/>
                <a:sym typeface="Wingdings"/>
              </a:rPr>
              <a:t>Day After Planting Date</a:t>
            </a:r>
          </a:p>
        </p:txBody>
      </p: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AD5DA80C-CBE0-EA41-B280-585E57A7460C}"/>
              </a:ext>
            </a:extLst>
          </p:cNvPr>
          <p:cNvCxnSpPr>
            <a:cxnSpLocks/>
          </p:cNvCxnSpPr>
          <p:nvPr/>
        </p:nvCxnSpPr>
        <p:spPr>
          <a:xfrm flipH="1">
            <a:off x="4303655" y="2955109"/>
            <a:ext cx="248024" cy="329816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7477DFD-45DA-0E4C-AD6B-6CF690754202}"/>
              </a:ext>
            </a:extLst>
          </p:cNvPr>
          <p:cNvSpPr txBox="1"/>
          <p:nvPr/>
        </p:nvSpPr>
        <p:spPr>
          <a:xfrm>
            <a:off x="2389056" y="4108704"/>
            <a:ext cx="1583189" cy="400110"/>
          </a:xfrm>
          <a:prstGeom prst="rect">
            <a:avLst/>
          </a:prstGeom>
          <a:solidFill>
            <a:srgbClr val="BACEE4"/>
          </a:solidFill>
          <a:ln w="254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Carbon Pools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1CE3B1E-ADBE-8E4C-8C82-7CC5E0D23419}"/>
              </a:ext>
            </a:extLst>
          </p:cNvPr>
          <p:cNvSpPr txBox="1"/>
          <p:nvPr/>
        </p:nvSpPr>
        <p:spPr>
          <a:xfrm rot="19999370">
            <a:off x="7115532" y="2992857"/>
            <a:ext cx="171393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solidFill>
                  <a:schemeClr val="accent6">
                    <a:lumMod val="75000"/>
                  </a:schemeClr>
                </a:solidFill>
                <a:latin typeface="Apple Chancery" panose="03020702040506060504" pitchFamily="66" charset="-79"/>
                <a:cs typeface="Apple Chancery" panose="03020702040506060504" pitchFamily="66" charset="-79"/>
              </a:rPr>
              <a:t>Harvest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B68C759-5385-4F47-B240-D55723191B89}"/>
              </a:ext>
            </a:extLst>
          </p:cNvPr>
          <p:cNvSpPr txBox="1"/>
          <p:nvPr/>
        </p:nvSpPr>
        <p:spPr>
          <a:xfrm>
            <a:off x="113758" y="5167956"/>
            <a:ext cx="10577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>
                <a:solidFill>
                  <a:srgbClr val="4A311A"/>
                </a:solidFill>
              </a:rPr>
              <a:t>PlantingDate</a:t>
            </a:r>
            <a:endParaRPr lang="en-US" sz="2000" b="1" dirty="0">
              <a:solidFill>
                <a:srgbClr val="4A311A"/>
              </a:solidFill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8C736377-6E66-4340-8222-FADDE27482AE}"/>
              </a:ext>
            </a:extLst>
          </p:cNvPr>
          <p:cNvSpPr txBox="1"/>
          <p:nvPr/>
        </p:nvSpPr>
        <p:spPr>
          <a:xfrm>
            <a:off x="748702" y="6134754"/>
            <a:ext cx="13476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Emergence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33383EC4-B9E5-D242-A849-282ACAB29933}"/>
              </a:ext>
            </a:extLst>
          </p:cNvPr>
          <p:cNvSpPr txBox="1"/>
          <p:nvPr/>
        </p:nvSpPr>
        <p:spPr>
          <a:xfrm>
            <a:off x="2707623" y="6314072"/>
            <a:ext cx="9912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Growth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A85A5565-7126-9249-9ED0-713F2F0CC5E2}"/>
              </a:ext>
            </a:extLst>
          </p:cNvPr>
          <p:cNvSpPr txBox="1"/>
          <p:nvPr/>
        </p:nvSpPr>
        <p:spPr>
          <a:xfrm>
            <a:off x="4417723" y="6450409"/>
            <a:ext cx="11232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4A311A"/>
                </a:solidFill>
              </a:rPr>
              <a:t>Maturity</a:t>
            </a: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A190DB87-6285-5D49-A723-CAC73BA2306E}"/>
              </a:ext>
            </a:extLst>
          </p:cNvPr>
          <p:cNvCxnSpPr>
            <a:cxnSpLocks/>
          </p:cNvCxnSpPr>
          <p:nvPr/>
        </p:nvCxnSpPr>
        <p:spPr>
          <a:xfrm>
            <a:off x="2182702" y="6363180"/>
            <a:ext cx="463961" cy="72577"/>
          </a:xfrm>
          <a:prstGeom prst="line">
            <a:avLst/>
          </a:prstGeom>
          <a:ln w="254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330C42A7-DB43-3148-9305-D527F1AA71D0}"/>
              </a:ext>
            </a:extLst>
          </p:cNvPr>
          <p:cNvCxnSpPr>
            <a:cxnSpLocks/>
          </p:cNvCxnSpPr>
          <p:nvPr/>
        </p:nvCxnSpPr>
        <p:spPr>
          <a:xfrm>
            <a:off x="3756635" y="6534864"/>
            <a:ext cx="568459" cy="85922"/>
          </a:xfrm>
          <a:prstGeom prst="line">
            <a:avLst/>
          </a:prstGeom>
          <a:ln w="25400">
            <a:solidFill>
              <a:srgbClr val="9E160D"/>
            </a:solidFill>
            <a:tailEnd type="arrow" w="lg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Arrow Connector 138">
            <a:extLst>
              <a:ext uri="{FF2B5EF4-FFF2-40B4-BE49-F238E27FC236}">
                <a16:creationId xmlns:a16="http://schemas.microsoft.com/office/drawing/2014/main" id="{484A9B69-3AC5-B845-A0B1-238ADECD9076}"/>
              </a:ext>
            </a:extLst>
          </p:cNvPr>
          <p:cNvCxnSpPr>
            <a:cxnSpLocks/>
          </p:cNvCxnSpPr>
          <p:nvPr/>
        </p:nvCxnSpPr>
        <p:spPr>
          <a:xfrm flipV="1">
            <a:off x="2259751" y="1913853"/>
            <a:ext cx="457200" cy="274805"/>
          </a:xfrm>
          <a:prstGeom prst="straightConnector1">
            <a:avLst/>
          </a:prstGeom>
          <a:ln w="101600" cap="sq">
            <a:solidFill>
              <a:srgbClr val="4A311A"/>
            </a:solidFill>
            <a:miter lim="800000"/>
            <a:headEnd type="none"/>
            <a:tailEnd type="triangle" w="med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4EE863E-CFC3-5541-8D6A-58DB47361C71}"/>
              </a:ext>
            </a:extLst>
          </p:cNvPr>
          <p:cNvGrpSpPr/>
          <p:nvPr/>
        </p:nvGrpSpPr>
        <p:grpSpPr>
          <a:xfrm>
            <a:off x="7527741" y="316924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2548" name="Oval 2547">
              <a:extLst>
                <a:ext uri="{FF2B5EF4-FFF2-40B4-BE49-F238E27FC236}">
                  <a16:creationId xmlns:a16="http://schemas.microsoft.com/office/drawing/2014/main" id="{AAEAC8F3-573D-2947-A43C-75EB92E02588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49" name="Group 2548">
              <a:extLst>
                <a:ext uri="{FF2B5EF4-FFF2-40B4-BE49-F238E27FC236}">
                  <a16:creationId xmlns:a16="http://schemas.microsoft.com/office/drawing/2014/main" id="{69ABD508-72FF-9240-AF14-FE25FFBB2D47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559" name="Rectangle 2558">
                <a:extLst>
                  <a:ext uri="{FF2B5EF4-FFF2-40B4-BE49-F238E27FC236}">
                    <a16:creationId xmlns:a16="http://schemas.microsoft.com/office/drawing/2014/main" id="{6E4FB610-AFBC-D943-A21D-F7160D75EABE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60" name="Rectangle 2559">
                <a:extLst>
                  <a:ext uri="{FF2B5EF4-FFF2-40B4-BE49-F238E27FC236}">
                    <a16:creationId xmlns:a16="http://schemas.microsoft.com/office/drawing/2014/main" id="{19BD10FB-B77F-E542-AD79-3A895DEDE985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50" name="Group 2549">
              <a:extLst>
                <a:ext uri="{FF2B5EF4-FFF2-40B4-BE49-F238E27FC236}">
                  <a16:creationId xmlns:a16="http://schemas.microsoft.com/office/drawing/2014/main" id="{5415E82B-B9B5-824D-8602-B0F4B4F4EBBD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557" name="Rectangle 2556">
                <a:extLst>
                  <a:ext uri="{FF2B5EF4-FFF2-40B4-BE49-F238E27FC236}">
                    <a16:creationId xmlns:a16="http://schemas.microsoft.com/office/drawing/2014/main" id="{161CDF73-C97F-E443-850E-0BDA46C3052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8" name="Rectangle 2557">
                <a:extLst>
                  <a:ext uri="{FF2B5EF4-FFF2-40B4-BE49-F238E27FC236}">
                    <a16:creationId xmlns:a16="http://schemas.microsoft.com/office/drawing/2014/main" id="{1FF9B9BC-3DE5-D34B-B78F-EC78515D82F8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51" name="Group 2550">
              <a:extLst>
                <a:ext uri="{FF2B5EF4-FFF2-40B4-BE49-F238E27FC236}">
                  <a16:creationId xmlns:a16="http://schemas.microsoft.com/office/drawing/2014/main" id="{44C111E0-9E72-A147-AA49-E88FE013E59A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555" name="Rectangle 2554">
                <a:extLst>
                  <a:ext uri="{FF2B5EF4-FFF2-40B4-BE49-F238E27FC236}">
                    <a16:creationId xmlns:a16="http://schemas.microsoft.com/office/drawing/2014/main" id="{A3742232-797E-8B4B-BD30-78B4816C3602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6" name="Rectangle 2555">
                <a:extLst>
                  <a:ext uri="{FF2B5EF4-FFF2-40B4-BE49-F238E27FC236}">
                    <a16:creationId xmlns:a16="http://schemas.microsoft.com/office/drawing/2014/main" id="{602DC5C4-E2D0-2544-9891-55344E87824E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52" name="Group 2551">
              <a:extLst>
                <a:ext uri="{FF2B5EF4-FFF2-40B4-BE49-F238E27FC236}">
                  <a16:creationId xmlns:a16="http://schemas.microsoft.com/office/drawing/2014/main" id="{2B4603C7-3A46-C742-9A20-DC5F4F824D39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553" name="Rectangle 2552">
                <a:extLst>
                  <a:ext uri="{FF2B5EF4-FFF2-40B4-BE49-F238E27FC236}">
                    <a16:creationId xmlns:a16="http://schemas.microsoft.com/office/drawing/2014/main" id="{A7A4CE28-FF8F-A544-8B86-0185660BB48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54" name="Rectangle 2553">
                <a:extLst>
                  <a:ext uri="{FF2B5EF4-FFF2-40B4-BE49-F238E27FC236}">
                    <a16:creationId xmlns:a16="http://schemas.microsoft.com/office/drawing/2014/main" id="{91635297-A980-5C43-96DC-258868802370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0C988B5-AB71-C84C-AEA8-26FCABC0B010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138" name="Picture 137">
              <a:extLst>
                <a:ext uri="{FF2B5EF4-FFF2-40B4-BE49-F238E27FC236}">
                  <a16:creationId xmlns:a16="http://schemas.microsoft.com/office/drawing/2014/main" id="{4224A3A3-A231-5940-8C38-B43CC36BD31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41" name="Picture 140">
              <a:extLst>
                <a:ext uri="{FF2B5EF4-FFF2-40B4-BE49-F238E27FC236}">
                  <a16:creationId xmlns:a16="http://schemas.microsoft.com/office/drawing/2014/main" id="{8289D3A3-328F-2F46-A5B2-DACB6873C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142" name="Picture 141">
              <a:extLst>
                <a:ext uri="{FF2B5EF4-FFF2-40B4-BE49-F238E27FC236}">
                  <a16:creationId xmlns:a16="http://schemas.microsoft.com/office/drawing/2014/main" id="{0BCA1100-5D11-9549-87B5-14221F6D44A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0E185536-8BA7-9F47-9A17-769A314AF22D}"/>
              </a:ext>
            </a:extLst>
          </p:cNvPr>
          <p:cNvGrpSpPr/>
          <p:nvPr/>
        </p:nvGrpSpPr>
        <p:grpSpPr>
          <a:xfrm>
            <a:off x="1173083" y="5821625"/>
            <a:ext cx="182880" cy="91440"/>
            <a:chOff x="2536206" y="2915069"/>
            <a:chExt cx="1909533" cy="3053292"/>
          </a:xfrm>
        </p:grpSpPr>
        <p:sp>
          <p:nvSpPr>
            <p:cNvPr id="2539" name="Rectangle 2538">
              <a:extLst>
                <a:ext uri="{FF2B5EF4-FFF2-40B4-BE49-F238E27FC236}">
                  <a16:creationId xmlns:a16="http://schemas.microsoft.com/office/drawing/2014/main" id="{232D64C7-DCD7-EC48-AF1D-3E81C4659709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DC95D6B6-705A-B549-AC44-2404C5D781FC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0E4CD557-AEE0-6444-8C7F-7096672A569A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63FEAB3D-9185-2B4B-99B3-C982AAF7D621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17C38F01-6162-9242-BD18-A6FA8A68B57F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0FE04F29-4E28-5A49-A6E3-53EC338DA517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5" name="Freeform 2544">
              <a:extLst>
                <a:ext uri="{FF2B5EF4-FFF2-40B4-BE49-F238E27FC236}">
                  <a16:creationId xmlns:a16="http://schemas.microsoft.com/office/drawing/2014/main" id="{87FF418E-1598-814C-A71C-8CEAB9C0421E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3611F345-7B35-CA4E-B837-27A691CF779F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FEA391E9-DBFC-334F-8357-539D1AAB7E00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F6F17ACF-7E65-AB43-9101-0AECF06274A9}"/>
              </a:ext>
            </a:extLst>
          </p:cNvPr>
          <p:cNvGrpSpPr/>
          <p:nvPr/>
        </p:nvGrpSpPr>
        <p:grpSpPr>
          <a:xfrm>
            <a:off x="3725825" y="4838448"/>
            <a:ext cx="435443" cy="1298448"/>
            <a:chOff x="2947836" y="3055802"/>
            <a:chExt cx="1699226" cy="3547688"/>
          </a:xfrm>
        </p:grpSpPr>
        <p:sp>
          <p:nvSpPr>
            <p:cNvPr id="2525" name="Freeform 2524">
              <a:extLst>
                <a:ext uri="{FF2B5EF4-FFF2-40B4-BE49-F238E27FC236}">
                  <a16:creationId xmlns:a16="http://schemas.microsoft.com/office/drawing/2014/main" id="{15E58EE0-2F7F-F84C-875A-72633BE2E2C9}"/>
                </a:ext>
              </a:extLst>
            </p:cNvPr>
            <p:cNvSpPr/>
            <p:nvPr/>
          </p:nvSpPr>
          <p:spPr>
            <a:xfrm flipH="1">
              <a:off x="3844197" y="4931002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F1EF948C-43CE-B144-A4EB-B16BE31AA9C5}"/>
                </a:ext>
              </a:extLst>
            </p:cNvPr>
            <p:cNvSpPr/>
            <p:nvPr/>
          </p:nvSpPr>
          <p:spPr>
            <a:xfrm>
              <a:off x="3143905" y="4924807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7" name="Rectangle 2526">
              <a:extLst>
                <a:ext uri="{FF2B5EF4-FFF2-40B4-BE49-F238E27FC236}">
                  <a16:creationId xmlns:a16="http://schemas.microsoft.com/office/drawing/2014/main" id="{F20F81C3-4DEE-4D4A-BBBB-0B0A9C17EFA3}"/>
                </a:ext>
              </a:extLst>
            </p:cNvPr>
            <p:cNvSpPr/>
            <p:nvPr/>
          </p:nvSpPr>
          <p:spPr>
            <a:xfrm>
              <a:off x="3767700" y="4062884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5F3E3C2B-7CAE-7347-B91B-9B6D26F41C21}"/>
                </a:ext>
              </a:extLst>
            </p:cNvPr>
            <p:cNvSpPr/>
            <p:nvPr/>
          </p:nvSpPr>
          <p:spPr>
            <a:xfrm rot="20572658">
              <a:off x="2947836" y="3576215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8DCA8C7F-D78B-D747-B0CD-9B507AE69A72}"/>
                </a:ext>
              </a:extLst>
            </p:cNvPr>
            <p:cNvSpPr/>
            <p:nvPr/>
          </p:nvSpPr>
          <p:spPr>
            <a:xfrm rot="1007770" flipH="1">
              <a:off x="3781853" y="3574188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ECE4870E-22B6-014E-9D8C-691A6FFF7D89}"/>
                </a:ext>
              </a:extLst>
            </p:cNvPr>
            <p:cNvSpPr/>
            <p:nvPr/>
          </p:nvSpPr>
          <p:spPr>
            <a:xfrm>
              <a:off x="3201977" y="5914417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08DBF6F7-B55D-314A-AC48-FBAE4BCA2FA0}"/>
                </a:ext>
              </a:extLst>
            </p:cNvPr>
            <p:cNvSpPr/>
            <p:nvPr/>
          </p:nvSpPr>
          <p:spPr>
            <a:xfrm rot="21085137">
              <a:off x="3242730" y="5940712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9A8EB37A-46F9-9244-934A-25BF2EFB7CE9}"/>
                </a:ext>
              </a:extLst>
            </p:cNvPr>
            <p:cNvSpPr/>
            <p:nvPr/>
          </p:nvSpPr>
          <p:spPr>
            <a:xfrm>
              <a:off x="3536299" y="5914417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ACDC98ED-A88F-8C48-936B-07BB0EABA208}"/>
                </a:ext>
              </a:extLst>
            </p:cNvPr>
            <p:cNvSpPr/>
            <p:nvPr/>
          </p:nvSpPr>
          <p:spPr>
            <a:xfrm>
              <a:off x="3659998" y="5914413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22ECC521-CA64-7B46-A201-88AFF1FCFC9F}"/>
                </a:ext>
              </a:extLst>
            </p:cNvPr>
            <p:cNvSpPr/>
            <p:nvPr/>
          </p:nvSpPr>
          <p:spPr>
            <a:xfrm flipH="1">
              <a:off x="3836371" y="5925676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B9F1D288-CEB8-4C4C-A1C5-50BEDD7C7AAB}"/>
                </a:ext>
              </a:extLst>
            </p:cNvPr>
            <p:cNvSpPr/>
            <p:nvPr/>
          </p:nvSpPr>
          <p:spPr>
            <a:xfrm rot="21085137" flipH="1">
              <a:off x="3923701" y="5886901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44343334-7B38-F142-8981-45F7F535C7AF}"/>
                </a:ext>
              </a:extLst>
            </p:cNvPr>
            <p:cNvSpPr/>
            <p:nvPr/>
          </p:nvSpPr>
          <p:spPr>
            <a:xfrm flipH="1">
              <a:off x="3840496" y="5914414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A2ED44D1-A26A-E948-93F6-192EB7D35A64}"/>
                </a:ext>
              </a:extLst>
            </p:cNvPr>
            <p:cNvSpPr/>
            <p:nvPr/>
          </p:nvSpPr>
          <p:spPr>
            <a:xfrm flipH="1">
              <a:off x="3834262" y="5925677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8" name="Rectangle 2537">
              <a:extLst>
                <a:ext uri="{FF2B5EF4-FFF2-40B4-BE49-F238E27FC236}">
                  <a16:creationId xmlns:a16="http://schemas.microsoft.com/office/drawing/2014/main" id="{FDBC684D-6F3B-6940-95CE-5936FBB72BC1}"/>
                </a:ext>
              </a:extLst>
            </p:cNvPr>
            <p:cNvSpPr/>
            <p:nvPr/>
          </p:nvSpPr>
          <p:spPr>
            <a:xfrm>
              <a:off x="3796803" y="3055802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E9944849-D93E-EB4D-AC55-B0950A255F57}"/>
              </a:ext>
            </a:extLst>
          </p:cNvPr>
          <p:cNvGrpSpPr/>
          <p:nvPr/>
        </p:nvGrpSpPr>
        <p:grpSpPr>
          <a:xfrm>
            <a:off x="3891744" y="4693517"/>
            <a:ext cx="481846" cy="1505432"/>
            <a:chOff x="2947836" y="3055802"/>
            <a:chExt cx="1699226" cy="3547688"/>
          </a:xfrm>
        </p:grpSpPr>
        <p:sp>
          <p:nvSpPr>
            <p:cNvPr id="2511" name="Freeform 2510">
              <a:extLst>
                <a:ext uri="{FF2B5EF4-FFF2-40B4-BE49-F238E27FC236}">
                  <a16:creationId xmlns:a16="http://schemas.microsoft.com/office/drawing/2014/main" id="{3AC9AE55-9281-7E47-9C00-78864084521B}"/>
                </a:ext>
              </a:extLst>
            </p:cNvPr>
            <p:cNvSpPr/>
            <p:nvPr/>
          </p:nvSpPr>
          <p:spPr>
            <a:xfrm flipH="1">
              <a:off x="3844197" y="4931002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AB749A5F-F47D-D549-BBBB-F3A96D7AF316}"/>
                </a:ext>
              </a:extLst>
            </p:cNvPr>
            <p:cNvSpPr/>
            <p:nvPr/>
          </p:nvSpPr>
          <p:spPr>
            <a:xfrm>
              <a:off x="3143905" y="4924807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3" name="Rectangle 2512">
              <a:extLst>
                <a:ext uri="{FF2B5EF4-FFF2-40B4-BE49-F238E27FC236}">
                  <a16:creationId xmlns:a16="http://schemas.microsoft.com/office/drawing/2014/main" id="{A4C7CFF3-8787-6D4D-8EE8-773481FCB829}"/>
                </a:ext>
              </a:extLst>
            </p:cNvPr>
            <p:cNvSpPr/>
            <p:nvPr/>
          </p:nvSpPr>
          <p:spPr>
            <a:xfrm>
              <a:off x="3767700" y="4062884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F3D59707-75FE-184B-A1B9-0BFB7D3C9275}"/>
                </a:ext>
              </a:extLst>
            </p:cNvPr>
            <p:cNvSpPr/>
            <p:nvPr/>
          </p:nvSpPr>
          <p:spPr>
            <a:xfrm rot="20572658">
              <a:off x="2947836" y="3576215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E5E5253B-41D1-9A4F-9A76-B24AE714CA4C}"/>
                </a:ext>
              </a:extLst>
            </p:cNvPr>
            <p:cNvSpPr/>
            <p:nvPr/>
          </p:nvSpPr>
          <p:spPr>
            <a:xfrm rot="1007770" flipH="1">
              <a:off x="3781853" y="3574188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72465AD4-A770-6046-8AAD-7C99908FB6BC}"/>
                </a:ext>
              </a:extLst>
            </p:cNvPr>
            <p:cNvSpPr/>
            <p:nvPr/>
          </p:nvSpPr>
          <p:spPr>
            <a:xfrm>
              <a:off x="3201977" y="5914417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4D2BA9D1-98DC-0D48-B5B7-C2241FE126FF}"/>
                </a:ext>
              </a:extLst>
            </p:cNvPr>
            <p:cNvSpPr/>
            <p:nvPr/>
          </p:nvSpPr>
          <p:spPr>
            <a:xfrm rot="21085137">
              <a:off x="3242730" y="5940712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DC15E6C4-E393-DD4E-B363-F2D44D38D3BC}"/>
                </a:ext>
              </a:extLst>
            </p:cNvPr>
            <p:cNvSpPr/>
            <p:nvPr/>
          </p:nvSpPr>
          <p:spPr>
            <a:xfrm>
              <a:off x="3536299" y="5914417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ECC5EB1C-9D21-C143-8318-F3DFF0804E2F}"/>
                </a:ext>
              </a:extLst>
            </p:cNvPr>
            <p:cNvSpPr/>
            <p:nvPr/>
          </p:nvSpPr>
          <p:spPr>
            <a:xfrm>
              <a:off x="3659998" y="5914413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BCD72C9F-D153-4144-B638-E41D9B1ADF14}"/>
                </a:ext>
              </a:extLst>
            </p:cNvPr>
            <p:cNvSpPr/>
            <p:nvPr/>
          </p:nvSpPr>
          <p:spPr>
            <a:xfrm flipH="1">
              <a:off x="3836371" y="5925676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7A1AEEC5-CC1C-0049-A898-34F1F78E9924}"/>
                </a:ext>
              </a:extLst>
            </p:cNvPr>
            <p:cNvSpPr/>
            <p:nvPr/>
          </p:nvSpPr>
          <p:spPr>
            <a:xfrm rot="21085137" flipH="1">
              <a:off x="3923701" y="5886901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2" name="Freeform 2521">
              <a:extLst>
                <a:ext uri="{FF2B5EF4-FFF2-40B4-BE49-F238E27FC236}">
                  <a16:creationId xmlns:a16="http://schemas.microsoft.com/office/drawing/2014/main" id="{B5D145EF-870D-5D42-B647-7F18457DD2CC}"/>
                </a:ext>
              </a:extLst>
            </p:cNvPr>
            <p:cNvSpPr/>
            <p:nvPr/>
          </p:nvSpPr>
          <p:spPr>
            <a:xfrm flipH="1">
              <a:off x="3840496" y="5914414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3" name="Freeform 2522">
              <a:extLst>
                <a:ext uri="{FF2B5EF4-FFF2-40B4-BE49-F238E27FC236}">
                  <a16:creationId xmlns:a16="http://schemas.microsoft.com/office/drawing/2014/main" id="{EB74A111-FD49-434F-971E-AA6BD1156FEC}"/>
                </a:ext>
              </a:extLst>
            </p:cNvPr>
            <p:cNvSpPr/>
            <p:nvPr/>
          </p:nvSpPr>
          <p:spPr>
            <a:xfrm flipH="1">
              <a:off x="3834262" y="5925677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4" name="Rectangle 2523">
              <a:extLst>
                <a:ext uri="{FF2B5EF4-FFF2-40B4-BE49-F238E27FC236}">
                  <a16:creationId xmlns:a16="http://schemas.microsoft.com/office/drawing/2014/main" id="{301AB930-F8E2-7E43-A81C-914BF3CAEF75}"/>
                </a:ext>
              </a:extLst>
            </p:cNvPr>
            <p:cNvSpPr/>
            <p:nvPr/>
          </p:nvSpPr>
          <p:spPr>
            <a:xfrm>
              <a:off x="3796803" y="3055802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334900EF-2684-FB46-8CF9-519F8EBDB758}"/>
              </a:ext>
            </a:extLst>
          </p:cNvPr>
          <p:cNvGrpSpPr/>
          <p:nvPr/>
        </p:nvGrpSpPr>
        <p:grpSpPr>
          <a:xfrm>
            <a:off x="1072380" y="5838816"/>
            <a:ext cx="164592" cy="102827"/>
            <a:chOff x="2536206" y="2915069"/>
            <a:chExt cx="1909533" cy="4291899"/>
          </a:xfrm>
        </p:grpSpPr>
        <p:sp>
          <p:nvSpPr>
            <p:cNvPr id="2502" name="Rectangle 2501">
              <a:extLst>
                <a:ext uri="{FF2B5EF4-FFF2-40B4-BE49-F238E27FC236}">
                  <a16:creationId xmlns:a16="http://schemas.microsoft.com/office/drawing/2014/main" id="{D732D2BD-E87F-5346-8BD8-4A866A56FF9E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51A577C2-D7CA-434E-BC68-9E2564BC3306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DD9C5BCA-A1B0-7345-BC77-3EAEAF4AC9EC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F6ABAE30-3DFC-7543-B2F2-731575C01FB5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0293D466-E954-7649-930C-C4C6F8D91B6A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9EE9E9E1-690D-2D42-8AA5-A1CFE8987F34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5426126F-4518-104C-AAE8-C05499A2C80D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D3425DC9-4F96-3B49-B24B-017F51F2F0C5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2B071674-B1FD-2448-B1C5-C6CA81BBA386}"/>
                </a:ext>
              </a:extLst>
            </p:cNvPr>
            <p:cNvSpPr/>
            <p:nvPr/>
          </p:nvSpPr>
          <p:spPr>
            <a:xfrm flipH="1">
              <a:off x="3493096" y="6425989"/>
              <a:ext cx="271513" cy="7809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E751FBF4-D5E6-FD41-8F0B-25DB7F7742BF}"/>
              </a:ext>
            </a:extLst>
          </p:cNvPr>
          <p:cNvGrpSpPr/>
          <p:nvPr/>
        </p:nvGrpSpPr>
        <p:grpSpPr>
          <a:xfrm>
            <a:off x="1258851" y="5803549"/>
            <a:ext cx="200739" cy="118066"/>
            <a:chOff x="2536206" y="2915069"/>
            <a:chExt cx="1909533" cy="3053292"/>
          </a:xfrm>
        </p:grpSpPr>
        <p:sp>
          <p:nvSpPr>
            <p:cNvPr id="2493" name="Rectangle 2492">
              <a:extLst>
                <a:ext uri="{FF2B5EF4-FFF2-40B4-BE49-F238E27FC236}">
                  <a16:creationId xmlns:a16="http://schemas.microsoft.com/office/drawing/2014/main" id="{B40174DB-5148-3F41-A57D-6550FA50FBC3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4" name="Freeform 2493">
              <a:extLst>
                <a:ext uri="{FF2B5EF4-FFF2-40B4-BE49-F238E27FC236}">
                  <a16:creationId xmlns:a16="http://schemas.microsoft.com/office/drawing/2014/main" id="{A9E578EE-5469-4743-A112-245A92B31410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61C7E9DD-CC8D-194E-AC5A-DD99D880DC87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311B4003-C7A1-5743-A481-2F79F10F8C91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4626A952-9EA5-3747-9DA2-ADE650563D93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F064FB9C-68F0-544B-9A83-64762A00E9B7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B19BA96A-761A-F541-B1EA-81F26CBFA3C3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D6ACA50D-BC03-1C4E-BA6B-92B7088767F7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EF3001DD-FBEC-6B48-8BDB-BB2FE8ED0993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1D16D6BA-2AF4-804F-ADED-A2FD743655C4}"/>
              </a:ext>
            </a:extLst>
          </p:cNvPr>
          <p:cNvGrpSpPr/>
          <p:nvPr/>
        </p:nvGrpSpPr>
        <p:grpSpPr>
          <a:xfrm>
            <a:off x="3910572" y="4466675"/>
            <a:ext cx="915159" cy="1714659"/>
            <a:chOff x="6613401" y="2803295"/>
            <a:chExt cx="2879972" cy="3910084"/>
          </a:xfrm>
        </p:grpSpPr>
        <p:sp>
          <p:nvSpPr>
            <p:cNvPr id="2470" name="Arc 2469">
              <a:extLst>
                <a:ext uri="{FF2B5EF4-FFF2-40B4-BE49-F238E27FC236}">
                  <a16:creationId xmlns:a16="http://schemas.microsoft.com/office/drawing/2014/main" id="{3AE2912F-0951-4F49-B956-366E69931DA4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1" name="Arc 2470">
              <a:extLst>
                <a:ext uri="{FF2B5EF4-FFF2-40B4-BE49-F238E27FC236}">
                  <a16:creationId xmlns:a16="http://schemas.microsoft.com/office/drawing/2014/main" id="{D35E81A4-8DDC-8D42-AA31-9819222603F4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2" name="Rectangle 2471">
              <a:extLst>
                <a:ext uri="{FF2B5EF4-FFF2-40B4-BE49-F238E27FC236}">
                  <a16:creationId xmlns:a16="http://schemas.microsoft.com/office/drawing/2014/main" id="{98A4B940-4E23-8044-81D8-7960AD356D03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3" name="Arc 2472">
              <a:extLst>
                <a:ext uri="{FF2B5EF4-FFF2-40B4-BE49-F238E27FC236}">
                  <a16:creationId xmlns:a16="http://schemas.microsoft.com/office/drawing/2014/main" id="{3080F704-5619-8E4D-B7DD-616F931FA7BE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4" name="Arc 2473">
              <a:extLst>
                <a:ext uri="{FF2B5EF4-FFF2-40B4-BE49-F238E27FC236}">
                  <a16:creationId xmlns:a16="http://schemas.microsoft.com/office/drawing/2014/main" id="{69482774-0DA2-804A-B9DD-7CA08AA9F823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5" name="Freeform 2474">
              <a:extLst>
                <a:ext uri="{FF2B5EF4-FFF2-40B4-BE49-F238E27FC236}">
                  <a16:creationId xmlns:a16="http://schemas.microsoft.com/office/drawing/2014/main" id="{3ADB437A-ADB7-4949-8D52-6C69B6939719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2FDCAF22-3054-5645-AD5C-132C9D348292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7" name="Rectangle 2476">
              <a:extLst>
                <a:ext uri="{FF2B5EF4-FFF2-40B4-BE49-F238E27FC236}">
                  <a16:creationId xmlns:a16="http://schemas.microsoft.com/office/drawing/2014/main" id="{4F770CCD-C45D-524E-A470-F6F4D606A57C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8" name="Freeform 2477">
              <a:extLst>
                <a:ext uri="{FF2B5EF4-FFF2-40B4-BE49-F238E27FC236}">
                  <a16:creationId xmlns:a16="http://schemas.microsoft.com/office/drawing/2014/main" id="{CDF9AE1D-DB72-E944-8DC1-14508AB98803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C4BD2344-42C5-5B44-9DA0-0B57AB148444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75EA02A5-315D-1149-BD3F-47DE1871756B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5C1B4508-4500-BD44-8E70-AA5133E70744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DC169FFA-0444-1346-826B-801E243D61B8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691694D1-6E6E-9149-A5B8-41682B5A4054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2FC32FFB-9A6B-3F49-99A3-B0E6DB286B79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3F1E9F3E-EE96-4D4E-9B7B-0D9B6B26D947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65A93C33-F0DE-8646-803B-057C30621515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3C96A2E4-B4ED-7B4C-B317-8F4675B5EF70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0BECF5C8-8B0D-FE4B-88A5-0FCA4AB18BC4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3C0D0DF8-BFB7-A946-852D-F4C5A3C8074D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AD75B533-B7ED-DB44-ADC2-0DB336B6F9AD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C640B616-14D8-1A48-8D8B-51A51BEA3060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2" name="Rectangle 2491">
              <a:extLst>
                <a:ext uri="{FF2B5EF4-FFF2-40B4-BE49-F238E27FC236}">
                  <a16:creationId xmlns:a16="http://schemas.microsoft.com/office/drawing/2014/main" id="{B1AF03F1-5889-6944-BB4A-DE014B4F7BEE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3250D1A3-AD99-4E47-A751-C359AD77B050}"/>
              </a:ext>
            </a:extLst>
          </p:cNvPr>
          <p:cNvGrpSpPr/>
          <p:nvPr/>
        </p:nvGrpSpPr>
        <p:grpSpPr>
          <a:xfrm>
            <a:off x="3966909" y="4320943"/>
            <a:ext cx="1163495" cy="1920787"/>
            <a:chOff x="6613401" y="2803295"/>
            <a:chExt cx="2879972" cy="3910084"/>
          </a:xfrm>
        </p:grpSpPr>
        <p:sp>
          <p:nvSpPr>
            <p:cNvPr id="2447" name="Arc 2446">
              <a:extLst>
                <a:ext uri="{FF2B5EF4-FFF2-40B4-BE49-F238E27FC236}">
                  <a16:creationId xmlns:a16="http://schemas.microsoft.com/office/drawing/2014/main" id="{4CA56A95-65BC-6E42-B352-FB18ECF3D01B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8" name="Arc 2447">
              <a:extLst>
                <a:ext uri="{FF2B5EF4-FFF2-40B4-BE49-F238E27FC236}">
                  <a16:creationId xmlns:a16="http://schemas.microsoft.com/office/drawing/2014/main" id="{11A45980-F542-374E-ACA3-89E0EAD99A47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9" name="Rectangle 2448">
              <a:extLst>
                <a:ext uri="{FF2B5EF4-FFF2-40B4-BE49-F238E27FC236}">
                  <a16:creationId xmlns:a16="http://schemas.microsoft.com/office/drawing/2014/main" id="{CD7BDAC3-B6A9-F648-869D-FD4351A3325F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0" name="Arc 2449">
              <a:extLst>
                <a:ext uri="{FF2B5EF4-FFF2-40B4-BE49-F238E27FC236}">
                  <a16:creationId xmlns:a16="http://schemas.microsoft.com/office/drawing/2014/main" id="{095D0108-24CA-8F45-9A21-E3BA80D55F01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1" name="Arc 2450">
              <a:extLst>
                <a:ext uri="{FF2B5EF4-FFF2-40B4-BE49-F238E27FC236}">
                  <a16:creationId xmlns:a16="http://schemas.microsoft.com/office/drawing/2014/main" id="{2161BF3C-6341-334F-A353-1D2D1FA5B7D8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807F9081-6A4D-6B4E-886D-1996C8A4B6C1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149A85FA-9498-2C41-BC33-45916077E5DB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4" name="Rectangle 2453">
              <a:extLst>
                <a:ext uri="{FF2B5EF4-FFF2-40B4-BE49-F238E27FC236}">
                  <a16:creationId xmlns:a16="http://schemas.microsoft.com/office/drawing/2014/main" id="{5222F00A-6545-2E48-9743-78366179C6DE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776FF1AF-A8F7-2D45-9D1E-FACB0FDD46BE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444ADA9C-018A-5444-8565-97BCC73CAE12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53EE5C73-ED07-244B-AE26-98E3AD0D4B31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556058D5-D9FA-1B4B-B37A-F6826433B38A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F622CDDB-B602-4A45-B8C7-41ABAC823575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0" name="Freeform 2459">
              <a:extLst>
                <a:ext uri="{FF2B5EF4-FFF2-40B4-BE49-F238E27FC236}">
                  <a16:creationId xmlns:a16="http://schemas.microsoft.com/office/drawing/2014/main" id="{20124728-0344-8D48-8349-711E3F5AA9F4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56DDBDAF-C644-C04E-AE9C-F8A8913C90B5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4A84DDF1-C536-EB42-9355-2A5F68C3B409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6A024812-4DF1-7B4A-B2D5-68C386F351EF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BC209A0D-C455-0745-95F8-A977AD635409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4854A714-5E06-CE4E-B19D-EF0BFCC1016C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BB953786-D163-BA41-A53F-AA7DE81EEE08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19CE3AF3-DFEA-BD4A-9CB4-E7D6978A9363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A9512428-BB1F-FC4E-8397-B8A876FFBB41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9" name="Rectangle 2468">
              <a:extLst>
                <a:ext uri="{FF2B5EF4-FFF2-40B4-BE49-F238E27FC236}">
                  <a16:creationId xmlns:a16="http://schemas.microsoft.com/office/drawing/2014/main" id="{B022B9BA-D7DD-F844-9F13-10EFBC3F796D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76327B80-2102-FF44-B3B6-A272266437E7}"/>
              </a:ext>
            </a:extLst>
          </p:cNvPr>
          <p:cNvGrpSpPr/>
          <p:nvPr/>
        </p:nvGrpSpPr>
        <p:grpSpPr>
          <a:xfrm>
            <a:off x="3990160" y="4309057"/>
            <a:ext cx="1068773" cy="1980229"/>
            <a:chOff x="6613401" y="2803295"/>
            <a:chExt cx="2879972" cy="3910084"/>
          </a:xfrm>
        </p:grpSpPr>
        <p:sp>
          <p:nvSpPr>
            <p:cNvPr id="2424" name="Arc 2423">
              <a:extLst>
                <a:ext uri="{FF2B5EF4-FFF2-40B4-BE49-F238E27FC236}">
                  <a16:creationId xmlns:a16="http://schemas.microsoft.com/office/drawing/2014/main" id="{01AA41F4-5A8F-B548-B170-66B8CEA1D32F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5" name="Arc 2424">
              <a:extLst>
                <a:ext uri="{FF2B5EF4-FFF2-40B4-BE49-F238E27FC236}">
                  <a16:creationId xmlns:a16="http://schemas.microsoft.com/office/drawing/2014/main" id="{CB655F08-F71C-B342-AC3C-9F256725BE9E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6" name="Rectangle 2425">
              <a:extLst>
                <a:ext uri="{FF2B5EF4-FFF2-40B4-BE49-F238E27FC236}">
                  <a16:creationId xmlns:a16="http://schemas.microsoft.com/office/drawing/2014/main" id="{19D860D8-ABBF-0141-8FB8-78EEAB7E3C71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7" name="Arc 2426">
              <a:extLst>
                <a:ext uri="{FF2B5EF4-FFF2-40B4-BE49-F238E27FC236}">
                  <a16:creationId xmlns:a16="http://schemas.microsoft.com/office/drawing/2014/main" id="{59A37595-7F15-D94E-8377-A61E72C310FE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8" name="Arc 2427">
              <a:extLst>
                <a:ext uri="{FF2B5EF4-FFF2-40B4-BE49-F238E27FC236}">
                  <a16:creationId xmlns:a16="http://schemas.microsoft.com/office/drawing/2014/main" id="{392638D0-3767-5C41-9ECD-F369C8C662F2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B18AD753-5B98-724B-B386-EB623D4B739A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A7FF9841-D490-CE4E-B58B-3DEA7DF482EE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1" name="Rectangle 2430">
              <a:extLst>
                <a:ext uri="{FF2B5EF4-FFF2-40B4-BE49-F238E27FC236}">
                  <a16:creationId xmlns:a16="http://schemas.microsoft.com/office/drawing/2014/main" id="{0CD1173B-590A-B947-8BED-E6DFD45ECD8E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7B8CF515-E4AF-894D-9653-3C58FFCCBEF3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3D8BC9F5-111F-904E-9D9B-B14346E9B293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DCAA2162-7D72-7B43-B3CB-337BF8E65AB3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101DFEEB-872D-D449-B867-5A13BCB0E4AC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6" name="Freeform 2435">
              <a:extLst>
                <a:ext uri="{FF2B5EF4-FFF2-40B4-BE49-F238E27FC236}">
                  <a16:creationId xmlns:a16="http://schemas.microsoft.com/office/drawing/2014/main" id="{D02D1A1B-9CED-E446-AF5A-B85628003F40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7" name="Freeform 2436">
              <a:extLst>
                <a:ext uri="{FF2B5EF4-FFF2-40B4-BE49-F238E27FC236}">
                  <a16:creationId xmlns:a16="http://schemas.microsoft.com/office/drawing/2014/main" id="{F86A0BD2-0934-E347-B075-8B20322C51E7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8" name="Freeform 2437">
              <a:extLst>
                <a:ext uri="{FF2B5EF4-FFF2-40B4-BE49-F238E27FC236}">
                  <a16:creationId xmlns:a16="http://schemas.microsoft.com/office/drawing/2014/main" id="{71267005-7CB8-894B-8614-A857452EC84A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78C5282F-EF14-5843-AF46-20CD7B96BFAC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CE9D8E79-9C64-3B43-BF85-7281610E8B9E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1" name="Freeform 2440">
              <a:extLst>
                <a:ext uri="{FF2B5EF4-FFF2-40B4-BE49-F238E27FC236}">
                  <a16:creationId xmlns:a16="http://schemas.microsoft.com/office/drawing/2014/main" id="{22066DDF-D104-F948-966E-F16E5636A7E6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2" name="Freeform 2441">
              <a:extLst>
                <a:ext uri="{FF2B5EF4-FFF2-40B4-BE49-F238E27FC236}">
                  <a16:creationId xmlns:a16="http://schemas.microsoft.com/office/drawing/2014/main" id="{3608DD6E-EA65-7043-8DF3-A1CC097A333D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3" name="Freeform 2442">
              <a:extLst>
                <a:ext uri="{FF2B5EF4-FFF2-40B4-BE49-F238E27FC236}">
                  <a16:creationId xmlns:a16="http://schemas.microsoft.com/office/drawing/2014/main" id="{0C6FC468-AF76-9F4A-9011-F5126F3C5C1C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2CFEE8A5-AEAD-A84F-94CB-E1A19B016F16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E1D4C13A-9F8C-F24A-BB32-20896A6E992A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6" name="Rectangle 2445">
              <a:extLst>
                <a:ext uri="{FF2B5EF4-FFF2-40B4-BE49-F238E27FC236}">
                  <a16:creationId xmlns:a16="http://schemas.microsoft.com/office/drawing/2014/main" id="{F67241D3-E924-2147-B4A4-6350B034693B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FFBA047B-C4E1-F042-8886-44240D1F864C}"/>
              </a:ext>
            </a:extLst>
          </p:cNvPr>
          <p:cNvGrpSpPr/>
          <p:nvPr/>
        </p:nvGrpSpPr>
        <p:grpSpPr>
          <a:xfrm>
            <a:off x="4200949" y="4217880"/>
            <a:ext cx="1150593" cy="1968064"/>
            <a:chOff x="6613401" y="2803295"/>
            <a:chExt cx="2879972" cy="3910084"/>
          </a:xfrm>
        </p:grpSpPr>
        <p:sp>
          <p:nvSpPr>
            <p:cNvPr id="2401" name="Arc 2400">
              <a:extLst>
                <a:ext uri="{FF2B5EF4-FFF2-40B4-BE49-F238E27FC236}">
                  <a16:creationId xmlns:a16="http://schemas.microsoft.com/office/drawing/2014/main" id="{61FBFA73-77B9-9540-9C74-30A1D56356E2}"/>
                </a:ext>
              </a:extLst>
            </p:cNvPr>
            <p:cNvSpPr/>
            <p:nvPr/>
          </p:nvSpPr>
          <p:spPr>
            <a:xfrm>
              <a:off x="6613401" y="294942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2" name="Arc 2401">
              <a:extLst>
                <a:ext uri="{FF2B5EF4-FFF2-40B4-BE49-F238E27FC236}">
                  <a16:creationId xmlns:a16="http://schemas.microsoft.com/office/drawing/2014/main" id="{90042829-55D7-A040-B6C2-86BD714CE6CC}"/>
                </a:ext>
              </a:extLst>
            </p:cNvPr>
            <p:cNvSpPr/>
            <p:nvPr/>
          </p:nvSpPr>
          <p:spPr>
            <a:xfrm rot="1338627">
              <a:off x="6671221" y="280468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3" name="Rectangle 2402">
              <a:extLst>
                <a:ext uri="{FF2B5EF4-FFF2-40B4-BE49-F238E27FC236}">
                  <a16:creationId xmlns:a16="http://schemas.microsoft.com/office/drawing/2014/main" id="{8CDF9FF5-F41C-C949-A0E1-0476A28C4E35}"/>
                </a:ext>
              </a:extLst>
            </p:cNvPr>
            <p:cNvSpPr/>
            <p:nvPr/>
          </p:nvSpPr>
          <p:spPr>
            <a:xfrm>
              <a:off x="7992182" y="280580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4" name="Arc 2403">
              <a:extLst>
                <a:ext uri="{FF2B5EF4-FFF2-40B4-BE49-F238E27FC236}">
                  <a16:creationId xmlns:a16="http://schemas.microsoft.com/office/drawing/2014/main" id="{F24FB9A1-146F-1048-8CEE-758A27BB5F9C}"/>
                </a:ext>
              </a:extLst>
            </p:cNvPr>
            <p:cNvSpPr/>
            <p:nvPr/>
          </p:nvSpPr>
          <p:spPr>
            <a:xfrm flipH="1">
              <a:off x="8067956" y="295456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5" name="Arc 2404">
              <a:extLst>
                <a:ext uri="{FF2B5EF4-FFF2-40B4-BE49-F238E27FC236}">
                  <a16:creationId xmlns:a16="http://schemas.microsoft.com/office/drawing/2014/main" id="{B8D9F2D2-6C97-474B-B8DA-800068F1FF8A}"/>
                </a:ext>
              </a:extLst>
            </p:cNvPr>
            <p:cNvSpPr/>
            <p:nvPr/>
          </p:nvSpPr>
          <p:spPr>
            <a:xfrm rot="20295794" flipH="1">
              <a:off x="7998347" y="280329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6" name="Freeform 2405">
              <a:extLst>
                <a:ext uri="{FF2B5EF4-FFF2-40B4-BE49-F238E27FC236}">
                  <a16:creationId xmlns:a16="http://schemas.microsoft.com/office/drawing/2014/main" id="{F7A0376B-9CF8-7742-A1EB-C004860C09FA}"/>
                </a:ext>
              </a:extLst>
            </p:cNvPr>
            <p:cNvSpPr/>
            <p:nvPr/>
          </p:nvSpPr>
          <p:spPr>
            <a:xfrm flipH="1">
              <a:off x="8032877" y="504089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7" name="Freeform 2406">
              <a:extLst>
                <a:ext uri="{FF2B5EF4-FFF2-40B4-BE49-F238E27FC236}">
                  <a16:creationId xmlns:a16="http://schemas.microsoft.com/office/drawing/2014/main" id="{E4D81E72-7D24-C344-A07C-466D78A6411B}"/>
                </a:ext>
              </a:extLst>
            </p:cNvPr>
            <p:cNvSpPr/>
            <p:nvPr/>
          </p:nvSpPr>
          <p:spPr>
            <a:xfrm>
              <a:off x="7332585" y="503469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8" name="Rectangle 2407">
              <a:extLst>
                <a:ext uri="{FF2B5EF4-FFF2-40B4-BE49-F238E27FC236}">
                  <a16:creationId xmlns:a16="http://schemas.microsoft.com/office/drawing/2014/main" id="{A28A368C-16B0-2944-8362-DDF30EE6171A}"/>
                </a:ext>
              </a:extLst>
            </p:cNvPr>
            <p:cNvSpPr/>
            <p:nvPr/>
          </p:nvSpPr>
          <p:spPr>
            <a:xfrm>
              <a:off x="7956380" y="4172773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9" name="Freeform 2408">
              <a:extLst>
                <a:ext uri="{FF2B5EF4-FFF2-40B4-BE49-F238E27FC236}">
                  <a16:creationId xmlns:a16="http://schemas.microsoft.com/office/drawing/2014/main" id="{79459309-059A-C84F-AB21-F8FA88B8AF27}"/>
                </a:ext>
              </a:extLst>
            </p:cNvPr>
            <p:cNvSpPr/>
            <p:nvPr/>
          </p:nvSpPr>
          <p:spPr>
            <a:xfrm>
              <a:off x="6958374" y="422648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0" name="Freeform 2409">
              <a:extLst>
                <a:ext uri="{FF2B5EF4-FFF2-40B4-BE49-F238E27FC236}">
                  <a16:creationId xmlns:a16="http://schemas.microsoft.com/office/drawing/2014/main" id="{BAE8D140-2CA6-9B45-B255-B40EED6F9245}"/>
                </a:ext>
              </a:extLst>
            </p:cNvPr>
            <p:cNvSpPr/>
            <p:nvPr/>
          </p:nvSpPr>
          <p:spPr>
            <a:xfrm flipH="1">
              <a:off x="8067957" y="422021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1" name="Freeform 2410">
              <a:extLst>
                <a:ext uri="{FF2B5EF4-FFF2-40B4-BE49-F238E27FC236}">
                  <a16:creationId xmlns:a16="http://schemas.microsoft.com/office/drawing/2014/main" id="{04113E9C-A0E3-D240-AB78-2CE5B70D269C}"/>
                </a:ext>
              </a:extLst>
            </p:cNvPr>
            <p:cNvSpPr/>
            <p:nvPr/>
          </p:nvSpPr>
          <p:spPr>
            <a:xfrm rot="20572658">
              <a:off x="7136516" y="368610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2" name="Freeform 2411">
              <a:extLst>
                <a:ext uri="{FF2B5EF4-FFF2-40B4-BE49-F238E27FC236}">
                  <a16:creationId xmlns:a16="http://schemas.microsoft.com/office/drawing/2014/main" id="{7E6B2EEA-5F8A-5545-BC06-7BF3B2AB9441}"/>
                </a:ext>
              </a:extLst>
            </p:cNvPr>
            <p:cNvSpPr/>
            <p:nvPr/>
          </p:nvSpPr>
          <p:spPr>
            <a:xfrm rot="1007770" flipH="1">
              <a:off x="7970533" y="368407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3" name="Freeform 2412">
              <a:extLst>
                <a:ext uri="{FF2B5EF4-FFF2-40B4-BE49-F238E27FC236}">
                  <a16:creationId xmlns:a16="http://schemas.microsoft.com/office/drawing/2014/main" id="{4BEBED16-498E-DA43-B344-22B407F15B4A}"/>
                </a:ext>
              </a:extLst>
            </p:cNvPr>
            <p:cNvSpPr/>
            <p:nvPr/>
          </p:nvSpPr>
          <p:spPr>
            <a:xfrm>
              <a:off x="7390657" y="602430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4" name="Freeform 2413">
              <a:extLst>
                <a:ext uri="{FF2B5EF4-FFF2-40B4-BE49-F238E27FC236}">
                  <a16:creationId xmlns:a16="http://schemas.microsoft.com/office/drawing/2014/main" id="{20BE6FA0-21B0-934E-B921-E86D944C9C17}"/>
                </a:ext>
              </a:extLst>
            </p:cNvPr>
            <p:cNvSpPr/>
            <p:nvPr/>
          </p:nvSpPr>
          <p:spPr>
            <a:xfrm rot="21085137">
              <a:off x="7431410" y="605060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5" name="Freeform 2414">
              <a:extLst>
                <a:ext uri="{FF2B5EF4-FFF2-40B4-BE49-F238E27FC236}">
                  <a16:creationId xmlns:a16="http://schemas.microsoft.com/office/drawing/2014/main" id="{BEA809E5-9632-854E-973A-ABF60F7149F8}"/>
                </a:ext>
              </a:extLst>
            </p:cNvPr>
            <p:cNvSpPr/>
            <p:nvPr/>
          </p:nvSpPr>
          <p:spPr>
            <a:xfrm>
              <a:off x="7724979" y="602430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6" name="Freeform 2415">
              <a:extLst>
                <a:ext uri="{FF2B5EF4-FFF2-40B4-BE49-F238E27FC236}">
                  <a16:creationId xmlns:a16="http://schemas.microsoft.com/office/drawing/2014/main" id="{D54C2FD9-1BCD-8D45-9B8F-E630E90F9479}"/>
                </a:ext>
              </a:extLst>
            </p:cNvPr>
            <p:cNvSpPr/>
            <p:nvPr/>
          </p:nvSpPr>
          <p:spPr>
            <a:xfrm>
              <a:off x="7848678" y="602430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7" name="Freeform 2416">
              <a:extLst>
                <a:ext uri="{FF2B5EF4-FFF2-40B4-BE49-F238E27FC236}">
                  <a16:creationId xmlns:a16="http://schemas.microsoft.com/office/drawing/2014/main" id="{F6A75425-6870-CC4F-8C22-89F53078ED4C}"/>
                </a:ext>
              </a:extLst>
            </p:cNvPr>
            <p:cNvSpPr/>
            <p:nvPr/>
          </p:nvSpPr>
          <p:spPr>
            <a:xfrm flipH="1">
              <a:off x="8025051" y="603556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8" name="Freeform 2417">
              <a:extLst>
                <a:ext uri="{FF2B5EF4-FFF2-40B4-BE49-F238E27FC236}">
                  <a16:creationId xmlns:a16="http://schemas.microsoft.com/office/drawing/2014/main" id="{C1E74640-4198-E04C-970B-6543498E6AE3}"/>
                </a:ext>
              </a:extLst>
            </p:cNvPr>
            <p:cNvSpPr/>
            <p:nvPr/>
          </p:nvSpPr>
          <p:spPr>
            <a:xfrm rot="21085137" flipH="1">
              <a:off x="8112381" y="599679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953DAE7D-9D26-2145-8349-4FC4BCDFEBAB}"/>
                </a:ext>
              </a:extLst>
            </p:cNvPr>
            <p:cNvSpPr/>
            <p:nvPr/>
          </p:nvSpPr>
          <p:spPr>
            <a:xfrm flipH="1">
              <a:off x="8029176" y="60243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35442FC4-9B62-DE43-A10A-B44C4BD060A7}"/>
                </a:ext>
              </a:extLst>
            </p:cNvPr>
            <p:cNvSpPr/>
            <p:nvPr/>
          </p:nvSpPr>
          <p:spPr>
            <a:xfrm flipH="1">
              <a:off x="8022942" y="603556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BF464B66-9367-6644-AD7E-DE646A2CA30D}"/>
                </a:ext>
              </a:extLst>
            </p:cNvPr>
            <p:cNvSpPr/>
            <p:nvPr/>
          </p:nvSpPr>
          <p:spPr>
            <a:xfrm flipV="1">
              <a:off x="7377524" y="327385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73A63D">
                    <a:shade val="30000"/>
                    <a:satMod val="115000"/>
                  </a:srgbClr>
                </a:gs>
                <a:gs pos="50000">
                  <a:srgbClr val="73A63D">
                    <a:shade val="67500"/>
                    <a:satMod val="115000"/>
                  </a:srgbClr>
                </a:gs>
                <a:gs pos="100000">
                  <a:srgbClr val="73A63D">
                    <a:shade val="100000"/>
                    <a:satMod val="115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7DA65A57-BBB1-D14E-8CB8-8D67D88BFCC8}"/>
                </a:ext>
              </a:extLst>
            </p:cNvPr>
            <p:cNvSpPr/>
            <p:nvPr/>
          </p:nvSpPr>
          <p:spPr>
            <a:xfrm flipH="1" flipV="1">
              <a:off x="7999083" y="328483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3" name="Rectangle 2422">
              <a:extLst>
                <a:ext uri="{FF2B5EF4-FFF2-40B4-BE49-F238E27FC236}">
                  <a16:creationId xmlns:a16="http://schemas.microsoft.com/office/drawing/2014/main" id="{9B4CC46F-55EF-9642-8AC3-2E0CEA7724D5}"/>
                </a:ext>
              </a:extLst>
            </p:cNvPr>
            <p:cNvSpPr/>
            <p:nvPr/>
          </p:nvSpPr>
          <p:spPr>
            <a:xfrm>
              <a:off x="7985483" y="3165691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2" name="Freeform 151">
            <a:extLst>
              <a:ext uri="{FF2B5EF4-FFF2-40B4-BE49-F238E27FC236}">
                <a16:creationId xmlns:a16="http://schemas.microsoft.com/office/drawing/2014/main" id="{65BE335C-1636-4F47-8EF0-ACC44D1B0C85}"/>
              </a:ext>
            </a:extLst>
          </p:cNvPr>
          <p:cNvSpPr/>
          <p:nvPr/>
        </p:nvSpPr>
        <p:spPr>
          <a:xfrm rot="2971138">
            <a:off x="562828" y="5939951"/>
            <a:ext cx="158047" cy="198641"/>
          </a:xfrm>
          <a:custGeom>
            <a:avLst/>
            <a:gdLst>
              <a:gd name="connsiteX0" fmla="*/ 113288 w 712099"/>
              <a:gd name="connsiteY0" fmla="*/ 857755 h 873939"/>
              <a:gd name="connsiteX1" fmla="*/ 250853 w 712099"/>
              <a:gd name="connsiteY1" fmla="*/ 873939 h 873939"/>
              <a:gd name="connsiteX2" fmla="*/ 372233 w 712099"/>
              <a:gd name="connsiteY2" fmla="*/ 857755 h 873939"/>
              <a:gd name="connsiteX3" fmla="*/ 517890 w 712099"/>
              <a:gd name="connsiteY3" fmla="*/ 809203 h 873939"/>
              <a:gd name="connsiteX4" fmla="*/ 590718 w 712099"/>
              <a:gd name="connsiteY4" fmla="*/ 728283 h 873939"/>
              <a:gd name="connsiteX5" fmla="*/ 679731 w 712099"/>
              <a:gd name="connsiteY5" fmla="*/ 590718 h 873939"/>
              <a:gd name="connsiteX6" fmla="*/ 712099 w 712099"/>
              <a:gd name="connsiteY6" fmla="*/ 436970 h 873939"/>
              <a:gd name="connsiteX7" fmla="*/ 679731 w 712099"/>
              <a:gd name="connsiteY7" fmla="*/ 258945 h 873939"/>
              <a:gd name="connsiteX8" fmla="*/ 614994 w 712099"/>
              <a:gd name="connsiteY8" fmla="*/ 113288 h 873939"/>
              <a:gd name="connsiteX9" fmla="*/ 525982 w 712099"/>
              <a:gd name="connsiteY9" fmla="*/ 24276 h 873939"/>
              <a:gd name="connsiteX10" fmla="*/ 404601 w 712099"/>
              <a:gd name="connsiteY10" fmla="*/ 0 h 873939"/>
              <a:gd name="connsiteX11" fmla="*/ 258945 w 712099"/>
              <a:gd name="connsiteY11" fmla="*/ 8092 h 873939"/>
              <a:gd name="connsiteX12" fmla="*/ 153748 w 712099"/>
              <a:gd name="connsiteY12" fmla="*/ 64736 h 873939"/>
              <a:gd name="connsiteX13" fmla="*/ 105196 w 712099"/>
              <a:gd name="connsiteY13" fmla="*/ 153748 h 873939"/>
              <a:gd name="connsiteX14" fmla="*/ 97104 w 712099"/>
              <a:gd name="connsiteY14" fmla="*/ 250853 h 873939"/>
              <a:gd name="connsiteX15" fmla="*/ 113288 w 712099"/>
              <a:gd name="connsiteY15" fmla="*/ 356049 h 873939"/>
              <a:gd name="connsiteX16" fmla="*/ 145656 w 712099"/>
              <a:gd name="connsiteY16" fmla="*/ 453154 h 873939"/>
              <a:gd name="connsiteX17" fmla="*/ 137564 w 712099"/>
              <a:gd name="connsiteY17" fmla="*/ 574534 h 873939"/>
              <a:gd name="connsiteX18" fmla="*/ 64736 w 712099"/>
              <a:gd name="connsiteY18" fmla="*/ 647362 h 873939"/>
              <a:gd name="connsiteX19" fmla="*/ 16184 w 712099"/>
              <a:gd name="connsiteY19" fmla="*/ 712099 h 873939"/>
              <a:gd name="connsiteX20" fmla="*/ 0 w 712099"/>
              <a:gd name="connsiteY20" fmla="*/ 793019 h 873939"/>
              <a:gd name="connsiteX21" fmla="*/ 113288 w 712099"/>
              <a:gd name="connsiteY21" fmla="*/ 857755 h 873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12099" h="873939">
                <a:moveTo>
                  <a:pt x="113288" y="857755"/>
                </a:moveTo>
                <a:lnTo>
                  <a:pt x="250853" y="873939"/>
                </a:lnTo>
                <a:lnTo>
                  <a:pt x="372233" y="857755"/>
                </a:lnTo>
                <a:lnTo>
                  <a:pt x="517890" y="809203"/>
                </a:lnTo>
                <a:lnTo>
                  <a:pt x="590718" y="728283"/>
                </a:lnTo>
                <a:lnTo>
                  <a:pt x="679731" y="590718"/>
                </a:lnTo>
                <a:lnTo>
                  <a:pt x="712099" y="436970"/>
                </a:lnTo>
                <a:lnTo>
                  <a:pt x="679731" y="258945"/>
                </a:lnTo>
                <a:lnTo>
                  <a:pt x="614994" y="113288"/>
                </a:lnTo>
                <a:lnTo>
                  <a:pt x="525982" y="24276"/>
                </a:lnTo>
                <a:lnTo>
                  <a:pt x="404601" y="0"/>
                </a:lnTo>
                <a:lnTo>
                  <a:pt x="258945" y="8092"/>
                </a:lnTo>
                <a:lnTo>
                  <a:pt x="153748" y="64736"/>
                </a:lnTo>
                <a:lnTo>
                  <a:pt x="105196" y="153748"/>
                </a:lnTo>
                <a:lnTo>
                  <a:pt x="97104" y="250853"/>
                </a:lnTo>
                <a:lnTo>
                  <a:pt x="113288" y="356049"/>
                </a:lnTo>
                <a:lnTo>
                  <a:pt x="145656" y="453154"/>
                </a:lnTo>
                <a:lnTo>
                  <a:pt x="137564" y="574534"/>
                </a:lnTo>
                <a:lnTo>
                  <a:pt x="64736" y="647362"/>
                </a:lnTo>
                <a:lnTo>
                  <a:pt x="16184" y="712099"/>
                </a:lnTo>
                <a:lnTo>
                  <a:pt x="0" y="793019"/>
                </a:lnTo>
                <a:lnTo>
                  <a:pt x="113288" y="857755"/>
                </a:lnTo>
                <a:close/>
              </a:path>
            </a:pathLst>
          </a:custGeom>
          <a:solidFill>
            <a:srgbClr val="9452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FC038136-8896-EA46-8E2D-ECD5FFE8E83D}"/>
              </a:ext>
            </a:extLst>
          </p:cNvPr>
          <p:cNvGrpSpPr/>
          <p:nvPr/>
        </p:nvGrpSpPr>
        <p:grpSpPr>
          <a:xfrm>
            <a:off x="784242" y="5920540"/>
            <a:ext cx="189254" cy="153260"/>
            <a:chOff x="579445" y="246002"/>
            <a:chExt cx="1722367" cy="1917003"/>
          </a:xfrm>
        </p:grpSpPr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CF9B22B6-E326-494D-8A5B-3DBE6EF085AE}"/>
                </a:ext>
              </a:extLst>
            </p:cNvPr>
            <p:cNvSpPr/>
            <p:nvPr/>
          </p:nvSpPr>
          <p:spPr>
            <a:xfrm rot="7625041" flipH="1">
              <a:off x="698512" y="1160277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1E7AD928-3E7C-CC4A-8E68-00A84612D311}"/>
                </a:ext>
              </a:extLst>
            </p:cNvPr>
            <p:cNvSpPr/>
            <p:nvPr/>
          </p:nvSpPr>
          <p:spPr>
            <a:xfrm rot="2971138" flipH="1" flipV="1">
              <a:off x="984916" y="705449"/>
              <a:ext cx="959442" cy="875199"/>
            </a:xfrm>
            <a:custGeom>
              <a:avLst/>
              <a:gdLst>
                <a:gd name="connsiteX0" fmla="*/ 113288 w 712099"/>
                <a:gd name="connsiteY0" fmla="*/ 857755 h 873939"/>
                <a:gd name="connsiteX1" fmla="*/ 250853 w 712099"/>
                <a:gd name="connsiteY1" fmla="*/ 873939 h 873939"/>
                <a:gd name="connsiteX2" fmla="*/ 372233 w 712099"/>
                <a:gd name="connsiteY2" fmla="*/ 857755 h 873939"/>
                <a:gd name="connsiteX3" fmla="*/ 517890 w 712099"/>
                <a:gd name="connsiteY3" fmla="*/ 809203 h 873939"/>
                <a:gd name="connsiteX4" fmla="*/ 590718 w 712099"/>
                <a:gd name="connsiteY4" fmla="*/ 728283 h 873939"/>
                <a:gd name="connsiteX5" fmla="*/ 679731 w 712099"/>
                <a:gd name="connsiteY5" fmla="*/ 590718 h 873939"/>
                <a:gd name="connsiteX6" fmla="*/ 712099 w 712099"/>
                <a:gd name="connsiteY6" fmla="*/ 436970 h 873939"/>
                <a:gd name="connsiteX7" fmla="*/ 679731 w 712099"/>
                <a:gd name="connsiteY7" fmla="*/ 258945 h 873939"/>
                <a:gd name="connsiteX8" fmla="*/ 614994 w 712099"/>
                <a:gd name="connsiteY8" fmla="*/ 113288 h 873939"/>
                <a:gd name="connsiteX9" fmla="*/ 525982 w 712099"/>
                <a:gd name="connsiteY9" fmla="*/ 24276 h 873939"/>
                <a:gd name="connsiteX10" fmla="*/ 404601 w 712099"/>
                <a:gd name="connsiteY10" fmla="*/ 0 h 873939"/>
                <a:gd name="connsiteX11" fmla="*/ 258945 w 712099"/>
                <a:gd name="connsiteY11" fmla="*/ 8092 h 873939"/>
                <a:gd name="connsiteX12" fmla="*/ 153748 w 712099"/>
                <a:gd name="connsiteY12" fmla="*/ 64736 h 873939"/>
                <a:gd name="connsiteX13" fmla="*/ 105196 w 712099"/>
                <a:gd name="connsiteY13" fmla="*/ 153748 h 873939"/>
                <a:gd name="connsiteX14" fmla="*/ 97104 w 712099"/>
                <a:gd name="connsiteY14" fmla="*/ 250853 h 873939"/>
                <a:gd name="connsiteX15" fmla="*/ 113288 w 712099"/>
                <a:gd name="connsiteY15" fmla="*/ 356049 h 873939"/>
                <a:gd name="connsiteX16" fmla="*/ 145656 w 712099"/>
                <a:gd name="connsiteY16" fmla="*/ 453154 h 873939"/>
                <a:gd name="connsiteX17" fmla="*/ 137564 w 712099"/>
                <a:gd name="connsiteY17" fmla="*/ 574534 h 873939"/>
                <a:gd name="connsiteX18" fmla="*/ 64736 w 712099"/>
                <a:gd name="connsiteY18" fmla="*/ 647362 h 873939"/>
                <a:gd name="connsiteX19" fmla="*/ 16184 w 712099"/>
                <a:gd name="connsiteY19" fmla="*/ 712099 h 873939"/>
                <a:gd name="connsiteX20" fmla="*/ 0 w 712099"/>
                <a:gd name="connsiteY20" fmla="*/ 793019 h 873939"/>
                <a:gd name="connsiteX21" fmla="*/ 113288 w 712099"/>
                <a:gd name="connsiteY21" fmla="*/ 857755 h 87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2099" h="873939">
                  <a:moveTo>
                    <a:pt x="113288" y="857755"/>
                  </a:moveTo>
                  <a:lnTo>
                    <a:pt x="250853" y="873939"/>
                  </a:lnTo>
                  <a:lnTo>
                    <a:pt x="372233" y="857755"/>
                  </a:lnTo>
                  <a:lnTo>
                    <a:pt x="517890" y="809203"/>
                  </a:lnTo>
                  <a:lnTo>
                    <a:pt x="590718" y="728283"/>
                  </a:lnTo>
                  <a:lnTo>
                    <a:pt x="679731" y="590718"/>
                  </a:lnTo>
                  <a:lnTo>
                    <a:pt x="712099" y="436970"/>
                  </a:lnTo>
                  <a:lnTo>
                    <a:pt x="679731" y="258945"/>
                  </a:lnTo>
                  <a:lnTo>
                    <a:pt x="614994" y="113288"/>
                  </a:lnTo>
                  <a:lnTo>
                    <a:pt x="525982" y="24276"/>
                  </a:lnTo>
                  <a:lnTo>
                    <a:pt x="404601" y="0"/>
                  </a:lnTo>
                  <a:lnTo>
                    <a:pt x="258945" y="8092"/>
                  </a:lnTo>
                  <a:lnTo>
                    <a:pt x="153748" y="64736"/>
                  </a:lnTo>
                  <a:lnTo>
                    <a:pt x="105196" y="153748"/>
                  </a:lnTo>
                  <a:lnTo>
                    <a:pt x="97104" y="250853"/>
                  </a:lnTo>
                  <a:lnTo>
                    <a:pt x="113288" y="356049"/>
                  </a:lnTo>
                  <a:lnTo>
                    <a:pt x="145656" y="453154"/>
                  </a:lnTo>
                  <a:lnTo>
                    <a:pt x="137564" y="574534"/>
                  </a:lnTo>
                  <a:lnTo>
                    <a:pt x="64736" y="647362"/>
                  </a:lnTo>
                  <a:lnTo>
                    <a:pt x="16184" y="712099"/>
                  </a:lnTo>
                  <a:lnTo>
                    <a:pt x="0" y="793019"/>
                  </a:lnTo>
                  <a:lnTo>
                    <a:pt x="113288" y="857755"/>
                  </a:lnTo>
                  <a:close/>
                </a:path>
              </a:pathLst>
            </a:custGeom>
            <a:solidFill>
              <a:srgbClr val="9452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DED7661E-EE6C-AC46-A576-CE121D3E1EC7}"/>
                </a:ext>
              </a:extLst>
            </p:cNvPr>
            <p:cNvSpPr/>
            <p:nvPr/>
          </p:nvSpPr>
          <p:spPr>
            <a:xfrm flipH="1">
              <a:off x="1751345" y="1319307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6FAB5D9D-A8C2-6342-B9B5-C25F3F06CCE3}"/>
                </a:ext>
              </a:extLst>
            </p:cNvPr>
            <p:cNvSpPr/>
            <p:nvPr/>
          </p:nvSpPr>
          <p:spPr>
            <a:xfrm rot="2025709" flipH="1">
              <a:off x="1273352" y="15018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FA53ECE8-242E-8B4E-90E4-500D185C0970}"/>
                </a:ext>
              </a:extLst>
            </p:cNvPr>
            <p:cNvSpPr/>
            <p:nvPr/>
          </p:nvSpPr>
          <p:spPr>
            <a:xfrm rot="19343019" flipH="1">
              <a:off x="579445" y="78944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9759882D-E952-E445-8108-20E79CC8AB14}"/>
                </a:ext>
              </a:extLst>
            </p:cNvPr>
            <p:cNvSpPr/>
            <p:nvPr/>
          </p:nvSpPr>
          <p:spPr>
            <a:xfrm rot="19343019" flipH="1">
              <a:off x="720175" y="437630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E19D3941-FB6E-AB43-8A58-334F3BD9C269}"/>
                </a:ext>
              </a:extLst>
            </p:cNvPr>
            <p:cNvSpPr/>
            <p:nvPr/>
          </p:nvSpPr>
          <p:spPr>
            <a:xfrm rot="836308" flipH="1">
              <a:off x="1100182" y="2460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11E5BF5D-E481-5947-ADAF-B7C52C0CDB82}"/>
                </a:ext>
              </a:extLst>
            </p:cNvPr>
            <p:cNvSpPr/>
            <p:nvPr/>
          </p:nvSpPr>
          <p:spPr>
            <a:xfrm rot="2319781" flipH="1">
              <a:off x="1512103" y="2667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6E765036-5950-8F4E-A461-1FEBCF159A5E}"/>
                </a:ext>
              </a:extLst>
            </p:cNvPr>
            <p:cNvSpPr/>
            <p:nvPr/>
          </p:nvSpPr>
          <p:spPr>
            <a:xfrm rot="5133802" flipH="1">
              <a:off x="1798085" y="4901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27CD2C65-46CE-554E-9C5F-AE62735E5776}"/>
              </a:ext>
            </a:extLst>
          </p:cNvPr>
          <p:cNvGrpSpPr/>
          <p:nvPr/>
        </p:nvGrpSpPr>
        <p:grpSpPr>
          <a:xfrm>
            <a:off x="983366" y="5904322"/>
            <a:ext cx="169257" cy="90815"/>
            <a:chOff x="579445" y="246002"/>
            <a:chExt cx="1722367" cy="1917003"/>
          </a:xfrm>
        </p:grpSpPr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398768AE-EA21-4844-93CE-B46CA2F2B013}"/>
                </a:ext>
              </a:extLst>
            </p:cNvPr>
            <p:cNvSpPr/>
            <p:nvPr/>
          </p:nvSpPr>
          <p:spPr>
            <a:xfrm rot="7625041" flipH="1">
              <a:off x="698512" y="1160277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F09E63FC-D11F-2A45-B1F1-C9CC131DB80A}"/>
                </a:ext>
              </a:extLst>
            </p:cNvPr>
            <p:cNvSpPr/>
            <p:nvPr/>
          </p:nvSpPr>
          <p:spPr>
            <a:xfrm rot="2971138" flipH="1" flipV="1">
              <a:off x="984916" y="705449"/>
              <a:ext cx="959442" cy="875199"/>
            </a:xfrm>
            <a:custGeom>
              <a:avLst/>
              <a:gdLst>
                <a:gd name="connsiteX0" fmla="*/ 113288 w 712099"/>
                <a:gd name="connsiteY0" fmla="*/ 857755 h 873939"/>
                <a:gd name="connsiteX1" fmla="*/ 250853 w 712099"/>
                <a:gd name="connsiteY1" fmla="*/ 873939 h 873939"/>
                <a:gd name="connsiteX2" fmla="*/ 372233 w 712099"/>
                <a:gd name="connsiteY2" fmla="*/ 857755 h 873939"/>
                <a:gd name="connsiteX3" fmla="*/ 517890 w 712099"/>
                <a:gd name="connsiteY3" fmla="*/ 809203 h 873939"/>
                <a:gd name="connsiteX4" fmla="*/ 590718 w 712099"/>
                <a:gd name="connsiteY4" fmla="*/ 728283 h 873939"/>
                <a:gd name="connsiteX5" fmla="*/ 679731 w 712099"/>
                <a:gd name="connsiteY5" fmla="*/ 590718 h 873939"/>
                <a:gd name="connsiteX6" fmla="*/ 712099 w 712099"/>
                <a:gd name="connsiteY6" fmla="*/ 436970 h 873939"/>
                <a:gd name="connsiteX7" fmla="*/ 679731 w 712099"/>
                <a:gd name="connsiteY7" fmla="*/ 258945 h 873939"/>
                <a:gd name="connsiteX8" fmla="*/ 614994 w 712099"/>
                <a:gd name="connsiteY8" fmla="*/ 113288 h 873939"/>
                <a:gd name="connsiteX9" fmla="*/ 525982 w 712099"/>
                <a:gd name="connsiteY9" fmla="*/ 24276 h 873939"/>
                <a:gd name="connsiteX10" fmla="*/ 404601 w 712099"/>
                <a:gd name="connsiteY10" fmla="*/ 0 h 873939"/>
                <a:gd name="connsiteX11" fmla="*/ 258945 w 712099"/>
                <a:gd name="connsiteY11" fmla="*/ 8092 h 873939"/>
                <a:gd name="connsiteX12" fmla="*/ 153748 w 712099"/>
                <a:gd name="connsiteY12" fmla="*/ 64736 h 873939"/>
                <a:gd name="connsiteX13" fmla="*/ 105196 w 712099"/>
                <a:gd name="connsiteY13" fmla="*/ 153748 h 873939"/>
                <a:gd name="connsiteX14" fmla="*/ 97104 w 712099"/>
                <a:gd name="connsiteY14" fmla="*/ 250853 h 873939"/>
                <a:gd name="connsiteX15" fmla="*/ 113288 w 712099"/>
                <a:gd name="connsiteY15" fmla="*/ 356049 h 873939"/>
                <a:gd name="connsiteX16" fmla="*/ 145656 w 712099"/>
                <a:gd name="connsiteY16" fmla="*/ 453154 h 873939"/>
                <a:gd name="connsiteX17" fmla="*/ 137564 w 712099"/>
                <a:gd name="connsiteY17" fmla="*/ 574534 h 873939"/>
                <a:gd name="connsiteX18" fmla="*/ 64736 w 712099"/>
                <a:gd name="connsiteY18" fmla="*/ 647362 h 873939"/>
                <a:gd name="connsiteX19" fmla="*/ 16184 w 712099"/>
                <a:gd name="connsiteY19" fmla="*/ 712099 h 873939"/>
                <a:gd name="connsiteX20" fmla="*/ 0 w 712099"/>
                <a:gd name="connsiteY20" fmla="*/ 793019 h 873939"/>
                <a:gd name="connsiteX21" fmla="*/ 113288 w 712099"/>
                <a:gd name="connsiteY21" fmla="*/ 857755 h 87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2099" h="873939">
                  <a:moveTo>
                    <a:pt x="113288" y="857755"/>
                  </a:moveTo>
                  <a:lnTo>
                    <a:pt x="250853" y="873939"/>
                  </a:lnTo>
                  <a:lnTo>
                    <a:pt x="372233" y="857755"/>
                  </a:lnTo>
                  <a:lnTo>
                    <a:pt x="517890" y="809203"/>
                  </a:lnTo>
                  <a:lnTo>
                    <a:pt x="590718" y="728283"/>
                  </a:lnTo>
                  <a:lnTo>
                    <a:pt x="679731" y="590718"/>
                  </a:lnTo>
                  <a:lnTo>
                    <a:pt x="712099" y="436970"/>
                  </a:lnTo>
                  <a:lnTo>
                    <a:pt x="679731" y="258945"/>
                  </a:lnTo>
                  <a:lnTo>
                    <a:pt x="614994" y="113288"/>
                  </a:lnTo>
                  <a:lnTo>
                    <a:pt x="525982" y="24276"/>
                  </a:lnTo>
                  <a:lnTo>
                    <a:pt x="404601" y="0"/>
                  </a:lnTo>
                  <a:lnTo>
                    <a:pt x="258945" y="8092"/>
                  </a:lnTo>
                  <a:lnTo>
                    <a:pt x="153748" y="64736"/>
                  </a:lnTo>
                  <a:lnTo>
                    <a:pt x="105196" y="153748"/>
                  </a:lnTo>
                  <a:lnTo>
                    <a:pt x="97104" y="250853"/>
                  </a:lnTo>
                  <a:lnTo>
                    <a:pt x="113288" y="356049"/>
                  </a:lnTo>
                  <a:lnTo>
                    <a:pt x="145656" y="453154"/>
                  </a:lnTo>
                  <a:lnTo>
                    <a:pt x="137564" y="574534"/>
                  </a:lnTo>
                  <a:lnTo>
                    <a:pt x="64736" y="647362"/>
                  </a:lnTo>
                  <a:lnTo>
                    <a:pt x="16184" y="712099"/>
                  </a:lnTo>
                  <a:lnTo>
                    <a:pt x="0" y="793019"/>
                  </a:lnTo>
                  <a:lnTo>
                    <a:pt x="113288" y="857755"/>
                  </a:lnTo>
                  <a:close/>
                </a:path>
              </a:pathLst>
            </a:custGeom>
            <a:solidFill>
              <a:srgbClr val="9452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475D5104-2693-6B4C-B227-D8CCAEDB2DC3}"/>
                </a:ext>
              </a:extLst>
            </p:cNvPr>
            <p:cNvSpPr/>
            <p:nvPr/>
          </p:nvSpPr>
          <p:spPr>
            <a:xfrm flipH="1">
              <a:off x="1751345" y="1319307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81B568F1-5603-F941-B570-69ED34187BC4}"/>
                </a:ext>
              </a:extLst>
            </p:cNvPr>
            <p:cNvSpPr/>
            <p:nvPr/>
          </p:nvSpPr>
          <p:spPr>
            <a:xfrm rot="2025709" flipH="1">
              <a:off x="1273352" y="15018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1070DBBD-D69D-3943-A1A5-0C5F8EEADACF}"/>
                </a:ext>
              </a:extLst>
            </p:cNvPr>
            <p:cNvSpPr/>
            <p:nvPr/>
          </p:nvSpPr>
          <p:spPr>
            <a:xfrm rot="19343019" flipH="1">
              <a:off x="579445" y="78944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AB2779C5-E846-C541-A488-94DFEF33D103}"/>
                </a:ext>
              </a:extLst>
            </p:cNvPr>
            <p:cNvSpPr/>
            <p:nvPr/>
          </p:nvSpPr>
          <p:spPr>
            <a:xfrm rot="19343019" flipH="1">
              <a:off x="720175" y="437630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9" name="Freeform 2388">
              <a:extLst>
                <a:ext uri="{FF2B5EF4-FFF2-40B4-BE49-F238E27FC236}">
                  <a16:creationId xmlns:a16="http://schemas.microsoft.com/office/drawing/2014/main" id="{544D9B5F-B238-5B42-8581-0FDCA4B99FFC}"/>
                </a:ext>
              </a:extLst>
            </p:cNvPr>
            <p:cNvSpPr/>
            <p:nvPr/>
          </p:nvSpPr>
          <p:spPr>
            <a:xfrm rot="836308" flipH="1">
              <a:off x="1100182" y="246002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3A31FC10-AB13-C84D-B856-4438AF6B3602}"/>
                </a:ext>
              </a:extLst>
            </p:cNvPr>
            <p:cNvSpPr/>
            <p:nvPr/>
          </p:nvSpPr>
          <p:spPr>
            <a:xfrm rot="2319781" flipH="1">
              <a:off x="1512103" y="266789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F85365F7-1E1D-104D-A53C-001CB94C4E1F}"/>
                </a:ext>
              </a:extLst>
            </p:cNvPr>
            <p:cNvSpPr/>
            <p:nvPr/>
          </p:nvSpPr>
          <p:spPr>
            <a:xfrm rot="5133802" flipH="1">
              <a:off x="1798085" y="49010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96C5FAEC-A575-8845-BE1B-F1843F4DA4BE}"/>
              </a:ext>
            </a:extLst>
          </p:cNvPr>
          <p:cNvGrpSpPr>
            <a:grpSpLocks noChangeAspect="1"/>
          </p:cNvGrpSpPr>
          <p:nvPr/>
        </p:nvGrpSpPr>
        <p:grpSpPr>
          <a:xfrm>
            <a:off x="1303425" y="5769075"/>
            <a:ext cx="279844" cy="164592"/>
            <a:chOff x="2536206" y="2915069"/>
            <a:chExt cx="1909533" cy="3053292"/>
          </a:xfrm>
        </p:grpSpPr>
        <p:sp>
          <p:nvSpPr>
            <p:cNvPr id="2374" name="Rectangle 2373">
              <a:extLst>
                <a:ext uri="{FF2B5EF4-FFF2-40B4-BE49-F238E27FC236}">
                  <a16:creationId xmlns:a16="http://schemas.microsoft.com/office/drawing/2014/main" id="{C031D344-1386-144D-97CF-9114F4E4BA28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15E5B553-EF20-9149-8713-D64CA9523E1A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8F6C708B-8184-394F-BD7A-5CA00973B336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ABB54A96-4947-4546-B71E-2CCD930E8E83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73A17CAF-D5A3-624B-A527-30E63D410980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F8E67522-A10E-534B-BF66-A600E7F4EB2C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FDB74799-99B2-174F-8252-8807E6B8072A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195385C7-E260-4C44-86AA-9E87667BD07C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9C7CB071-3B84-CF47-84E1-23870DD3D0DF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7B7F2982-5BEB-B343-8BB0-C2E9AFC9CB76}"/>
              </a:ext>
            </a:extLst>
          </p:cNvPr>
          <p:cNvGrpSpPr>
            <a:grpSpLocks noChangeAspect="1"/>
          </p:cNvGrpSpPr>
          <p:nvPr/>
        </p:nvGrpSpPr>
        <p:grpSpPr>
          <a:xfrm>
            <a:off x="1391819" y="5754724"/>
            <a:ext cx="310938" cy="182880"/>
            <a:chOff x="2536206" y="2915069"/>
            <a:chExt cx="1909533" cy="3053292"/>
          </a:xfrm>
        </p:grpSpPr>
        <p:sp>
          <p:nvSpPr>
            <p:cNvPr id="2365" name="Rectangle 2364">
              <a:extLst>
                <a:ext uri="{FF2B5EF4-FFF2-40B4-BE49-F238E27FC236}">
                  <a16:creationId xmlns:a16="http://schemas.microsoft.com/office/drawing/2014/main" id="{3E7158B9-E5C8-9041-98B4-9EEDE629EE90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39A3B756-1D5A-B747-A69A-1E03FE28CF29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7D8F0DDB-1465-8E43-A20F-9D43E3394238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D543BA82-DABE-8145-9D30-B48BF3F9EC10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51A5A261-D88D-3B45-A1C1-26F5C98968B6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1EFC7C46-D939-A041-943E-76B1E8CC7D41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F860E053-89F6-1F49-BA24-9F199BEEE213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2" name="Freeform 2371">
              <a:extLst>
                <a:ext uri="{FF2B5EF4-FFF2-40B4-BE49-F238E27FC236}">
                  <a16:creationId xmlns:a16="http://schemas.microsoft.com/office/drawing/2014/main" id="{E886D8DC-1B31-9649-B77B-7D4F875EBAED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51474CD3-B4A3-314D-95D2-441987358854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6C88243B-E6C1-8644-8ADB-0E83F8CBDC2C}"/>
              </a:ext>
            </a:extLst>
          </p:cNvPr>
          <p:cNvGrpSpPr>
            <a:grpSpLocks noChangeAspect="1"/>
          </p:cNvGrpSpPr>
          <p:nvPr/>
        </p:nvGrpSpPr>
        <p:grpSpPr>
          <a:xfrm>
            <a:off x="1475391" y="5729748"/>
            <a:ext cx="373126" cy="219456"/>
            <a:chOff x="2536206" y="2915069"/>
            <a:chExt cx="1909533" cy="3053292"/>
          </a:xfrm>
        </p:grpSpPr>
        <p:sp>
          <p:nvSpPr>
            <p:cNvPr id="2356" name="Rectangle 2355">
              <a:extLst>
                <a:ext uri="{FF2B5EF4-FFF2-40B4-BE49-F238E27FC236}">
                  <a16:creationId xmlns:a16="http://schemas.microsoft.com/office/drawing/2014/main" id="{CFBF0EC0-8527-BA4A-B25E-38A54D617B27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9F95AC6F-8BBA-5F49-A30E-2DD3C507E2B5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1B1D6A49-A460-9E4F-B7F7-5766736E8BFB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6D1F56FE-B72D-724B-AC09-40FC3BCA7A86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3BF0E4F6-7778-A543-B277-FB2104185B1F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C751F11B-EABE-9644-87EA-91ED33336559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C3CE1A39-30EC-BA43-A624-516C6E50DB8A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6C44489F-43C0-5541-AF72-949FB9291024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80EA8B18-DD71-544B-BFFF-A66536CF0083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668D7974-F455-4646-8C79-C64C2DC71837}"/>
              </a:ext>
            </a:extLst>
          </p:cNvPr>
          <p:cNvGrpSpPr>
            <a:grpSpLocks noChangeAspect="1"/>
          </p:cNvGrpSpPr>
          <p:nvPr/>
        </p:nvGrpSpPr>
        <p:grpSpPr>
          <a:xfrm>
            <a:off x="1548622" y="5705046"/>
            <a:ext cx="435314" cy="256032"/>
            <a:chOff x="2536206" y="2915069"/>
            <a:chExt cx="1909533" cy="3053292"/>
          </a:xfrm>
        </p:grpSpPr>
        <p:sp>
          <p:nvSpPr>
            <p:cNvPr id="2347" name="Rectangle 2346">
              <a:extLst>
                <a:ext uri="{FF2B5EF4-FFF2-40B4-BE49-F238E27FC236}">
                  <a16:creationId xmlns:a16="http://schemas.microsoft.com/office/drawing/2014/main" id="{C49936D2-22CE-E74E-BC42-3722FB649176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8" name="Freeform 2347">
              <a:extLst>
                <a:ext uri="{FF2B5EF4-FFF2-40B4-BE49-F238E27FC236}">
                  <a16:creationId xmlns:a16="http://schemas.microsoft.com/office/drawing/2014/main" id="{A699DE21-9095-064B-B4E6-37B9DC847DCF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9" name="Freeform 2348">
              <a:extLst>
                <a:ext uri="{FF2B5EF4-FFF2-40B4-BE49-F238E27FC236}">
                  <a16:creationId xmlns:a16="http://schemas.microsoft.com/office/drawing/2014/main" id="{E6AD88C7-222A-1446-B61F-659E44970911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0" name="Freeform 2349">
              <a:extLst>
                <a:ext uri="{FF2B5EF4-FFF2-40B4-BE49-F238E27FC236}">
                  <a16:creationId xmlns:a16="http://schemas.microsoft.com/office/drawing/2014/main" id="{8531CEC9-BC99-C944-AB18-299E45F7B1CF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1" name="Freeform 2350">
              <a:extLst>
                <a:ext uri="{FF2B5EF4-FFF2-40B4-BE49-F238E27FC236}">
                  <a16:creationId xmlns:a16="http://schemas.microsoft.com/office/drawing/2014/main" id="{26C0A648-D1E5-9843-B62A-1968855D925A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2" name="Freeform 2351">
              <a:extLst>
                <a:ext uri="{FF2B5EF4-FFF2-40B4-BE49-F238E27FC236}">
                  <a16:creationId xmlns:a16="http://schemas.microsoft.com/office/drawing/2014/main" id="{819EFAF9-5429-A048-AE96-8B61A62A90C3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3" name="Freeform 2352">
              <a:extLst>
                <a:ext uri="{FF2B5EF4-FFF2-40B4-BE49-F238E27FC236}">
                  <a16:creationId xmlns:a16="http://schemas.microsoft.com/office/drawing/2014/main" id="{32CA63FD-C660-BA4F-B96D-A0F2A9C65AC9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4" name="Freeform 2353">
              <a:extLst>
                <a:ext uri="{FF2B5EF4-FFF2-40B4-BE49-F238E27FC236}">
                  <a16:creationId xmlns:a16="http://schemas.microsoft.com/office/drawing/2014/main" id="{F98539BE-C87A-024D-9A0B-E7A9D8CCDC1C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5" name="Freeform 2354">
              <a:extLst>
                <a:ext uri="{FF2B5EF4-FFF2-40B4-BE49-F238E27FC236}">
                  <a16:creationId xmlns:a16="http://schemas.microsoft.com/office/drawing/2014/main" id="{E45A02E9-85A7-9644-8928-53AD9F0F2BE3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DE4F82F3-5E9D-8248-BFF6-882E84841962}"/>
              </a:ext>
            </a:extLst>
          </p:cNvPr>
          <p:cNvGrpSpPr>
            <a:grpSpLocks noChangeAspect="1"/>
          </p:cNvGrpSpPr>
          <p:nvPr/>
        </p:nvGrpSpPr>
        <p:grpSpPr>
          <a:xfrm>
            <a:off x="1630860" y="5676753"/>
            <a:ext cx="497501" cy="292608"/>
            <a:chOff x="2536206" y="2915069"/>
            <a:chExt cx="1909533" cy="3053292"/>
          </a:xfrm>
        </p:grpSpPr>
        <p:sp>
          <p:nvSpPr>
            <p:cNvPr id="2338" name="Rectangle 2337">
              <a:extLst>
                <a:ext uri="{FF2B5EF4-FFF2-40B4-BE49-F238E27FC236}">
                  <a16:creationId xmlns:a16="http://schemas.microsoft.com/office/drawing/2014/main" id="{5BF18DEF-57DB-5642-B506-99B9CA871EAF}"/>
                </a:ext>
              </a:extLst>
            </p:cNvPr>
            <p:cNvSpPr/>
            <p:nvPr/>
          </p:nvSpPr>
          <p:spPr>
            <a:xfrm>
              <a:off x="3392358" y="2915069"/>
              <a:ext cx="212904" cy="2249347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9" name="Freeform 2338">
              <a:extLst>
                <a:ext uri="{FF2B5EF4-FFF2-40B4-BE49-F238E27FC236}">
                  <a16:creationId xmlns:a16="http://schemas.microsoft.com/office/drawing/2014/main" id="{1B5F88C7-DD22-934B-83DC-50B56C9E0BA7}"/>
                </a:ext>
              </a:extLst>
            </p:cNvPr>
            <p:cNvSpPr/>
            <p:nvPr/>
          </p:nvSpPr>
          <p:spPr>
            <a:xfrm>
              <a:off x="2536206" y="5140238"/>
              <a:ext cx="875024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0" name="Freeform 2339">
              <a:extLst>
                <a:ext uri="{FF2B5EF4-FFF2-40B4-BE49-F238E27FC236}">
                  <a16:creationId xmlns:a16="http://schemas.microsoft.com/office/drawing/2014/main" id="{B2538A19-029D-8A4D-A95F-5B5F64345296}"/>
                </a:ext>
              </a:extLst>
            </p:cNvPr>
            <p:cNvSpPr/>
            <p:nvPr/>
          </p:nvSpPr>
          <p:spPr>
            <a:xfrm rot="21085137">
              <a:off x="2597881" y="5171839"/>
              <a:ext cx="1082192" cy="79652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1" name="Freeform 2340">
              <a:extLst>
                <a:ext uri="{FF2B5EF4-FFF2-40B4-BE49-F238E27FC236}">
                  <a16:creationId xmlns:a16="http://schemas.microsoft.com/office/drawing/2014/main" id="{48DCA0ED-9BFB-CC47-ABCB-3AD0E9537FCB}"/>
                </a:ext>
              </a:extLst>
            </p:cNvPr>
            <p:cNvSpPr/>
            <p:nvPr/>
          </p:nvSpPr>
          <p:spPr>
            <a:xfrm>
              <a:off x="3042161" y="5140238"/>
              <a:ext cx="544828" cy="825879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2" name="Freeform 2341">
              <a:extLst>
                <a:ext uri="{FF2B5EF4-FFF2-40B4-BE49-F238E27FC236}">
                  <a16:creationId xmlns:a16="http://schemas.microsoft.com/office/drawing/2014/main" id="{30BFA130-1ACC-7D44-A724-CD3CF6CF7AEF}"/>
                </a:ext>
              </a:extLst>
            </p:cNvPr>
            <p:cNvSpPr/>
            <p:nvPr/>
          </p:nvSpPr>
          <p:spPr>
            <a:xfrm>
              <a:off x="3229363" y="5140229"/>
              <a:ext cx="282222" cy="811812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3" name="Freeform 2342">
              <a:extLst>
                <a:ext uri="{FF2B5EF4-FFF2-40B4-BE49-F238E27FC236}">
                  <a16:creationId xmlns:a16="http://schemas.microsoft.com/office/drawing/2014/main" id="{832A7558-A7DB-0F48-B025-8F74ADE0C144}"/>
                </a:ext>
              </a:extLst>
            </p:cNvPr>
            <p:cNvSpPr/>
            <p:nvPr/>
          </p:nvSpPr>
          <p:spPr>
            <a:xfrm flipH="1">
              <a:off x="3496283" y="5153771"/>
              <a:ext cx="841802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4" name="Freeform 2343">
              <a:extLst>
                <a:ext uri="{FF2B5EF4-FFF2-40B4-BE49-F238E27FC236}">
                  <a16:creationId xmlns:a16="http://schemas.microsoft.com/office/drawing/2014/main" id="{75C61ABB-EE2C-1C4C-BB62-5B43218150AF}"/>
                </a:ext>
              </a:extLst>
            </p:cNvPr>
            <p:cNvSpPr/>
            <p:nvPr/>
          </p:nvSpPr>
          <p:spPr>
            <a:xfrm rot="21085137" flipH="1">
              <a:off x="3628445" y="5107170"/>
              <a:ext cx="817294" cy="78252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5" name="Freeform 2344">
              <a:extLst>
                <a:ext uri="{FF2B5EF4-FFF2-40B4-BE49-F238E27FC236}">
                  <a16:creationId xmlns:a16="http://schemas.microsoft.com/office/drawing/2014/main" id="{533A1448-28E4-A94C-B980-01F8C05FF94B}"/>
                </a:ext>
              </a:extLst>
            </p:cNvPr>
            <p:cNvSpPr/>
            <p:nvPr/>
          </p:nvSpPr>
          <p:spPr>
            <a:xfrm flipH="1">
              <a:off x="3502527" y="5140229"/>
              <a:ext cx="524141" cy="794521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6" name="Freeform 2345">
              <a:extLst>
                <a:ext uri="{FF2B5EF4-FFF2-40B4-BE49-F238E27FC236}">
                  <a16:creationId xmlns:a16="http://schemas.microsoft.com/office/drawing/2014/main" id="{D876D03D-5F55-484E-93BB-22CAE5593405}"/>
                </a:ext>
              </a:extLst>
            </p:cNvPr>
            <p:cNvSpPr/>
            <p:nvPr/>
          </p:nvSpPr>
          <p:spPr>
            <a:xfrm flipH="1">
              <a:off x="3493092" y="5153771"/>
              <a:ext cx="271508" cy="78098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01F495CA-E0EF-C945-9FE8-CBF9CEEFE43B}"/>
              </a:ext>
            </a:extLst>
          </p:cNvPr>
          <p:cNvGrpSpPr>
            <a:grpSpLocks noChangeAspect="1"/>
          </p:cNvGrpSpPr>
          <p:nvPr/>
        </p:nvGrpSpPr>
        <p:grpSpPr>
          <a:xfrm>
            <a:off x="1891980" y="5579829"/>
            <a:ext cx="175187" cy="365760"/>
            <a:chOff x="4706388" y="3023873"/>
            <a:chExt cx="1699226" cy="3547688"/>
          </a:xfrm>
        </p:grpSpPr>
        <p:sp>
          <p:nvSpPr>
            <p:cNvPr id="2326" name="Rectangle 2325">
              <a:extLst>
                <a:ext uri="{FF2B5EF4-FFF2-40B4-BE49-F238E27FC236}">
                  <a16:creationId xmlns:a16="http://schemas.microsoft.com/office/drawing/2014/main" id="{34DB199A-F05B-C84E-925D-E605409BA15E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635B0EE3-C51F-8643-9B3C-BD44D7A1BD61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D0A076FA-3611-9142-B4F5-7E47C15EA233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9" name="Freeform 2328">
              <a:extLst>
                <a:ext uri="{FF2B5EF4-FFF2-40B4-BE49-F238E27FC236}">
                  <a16:creationId xmlns:a16="http://schemas.microsoft.com/office/drawing/2014/main" id="{9B9B8AFC-EEDC-DC42-BC2D-83A8A2033D79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0" name="Freeform 2329">
              <a:extLst>
                <a:ext uri="{FF2B5EF4-FFF2-40B4-BE49-F238E27FC236}">
                  <a16:creationId xmlns:a16="http://schemas.microsoft.com/office/drawing/2014/main" id="{836DF21D-ED71-1A47-8D77-7A2D2450D0F3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1" name="Freeform 2330">
              <a:extLst>
                <a:ext uri="{FF2B5EF4-FFF2-40B4-BE49-F238E27FC236}">
                  <a16:creationId xmlns:a16="http://schemas.microsoft.com/office/drawing/2014/main" id="{A65EF80D-E243-A94D-AA2E-AE1CF475EF97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2" name="Freeform 2331">
              <a:extLst>
                <a:ext uri="{FF2B5EF4-FFF2-40B4-BE49-F238E27FC236}">
                  <a16:creationId xmlns:a16="http://schemas.microsoft.com/office/drawing/2014/main" id="{B27A9416-DB79-A64E-BC43-B27636F0EFDE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3" name="Freeform 2332">
              <a:extLst>
                <a:ext uri="{FF2B5EF4-FFF2-40B4-BE49-F238E27FC236}">
                  <a16:creationId xmlns:a16="http://schemas.microsoft.com/office/drawing/2014/main" id="{CE6265F9-2975-4940-B528-3258A6838100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4" name="Freeform 2333">
              <a:extLst>
                <a:ext uri="{FF2B5EF4-FFF2-40B4-BE49-F238E27FC236}">
                  <a16:creationId xmlns:a16="http://schemas.microsoft.com/office/drawing/2014/main" id="{7B514BE8-9D49-2A4E-8B1E-C350EA4148AF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5" name="Freeform 2334">
              <a:extLst>
                <a:ext uri="{FF2B5EF4-FFF2-40B4-BE49-F238E27FC236}">
                  <a16:creationId xmlns:a16="http://schemas.microsoft.com/office/drawing/2014/main" id="{75706DCC-8725-2843-88B5-B7180FB0F630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6" name="Freeform 2335">
              <a:extLst>
                <a:ext uri="{FF2B5EF4-FFF2-40B4-BE49-F238E27FC236}">
                  <a16:creationId xmlns:a16="http://schemas.microsoft.com/office/drawing/2014/main" id="{28BB722D-49F1-5546-AFDD-C02C220CD35D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7" name="Rectangle 2336">
              <a:extLst>
                <a:ext uri="{FF2B5EF4-FFF2-40B4-BE49-F238E27FC236}">
                  <a16:creationId xmlns:a16="http://schemas.microsoft.com/office/drawing/2014/main" id="{9A574D6F-0FD2-CC4B-AE64-932B1583E80C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B55E9EBB-0AE4-244B-BC6B-6FEEFCD5A60B}"/>
              </a:ext>
            </a:extLst>
          </p:cNvPr>
          <p:cNvGrpSpPr>
            <a:grpSpLocks noChangeAspect="1"/>
          </p:cNvGrpSpPr>
          <p:nvPr/>
        </p:nvGrpSpPr>
        <p:grpSpPr>
          <a:xfrm>
            <a:off x="1965212" y="5590787"/>
            <a:ext cx="175187" cy="365760"/>
            <a:chOff x="4706388" y="3023873"/>
            <a:chExt cx="1699226" cy="3547688"/>
          </a:xfrm>
        </p:grpSpPr>
        <p:sp>
          <p:nvSpPr>
            <p:cNvPr id="2314" name="Rectangle 2313">
              <a:extLst>
                <a:ext uri="{FF2B5EF4-FFF2-40B4-BE49-F238E27FC236}">
                  <a16:creationId xmlns:a16="http://schemas.microsoft.com/office/drawing/2014/main" id="{5AF255D3-986B-CE4E-9878-8798B0727569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7764A8A5-4050-CF41-A771-50DBF79F1873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05DF5E62-D648-7F48-BD32-EFCFA8B2F878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DF6BD705-4649-3248-92D2-87A3C156FC41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AB6B46CA-098A-C44B-9611-682C09C67CCE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C4FBA292-94C2-5641-802C-E176223DF46E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F22E33E2-92C9-0E47-BE6F-D94261C9D4E9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E257647D-550E-4B46-8FE4-16AB109069EA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41CCFE26-5910-034D-A536-1062E19DB094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DBF9461F-7832-3241-97B0-1DA1C09CFE62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41005DFE-0343-9A45-8466-9CE2ED5550FC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5" name="Rectangle 2324">
              <a:extLst>
                <a:ext uri="{FF2B5EF4-FFF2-40B4-BE49-F238E27FC236}">
                  <a16:creationId xmlns:a16="http://schemas.microsoft.com/office/drawing/2014/main" id="{38AEBED1-F9CA-3E41-80EC-B25B761D7AC0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07D80C8-65DF-DA42-BE79-45146DE872DB}"/>
              </a:ext>
            </a:extLst>
          </p:cNvPr>
          <p:cNvGrpSpPr>
            <a:grpSpLocks noChangeAspect="1"/>
          </p:cNvGrpSpPr>
          <p:nvPr/>
        </p:nvGrpSpPr>
        <p:grpSpPr>
          <a:xfrm>
            <a:off x="2028546" y="5556277"/>
            <a:ext cx="192706" cy="402336"/>
            <a:chOff x="4706388" y="3023873"/>
            <a:chExt cx="1699226" cy="3547688"/>
          </a:xfrm>
        </p:grpSpPr>
        <p:sp>
          <p:nvSpPr>
            <p:cNvPr id="2302" name="Rectangle 2301">
              <a:extLst>
                <a:ext uri="{FF2B5EF4-FFF2-40B4-BE49-F238E27FC236}">
                  <a16:creationId xmlns:a16="http://schemas.microsoft.com/office/drawing/2014/main" id="{1D635D53-4650-E849-B51D-33016E28D157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0DBC77E3-973C-5E49-B170-421E0F78AA0B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1F463C45-1533-8843-9735-0A41049B4CBA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B90A6072-4482-C443-A7A6-1DEC9F913DDB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600FA58C-38C4-DC48-8942-046B859D2F12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74A59255-0818-844F-9C43-34DDA8C22DB6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77ACFFA4-4844-AD4A-9C89-1C986CDBBA85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6D897AAB-9042-8542-BCA5-9BD2922EDD1D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F1E79CE9-7139-5B43-B4EC-E1F4C7DB4252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1" name="Freeform 2310">
              <a:extLst>
                <a:ext uri="{FF2B5EF4-FFF2-40B4-BE49-F238E27FC236}">
                  <a16:creationId xmlns:a16="http://schemas.microsoft.com/office/drawing/2014/main" id="{AF2FA863-BE69-C84E-9B13-02142ED713B9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2" name="Freeform 2311">
              <a:extLst>
                <a:ext uri="{FF2B5EF4-FFF2-40B4-BE49-F238E27FC236}">
                  <a16:creationId xmlns:a16="http://schemas.microsoft.com/office/drawing/2014/main" id="{506A1613-48BB-8D43-9681-B158146CAA15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3" name="Rectangle 2312">
              <a:extLst>
                <a:ext uri="{FF2B5EF4-FFF2-40B4-BE49-F238E27FC236}">
                  <a16:creationId xmlns:a16="http://schemas.microsoft.com/office/drawing/2014/main" id="{AE042216-5594-6040-93B6-1FE6CB49B321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EAFA32CB-B5BE-6141-B587-33CAFCBBC380}"/>
              </a:ext>
            </a:extLst>
          </p:cNvPr>
          <p:cNvGrpSpPr>
            <a:grpSpLocks noChangeAspect="1"/>
          </p:cNvGrpSpPr>
          <p:nvPr/>
        </p:nvGrpSpPr>
        <p:grpSpPr>
          <a:xfrm>
            <a:off x="2105725" y="5564877"/>
            <a:ext cx="192706" cy="402336"/>
            <a:chOff x="4706388" y="3023873"/>
            <a:chExt cx="1699226" cy="3547688"/>
          </a:xfrm>
        </p:grpSpPr>
        <p:sp>
          <p:nvSpPr>
            <p:cNvPr id="2290" name="Rectangle 2289">
              <a:extLst>
                <a:ext uri="{FF2B5EF4-FFF2-40B4-BE49-F238E27FC236}">
                  <a16:creationId xmlns:a16="http://schemas.microsoft.com/office/drawing/2014/main" id="{55D03331-D33D-8F41-A6B1-0E3F7C9D8A11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1" name="Freeform 2290">
              <a:extLst>
                <a:ext uri="{FF2B5EF4-FFF2-40B4-BE49-F238E27FC236}">
                  <a16:creationId xmlns:a16="http://schemas.microsoft.com/office/drawing/2014/main" id="{179901D5-D78A-CD4F-BF20-E72B21542A77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08C6F7F0-BDDB-9B4F-A1D1-621B00D57B24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95C605FF-0804-0547-8310-A8898BA88C9D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FE1CC87C-9E3A-8E48-9AB3-037886D90469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490BEA25-DA83-234D-B09A-DFF30C474580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99CF9696-13E3-974D-9C8E-EC45F9B750CF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98A9494D-8C93-4842-A85B-FA28A270CBBF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4E2C81A5-9AC6-5141-A98E-C8D5E2C4969B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98E3D1B1-C162-1A4D-A261-5A697C653B58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05942126-F0E5-4142-A2A9-BD7AA8689455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1" name="Rectangle 2300">
              <a:extLst>
                <a:ext uri="{FF2B5EF4-FFF2-40B4-BE49-F238E27FC236}">
                  <a16:creationId xmlns:a16="http://schemas.microsoft.com/office/drawing/2014/main" id="{ACA3CA17-FE80-5C44-A4A3-28BD8FDD3C2D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A62A1713-95E1-1B4F-ADA8-EE534FF54199}"/>
              </a:ext>
            </a:extLst>
          </p:cNvPr>
          <p:cNvGrpSpPr>
            <a:grpSpLocks noChangeAspect="1"/>
          </p:cNvGrpSpPr>
          <p:nvPr/>
        </p:nvGrpSpPr>
        <p:grpSpPr>
          <a:xfrm>
            <a:off x="2178725" y="5534288"/>
            <a:ext cx="210225" cy="438912"/>
            <a:chOff x="4706388" y="3023873"/>
            <a:chExt cx="1699226" cy="3547688"/>
          </a:xfrm>
        </p:grpSpPr>
        <p:sp>
          <p:nvSpPr>
            <p:cNvPr id="2278" name="Rectangle 2277">
              <a:extLst>
                <a:ext uri="{FF2B5EF4-FFF2-40B4-BE49-F238E27FC236}">
                  <a16:creationId xmlns:a16="http://schemas.microsoft.com/office/drawing/2014/main" id="{2319A3B5-782A-4845-ABDC-6F87E18E455C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9" name="Freeform 2278">
              <a:extLst>
                <a:ext uri="{FF2B5EF4-FFF2-40B4-BE49-F238E27FC236}">
                  <a16:creationId xmlns:a16="http://schemas.microsoft.com/office/drawing/2014/main" id="{A3C6243A-FCC6-ED48-9EFB-10BC0A55E7B9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0" name="Freeform 2279">
              <a:extLst>
                <a:ext uri="{FF2B5EF4-FFF2-40B4-BE49-F238E27FC236}">
                  <a16:creationId xmlns:a16="http://schemas.microsoft.com/office/drawing/2014/main" id="{E86D9EE7-DA53-C341-89B4-D8CFD6570964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1" name="Freeform 2280">
              <a:extLst>
                <a:ext uri="{FF2B5EF4-FFF2-40B4-BE49-F238E27FC236}">
                  <a16:creationId xmlns:a16="http://schemas.microsoft.com/office/drawing/2014/main" id="{9E799B9F-1CE9-6F42-B653-0C75AD7720ED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2" name="Freeform 2281">
              <a:extLst>
                <a:ext uri="{FF2B5EF4-FFF2-40B4-BE49-F238E27FC236}">
                  <a16:creationId xmlns:a16="http://schemas.microsoft.com/office/drawing/2014/main" id="{9EEA34CB-6121-EE4C-8B62-724336B708EC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3" name="Freeform 2282">
              <a:extLst>
                <a:ext uri="{FF2B5EF4-FFF2-40B4-BE49-F238E27FC236}">
                  <a16:creationId xmlns:a16="http://schemas.microsoft.com/office/drawing/2014/main" id="{01767D94-6F16-B542-A572-17AE9C5507B4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4" name="Freeform 2283">
              <a:extLst>
                <a:ext uri="{FF2B5EF4-FFF2-40B4-BE49-F238E27FC236}">
                  <a16:creationId xmlns:a16="http://schemas.microsoft.com/office/drawing/2014/main" id="{B2C573A5-F1D7-1D48-865E-D6D5D365FA1D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5" name="Freeform 2284">
              <a:extLst>
                <a:ext uri="{FF2B5EF4-FFF2-40B4-BE49-F238E27FC236}">
                  <a16:creationId xmlns:a16="http://schemas.microsoft.com/office/drawing/2014/main" id="{377216F4-E30D-3E43-A36F-E1E1A168E1B7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6" name="Freeform 2285">
              <a:extLst>
                <a:ext uri="{FF2B5EF4-FFF2-40B4-BE49-F238E27FC236}">
                  <a16:creationId xmlns:a16="http://schemas.microsoft.com/office/drawing/2014/main" id="{F1A350CB-B708-9543-87F2-622D3FA9381F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7" name="Freeform 2286">
              <a:extLst>
                <a:ext uri="{FF2B5EF4-FFF2-40B4-BE49-F238E27FC236}">
                  <a16:creationId xmlns:a16="http://schemas.microsoft.com/office/drawing/2014/main" id="{8BE0EC4C-296F-944C-8CBB-8A7A0D996A3F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8" name="Freeform 2287">
              <a:extLst>
                <a:ext uri="{FF2B5EF4-FFF2-40B4-BE49-F238E27FC236}">
                  <a16:creationId xmlns:a16="http://schemas.microsoft.com/office/drawing/2014/main" id="{46E24B6C-21DA-D748-848A-1275E095BCCB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9" name="Rectangle 2288">
              <a:extLst>
                <a:ext uri="{FF2B5EF4-FFF2-40B4-BE49-F238E27FC236}">
                  <a16:creationId xmlns:a16="http://schemas.microsoft.com/office/drawing/2014/main" id="{81234C72-9D82-DA4A-A732-C46063662C8E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F7C758A1-9D31-2C45-83F9-43D09E0A182C}"/>
              </a:ext>
            </a:extLst>
          </p:cNvPr>
          <p:cNvGrpSpPr>
            <a:grpSpLocks noChangeAspect="1"/>
          </p:cNvGrpSpPr>
          <p:nvPr/>
        </p:nvGrpSpPr>
        <p:grpSpPr>
          <a:xfrm>
            <a:off x="2259751" y="5501355"/>
            <a:ext cx="227743" cy="475488"/>
            <a:chOff x="4706388" y="3023873"/>
            <a:chExt cx="1699226" cy="3547688"/>
          </a:xfrm>
        </p:grpSpPr>
        <p:sp>
          <p:nvSpPr>
            <p:cNvPr id="2266" name="Rectangle 2265">
              <a:extLst>
                <a:ext uri="{FF2B5EF4-FFF2-40B4-BE49-F238E27FC236}">
                  <a16:creationId xmlns:a16="http://schemas.microsoft.com/office/drawing/2014/main" id="{B46EC677-DDB2-704A-BCA5-3ECF3EA05AD7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7" name="Freeform 2266">
              <a:extLst>
                <a:ext uri="{FF2B5EF4-FFF2-40B4-BE49-F238E27FC236}">
                  <a16:creationId xmlns:a16="http://schemas.microsoft.com/office/drawing/2014/main" id="{4F162449-469B-F843-BADD-A6A03A9ED4DF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8" name="Freeform 2267">
              <a:extLst>
                <a:ext uri="{FF2B5EF4-FFF2-40B4-BE49-F238E27FC236}">
                  <a16:creationId xmlns:a16="http://schemas.microsoft.com/office/drawing/2014/main" id="{9038A95F-57C6-D64F-97FB-51218BB7AC2A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9" name="Freeform 2268">
              <a:extLst>
                <a:ext uri="{FF2B5EF4-FFF2-40B4-BE49-F238E27FC236}">
                  <a16:creationId xmlns:a16="http://schemas.microsoft.com/office/drawing/2014/main" id="{6FEAC726-3FC4-4146-B913-E69E1CC92176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0" name="Freeform 2269">
              <a:extLst>
                <a:ext uri="{FF2B5EF4-FFF2-40B4-BE49-F238E27FC236}">
                  <a16:creationId xmlns:a16="http://schemas.microsoft.com/office/drawing/2014/main" id="{098CEA6D-AA79-C249-A539-0E8727E8E5A1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1" name="Freeform 2270">
              <a:extLst>
                <a:ext uri="{FF2B5EF4-FFF2-40B4-BE49-F238E27FC236}">
                  <a16:creationId xmlns:a16="http://schemas.microsoft.com/office/drawing/2014/main" id="{8677053A-D9CD-B34E-A1C4-CE2C913890FD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2" name="Freeform 2271">
              <a:extLst>
                <a:ext uri="{FF2B5EF4-FFF2-40B4-BE49-F238E27FC236}">
                  <a16:creationId xmlns:a16="http://schemas.microsoft.com/office/drawing/2014/main" id="{DA056BA8-AA9D-B343-9F5E-4FE99C47EF07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3" name="Freeform 2272">
              <a:extLst>
                <a:ext uri="{FF2B5EF4-FFF2-40B4-BE49-F238E27FC236}">
                  <a16:creationId xmlns:a16="http://schemas.microsoft.com/office/drawing/2014/main" id="{BD2835A3-C54F-1E49-A445-BF6C21EA20C1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4" name="Freeform 2273">
              <a:extLst>
                <a:ext uri="{FF2B5EF4-FFF2-40B4-BE49-F238E27FC236}">
                  <a16:creationId xmlns:a16="http://schemas.microsoft.com/office/drawing/2014/main" id="{62BEA51B-67FF-4B4F-96AF-C54EC38516C4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5" name="Freeform 2274">
              <a:extLst>
                <a:ext uri="{FF2B5EF4-FFF2-40B4-BE49-F238E27FC236}">
                  <a16:creationId xmlns:a16="http://schemas.microsoft.com/office/drawing/2014/main" id="{3C33239B-70AC-9647-8C84-AAE6280C2FA1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6" name="Freeform 2275">
              <a:extLst>
                <a:ext uri="{FF2B5EF4-FFF2-40B4-BE49-F238E27FC236}">
                  <a16:creationId xmlns:a16="http://schemas.microsoft.com/office/drawing/2014/main" id="{EEE380E2-A496-7C48-A60F-D8668550A415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7" name="Rectangle 2276">
              <a:extLst>
                <a:ext uri="{FF2B5EF4-FFF2-40B4-BE49-F238E27FC236}">
                  <a16:creationId xmlns:a16="http://schemas.microsoft.com/office/drawing/2014/main" id="{B270EA14-0253-8742-A60D-4C6F3DDE8928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7E1F0E8-3EF1-5845-B7DB-1E742152BEEC}"/>
              </a:ext>
            </a:extLst>
          </p:cNvPr>
          <p:cNvGrpSpPr>
            <a:grpSpLocks noChangeAspect="1"/>
          </p:cNvGrpSpPr>
          <p:nvPr/>
        </p:nvGrpSpPr>
        <p:grpSpPr>
          <a:xfrm>
            <a:off x="2336539" y="5473606"/>
            <a:ext cx="245262" cy="512064"/>
            <a:chOff x="4706388" y="3023873"/>
            <a:chExt cx="1699226" cy="3547688"/>
          </a:xfrm>
        </p:grpSpPr>
        <p:sp>
          <p:nvSpPr>
            <p:cNvPr id="2254" name="Rectangle 2253">
              <a:extLst>
                <a:ext uri="{FF2B5EF4-FFF2-40B4-BE49-F238E27FC236}">
                  <a16:creationId xmlns:a16="http://schemas.microsoft.com/office/drawing/2014/main" id="{8C0D3770-5AA4-5847-9181-562E8234304F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5" name="Freeform 2254">
              <a:extLst>
                <a:ext uri="{FF2B5EF4-FFF2-40B4-BE49-F238E27FC236}">
                  <a16:creationId xmlns:a16="http://schemas.microsoft.com/office/drawing/2014/main" id="{3A15096B-AB31-8E4E-B7DD-F803C6693911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6" name="Freeform 2255">
              <a:extLst>
                <a:ext uri="{FF2B5EF4-FFF2-40B4-BE49-F238E27FC236}">
                  <a16:creationId xmlns:a16="http://schemas.microsoft.com/office/drawing/2014/main" id="{1F463C11-2F51-9C4B-B44D-B445A66E22FA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7" name="Freeform 2256">
              <a:extLst>
                <a:ext uri="{FF2B5EF4-FFF2-40B4-BE49-F238E27FC236}">
                  <a16:creationId xmlns:a16="http://schemas.microsoft.com/office/drawing/2014/main" id="{AD603698-67B1-6141-BBBF-FC6F1991C2DC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8" name="Freeform 2257">
              <a:extLst>
                <a:ext uri="{FF2B5EF4-FFF2-40B4-BE49-F238E27FC236}">
                  <a16:creationId xmlns:a16="http://schemas.microsoft.com/office/drawing/2014/main" id="{36D11A65-12B6-A24D-97A2-7A05256CDCBE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9" name="Freeform 2258">
              <a:extLst>
                <a:ext uri="{FF2B5EF4-FFF2-40B4-BE49-F238E27FC236}">
                  <a16:creationId xmlns:a16="http://schemas.microsoft.com/office/drawing/2014/main" id="{AB968B08-8E20-F74C-9C07-FC919E85D74B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0" name="Freeform 2259">
              <a:extLst>
                <a:ext uri="{FF2B5EF4-FFF2-40B4-BE49-F238E27FC236}">
                  <a16:creationId xmlns:a16="http://schemas.microsoft.com/office/drawing/2014/main" id="{18CBF728-A056-AA44-B5A9-D3BEE4386ACA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1" name="Freeform 2260">
              <a:extLst>
                <a:ext uri="{FF2B5EF4-FFF2-40B4-BE49-F238E27FC236}">
                  <a16:creationId xmlns:a16="http://schemas.microsoft.com/office/drawing/2014/main" id="{90FB36EA-B569-DA41-A35D-99971A671B24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2" name="Freeform 2261">
              <a:extLst>
                <a:ext uri="{FF2B5EF4-FFF2-40B4-BE49-F238E27FC236}">
                  <a16:creationId xmlns:a16="http://schemas.microsoft.com/office/drawing/2014/main" id="{2078C065-27CE-0741-980F-9D20433E7389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3" name="Freeform 2262">
              <a:extLst>
                <a:ext uri="{FF2B5EF4-FFF2-40B4-BE49-F238E27FC236}">
                  <a16:creationId xmlns:a16="http://schemas.microsoft.com/office/drawing/2014/main" id="{85210A70-4259-B74E-9470-231C7C4CEBA6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4" name="Freeform 2263">
              <a:extLst>
                <a:ext uri="{FF2B5EF4-FFF2-40B4-BE49-F238E27FC236}">
                  <a16:creationId xmlns:a16="http://schemas.microsoft.com/office/drawing/2014/main" id="{F86CBECC-E058-5547-B837-3B80819B4E70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5" name="Rectangle 2264">
              <a:extLst>
                <a:ext uri="{FF2B5EF4-FFF2-40B4-BE49-F238E27FC236}">
                  <a16:creationId xmlns:a16="http://schemas.microsoft.com/office/drawing/2014/main" id="{56693857-90FF-C146-A8FA-32F48DE19529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2C82B918-BD96-5E4D-B796-53BB628A6A02}"/>
              </a:ext>
            </a:extLst>
          </p:cNvPr>
          <p:cNvGrpSpPr>
            <a:grpSpLocks noChangeAspect="1"/>
          </p:cNvGrpSpPr>
          <p:nvPr/>
        </p:nvGrpSpPr>
        <p:grpSpPr>
          <a:xfrm>
            <a:off x="2429329" y="5440428"/>
            <a:ext cx="262781" cy="548640"/>
            <a:chOff x="4706388" y="3023873"/>
            <a:chExt cx="1699226" cy="3547688"/>
          </a:xfrm>
        </p:grpSpPr>
        <p:sp>
          <p:nvSpPr>
            <p:cNvPr id="2242" name="Rectangle 2241">
              <a:extLst>
                <a:ext uri="{FF2B5EF4-FFF2-40B4-BE49-F238E27FC236}">
                  <a16:creationId xmlns:a16="http://schemas.microsoft.com/office/drawing/2014/main" id="{2A115D16-61F9-9244-A8CD-B5FD2A9972A8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3" name="Freeform 2242">
              <a:extLst>
                <a:ext uri="{FF2B5EF4-FFF2-40B4-BE49-F238E27FC236}">
                  <a16:creationId xmlns:a16="http://schemas.microsoft.com/office/drawing/2014/main" id="{D38DF621-DB24-F940-AE14-241BEE77D34D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4" name="Freeform 2243">
              <a:extLst>
                <a:ext uri="{FF2B5EF4-FFF2-40B4-BE49-F238E27FC236}">
                  <a16:creationId xmlns:a16="http://schemas.microsoft.com/office/drawing/2014/main" id="{943E330D-838B-7A4B-B3CB-718FAE0A1F00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5" name="Freeform 2244">
              <a:extLst>
                <a:ext uri="{FF2B5EF4-FFF2-40B4-BE49-F238E27FC236}">
                  <a16:creationId xmlns:a16="http://schemas.microsoft.com/office/drawing/2014/main" id="{2422C784-C84E-9B40-A003-BA2BD96F1766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6" name="Freeform 2245">
              <a:extLst>
                <a:ext uri="{FF2B5EF4-FFF2-40B4-BE49-F238E27FC236}">
                  <a16:creationId xmlns:a16="http://schemas.microsoft.com/office/drawing/2014/main" id="{115AAC6A-5939-D04A-BCDA-299E79FAB1B0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7" name="Freeform 2246">
              <a:extLst>
                <a:ext uri="{FF2B5EF4-FFF2-40B4-BE49-F238E27FC236}">
                  <a16:creationId xmlns:a16="http://schemas.microsoft.com/office/drawing/2014/main" id="{0E92C82C-76C0-0942-857C-CE46DF695474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8" name="Freeform 2247">
              <a:extLst>
                <a:ext uri="{FF2B5EF4-FFF2-40B4-BE49-F238E27FC236}">
                  <a16:creationId xmlns:a16="http://schemas.microsoft.com/office/drawing/2014/main" id="{C7E7F819-AC6E-8A49-8B7D-D95D5161B7F7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9" name="Freeform 2248">
              <a:extLst>
                <a:ext uri="{FF2B5EF4-FFF2-40B4-BE49-F238E27FC236}">
                  <a16:creationId xmlns:a16="http://schemas.microsoft.com/office/drawing/2014/main" id="{3F22C168-F7AB-AD40-8116-5CD281CF3A1C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0" name="Freeform 2249">
              <a:extLst>
                <a:ext uri="{FF2B5EF4-FFF2-40B4-BE49-F238E27FC236}">
                  <a16:creationId xmlns:a16="http://schemas.microsoft.com/office/drawing/2014/main" id="{3B106064-C6DD-6C4A-8208-36259BD70179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1" name="Freeform 2250">
              <a:extLst>
                <a:ext uri="{FF2B5EF4-FFF2-40B4-BE49-F238E27FC236}">
                  <a16:creationId xmlns:a16="http://schemas.microsoft.com/office/drawing/2014/main" id="{83E16224-6906-8740-B8F9-11C669D608E4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2" name="Freeform 2251">
              <a:extLst>
                <a:ext uri="{FF2B5EF4-FFF2-40B4-BE49-F238E27FC236}">
                  <a16:creationId xmlns:a16="http://schemas.microsoft.com/office/drawing/2014/main" id="{8E8C0636-5642-F749-B319-AD12F63448F0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3" name="Rectangle 2252">
              <a:extLst>
                <a:ext uri="{FF2B5EF4-FFF2-40B4-BE49-F238E27FC236}">
                  <a16:creationId xmlns:a16="http://schemas.microsoft.com/office/drawing/2014/main" id="{ACDC1B4B-F35F-3648-BC5B-E20CC11A27F7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105EFD2C-F2AC-BB42-B80E-DBC22FDCF9D8}"/>
              </a:ext>
            </a:extLst>
          </p:cNvPr>
          <p:cNvGrpSpPr>
            <a:grpSpLocks noChangeAspect="1"/>
          </p:cNvGrpSpPr>
          <p:nvPr/>
        </p:nvGrpSpPr>
        <p:grpSpPr>
          <a:xfrm>
            <a:off x="2518387" y="5412147"/>
            <a:ext cx="280300" cy="585216"/>
            <a:chOff x="4706388" y="3023873"/>
            <a:chExt cx="1699226" cy="3547688"/>
          </a:xfrm>
        </p:grpSpPr>
        <p:sp>
          <p:nvSpPr>
            <p:cNvPr id="2230" name="Rectangle 2229">
              <a:extLst>
                <a:ext uri="{FF2B5EF4-FFF2-40B4-BE49-F238E27FC236}">
                  <a16:creationId xmlns:a16="http://schemas.microsoft.com/office/drawing/2014/main" id="{3EC22350-5756-804A-B0E9-BEE1E4DB5B05}"/>
                </a:ext>
              </a:extLst>
            </p:cNvPr>
            <p:cNvSpPr/>
            <p:nvPr/>
          </p:nvSpPr>
          <p:spPr>
            <a:xfrm>
              <a:off x="5526252" y="403095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1" name="Freeform 2230">
              <a:extLst>
                <a:ext uri="{FF2B5EF4-FFF2-40B4-BE49-F238E27FC236}">
                  <a16:creationId xmlns:a16="http://schemas.microsoft.com/office/drawing/2014/main" id="{6794B942-2933-8B43-B009-8220732A9379}"/>
                </a:ext>
              </a:extLst>
            </p:cNvPr>
            <p:cNvSpPr/>
            <p:nvPr/>
          </p:nvSpPr>
          <p:spPr>
            <a:xfrm rot="20572658">
              <a:off x="4706388" y="354428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2" name="Freeform 2231">
              <a:extLst>
                <a:ext uri="{FF2B5EF4-FFF2-40B4-BE49-F238E27FC236}">
                  <a16:creationId xmlns:a16="http://schemas.microsoft.com/office/drawing/2014/main" id="{8213F865-DAE4-D440-A594-D6DDB871621A}"/>
                </a:ext>
              </a:extLst>
            </p:cNvPr>
            <p:cNvSpPr/>
            <p:nvPr/>
          </p:nvSpPr>
          <p:spPr>
            <a:xfrm rot="1007770" flipH="1">
              <a:off x="5540405" y="354225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3" name="Freeform 2232">
              <a:extLst>
                <a:ext uri="{FF2B5EF4-FFF2-40B4-BE49-F238E27FC236}">
                  <a16:creationId xmlns:a16="http://schemas.microsoft.com/office/drawing/2014/main" id="{4CC3DA53-2039-FA40-A8A7-12B682072DA7}"/>
                </a:ext>
              </a:extLst>
            </p:cNvPr>
            <p:cNvSpPr/>
            <p:nvPr/>
          </p:nvSpPr>
          <p:spPr>
            <a:xfrm>
              <a:off x="4960529" y="588248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4" name="Freeform 2233">
              <a:extLst>
                <a:ext uri="{FF2B5EF4-FFF2-40B4-BE49-F238E27FC236}">
                  <a16:creationId xmlns:a16="http://schemas.microsoft.com/office/drawing/2014/main" id="{ABDA818A-0E7E-994F-9CF4-0DDA5ABBFB91}"/>
                </a:ext>
              </a:extLst>
            </p:cNvPr>
            <p:cNvSpPr/>
            <p:nvPr/>
          </p:nvSpPr>
          <p:spPr>
            <a:xfrm rot="21085137">
              <a:off x="5001282" y="590878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5" name="Freeform 2234">
              <a:extLst>
                <a:ext uri="{FF2B5EF4-FFF2-40B4-BE49-F238E27FC236}">
                  <a16:creationId xmlns:a16="http://schemas.microsoft.com/office/drawing/2014/main" id="{57C7FFF7-B10E-0F49-9D4A-DD270E469469}"/>
                </a:ext>
              </a:extLst>
            </p:cNvPr>
            <p:cNvSpPr/>
            <p:nvPr/>
          </p:nvSpPr>
          <p:spPr>
            <a:xfrm>
              <a:off x="5294851" y="588248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6" name="Freeform 2235">
              <a:extLst>
                <a:ext uri="{FF2B5EF4-FFF2-40B4-BE49-F238E27FC236}">
                  <a16:creationId xmlns:a16="http://schemas.microsoft.com/office/drawing/2014/main" id="{4385A814-C84E-4B45-9BEE-A6E5E2D14D33}"/>
                </a:ext>
              </a:extLst>
            </p:cNvPr>
            <p:cNvSpPr/>
            <p:nvPr/>
          </p:nvSpPr>
          <p:spPr>
            <a:xfrm>
              <a:off x="5418550" y="588248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7" name="Freeform 2236">
              <a:extLst>
                <a:ext uri="{FF2B5EF4-FFF2-40B4-BE49-F238E27FC236}">
                  <a16:creationId xmlns:a16="http://schemas.microsoft.com/office/drawing/2014/main" id="{D02EC998-07EE-C148-909A-474AC38A4986}"/>
                </a:ext>
              </a:extLst>
            </p:cNvPr>
            <p:cNvSpPr/>
            <p:nvPr/>
          </p:nvSpPr>
          <p:spPr>
            <a:xfrm flipH="1">
              <a:off x="5594923" y="589374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8" name="Freeform 2237">
              <a:extLst>
                <a:ext uri="{FF2B5EF4-FFF2-40B4-BE49-F238E27FC236}">
                  <a16:creationId xmlns:a16="http://schemas.microsoft.com/office/drawing/2014/main" id="{7B9563D7-A113-3249-BA17-7E5B09D34458}"/>
                </a:ext>
              </a:extLst>
            </p:cNvPr>
            <p:cNvSpPr/>
            <p:nvPr/>
          </p:nvSpPr>
          <p:spPr>
            <a:xfrm rot="21085137" flipH="1">
              <a:off x="5682253" y="5854972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9" name="Freeform 2238">
              <a:extLst>
                <a:ext uri="{FF2B5EF4-FFF2-40B4-BE49-F238E27FC236}">
                  <a16:creationId xmlns:a16="http://schemas.microsoft.com/office/drawing/2014/main" id="{5F7CA87F-E08D-D84D-858C-E2C549D31F75}"/>
                </a:ext>
              </a:extLst>
            </p:cNvPr>
            <p:cNvSpPr/>
            <p:nvPr/>
          </p:nvSpPr>
          <p:spPr>
            <a:xfrm flipH="1">
              <a:off x="5599048" y="588248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0" name="Freeform 2239">
              <a:extLst>
                <a:ext uri="{FF2B5EF4-FFF2-40B4-BE49-F238E27FC236}">
                  <a16:creationId xmlns:a16="http://schemas.microsoft.com/office/drawing/2014/main" id="{31204E2B-E8D5-0645-9C48-9C2A0DD5B9B1}"/>
                </a:ext>
              </a:extLst>
            </p:cNvPr>
            <p:cNvSpPr/>
            <p:nvPr/>
          </p:nvSpPr>
          <p:spPr>
            <a:xfrm flipH="1">
              <a:off x="5592814" y="589374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1" name="Rectangle 2240">
              <a:extLst>
                <a:ext uri="{FF2B5EF4-FFF2-40B4-BE49-F238E27FC236}">
                  <a16:creationId xmlns:a16="http://schemas.microsoft.com/office/drawing/2014/main" id="{99D283C1-6BA3-AF4D-BA66-E1A39097F875}"/>
                </a:ext>
              </a:extLst>
            </p:cNvPr>
            <p:cNvSpPr/>
            <p:nvPr/>
          </p:nvSpPr>
          <p:spPr>
            <a:xfrm>
              <a:off x="5555355" y="302387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7977F496-3C31-594E-8D29-F103B1A44B8F}"/>
              </a:ext>
            </a:extLst>
          </p:cNvPr>
          <p:cNvGrpSpPr>
            <a:grpSpLocks noChangeAspect="1"/>
          </p:cNvGrpSpPr>
          <p:nvPr/>
        </p:nvGrpSpPr>
        <p:grpSpPr>
          <a:xfrm>
            <a:off x="2618956" y="5414010"/>
            <a:ext cx="275032" cy="594360"/>
            <a:chOff x="2343051" y="3067343"/>
            <a:chExt cx="1699226" cy="3672128"/>
          </a:xfrm>
        </p:grpSpPr>
        <p:sp>
          <p:nvSpPr>
            <p:cNvPr id="2216" name="Freeform 2215">
              <a:extLst>
                <a:ext uri="{FF2B5EF4-FFF2-40B4-BE49-F238E27FC236}">
                  <a16:creationId xmlns:a16="http://schemas.microsoft.com/office/drawing/2014/main" id="{6196887D-C83C-A84D-B079-91084CDB2D3F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7" name="Freeform 2216">
              <a:extLst>
                <a:ext uri="{FF2B5EF4-FFF2-40B4-BE49-F238E27FC236}">
                  <a16:creationId xmlns:a16="http://schemas.microsoft.com/office/drawing/2014/main" id="{A0BAEC08-DB60-A343-A00B-326A54B8B88A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8" name="Rectangle 2217">
              <a:extLst>
                <a:ext uri="{FF2B5EF4-FFF2-40B4-BE49-F238E27FC236}">
                  <a16:creationId xmlns:a16="http://schemas.microsoft.com/office/drawing/2014/main" id="{AEDE1F08-C916-A144-84AD-2C81F68D506C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9" name="Freeform 2218">
              <a:extLst>
                <a:ext uri="{FF2B5EF4-FFF2-40B4-BE49-F238E27FC236}">
                  <a16:creationId xmlns:a16="http://schemas.microsoft.com/office/drawing/2014/main" id="{259E0394-844E-894F-8334-C8DE867D6B3F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0" name="Freeform 2219">
              <a:extLst>
                <a:ext uri="{FF2B5EF4-FFF2-40B4-BE49-F238E27FC236}">
                  <a16:creationId xmlns:a16="http://schemas.microsoft.com/office/drawing/2014/main" id="{60A73E85-427D-A04D-8FE3-EE42FFD8B85A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1" name="Freeform 2220">
              <a:extLst>
                <a:ext uri="{FF2B5EF4-FFF2-40B4-BE49-F238E27FC236}">
                  <a16:creationId xmlns:a16="http://schemas.microsoft.com/office/drawing/2014/main" id="{EFFC7161-22AB-9A45-9C8C-02C170537B89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2" name="Freeform 2221">
              <a:extLst>
                <a:ext uri="{FF2B5EF4-FFF2-40B4-BE49-F238E27FC236}">
                  <a16:creationId xmlns:a16="http://schemas.microsoft.com/office/drawing/2014/main" id="{96E8A26E-2DFF-014C-A885-C1F4DEFC660C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3" name="Freeform 2222">
              <a:extLst>
                <a:ext uri="{FF2B5EF4-FFF2-40B4-BE49-F238E27FC236}">
                  <a16:creationId xmlns:a16="http://schemas.microsoft.com/office/drawing/2014/main" id="{14D7D690-52BC-744D-AAC4-2CA37FC5D1ED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4" name="Freeform 2223">
              <a:extLst>
                <a:ext uri="{FF2B5EF4-FFF2-40B4-BE49-F238E27FC236}">
                  <a16:creationId xmlns:a16="http://schemas.microsoft.com/office/drawing/2014/main" id="{F9EFA126-84DE-C347-A745-8F29903CD9C7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5" name="Freeform 2224">
              <a:extLst>
                <a:ext uri="{FF2B5EF4-FFF2-40B4-BE49-F238E27FC236}">
                  <a16:creationId xmlns:a16="http://schemas.microsoft.com/office/drawing/2014/main" id="{4C4F96BA-D621-B247-98D8-AC9EF1C7DB2F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6" name="Freeform 2225">
              <a:extLst>
                <a:ext uri="{FF2B5EF4-FFF2-40B4-BE49-F238E27FC236}">
                  <a16:creationId xmlns:a16="http://schemas.microsoft.com/office/drawing/2014/main" id="{CD30F0BD-5314-1946-8207-DE2B456F391D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7" name="Freeform 2226">
              <a:extLst>
                <a:ext uri="{FF2B5EF4-FFF2-40B4-BE49-F238E27FC236}">
                  <a16:creationId xmlns:a16="http://schemas.microsoft.com/office/drawing/2014/main" id="{CA03AB07-6E56-AA4B-B94E-DA7F66D84D36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8" name="Rectangle 2227">
              <a:extLst>
                <a:ext uri="{FF2B5EF4-FFF2-40B4-BE49-F238E27FC236}">
                  <a16:creationId xmlns:a16="http://schemas.microsoft.com/office/drawing/2014/main" id="{AB11A8DB-9845-B84A-A837-9951B2B012C3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9" name="Freeform 2228">
              <a:extLst>
                <a:ext uri="{FF2B5EF4-FFF2-40B4-BE49-F238E27FC236}">
                  <a16:creationId xmlns:a16="http://schemas.microsoft.com/office/drawing/2014/main" id="{C47C237F-4DB2-4A4B-BAAB-6CAA31DC1914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3D68B8F-7DD0-9A49-A813-EE52AAAC5D75}"/>
              </a:ext>
            </a:extLst>
          </p:cNvPr>
          <p:cNvGrpSpPr>
            <a:grpSpLocks noChangeAspect="1"/>
          </p:cNvGrpSpPr>
          <p:nvPr/>
        </p:nvGrpSpPr>
        <p:grpSpPr>
          <a:xfrm>
            <a:off x="2716951" y="5375540"/>
            <a:ext cx="296188" cy="640080"/>
            <a:chOff x="2343051" y="3067343"/>
            <a:chExt cx="1699226" cy="3672128"/>
          </a:xfrm>
        </p:grpSpPr>
        <p:sp>
          <p:nvSpPr>
            <p:cNvPr id="2202" name="Freeform 2201">
              <a:extLst>
                <a:ext uri="{FF2B5EF4-FFF2-40B4-BE49-F238E27FC236}">
                  <a16:creationId xmlns:a16="http://schemas.microsoft.com/office/drawing/2014/main" id="{4B9E4ACD-03A5-494A-8A96-E0C1B4EC1118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3" name="Freeform 2202">
              <a:extLst>
                <a:ext uri="{FF2B5EF4-FFF2-40B4-BE49-F238E27FC236}">
                  <a16:creationId xmlns:a16="http://schemas.microsoft.com/office/drawing/2014/main" id="{737ADDE0-BD13-5341-A618-A1D13469C1E0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4" name="Rectangle 2203">
              <a:extLst>
                <a:ext uri="{FF2B5EF4-FFF2-40B4-BE49-F238E27FC236}">
                  <a16:creationId xmlns:a16="http://schemas.microsoft.com/office/drawing/2014/main" id="{74221480-2675-DB47-91DE-13F2796E723C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5" name="Freeform 2204">
              <a:extLst>
                <a:ext uri="{FF2B5EF4-FFF2-40B4-BE49-F238E27FC236}">
                  <a16:creationId xmlns:a16="http://schemas.microsoft.com/office/drawing/2014/main" id="{7CA728B8-F751-BF49-ACB3-45C1E4A9225D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6" name="Freeform 2205">
              <a:extLst>
                <a:ext uri="{FF2B5EF4-FFF2-40B4-BE49-F238E27FC236}">
                  <a16:creationId xmlns:a16="http://schemas.microsoft.com/office/drawing/2014/main" id="{86872C99-F41C-E943-AF2B-7F0197636A0B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7" name="Freeform 2206">
              <a:extLst>
                <a:ext uri="{FF2B5EF4-FFF2-40B4-BE49-F238E27FC236}">
                  <a16:creationId xmlns:a16="http://schemas.microsoft.com/office/drawing/2014/main" id="{DF119791-5EB8-8242-A418-71D9935D83FB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8" name="Freeform 2207">
              <a:extLst>
                <a:ext uri="{FF2B5EF4-FFF2-40B4-BE49-F238E27FC236}">
                  <a16:creationId xmlns:a16="http://schemas.microsoft.com/office/drawing/2014/main" id="{A8578CA3-B139-DF43-9A28-752E9258EB37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9" name="Freeform 2208">
              <a:extLst>
                <a:ext uri="{FF2B5EF4-FFF2-40B4-BE49-F238E27FC236}">
                  <a16:creationId xmlns:a16="http://schemas.microsoft.com/office/drawing/2014/main" id="{8F0FF708-7E77-F54B-9AA2-2AA1DD0FF983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0" name="Freeform 2209">
              <a:extLst>
                <a:ext uri="{FF2B5EF4-FFF2-40B4-BE49-F238E27FC236}">
                  <a16:creationId xmlns:a16="http://schemas.microsoft.com/office/drawing/2014/main" id="{A11B4858-070E-254E-AFEE-3085F0E6F01D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1" name="Freeform 2210">
              <a:extLst>
                <a:ext uri="{FF2B5EF4-FFF2-40B4-BE49-F238E27FC236}">
                  <a16:creationId xmlns:a16="http://schemas.microsoft.com/office/drawing/2014/main" id="{D57605DA-F9CD-8E45-96E0-F0D21D946931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2" name="Freeform 2211">
              <a:extLst>
                <a:ext uri="{FF2B5EF4-FFF2-40B4-BE49-F238E27FC236}">
                  <a16:creationId xmlns:a16="http://schemas.microsoft.com/office/drawing/2014/main" id="{731D53CE-AFF0-4F4A-B60A-A2477213A96D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3" name="Freeform 2212">
              <a:extLst>
                <a:ext uri="{FF2B5EF4-FFF2-40B4-BE49-F238E27FC236}">
                  <a16:creationId xmlns:a16="http://schemas.microsoft.com/office/drawing/2014/main" id="{64DFC999-C59E-4842-A3A1-23838E23029C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4" name="Rectangle 2213">
              <a:extLst>
                <a:ext uri="{FF2B5EF4-FFF2-40B4-BE49-F238E27FC236}">
                  <a16:creationId xmlns:a16="http://schemas.microsoft.com/office/drawing/2014/main" id="{F4869552-B454-A145-B9ED-6C4162E8C122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5" name="Freeform 2214">
              <a:extLst>
                <a:ext uri="{FF2B5EF4-FFF2-40B4-BE49-F238E27FC236}">
                  <a16:creationId xmlns:a16="http://schemas.microsoft.com/office/drawing/2014/main" id="{6A1ABBFD-9510-B244-A893-6343DEA8A447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99609CAF-E3CE-F04C-A44F-9C006DBEC674}"/>
              </a:ext>
            </a:extLst>
          </p:cNvPr>
          <p:cNvGrpSpPr>
            <a:grpSpLocks noChangeAspect="1"/>
          </p:cNvGrpSpPr>
          <p:nvPr/>
        </p:nvGrpSpPr>
        <p:grpSpPr>
          <a:xfrm>
            <a:off x="2833729" y="5345854"/>
            <a:ext cx="317344" cy="685800"/>
            <a:chOff x="2343051" y="3067343"/>
            <a:chExt cx="1699226" cy="3672128"/>
          </a:xfrm>
        </p:grpSpPr>
        <p:sp>
          <p:nvSpPr>
            <p:cNvPr id="2188" name="Freeform 2187">
              <a:extLst>
                <a:ext uri="{FF2B5EF4-FFF2-40B4-BE49-F238E27FC236}">
                  <a16:creationId xmlns:a16="http://schemas.microsoft.com/office/drawing/2014/main" id="{1890C45D-8A4B-634D-8446-D4EED7A9DEFA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9" name="Freeform 2188">
              <a:extLst>
                <a:ext uri="{FF2B5EF4-FFF2-40B4-BE49-F238E27FC236}">
                  <a16:creationId xmlns:a16="http://schemas.microsoft.com/office/drawing/2014/main" id="{44D0A07F-57DD-8049-AA0C-3F6FC8FBB40F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0" name="Rectangle 2189">
              <a:extLst>
                <a:ext uri="{FF2B5EF4-FFF2-40B4-BE49-F238E27FC236}">
                  <a16:creationId xmlns:a16="http://schemas.microsoft.com/office/drawing/2014/main" id="{A8F0D919-874A-924C-B2C4-5ADC91D294C0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1" name="Freeform 2190">
              <a:extLst>
                <a:ext uri="{FF2B5EF4-FFF2-40B4-BE49-F238E27FC236}">
                  <a16:creationId xmlns:a16="http://schemas.microsoft.com/office/drawing/2014/main" id="{6096E66E-97D8-E44C-B937-88ABDF3F53F2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2" name="Freeform 2191">
              <a:extLst>
                <a:ext uri="{FF2B5EF4-FFF2-40B4-BE49-F238E27FC236}">
                  <a16:creationId xmlns:a16="http://schemas.microsoft.com/office/drawing/2014/main" id="{225C71A0-10C1-F04B-ADA9-AFE0F9F1360A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3" name="Freeform 2192">
              <a:extLst>
                <a:ext uri="{FF2B5EF4-FFF2-40B4-BE49-F238E27FC236}">
                  <a16:creationId xmlns:a16="http://schemas.microsoft.com/office/drawing/2014/main" id="{AAAEF69E-41B2-A444-813B-4847670E0238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4" name="Freeform 2193">
              <a:extLst>
                <a:ext uri="{FF2B5EF4-FFF2-40B4-BE49-F238E27FC236}">
                  <a16:creationId xmlns:a16="http://schemas.microsoft.com/office/drawing/2014/main" id="{C5C69597-FED3-CA4D-A636-2C7DE9446FC3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5" name="Freeform 2194">
              <a:extLst>
                <a:ext uri="{FF2B5EF4-FFF2-40B4-BE49-F238E27FC236}">
                  <a16:creationId xmlns:a16="http://schemas.microsoft.com/office/drawing/2014/main" id="{A4D43560-EC23-E943-B91A-CD917DEB1BCE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6" name="Freeform 2195">
              <a:extLst>
                <a:ext uri="{FF2B5EF4-FFF2-40B4-BE49-F238E27FC236}">
                  <a16:creationId xmlns:a16="http://schemas.microsoft.com/office/drawing/2014/main" id="{1B28D96B-A695-D044-8697-B64FE0E4DB2A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7" name="Freeform 2196">
              <a:extLst>
                <a:ext uri="{FF2B5EF4-FFF2-40B4-BE49-F238E27FC236}">
                  <a16:creationId xmlns:a16="http://schemas.microsoft.com/office/drawing/2014/main" id="{94075704-70AD-C54F-8548-05BC007096F8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8" name="Freeform 2197">
              <a:extLst>
                <a:ext uri="{FF2B5EF4-FFF2-40B4-BE49-F238E27FC236}">
                  <a16:creationId xmlns:a16="http://schemas.microsoft.com/office/drawing/2014/main" id="{D32F73B2-E4EF-294C-9AC0-A2175B19CDC5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9" name="Freeform 2198">
              <a:extLst>
                <a:ext uri="{FF2B5EF4-FFF2-40B4-BE49-F238E27FC236}">
                  <a16:creationId xmlns:a16="http://schemas.microsoft.com/office/drawing/2014/main" id="{3930D7F3-9843-2440-8A21-4E2734A26E44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0" name="Rectangle 2199">
              <a:extLst>
                <a:ext uri="{FF2B5EF4-FFF2-40B4-BE49-F238E27FC236}">
                  <a16:creationId xmlns:a16="http://schemas.microsoft.com/office/drawing/2014/main" id="{39865522-607D-844E-A75C-08D86216821A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1" name="Freeform 2200">
              <a:extLst>
                <a:ext uri="{FF2B5EF4-FFF2-40B4-BE49-F238E27FC236}">
                  <a16:creationId xmlns:a16="http://schemas.microsoft.com/office/drawing/2014/main" id="{5AD63665-C650-CA47-AB15-246AB0FC9799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0A5525ED-139D-E445-B9D3-8D5EBFCF7A96}"/>
              </a:ext>
            </a:extLst>
          </p:cNvPr>
          <p:cNvGrpSpPr>
            <a:grpSpLocks noChangeAspect="1"/>
          </p:cNvGrpSpPr>
          <p:nvPr/>
        </p:nvGrpSpPr>
        <p:grpSpPr>
          <a:xfrm>
            <a:off x="2958421" y="5314685"/>
            <a:ext cx="338500" cy="731520"/>
            <a:chOff x="2343051" y="3067343"/>
            <a:chExt cx="1699226" cy="3672128"/>
          </a:xfrm>
        </p:grpSpPr>
        <p:sp>
          <p:nvSpPr>
            <p:cNvPr id="2174" name="Freeform 2173">
              <a:extLst>
                <a:ext uri="{FF2B5EF4-FFF2-40B4-BE49-F238E27FC236}">
                  <a16:creationId xmlns:a16="http://schemas.microsoft.com/office/drawing/2014/main" id="{64D524B7-4EE0-8F47-8E6A-0EB825FB2145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5" name="Freeform 2174">
              <a:extLst>
                <a:ext uri="{FF2B5EF4-FFF2-40B4-BE49-F238E27FC236}">
                  <a16:creationId xmlns:a16="http://schemas.microsoft.com/office/drawing/2014/main" id="{9562BD5B-A513-8142-9172-4DB20DA2EB91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6" name="Rectangle 2175">
              <a:extLst>
                <a:ext uri="{FF2B5EF4-FFF2-40B4-BE49-F238E27FC236}">
                  <a16:creationId xmlns:a16="http://schemas.microsoft.com/office/drawing/2014/main" id="{D314B60D-9490-2E4D-82B9-DD0924C0401B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7" name="Freeform 2176">
              <a:extLst>
                <a:ext uri="{FF2B5EF4-FFF2-40B4-BE49-F238E27FC236}">
                  <a16:creationId xmlns:a16="http://schemas.microsoft.com/office/drawing/2014/main" id="{B2531940-9195-0F40-9A65-49B4C4D31BF4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8" name="Freeform 2177">
              <a:extLst>
                <a:ext uri="{FF2B5EF4-FFF2-40B4-BE49-F238E27FC236}">
                  <a16:creationId xmlns:a16="http://schemas.microsoft.com/office/drawing/2014/main" id="{E39D4509-19FF-EA45-9CC1-D3D6049CC1EA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9" name="Freeform 2178">
              <a:extLst>
                <a:ext uri="{FF2B5EF4-FFF2-40B4-BE49-F238E27FC236}">
                  <a16:creationId xmlns:a16="http://schemas.microsoft.com/office/drawing/2014/main" id="{6AB533C6-8890-CA47-9A86-1F824FE03F5F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0" name="Freeform 2179">
              <a:extLst>
                <a:ext uri="{FF2B5EF4-FFF2-40B4-BE49-F238E27FC236}">
                  <a16:creationId xmlns:a16="http://schemas.microsoft.com/office/drawing/2014/main" id="{75AAF67C-5392-A545-AA94-A1D0A3F601A4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1" name="Freeform 2180">
              <a:extLst>
                <a:ext uri="{FF2B5EF4-FFF2-40B4-BE49-F238E27FC236}">
                  <a16:creationId xmlns:a16="http://schemas.microsoft.com/office/drawing/2014/main" id="{BAD91D6F-E3C5-BC4D-9032-C6E454D5B0DB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2" name="Freeform 2181">
              <a:extLst>
                <a:ext uri="{FF2B5EF4-FFF2-40B4-BE49-F238E27FC236}">
                  <a16:creationId xmlns:a16="http://schemas.microsoft.com/office/drawing/2014/main" id="{02342D5A-BE56-EA40-A3DC-24D3F7FA9762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3" name="Freeform 2182">
              <a:extLst>
                <a:ext uri="{FF2B5EF4-FFF2-40B4-BE49-F238E27FC236}">
                  <a16:creationId xmlns:a16="http://schemas.microsoft.com/office/drawing/2014/main" id="{5711485B-DF9B-1C49-99BF-6B0BB4EA164F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4" name="Freeform 2183">
              <a:extLst>
                <a:ext uri="{FF2B5EF4-FFF2-40B4-BE49-F238E27FC236}">
                  <a16:creationId xmlns:a16="http://schemas.microsoft.com/office/drawing/2014/main" id="{516E6DAE-2367-9042-97FF-1C22AC8C1407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5" name="Freeform 2184">
              <a:extLst>
                <a:ext uri="{FF2B5EF4-FFF2-40B4-BE49-F238E27FC236}">
                  <a16:creationId xmlns:a16="http://schemas.microsoft.com/office/drawing/2014/main" id="{38BC8D8D-820A-AB40-AE41-2176EAD3389F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6" name="Rectangle 2185">
              <a:extLst>
                <a:ext uri="{FF2B5EF4-FFF2-40B4-BE49-F238E27FC236}">
                  <a16:creationId xmlns:a16="http://schemas.microsoft.com/office/drawing/2014/main" id="{4470C516-7275-3C45-8928-186A18E21050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7" name="Freeform 2186">
              <a:extLst>
                <a:ext uri="{FF2B5EF4-FFF2-40B4-BE49-F238E27FC236}">
                  <a16:creationId xmlns:a16="http://schemas.microsoft.com/office/drawing/2014/main" id="{E1B82BAC-053E-D845-8EF1-3081AE108204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8FABE75C-C2E2-964F-B16B-EB3B3672C943}"/>
              </a:ext>
            </a:extLst>
          </p:cNvPr>
          <p:cNvGrpSpPr>
            <a:grpSpLocks noChangeAspect="1"/>
          </p:cNvGrpSpPr>
          <p:nvPr/>
        </p:nvGrpSpPr>
        <p:grpSpPr>
          <a:xfrm>
            <a:off x="3085090" y="5259404"/>
            <a:ext cx="372350" cy="804672"/>
            <a:chOff x="2343051" y="3067343"/>
            <a:chExt cx="1699226" cy="3672128"/>
          </a:xfrm>
        </p:grpSpPr>
        <p:sp>
          <p:nvSpPr>
            <p:cNvPr id="2160" name="Freeform 2159">
              <a:extLst>
                <a:ext uri="{FF2B5EF4-FFF2-40B4-BE49-F238E27FC236}">
                  <a16:creationId xmlns:a16="http://schemas.microsoft.com/office/drawing/2014/main" id="{1341621D-C726-6E4D-A9C8-35487340566A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1" name="Freeform 2160">
              <a:extLst>
                <a:ext uri="{FF2B5EF4-FFF2-40B4-BE49-F238E27FC236}">
                  <a16:creationId xmlns:a16="http://schemas.microsoft.com/office/drawing/2014/main" id="{596D04B0-9B77-CA46-B5BE-18C9DA5DFD0E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2" name="Rectangle 2161">
              <a:extLst>
                <a:ext uri="{FF2B5EF4-FFF2-40B4-BE49-F238E27FC236}">
                  <a16:creationId xmlns:a16="http://schemas.microsoft.com/office/drawing/2014/main" id="{0EB49DD6-C900-BC4B-92BF-88DE79650E2C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3" name="Freeform 2162">
              <a:extLst>
                <a:ext uri="{FF2B5EF4-FFF2-40B4-BE49-F238E27FC236}">
                  <a16:creationId xmlns:a16="http://schemas.microsoft.com/office/drawing/2014/main" id="{74EE7CFE-CA8E-C742-BA79-1828A5F13E38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4" name="Freeform 2163">
              <a:extLst>
                <a:ext uri="{FF2B5EF4-FFF2-40B4-BE49-F238E27FC236}">
                  <a16:creationId xmlns:a16="http://schemas.microsoft.com/office/drawing/2014/main" id="{881E7543-EB0B-EA4D-A6D8-1BD55D474757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5" name="Freeform 2164">
              <a:extLst>
                <a:ext uri="{FF2B5EF4-FFF2-40B4-BE49-F238E27FC236}">
                  <a16:creationId xmlns:a16="http://schemas.microsoft.com/office/drawing/2014/main" id="{6977ACFF-1C9B-1340-9335-85F3968D1427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6" name="Freeform 2165">
              <a:extLst>
                <a:ext uri="{FF2B5EF4-FFF2-40B4-BE49-F238E27FC236}">
                  <a16:creationId xmlns:a16="http://schemas.microsoft.com/office/drawing/2014/main" id="{80AD087B-ED15-5A4D-98A0-DEA4BA861102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7" name="Freeform 2166">
              <a:extLst>
                <a:ext uri="{FF2B5EF4-FFF2-40B4-BE49-F238E27FC236}">
                  <a16:creationId xmlns:a16="http://schemas.microsoft.com/office/drawing/2014/main" id="{F1F31183-1C3C-6C42-9CCF-4186A99C559E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8" name="Freeform 2167">
              <a:extLst>
                <a:ext uri="{FF2B5EF4-FFF2-40B4-BE49-F238E27FC236}">
                  <a16:creationId xmlns:a16="http://schemas.microsoft.com/office/drawing/2014/main" id="{661CB281-666D-2A47-9200-302A10EF97A8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9" name="Freeform 2168">
              <a:extLst>
                <a:ext uri="{FF2B5EF4-FFF2-40B4-BE49-F238E27FC236}">
                  <a16:creationId xmlns:a16="http://schemas.microsoft.com/office/drawing/2014/main" id="{D65520FC-689F-5B40-9430-BDDAC509B295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0" name="Freeform 2169">
              <a:extLst>
                <a:ext uri="{FF2B5EF4-FFF2-40B4-BE49-F238E27FC236}">
                  <a16:creationId xmlns:a16="http://schemas.microsoft.com/office/drawing/2014/main" id="{92DF8D76-1BF4-E140-8057-0660B940BA12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1" name="Freeform 2170">
              <a:extLst>
                <a:ext uri="{FF2B5EF4-FFF2-40B4-BE49-F238E27FC236}">
                  <a16:creationId xmlns:a16="http://schemas.microsoft.com/office/drawing/2014/main" id="{4FF0EB8E-0C48-3B4A-A03A-75468C9C28BC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2" name="Rectangle 2171">
              <a:extLst>
                <a:ext uri="{FF2B5EF4-FFF2-40B4-BE49-F238E27FC236}">
                  <a16:creationId xmlns:a16="http://schemas.microsoft.com/office/drawing/2014/main" id="{4FC2D668-8813-D54B-8734-6B06FD2AE1DD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3" name="Freeform 2172">
              <a:extLst>
                <a:ext uri="{FF2B5EF4-FFF2-40B4-BE49-F238E27FC236}">
                  <a16:creationId xmlns:a16="http://schemas.microsoft.com/office/drawing/2014/main" id="{76285696-5C6B-8F43-965D-72358EA8ACD8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79C1B92F-0927-9C4B-8AC4-451409418C93}"/>
              </a:ext>
            </a:extLst>
          </p:cNvPr>
          <p:cNvGrpSpPr>
            <a:grpSpLocks noChangeAspect="1"/>
          </p:cNvGrpSpPr>
          <p:nvPr/>
        </p:nvGrpSpPr>
        <p:grpSpPr>
          <a:xfrm>
            <a:off x="3223874" y="5211568"/>
            <a:ext cx="401969" cy="868680"/>
            <a:chOff x="2343051" y="3067343"/>
            <a:chExt cx="1699226" cy="3672128"/>
          </a:xfrm>
        </p:grpSpPr>
        <p:sp>
          <p:nvSpPr>
            <p:cNvPr id="2146" name="Freeform 2145">
              <a:extLst>
                <a:ext uri="{FF2B5EF4-FFF2-40B4-BE49-F238E27FC236}">
                  <a16:creationId xmlns:a16="http://schemas.microsoft.com/office/drawing/2014/main" id="{61DC528A-B409-E94E-9907-3AA31E276D6B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7" name="Freeform 2146">
              <a:extLst>
                <a:ext uri="{FF2B5EF4-FFF2-40B4-BE49-F238E27FC236}">
                  <a16:creationId xmlns:a16="http://schemas.microsoft.com/office/drawing/2014/main" id="{97ADCB94-FDC8-8F44-8738-3F52E23AD095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8" name="Rectangle 2147">
              <a:extLst>
                <a:ext uri="{FF2B5EF4-FFF2-40B4-BE49-F238E27FC236}">
                  <a16:creationId xmlns:a16="http://schemas.microsoft.com/office/drawing/2014/main" id="{570057BD-BB80-8445-B619-42542D9834C8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9" name="Freeform 2148">
              <a:extLst>
                <a:ext uri="{FF2B5EF4-FFF2-40B4-BE49-F238E27FC236}">
                  <a16:creationId xmlns:a16="http://schemas.microsoft.com/office/drawing/2014/main" id="{4BF2F858-E1A1-854B-B9D0-3720D21C66F1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0" name="Freeform 2149">
              <a:extLst>
                <a:ext uri="{FF2B5EF4-FFF2-40B4-BE49-F238E27FC236}">
                  <a16:creationId xmlns:a16="http://schemas.microsoft.com/office/drawing/2014/main" id="{0A699F8B-0AB6-A046-A9C0-ADA6BEE5408B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1" name="Freeform 2150">
              <a:extLst>
                <a:ext uri="{FF2B5EF4-FFF2-40B4-BE49-F238E27FC236}">
                  <a16:creationId xmlns:a16="http://schemas.microsoft.com/office/drawing/2014/main" id="{BE0E87CB-6670-6F45-944E-E1E3688EDD17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2" name="Freeform 2151">
              <a:extLst>
                <a:ext uri="{FF2B5EF4-FFF2-40B4-BE49-F238E27FC236}">
                  <a16:creationId xmlns:a16="http://schemas.microsoft.com/office/drawing/2014/main" id="{57F36BD8-F58E-2542-A270-577A0D7A025E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3" name="Freeform 2152">
              <a:extLst>
                <a:ext uri="{FF2B5EF4-FFF2-40B4-BE49-F238E27FC236}">
                  <a16:creationId xmlns:a16="http://schemas.microsoft.com/office/drawing/2014/main" id="{D2EC4B20-3017-D74A-B944-61449486A3E2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4" name="Freeform 2153">
              <a:extLst>
                <a:ext uri="{FF2B5EF4-FFF2-40B4-BE49-F238E27FC236}">
                  <a16:creationId xmlns:a16="http://schemas.microsoft.com/office/drawing/2014/main" id="{A986461B-3437-9E4C-9CB3-51E15BD40981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5" name="Freeform 2154">
              <a:extLst>
                <a:ext uri="{FF2B5EF4-FFF2-40B4-BE49-F238E27FC236}">
                  <a16:creationId xmlns:a16="http://schemas.microsoft.com/office/drawing/2014/main" id="{D1DA5448-072D-DC47-90C3-BBB667972008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6" name="Freeform 2155">
              <a:extLst>
                <a:ext uri="{FF2B5EF4-FFF2-40B4-BE49-F238E27FC236}">
                  <a16:creationId xmlns:a16="http://schemas.microsoft.com/office/drawing/2014/main" id="{0D2793F3-FD75-4849-B3C0-895BE3E676A6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7" name="Freeform 2156">
              <a:extLst>
                <a:ext uri="{FF2B5EF4-FFF2-40B4-BE49-F238E27FC236}">
                  <a16:creationId xmlns:a16="http://schemas.microsoft.com/office/drawing/2014/main" id="{B5DA3A4A-A140-1747-B7DA-23CAFBC25CE1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8" name="Rectangle 2157">
              <a:extLst>
                <a:ext uri="{FF2B5EF4-FFF2-40B4-BE49-F238E27FC236}">
                  <a16:creationId xmlns:a16="http://schemas.microsoft.com/office/drawing/2014/main" id="{9B2F5E75-1A6C-4F49-A9FF-58AF5B366637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9" name="Freeform 2158">
              <a:extLst>
                <a:ext uri="{FF2B5EF4-FFF2-40B4-BE49-F238E27FC236}">
                  <a16:creationId xmlns:a16="http://schemas.microsoft.com/office/drawing/2014/main" id="{45117425-4625-1F49-BC43-6B0318D4276D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F2B6CF9-9135-4A46-BA50-4EBFF67D1801}"/>
              </a:ext>
            </a:extLst>
          </p:cNvPr>
          <p:cNvGrpSpPr>
            <a:grpSpLocks noChangeAspect="1"/>
          </p:cNvGrpSpPr>
          <p:nvPr/>
        </p:nvGrpSpPr>
        <p:grpSpPr>
          <a:xfrm>
            <a:off x="3358222" y="5142151"/>
            <a:ext cx="444282" cy="960120"/>
            <a:chOff x="2343051" y="3067343"/>
            <a:chExt cx="1699226" cy="3672128"/>
          </a:xfrm>
        </p:grpSpPr>
        <p:sp>
          <p:nvSpPr>
            <p:cNvPr id="2132" name="Freeform 2131">
              <a:extLst>
                <a:ext uri="{FF2B5EF4-FFF2-40B4-BE49-F238E27FC236}">
                  <a16:creationId xmlns:a16="http://schemas.microsoft.com/office/drawing/2014/main" id="{7D209446-4B5F-9241-8D76-5C9B3D2B430F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3" name="Freeform 2132">
              <a:extLst>
                <a:ext uri="{FF2B5EF4-FFF2-40B4-BE49-F238E27FC236}">
                  <a16:creationId xmlns:a16="http://schemas.microsoft.com/office/drawing/2014/main" id="{A9DA6BDB-B665-C64E-A705-CF534393FD6C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4" name="Rectangle 2133">
              <a:extLst>
                <a:ext uri="{FF2B5EF4-FFF2-40B4-BE49-F238E27FC236}">
                  <a16:creationId xmlns:a16="http://schemas.microsoft.com/office/drawing/2014/main" id="{79974F18-AE8D-BC4E-9D04-6EC9026AA63F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5" name="Freeform 2134">
              <a:extLst>
                <a:ext uri="{FF2B5EF4-FFF2-40B4-BE49-F238E27FC236}">
                  <a16:creationId xmlns:a16="http://schemas.microsoft.com/office/drawing/2014/main" id="{162974A3-BD50-B145-A97C-3B5AB4A319D7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6" name="Freeform 2135">
              <a:extLst>
                <a:ext uri="{FF2B5EF4-FFF2-40B4-BE49-F238E27FC236}">
                  <a16:creationId xmlns:a16="http://schemas.microsoft.com/office/drawing/2014/main" id="{0A44E88A-D993-0C44-A933-3F5A5B070A99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7" name="Freeform 2136">
              <a:extLst>
                <a:ext uri="{FF2B5EF4-FFF2-40B4-BE49-F238E27FC236}">
                  <a16:creationId xmlns:a16="http://schemas.microsoft.com/office/drawing/2014/main" id="{BCB20EAF-8758-8B4C-9195-64DF81A37F04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8" name="Freeform 2137">
              <a:extLst>
                <a:ext uri="{FF2B5EF4-FFF2-40B4-BE49-F238E27FC236}">
                  <a16:creationId xmlns:a16="http://schemas.microsoft.com/office/drawing/2014/main" id="{FA2AED55-5A0E-3F4A-82BE-1D2A6A85F949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9" name="Freeform 2138">
              <a:extLst>
                <a:ext uri="{FF2B5EF4-FFF2-40B4-BE49-F238E27FC236}">
                  <a16:creationId xmlns:a16="http://schemas.microsoft.com/office/drawing/2014/main" id="{FD836486-2829-FB42-B6E2-6B52EE701CA9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0" name="Freeform 2139">
              <a:extLst>
                <a:ext uri="{FF2B5EF4-FFF2-40B4-BE49-F238E27FC236}">
                  <a16:creationId xmlns:a16="http://schemas.microsoft.com/office/drawing/2014/main" id="{0D5A340E-AB42-EC4B-9DBF-81E1041C701A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1" name="Freeform 2140">
              <a:extLst>
                <a:ext uri="{FF2B5EF4-FFF2-40B4-BE49-F238E27FC236}">
                  <a16:creationId xmlns:a16="http://schemas.microsoft.com/office/drawing/2014/main" id="{E67C62D3-7E93-4141-980D-BC5A29A5E69A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2" name="Freeform 2141">
              <a:extLst>
                <a:ext uri="{FF2B5EF4-FFF2-40B4-BE49-F238E27FC236}">
                  <a16:creationId xmlns:a16="http://schemas.microsoft.com/office/drawing/2014/main" id="{E9855B55-1879-6242-9345-BB2DD317DB33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3" name="Freeform 2142">
              <a:extLst>
                <a:ext uri="{FF2B5EF4-FFF2-40B4-BE49-F238E27FC236}">
                  <a16:creationId xmlns:a16="http://schemas.microsoft.com/office/drawing/2014/main" id="{4495C9F1-2B7F-E84D-893F-BD89C25FC630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4" name="Rectangle 2143">
              <a:extLst>
                <a:ext uri="{FF2B5EF4-FFF2-40B4-BE49-F238E27FC236}">
                  <a16:creationId xmlns:a16="http://schemas.microsoft.com/office/drawing/2014/main" id="{3F26D891-F9AD-AE4F-A0DB-33FD2F6E073B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5" name="Freeform 2144">
              <a:extLst>
                <a:ext uri="{FF2B5EF4-FFF2-40B4-BE49-F238E27FC236}">
                  <a16:creationId xmlns:a16="http://schemas.microsoft.com/office/drawing/2014/main" id="{6A69F10A-0614-BC4B-A4C1-8311E1B2ABCF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CBE9FA20-690F-6342-9B0A-A253269FFE51}"/>
              </a:ext>
            </a:extLst>
          </p:cNvPr>
          <p:cNvGrpSpPr>
            <a:grpSpLocks noChangeAspect="1"/>
          </p:cNvGrpSpPr>
          <p:nvPr/>
        </p:nvGrpSpPr>
        <p:grpSpPr>
          <a:xfrm>
            <a:off x="3510981" y="5076446"/>
            <a:ext cx="486594" cy="1051560"/>
            <a:chOff x="2343051" y="3067343"/>
            <a:chExt cx="1699226" cy="3672128"/>
          </a:xfrm>
        </p:grpSpPr>
        <p:sp>
          <p:nvSpPr>
            <p:cNvPr id="2118" name="Freeform 2117">
              <a:extLst>
                <a:ext uri="{FF2B5EF4-FFF2-40B4-BE49-F238E27FC236}">
                  <a16:creationId xmlns:a16="http://schemas.microsoft.com/office/drawing/2014/main" id="{6D6E51F9-DFB3-DC4D-831D-9CC884A618E8}"/>
                </a:ext>
              </a:extLst>
            </p:cNvPr>
            <p:cNvSpPr/>
            <p:nvPr/>
          </p:nvSpPr>
          <p:spPr>
            <a:xfrm flipH="1">
              <a:off x="3239412" y="4942543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9" name="Freeform 2118">
              <a:extLst>
                <a:ext uri="{FF2B5EF4-FFF2-40B4-BE49-F238E27FC236}">
                  <a16:creationId xmlns:a16="http://schemas.microsoft.com/office/drawing/2014/main" id="{5FBEAC17-FA95-7D4A-8C81-78658B246E33}"/>
                </a:ext>
              </a:extLst>
            </p:cNvPr>
            <p:cNvSpPr/>
            <p:nvPr/>
          </p:nvSpPr>
          <p:spPr>
            <a:xfrm>
              <a:off x="2539120" y="4936348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0" name="Rectangle 2119">
              <a:extLst>
                <a:ext uri="{FF2B5EF4-FFF2-40B4-BE49-F238E27FC236}">
                  <a16:creationId xmlns:a16="http://schemas.microsoft.com/office/drawing/2014/main" id="{950E73C0-BB15-4345-BEC9-7BB70F2BE24C}"/>
                </a:ext>
              </a:extLst>
            </p:cNvPr>
            <p:cNvSpPr/>
            <p:nvPr/>
          </p:nvSpPr>
          <p:spPr>
            <a:xfrm>
              <a:off x="3162915" y="4074425"/>
              <a:ext cx="140681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1" name="Freeform 2120">
              <a:extLst>
                <a:ext uri="{FF2B5EF4-FFF2-40B4-BE49-F238E27FC236}">
                  <a16:creationId xmlns:a16="http://schemas.microsoft.com/office/drawing/2014/main" id="{0D40063A-9067-1F4C-B828-D1D98E7DB75C}"/>
                </a:ext>
              </a:extLst>
            </p:cNvPr>
            <p:cNvSpPr/>
            <p:nvPr/>
          </p:nvSpPr>
          <p:spPr>
            <a:xfrm rot="20572658">
              <a:off x="2343051" y="3587756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2" name="Freeform 2121">
              <a:extLst>
                <a:ext uri="{FF2B5EF4-FFF2-40B4-BE49-F238E27FC236}">
                  <a16:creationId xmlns:a16="http://schemas.microsoft.com/office/drawing/2014/main" id="{E57E8277-7A09-A840-9E26-F1FAA58D0780}"/>
                </a:ext>
              </a:extLst>
            </p:cNvPr>
            <p:cNvSpPr/>
            <p:nvPr/>
          </p:nvSpPr>
          <p:spPr>
            <a:xfrm rot="1007770" flipH="1">
              <a:off x="3177068" y="3585729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3" name="Freeform 2122">
              <a:extLst>
                <a:ext uri="{FF2B5EF4-FFF2-40B4-BE49-F238E27FC236}">
                  <a16:creationId xmlns:a16="http://schemas.microsoft.com/office/drawing/2014/main" id="{1F733AC3-3EFC-354F-9E2D-48764CD35AE0}"/>
                </a:ext>
              </a:extLst>
            </p:cNvPr>
            <p:cNvSpPr/>
            <p:nvPr/>
          </p:nvSpPr>
          <p:spPr>
            <a:xfrm>
              <a:off x="2597192" y="5925958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4" name="Freeform 2123">
              <a:extLst>
                <a:ext uri="{FF2B5EF4-FFF2-40B4-BE49-F238E27FC236}">
                  <a16:creationId xmlns:a16="http://schemas.microsoft.com/office/drawing/2014/main" id="{34BE435B-7586-5248-BC04-C93419FF65ED}"/>
                </a:ext>
              </a:extLst>
            </p:cNvPr>
            <p:cNvSpPr/>
            <p:nvPr/>
          </p:nvSpPr>
          <p:spPr>
            <a:xfrm rot="21085137">
              <a:off x="2637945" y="5952253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5" name="Freeform 2124">
              <a:extLst>
                <a:ext uri="{FF2B5EF4-FFF2-40B4-BE49-F238E27FC236}">
                  <a16:creationId xmlns:a16="http://schemas.microsoft.com/office/drawing/2014/main" id="{67006FC3-B58F-BA4C-9C7B-859645EB4D0B}"/>
                </a:ext>
              </a:extLst>
            </p:cNvPr>
            <p:cNvSpPr/>
            <p:nvPr/>
          </p:nvSpPr>
          <p:spPr>
            <a:xfrm>
              <a:off x="2931514" y="5925958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6" name="Freeform 2125">
              <a:extLst>
                <a:ext uri="{FF2B5EF4-FFF2-40B4-BE49-F238E27FC236}">
                  <a16:creationId xmlns:a16="http://schemas.microsoft.com/office/drawing/2014/main" id="{EB3FD94F-4185-8948-8C14-597AE91D695B}"/>
                </a:ext>
              </a:extLst>
            </p:cNvPr>
            <p:cNvSpPr/>
            <p:nvPr/>
          </p:nvSpPr>
          <p:spPr>
            <a:xfrm>
              <a:off x="3055213" y="5925954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7" name="Freeform 2126">
              <a:extLst>
                <a:ext uri="{FF2B5EF4-FFF2-40B4-BE49-F238E27FC236}">
                  <a16:creationId xmlns:a16="http://schemas.microsoft.com/office/drawing/2014/main" id="{29DE7253-7D2E-EE44-8F47-3527F415C8F6}"/>
                </a:ext>
              </a:extLst>
            </p:cNvPr>
            <p:cNvSpPr/>
            <p:nvPr/>
          </p:nvSpPr>
          <p:spPr>
            <a:xfrm flipH="1">
              <a:off x="3231586" y="5937217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8" name="Freeform 2127">
              <a:extLst>
                <a:ext uri="{FF2B5EF4-FFF2-40B4-BE49-F238E27FC236}">
                  <a16:creationId xmlns:a16="http://schemas.microsoft.com/office/drawing/2014/main" id="{980BA4E0-5F92-194B-BC79-17F014B4C0AA}"/>
                </a:ext>
              </a:extLst>
            </p:cNvPr>
            <p:cNvSpPr/>
            <p:nvPr/>
          </p:nvSpPr>
          <p:spPr>
            <a:xfrm flipH="1">
              <a:off x="3235711" y="59259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9" name="Freeform 2128">
              <a:extLst>
                <a:ext uri="{FF2B5EF4-FFF2-40B4-BE49-F238E27FC236}">
                  <a16:creationId xmlns:a16="http://schemas.microsoft.com/office/drawing/2014/main" id="{F76B541A-CDC4-4F4E-8547-FD2872B987CA}"/>
                </a:ext>
              </a:extLst>
            </p:cNvPr>
            <p:cNvSpPr/>
            <p:nvPr/>
          </p:nvSpPr>
          <p:spPr>
            <a:xfrm flipH="1">
              <a:off x="3229477" y="5937218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0" name="Rectangle 2129">
              <a:extLst>
                <a:ext uri="{FF2B5EF4-FFF2-40B4-BE49-F238E27FC236}">
                  <a16:creationId xmlns:a16="http://schemas.microsoft.com/office/drawing/2014/main" id="{8DF3513A-0D4F-2D4D-B425-FC25FD5EB2B1}"/>
                </a:ext>
              </a:extLst>
            </p:cNvPr>
            <p:cNvSpPr/>
            <p:nvPr/>
          </p:nvSpPr>
          <p:spPr>
            <a:xfrm>
              <a:off x="3192018" y="3067343"/>
              <a:ext cx="82474" cy="1871659"/>
            </a:xfrm>
            <a:prstGeom prst="rect">
              <a:avLst/>
            </a:prstGeom>
            <a:solidFill>
              <a:srgbClr val="6FA03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1" name="Freeform 2130">
              <a:extLst>
                <a:ext uri="{FF2B5EF4-FFF2-40B4-BE49-F238E27FC236}">
                  <a16:creationId xmlns:a16="http://schemas.microsoft.com/office/drawing/2014/main" id="{612E2995-B75B-904E-95C6-F9B91382D042}"/>
                </a:ext>
              </a:extLst>
            </p:cNvPr>
            <p:cNvSpPr/>
            <p:nvPr/>
          </p:nvSpPr>
          <p:spPr>
            <a:xfrm flipH="1">
              <a:off x="3388111" y="6078355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FC2B16DE-39D5-F940-B500-6CE8C45375CB}"/>
              </a:ext>
            </a:extLst>
          </p:cNvPr>
          <p:cNvGrpSpPr>
            <a:grpSpLocks noChangeAspect="1"/>
          </p:cNvGrpSpPr>
          <p:nvPr/>
        </p:nvGrpSpPr>
        <p:grpSpPr>
          <a:xfrm>
            <a:off x="4372427" y="4304644"/>
            <a:ext cx="1239337" cy="1920240"/>
            <a:chOff x="6613401" y="3067343"/>
            <a:chExt cx="2353178" cy="3646036"/>
          </a:xfrm>
        </p:grpSpPr>
        <p:grpSp>
          <p:nvGrpSpPr>
            <p:cNvPr id="2088" name="Group 2087">
              <a:extLst>
                <a:ext uri="{FF2B5EF4-FFF2-40B4-BE49-F238E27FC236}">
                  <a16:creationId xmlns:a16="http://schemas.microsoft.com/office/drawing/2014/main" id="{91975E5B-C994-BB4B-9515-3CB8DA77C199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2095" name="Arc 2094">
                <a:extLst>
                  <a:ext uri="{FF2B5EF4-FFF2-40B4-BE49-F238E27FC236}">
                    <a16:creationId xmlns:a16="http://schemas.microsoft.com/office/drawing/2014/main" id="{D92EAC50-FADD-D248-9BDA-D9698E004A29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6" name="Arc 2095">
                <a:extLst>
                  <a:ext uri="{FF2B5EF4-FFF2-40B4-BE49-F238E27FC236}">
                    <a16:creationId xmlns:a16="http://schemas.microsoft.com/office/drawing/2014/main" id="{9A3E1B12-F897-FF48-82B4-32EEA25963D6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7" name="Rectangle 2096">
                <a:extLst>
                  <a:ext uri="{FF2B5EF4-FFF2-40B4-BE49-F238E27FC236}">
                    <a16:creationId xmlns:a16="http://schemas.microsoft.com/office/drawing/2014/main" id="{C7B4C629-4227-3344-8FBF-E4C450C0A8FB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8" name="Arc 2097">
                <a:extLst>
                  <a:ext uri="{FF2B5EF4-FFF2-40B4-BE49-F238E27FC236}">
                    <a16:creationId xmlns:a16="http://schemas.microsoft.com/office/drawing/2014/main" id="{3067FD83-BFA3-E44E-800C-5F400EDAAF07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9" name="Arc 2098">
                <a:extLst>
                  <a:ext uri="{FF2B5EF4-FFF2-40B4-BE49-F238E27FC236}">
                    <a16:creationId xmlns:a16="http://schemas.microsoft.com/office/drawing/2014/main" id="{401BB1F0-9C7F-0643-84DC-C7717CF31907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0" name="Freeform 2099">
                <a:extLst>
                  <a:ext uri="{FF2B5EF4-FFF2-40B4-BE49-F238E27FC236}">
                    <a16:creationId xmlns:a16="http://schemas.microsoft.com/office/drawing/2014/main" id="{75B665E6-6743-C443-8D48-FCB78C1D105E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1" name="Freeform 2100">
                <a:extLst>
                  <a:ext uri="{FF2B5EF4-FFF2-40B4-BE49-F238E27FC236}">
                    <a16:creationId xmlns:a16="http://schemas.microsoft.com/office/drawing/2014/main" id="{9A3B3104-EF9E-C648-B6AF-687BF74A2AEC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2" name="Rectangle 2101">
                <a:extLst>
                  <a:ext uri="{FF2B5EF4-FFF2-40B4-BE49-F238E27FC236}">
                    <a16:creationId xmlns:a16="http://schemas.microsoft.com/office/drawing/2014/main" id="{A1225C42-F93E-5144-BC90-A6AC9C63E83B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3" name="Freeform 2102">
                <a:extLst>
                  <a:ext uri="{FF2B5EF4-FFF2-40B4-BE49-F238E27FC236}">
                    <a16:creationId xmlns:a16="http://schemas.microsoft.com/office/drawing/2014/main" id="{FF2BCE02-F5CA-C94B-8591-11A4635195DA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4" name="Freeform 2103">
                <a:extLst>
                  <a:ext uri="{FF2B5EF4-FFF2-40B4-BE49-F238E27FC236}">
                    <a16:creationId xmlns:a16="http://schemas.microsoft.com/office/drawing/2014/main" id="{5F66E631-49F8-614C-91F5-12F6DD91186A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5" name="Freeform 2104">
                <a:extLst>
                  <a:ext uri="{FF2B5EF4-FFF2-40B4-BE49-F238E27FC236}">
                    <a16:creationId xmlns:a16="http://schemas.microsoft.com/office/drawing/2014/main" id="{79AF325B-C7E9-F34F-8329-0434B2DFC869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6" name="Freeform 2105">
                <a:extLst>
                  <a:ext uri="{FF2B5EF4-FFF2-40B4-BE49-F238E27FC236}">
                    <a16:creationId xmlns:a16="http://schemas.microsoft.com/office/drawing/2014/main" id="{61DFE927-E36C-FC4F-B5EA-5D244B13C8DE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7" name="Freeform 2106">
                <a:extLst>
                  <a:ext uri="{FF2B5EF4-FFF2-40B4-BE49-F238E27FC236}">
                    <a16:creationId xmlns:a16="http://schemas.microsoft.com/office/drawing/2014/main" id="{61292E52-F0DE-E84A-909B-2D351BF7B454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8" name="Freeform 2107">
                <a:extLst>
                  <a:ext uri="{FF2B5EF4-FFF2-40B4-BE49-F238E27FC236}">
                    <a16:creationId xmlns:a16="http://schemas.microsoft.com/office/drawing/2014/main" id="{AFE4BDC3-0EB5-F04E-9BE5-DC69BA687796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9" name="Freeform 2108">
                <a:extLst>
                  <a:ext uri="{FF2B5EF4-FFF2-40B4-BE49-F238E27FC236}">
                    <a16:creationId xmlns:a16="http://schemas.microsoft.com/office/drawing/2014/main" id="{E78DBDE6-1BB5-5846-94E1-54A5BA56B397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0" name="Freeform 2109">
                <a:extLst>
                  <a:ext uri="{FF2B5EF4-FFF2-40B4-BE49-F238E27FC236}">
                    <a16:creationId xmlns:a16="http://schemas.microsoft.com/office/drawing/2014/main" id="{E46358DE-CC73-A441-82A3-D65B63422D56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1" name="Freeform 2110">
                <a:extLst>
                  <a:ext uri="{FF2B5EF4-FFF2-40B4-BE49-F238E27FC236}">
                    <a16:creationId xmlns:a16="http://schemas.microsoft.com/office/drawing/2014/main" id="{94C5D218-BAE3-384A-B3DD-802B2CE0C017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2" name="Freeform 2111">
                <a:extLst>
                  <a:ext uri="{FF2B5EF4-FFF2-40B4-BE49-F238E27FC236}">
                    <a16:creationId xmlns:a16="http://schemas.microsoft.com/office/drawing/2014/main" id="{4B787D97-0E77-3740-B3FF-85039F4002A0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3" name="Freeform 2112">
                <a:extLst>
                  <a:ext uri="{FF2B5EF4-FFF2-40B4-BE49-F238E27FC236}">
                    <a16:creationId xmlns:a16="http://schemas.microsoft.com/office/drawing/2014/main" id="{20440C45-C007-2E42-9D0D-8467FA29153A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4" name="Freeform 2113">
                <a:extLst>
                  <a:ext uri="{FF2B5EF4-FFF2-40B4-BE49-F238E27FC236}">
                    <a16:creationId xmlns:a16="http://schemas.microsoft.com/office/drawing/2014/main" id="{0483C485-CDCB-9D4B-8730-4FF3DAA26042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5" name="Freeform 2114">
                <a:extLst>
                  <a:ext uri="{FF2B5EF4-FFF2-40B4-BE49-F238E27FC236}">
                    <a16:creationId xmlns:a16="http://schemas.microsoft.com/office/drawing/2014/main" id="{F74D30B9-8C9F-774E-824F-7E5DD2810C2A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6" name="Freeform 2115">
                <a:extLst>
                  <a:ext uri="{FF2B5EF4-FFF2-40B4-BE49-F238E27FC236}">
                    <a16:creationId xmlns:a16="http://schemas.microsoft.com/office/drawing/2014/main" id="{AB32DCCA-38CB-BB4F-A73F-50E94B842EF8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7" name="Rectangle 2116">
                <a:extLst>
                  <a:ext uri="{FF2B5EF4-FFF2-40B4-BE49-F238E27FC236}">
                    <a16:creationId xmlns:a16="http://schemas.microsoft.com/office/drawing/2014/main" id="{B3739FD2-EAC0-9F49-80DE-C52C3D7A2675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89" name="Group 2088">
              <a:extLst>
                <a:ext uri="{FF2B5EF4-FFF2-40B4-BE49-F238E27FC236}">
                  <a16:creationId xmlns:a16="http://schemas.microsoft.com/office/drawing/2014/main" id="{AFEA6B7E-FBB1-5C4F-A83F-60413422BD4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2093" name="Freeform 2092">
                <a:extLst>
                  <a:ext uri="{FF2B5EF4-FFF2-40B4-BE49-F238E27FC236}">
                    <a16:creationId xmlns:a16="http://schemas.microsoft.com/office/drawing/2014/main" id="{051E3BFE-62C4-3E44-82D1-4F7DA4731EBD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4" name="Freeform 2093">
                <a:extLst>
                  <a:ext uri="{FF2B5EF4-FFF2-40B4-BE49-F238E27FC236}">
                    <a16:creationId xmlns:a16="http://schemas.microsoft.com/office/drawing/2014/main" id="{15AB6D84-C4A7-4444-B05D-7DA99206241C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90" name="Group 2089">
              <a:extLst>
                <a:ext uri="{FF2B5EF4-FFF2-40B4-BE49-F238E27FC236}">
                  <a16:creationId xmlns:a16="http://schemas.microsoft.com/office/drawing/2014/main" id="{97BCBFD5-B4FC-EA48-A2D6-96521C6219D0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2091" name="Freeform 2090">
                <a:extLst>
                  <a:ext uri="{FF2B5EF4-FFF2-40B4-BE49-F238E27FC236}">
                    <a16:creationId xmlns:a16="http://schemas.microsoft.com/office/drawing/2014/main" id="{CA7974DC-2D1E-6E4E-BCD3-29EF595D121C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2" name="Freeform 2091">
                <a:extLst>
                  <a:ext uri="{FF2B5EF4-FFF2-40B4-BE49-F238E27FC236}">
                    <a16:creationId xmlns:a16="http://schemas.microsoft.com/office/drawing/2014/main" id="{089C281C-5043-DE45-BCD9-E1E91C3FEF44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15BEBAA6-3D93-214E-BCAE-1D0E214451C6}"/>
              </a:ext>
            </a:extLst>
          </p:cNvPr>
          <p:cNvGrpSpPr>
            <a:grpSpLocks noChangeAspect="1"/>
          </p:cNvGrpSpPr>
          <p:nvPr/>
        </p:nvGrpSpPr>
        <p:grpSpPr>
          <a:xfrm>
            <a:off x="4518579" y="4301509"/>
            <a:ext cx="1298353" cy="2011680"/>
            <a:chOff x="6613401" y="3067343"/>
            <a:chExt cx="2353178" cy="3646036"/>
          </a:xfrm>
        </p:grpSpPr>
        <p:grpSp>
          <p:nvGrpSpPr>
            <p:cNvPr id="2058" name="Group 2057">
              <a:extLst>
                <a:ext uri="{FF2B5EF4-FFF2-40B4-BE49-F238E27FC236}">
                  <a16:creationId xmlns:a16="http://schemas.microsoft.com/office/drawing/2014/main" id="{F5B714DA-A13A-D74D-9530-F76C5BB82DC7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2065" name="Arc 2064">
                <a:extLst>
                  <a:ext uri="{FF2B5EF4-FFF2-40B4-BE49-F238E27FC236}">
                    <a16:creationId xmlns:a16="http://schemas.microsoft.com/office/drawing/2014/main" id="{DE3B6B13-7D1E-7042-B43E-F6014F31ADCC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6" name="Arc 2065">
                <a:extLst>
                  <a:ext uri="{FF2B5EF4-FFF2-40B4-BE49-F238E27FC236}">
                    <a16:creationId xmlns:a16="http://schemas.microsoft.com/office/drawing/2014/main" id="{999F2E5F-0FF4-DC45-A8E5-CB4F2C505230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B558770-C147-6C42-B218-E4DCF3C2FB61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8" name="Arc 2067">
                <a:extLst>
                  <a:ext uri="{FF2B5EF4-FFF2-40B4-BE49-F238E27FC236}">
                    <a16:creationId xmlns:a16="http://schemas.microsoft.com/office/drawing/2014/main" id="{F90A6EDD-8E6F-9B4A-B668-9EFA1E23B548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9" name="Arc 2068">
                <a:extLst>
                  <a:ext uri="{FF2B5EF4-FFF2-40B4-BE49-F238E27FC236}">
                    <a16:creationId xmlns:a16="http://schemas.microsoft.com/office/drawing/2014/main" id="{AD3BA2CF-27D2-D64A-A5A5-D50F9D14FF82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0" name="Freeform 2069">
                <a:extLst>
                  <a:ext uri="{FF2B5EF4-FFF2-40B4-BE49-F238E27FC236}">
                    <a16:creationId xmlns:a16="http://schemas.microsoft.com/office/drawing/2014/main" id="{E4ECE73C-1322-3F4A-806A-312CB20957FB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1" name="Freeform 2070">
                <a:extLst>
                  <a:ext uri="{FF2B5EF4-FFF2-40B4-BE49-F238E27FC236}">
                    <a16:creationId xmlns:a16="http://schemas.microsoft.com/office/drawing/2014/main" id="{E0623204-8CD5-7440-AD55-99E2A476D7FF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2" name="Rectangle 2071">
                <a:extLst>
                  <a:ext uri="{FF2B5EF4-FFF2-40B4-BE49-F238E27FC236}">
                    <a16:creationId xmlns:a16="http://schemas.microsoft.com/office/drawing/2014/main" id="{726B43BD-3D85-5A42-AA12-321C19E12C64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3" name="Freeform 2072">
                <a:extLst>
                  <a:ext uri="{FF2B5EF4-FFF2-40B4-BE49-F238E27FC236}">
                    <a16:creationId xmlns:a16="http://schemas.microsoft.com/office/drawing/2014/main" id="{B0C17FA0-FAB3-2E4A-876C-0D2E4D055E66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4" name="Freeform 2073">
                <a:extLst>
                  <a:ext uri="{FF2B5EF4-FFF2-40B4-BE49-F238E27FC236}">
                    <a16:creationId xmlns:a16="http://schemas.microsoft.com/office/drawing/2014/main" id="{BC03DA2F-B5F2-3045-8AB1-FA0217995093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5" name="Freeform 2074">
                <a:extLst>
                  <a:ext uri="{FF2B5EF4-FFF2-40B4-BE49-F238E27FC236}">
                    <a16:creationId xmlns:a16="http://schemas.microsoft.com/office/drawing/2014/main" id="{12B9690E-0FA0-D543-93EE-D7D33A937B3C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6" name="Freeform 2075">
                <a:extLst>
                  <a:ext uri="{FF2B5EF4-FFF2-40B4-BE49-F238E27FC236}">
                    <a16:creationId xmlns:a16="http://schemas.microsoft.com/office/drawing/2014/main" id="{7FD7323C-75D1-F349-A911-228848A6B5CE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7" name="Freeform 2076">
                <a:extLst>
                  <a:ext uri="{FF2B5EF4-FFF2-40B4-BE49-F238E27FC236}">
                    <a16:creationId xmlns:a16="http://schemas.microsoft.com/office/drawing/2014/main" id="{EBAF048C-12DE-C54D-8CAC-F8EDF1394504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8" name="Freeform 2077">
                <a:extLst>
                  <a:ext uri="{FF2B5EF4-FFF2-40B4-BE49-F238E27FC236}">
                    <a16:creationId xmlns:a16="http://schemas.microsoft.com/office/drawing/2014/main" id="{4F5AADA8-4597-1647-8C8C-785EB3BB6344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79" name="Freeform 2078">
                <a:extLst>
                  <a:ext uri="{FF2B5EF4-FFF2-40B4-BE49-F238E27FC236}">
                    <a16:creationId xmlns:a16="http://schemas.microsoft.com/office/drawing/2014/main" id="{4643C1CD-13D3-ED48-AE94-CDC4D772704F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0" name="Freeform 2079">
                <a:extLst>
                  <a:ext uri="{FF2B5EF4-FFF2-40B4-BE49-F238E27FC236}">
                    <a16:creationId xmlns:a16="http://schemas.microsoft.com/office/drawing/2014/main" id="{9408FBDB-2330-DD44-9E19-2C1534E891CA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1" name="Freeform 2080">
                <a:extLst>
                  <a:ext uri="{FF2B5EF4-FFF2-40B4-BE49-F238E27FC236}">
                    <a16:creationId xmlns:a16="http://schemas.microsoft.com/office/drawing/2014/main" id="{D23521BA-A88D-6449-849D-7631DAF5CBAF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2" name="Freeform 2081">
                <a:extLst>
                  <a:ext uri="{FF2B5EF4-FFF2-40B4-BE49-F238E27FC236}">
                    <a16:creationId xmlns:a16="http://schemas.microsoft.com/office/drawing/2014/main" id="{9CC6255B-C51D-A448-B60D-D1BC0FE65A99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3" name="Freeform 2082">
                <a:extLst>
                  <a:ext uri="{FF2B5EF4-FFF2-40B4-BE49-F238E27FC236}">
                    <a16:creationId xmlns:a16="http://schemas.microsoft.com/office/drawing/2014/main" id="{DBDE7C31-E309-CA45-B786-CB82C631474D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4" name="Freeform 2083">
                <a:extLst>
                  <a:ext uri="{FF2B5EF4-FFF2-40B4-BE49-F238E27FC236}">
                    <a16:creationId xmlns:a16="http://schemas.microsoft.com/office/drawing/2014/main" id="{8BDC74B3-9152-C140-A31F-40BA08FC3ACE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5" name="Freeform 2084">
                <a:extLst>
                  <a:ext uri="{FF2B5EF4-FFF2-40B4-BE49-F238E27FC236}">
                    <a16:creationId xmlns:a16="http://schemas.microsoft.com/office/drawing/2014/main" id="{23B8FB62-F573-1D43-B4BD-68CEE3B9E758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6" name="Freeform 2085">
                <a:extLst>
                  <a:ext uri="{FF2B5EF4-FFF2-40B4-BE49-F238E27FC236}">
                    <a16:creationId xmlns:a16="http://schemas.microsoft.com/office/drawing/2014/main" id="{0A5065E4-4529-2C42-B520-22BDBD4D5F69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7" name="Rectangle 2086">
                <a:extLst>
                  <a:ext uri="{FF2B5EF4-FFF2-40B4-BE49-F238E27FC236}">
                    <a16:creationId xmlns:a16="http://schemas.microsoft.com/office/drawing/2014/main" id="{93BCC281-CC8F-6B40-968B-CBEE2DBE9CBC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59" name="Group 2058">
              <a:extLst>
                <a:ext uri="{FF2B5EF4-FFF2-40B4-BE49-F238E27FC236}">
                  <a16:creationId xmlns:a16="http://schemas.microsoft.com/office/drawing/2014/main" id="{F673FBA5-CC46-AC46-962C-80E62B23C19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2063" name="Freeform 2062">
                <a:extLst>
                  <a:ext uri="{FF2B5EF4-FFF2-40B4-BE49-F238E27FC236}">
                    <a16:creationId xmlns:a16="http://schemas.microsoft.com/office/drawing/2014/main" id="{F5296765-FF3F-DA4F-B891-CA83F76D0509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4" name="Freeform 2063">
                <a:extLst>
                  <a:ext uri="{FF2B5EF4-FFF2-40B4-BE49-F238E27FC236}">
                    <a16:creationId xmlns:a16="http://schemas.microsoft.com/office/drawing/2014/main" id="{A22019FC-91F6-614C-8EF8-F9622766AF40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60" name="Group 2059">
              <a:extLst>
                <a:ext uri="{FF2B5EF4-FFF2-40B4-BE49-F238E27FC236}">
                  <a16:creationId xmlns:a16="http://schemas.microsoft.com/office/drawing/2014/main" id="{4E593A26-140F-E943-BCFC-6198F51E834E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2061" name="Freeform 2060">
                <a:extLst>
                  <a:ext uri="{FF2B5EF4-FFF2-40B4-BE49-F238E27FC236}">
                    <a16:creationId xmlns:a16="http://schemas.microsoft.com/office/drawing/2014/main" id="{3C240D93-726F-A548-AE1A-5ADE255773E2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2" name="Freeform 2061">
                <a:extLst>
                  <a:ext uri="{FF2B5EF4-FFF2-40B4-BE49-F238E27FC236}">
                    <a16:creationId xmlns:a16="http://schemas.microsoft.com/office/drawing/2014/main" id="{E0D96784-8D53-EA43-A39C-EA07F4766A2C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E587943E-3030-E043-B14B-745DB963124B}"/>
              </a:ext>
            </a:extLst>
          </p:cNvPr>
          <p:cNvGrpSpPr>
            <a:grpSpLocks noChangeAspect="1"/>
          </p:cNvGrpSpPr>
          <p:nvPr/>
        </p:nvGrpSpPr>
        <p:grpSpPr>
          <a:xfrm>
            <a:off x="4666642" y="4089829"/>
            <a:ext cx="1416385" cy="2194560"/>
            <a:chOff x="6613401" y="3067343"/>
            <a:chExt cx="2353178" cy="3646036"/>
          </a:xfrm>
        </p:grpSpPr>
        <p:grpSp>
          <p:nvGrpSpPr>
            <p:cNvPr id="2028" name="Group 2027">
              <a:extLst>
                <a:ext uri="{FF2B5EF4-FFF2-40B4-BE49-F238E27FC236}">
                  <a16:creationId xmlns:a16="http://schemas.microsoft.com/office/drawing/2014/main" id="{56073AFF-D135-C044-B48F-BDBAAD80C880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2035" name="Arc 2034">
                <a:extLst>
                  <a:ext uri="{FF2B5EF4-FFF2-40B4-BE49-F238E27FC236}">
                    <a16:creationId xmlns:a16="http://schemas.microsoft.com/office/drawing/2014/main" id="{FD15F43A-4FF3-764F-B8FE-33F314B588C1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6" name="Arc 2035">
                <a:extLst>
                  <a:ext uri="{FF2B5EF4-FFF2-40B4-BE49-F238E27FC236}">
                    <a16:creationId xmlns:a16="http://schemas.microsoft.com/office/drawing/2014/main" id="{0F30D229-4234-4F4F-862E-607524654656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7" name="Rectangle 2036">
                <a:extLst>
                  <a:ext uri="{FF2B5EF4-FFF2-40B4-BE49-F238E27FC236}">
                    <a16:creationId xmlns:a16="http://schemas.microsoft.com/office/drawing/2014/main" id="{1C1C9426-0AB9-3048-8681-812C84301031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8" name="Arc 2037">
                <a:extLst>
                  <a:ext uri="{FF2B5EF4-FFF2-40B4-BE49-F238E27FC236}">
                    <a16:creationId xmlns:a16="http://schemas.microsoft.com/office/drawing/2014/main" id="{E589DA41-F2B8-A549-9B68-CE1CC7D8D545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9" name="Arc 2038">
                <a:extLst>
                  <a:ext uri="{FF2B5EF4-FFF2-40B4-BE49-F238E27FC236}">
                    <a16:creationId xmlns:a16="http://schemas.microsoft.com/office/drawing/2014/main" id="{845060F3-FEB1-DA4E-9C69-B01AA1C7A59F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0" name="Freeform 2039">
                <a:extLst>
                  <a:ext uri="{FF2B5EF4-FFF2-40B4-BE49-F238E27FC236}">
                    <a16:creationId xmlns:a16="http://schemas.microsoft.com/office/drawing/2014/main" id="{7110D695-7ED2-9044-971F-21C6436667B8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1" name="Freeform 2040">
                <a:extLst>
                  <a:ext uri="{FF2B5EF4-FFF2-40B4-BE49-F238E27FC236}">
                    <a16:creationId xmlns:a16="http://schemas.microsoft.com/office/drawing/2014/main" id="{45B48412-4C9A-F342-A889-B74EAE7B363B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2" name="Rectangle 2041">
                <a:extLst>
                  <a:ext uri="{FF2B5EF4-FFF2-40B4-BE49-F238E27FC236}">
                    <a16:creationId xmlns:a16="http://schemas.microsoft.com/office/drawing/2014/main" id="{864C7C61-D3ED-2943-9F67-E46DD2DC630A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3" name="Freeform 2042">
                <a:extLst>
                  <a:ext uri="{FF2B5EF4-FFF2-40B4-BE49-F238E27FC236}">
                    <a16:creationId xmlns:a16="http://schemas.microsoft.com/office/drawing/2014/main" id="{F1D9E8AE-3A9C-E046-8C25-45590894E97F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4" name="Freeform 2043">
                <a:extLst>
                  <a:ext uri="{FF2B5EF4-FFF2-40B4-BE49-F238E27FC236}">
                    <a16:creationId xmlns:a16="http://schemas.microsoft.com/office/drawing/2014/main" id="{E58BFA5A-4342-C842-9AB1-3C41A4B3AE3A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5" name="Freeform 2044">
                <a:extLst>
                  <a:ext uri="{FF2B5EF4-FFF2-40B4-BE49-F238E27FC236}">
                    <a16:creationId xmlns:a16="http://schemas.microsoft.com/office/drawing/2014/main" id="{9EFB6A03-F217-E24B-9031-31F24B170545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6" name="Freeform 2045">
                <a:extLst>
                  <a:ext uri="{FF2B5EF4-FFF2-40B4-BE49-F238E27FC236}">
                    <a16:creationId xmlns:a16="http://schemas.microsoft.com/office/drawing/2014/main" id="{427BB898-E6D5-7E44-9012-85D94478F110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96D688CD-CC8A-8B47-AF68-039D87701CFC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8" name="Freeform 2047">
                <a:extLst>
                  <a:ext uri="{FF2B5EF4-FFF2-40B4-BE49-F238E27FC236}">
                    <a16:creationId xmlns:a16="http://schemas.microsoft.com/office/drawing/2014/main" id="{B75BFAD3-70EC-5544-BE4C-EA368C55E99F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49" name="Freeform 2048">
                <a:extLst>
                  <a:ext uri="{FF2B5EF4-FFF2-40B4-BE49-F238E27FC236}">
                    <a16:creationId xmlns:a16="http://schemas.microsoft.com/office/drawing/2014/main" id="{C6F89882-3252-3A4F-A33B-5D38A6924399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0" name="Freeform 2049">
                <a:extLst>
                  <a:ext uri="{FF2B5EF4-FFF2-40B4-BE49-F238E27FC236}">
                    <a16:creationId xmlns:a16="http://schemas.microsoft.com/office/drawing/2014/main" id="{EBC18E9C-F8DB-9B40-A683-225B5B54E6DF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1" name="Freeform 2050">
                <a:extLst>
                  <a:ext uri="{FF2B5EF4-FFF2-40B4-BE49-F238E27FC236}">
                    <a16:creationId xmlns:a16="http://schemas.microsoft.com/office/drawing/2014/main" id="{4EAF28AA-557B-F948-ACE9-F5419E7DF850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2" name="Freeform 2051">
                <a:extLst>
                  <a:ext uri="{FF2B5EF4-FFF2-40B4-BE49-F238E27FC236}">
                    <a16:creationId xmlns:a16="http://schemas.microsoft.com/office/drawing/2014/main" id="{5FBE7A55-D0E2-AD4D-903C-FA11D248DF11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3" name="Freeform 2052">
                <a:extLst>
                  <a:ext uri="{FF2B5EF4-FFF2-40B4-BE49-F238E27FC236}">
                    <a16:creationId xmlns:a16="http://schemas.microsoft.com/office/drawing/2014/main" id="{50E7BDE3-F33F-F34A-84C1-B1304E3666AF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4" name="Freeform 2053">
                <a:extLst>
                  <a:ext uri="{FF2B5EF4-FFF2-40B4-BE49-F238E27FC236}">
                    <a16:creationId xmlns:a16="http://schemas.microsoft.com/office/drawing/2014/main" id="{7D507161-5D0B-CE46-82AD-E7456530AA96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5" name="Freeform 2054">
                <a:extLst>
                  <a:ext uri="{FF2B5EF4-FFF2-40B4-BE49-F238E27FC236}">
                    <a16:creationId xmlns:a16="http://schemas.microsoft.com/office/drawing/2014/main" id="{4F4D26E2-62A9-5F41-B826-99508C5DD4C6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6" name="Freeform 2055">
                <a:extLst>
                  <a:ext uri="{FF2B5EF4-FFF2-40B4-BE49-F238E27FC236}">
                    <a16:creationId xmlns:a16="http://schemas.microsoft.com/office/drawing/2014/main" id="{F616D5E5-BC42-3040-ADC1-074B0CDB42C0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57" name="Rectangle 2056">
                <a:extLst>
                  <a:ext uri="{FF2B5EF4-FFF2-40B4-BE49-F238E27FC236}">
                    <a16:creationId xmlns:a16="http://schemas.microsoft.com/office/drawing/2014/main" id="{D56D0661-2CBA-0549-BF35-8888C5E41589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29" name="Group 2028">
              <a:extLst>
                <a:ext uri="{FF2B5EF4-FFF2-40B4-BE49-F238E27FC236}">
                  <a16:creationId xmlns:a16="http://schemas.microsoft.com/office/drawing/2014/main" id="{AD85AC48-345B-0740-AC1B-BAA052E6E7C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2033" name="Freeform 2032">
                <a:extLst>
                  <a:ext uri="{FF2B5EF4-FFF2-40B4-BE49-F238E27FC236}">
                    <a16:creationId xmlns:a16="http://schemas.microsoft.com/office/drawing/2014/main" id="{D756C68D-35D5-9D49-B904-103E1295E5CE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4" name="Freeform 2033">
                <a:extLst>
                  <a:ext uri="{FF2B5EF4-FFF2-40B4-BE49-F238E27FC236}">
                    <a16:creationId xmlns:a16="http://schemas.microsoft.com/office/drawing/2014/main" id="{06C11E02-F02F-A54A-8DDF-819D5F91230D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0" name="Group 2029">
              <a:extLst>
                <a:ext uri="{FF2B5EF4-FFF2-40B4-BE49-F238E27FC236}">
                  <a16:creationId xmlns:a16="http://schemas.microsoft.com/office/drawing/2014/main" id="{CC348E38-478D-F94A-9E78-A3A3755420A3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2031" name="Freeform 2030">
                <a:extLst>
                  <a:ext uri="{FF2B5EF4-FFF2-40B4-BE49-F238E27FC236}">
                    <a16:creationId xmlns:a16="http://schemas.microsoft.com/office/drawing/2014/main" id="{7B27F90E-479C-9646-A872-EBC5B35F183B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2" name="Freeform 2031">
                <a:extLst>
                  <a:ext uri="{FF2B5EF4-FFF2-40B4-BE49-F238E27FC236}">
                    <a16:creationId xmlns:a16="http://schemas.microsoft.com/office/drawing/2014/main" id="{8BD8540B-EEC4-AD4B-BDD7-154179B525EC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BFD9E5B4-EEEB-A643-A7F5-081B81363844}"/>
              </a:ext>
            </a:extLst>
          </p:cNvPr>
          <p:cNvGrpSpPr>
            <a:grpSpLocks noChangeAspect="1"/>
          </p:cNvGrpSpPr>
          <p:nvPr/>
        </p:nvGrpSpPr>
        <p:grpSpPr>
          <a:xfrm>
            <a:off x="4897211" y="4047816"/>
            <a:ext cx="1445893" cy="2240280"/>
            <a:chOff x="6613401" y="3067343"/>
            <a:chExt cx="2353178" cy="3646036"/>
          </a:xfrm>
        </p:grpSpPr>
        <p:grpSp>
          <p:nvGrpSpPr>
            <p:cNvPr id="1998" name="Group 1997">
              <a:extLst>
                <a:ext uri="{FF2B5EF4-FFF2-40B4-BE49-F238E27FC236}">
                  <a16:creationId xmlns:a16="http://schemas.microsoft.com/office/drawing/2014/main" id="{80DE7D86-4790-8D42-930C-2863CEFEAF88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2005" name="Arc 2004">
                <a:extLst>
                  <a:ext uri="{FF2B5EF4-FFF2-40B4-BE49-F238E27FC236}">
                    <a16:creationId xmlns:a16="http://schemas.microsoft.com/office/drawing/2014/main" id="{E839BBB8-D5C9-8F4C-8383-0F7CED91B8B9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6" name="Arc 2005">
                <a:extLst>
                  <a:ext uri="{FF2B5EF4-FFF2-40B4-BE49-F238E27FC236}">
                    <a16:creationId xmlns:a16="http://schemas.microsoft.com/office/drawing/2014/main" id="{EB21F128-F2CF-0546-8050-7D93829B1EB7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7" name="Rectangle 2006">
                <a:extLst>
                  <a:ext uri="{FF2B5EF4-FFF2-40B4-BE49-F238E27FC236}">
                    <a16:creationId xmlns:a16="http://schemas.microsoft.com/office/drawing/2014/main" id="{E4AEE383-4ED7-8D4D-BFCD-DC8342C29337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8" name="Arc 2007">
                <a:extLst>
                  <a:ext uri="{FF2B5EF4-FFF2-40B4-BE49-F238E27FC236}">
                    <a16:creationId xmlns:a16="http://schemas.microsoft.com/office/drawing/2014/main" id="{5724D043-963A-4E4B-B9F4-E316046D778A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9" name="Arc 2008">
                <a:extLst>
                  <a:ext uri="{FF2B5EF4-FFF2-40B4-BE49-F238E27FC236}">
                    <a16:creationId xmlns:a16="http://schemas.microsoft.com/office/drawing/2014/main" id="{07352A81-922A-B048-9F5E-0BED2B0802DC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0" name="Freeform 2009">
                <a:extLst>
                  <a:ext uri="{FF2B5EF4-FFF2-40B4-BE49-F238E27FC236}">
                    <a16:creationId xmlns:a16="http://schemas.microsoft.com/office/drawing/2014/main" id="{8AF1C9AE-1E98-3845-9D3B-2C9F08E81B5C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1" name="Freeform 2010">
                <a:extLst>
                  <a:ext uri="{FF2B5EF4-FFF2-40B4-BE49-F238E27FC236}">
                    <a16:creationId xmlns:a16="http://schemas.microsoft.com/office/drawing/2014/main" id="{31EA66D6-B8E0-1141-AC69-39EF8EFBFBEE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2" name="Rectangle 2011">
                <a:extLst>
                  <a:ext uri="{FF2B5EF4-FFF2-40B4-BE49-F238E27FC236}">
                    <a16:creationId xmlns:a16="http://schemas.microsoft.com/office/drawing/2014/main" id="{0FAB26A8-7EE4-1B49-816D-4F5953BCE8C8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3" name="Freeform 2012">
                <a:extLst>
                  <a:ext uri="{FF2B5EF4-FFF2-40B4-BE49-F238E27FC236}">
                    <a16:creationId xmlns:a16="http://schemas.microsoft.com/office/drawing/2014/main" id="{D618A810-541B-0F42-80EE-A4387BD241DD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4" name="Freeform 2013">
                <a:extLst>
                  <a:ext uri="{FF2B5EF4-FFF2-40B4-BE49-F238E27FC236}">
                    <a16:creationId xmlns:a16="http://schemas.microsoft.com/office/drawing/2014/main" id="{9C2F28E7-817E-B546-A83F-D48147EEAC36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5" name="Freeform 2014">
                <a:extLst>
                  <a:ext uri="{FF2B5EF4-FFF2-40B4-BE49-F238E27FC236}">
                    <a16:creationId xmlns:a16="http://schemas.microsoft.com/office/drawing/2014/main" id="{CC3668A8-9AF7-164F-916A-EAECE31F5628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6" name="Freeform 2015">
                <a:extLst>
                  <a:ext uri="{FF2B5EF4-FFF2-40B4-BE49-F238E27FC236}">
                    <a16:creationId xmlns:a16="http://schemas.microsoft.com/office/drawing/2014/main" id="{23B75F18-D457-EA4C-AACB-5C035CC6B6EB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7" name="Freeform 2016">
                <a:extLst>
                  <a:ext uri="{FF2B5EF4-FFF2-40B4-BE49-F238E27FC236}">
                    <a16:creationId xmlns:a16="http://schemas.microsoft.com/office/drawing/2014/main" id="{F0D9D18F-C9C4-1147-AD09-9CB594A0D3D9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8" name="Freeform 2017">
                <a:extLst>
                  <a:ext uri="{FF2B5EF4-FFF2-40B4-BE49-F238E27FC236}">
                    <a16:creationId xmlns:a16="http://schemas.microsoft.com/office/drawing/2014/main" id="{5CEE171A-F869-964D-8DC0-F88EB7A8A67A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9" name="Freeform 2018">
                <a:extLst>
                  <a:ext uri="{FF2B5EF4-FFF2-40B4-BE49-F238E27FC236}">
                    <a16:creationId xmlns:a16="http://schemas.microsoft.com/office/drawing/2014/main" id="{332E98A8-27F0-EA47-BDB7-0C43D51C8E34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0" name="Freeform 2019">
                <a:extLst>
                  <a:ext uri="{FF2B5EF4-FFF2-40B4-BE49-F238E27FC236}">
                    <a16:creationId xmlns:a16="http://schemas.microsoft.com/office/drawing/2014/main" id="{47F99104-9F17-9744-91A5-4E9ACE9EE8B9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1" name="Freeform 2020">
                <a:extLst>
                  <a:ext uri="{FF2B5EF4-FFF2-40B4-BE49-F238E27FC236}">
                    <a16:creationId xmlns:a16="http://schemas.microsoft.com/office/drawing/2014/main" id="{C663CB09-8B0B-5D41-B323-9406FF5F6CED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2" name="Freeform 2021">
                <a:extLst>
                  <a:ext uri="{FF2B5EF4-FFF2-40B4-BE49-F238E27FC236}">
                    <a16:creationId xmlns:a16="http://schemas.microsoft.com/office/drawing/2014/main" id="{FEDBAF26-9005-2541-AC2F-ABC01C60869A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3" name="Freeform 2022">
                <a:extLst>
                  <a:ext uri="{FF2B5EF4-FFF2-40B4-BE49-F238E27FC236}">
                    <a16:creationId xmlns:a16="http://schemas.microsoft.com/office/drawing/2014/main" id="{B89DFA44-F294-7444-A8C1-5D7DCDCD770A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4" name="Freeform 2023">
                <a:extLst>
                  <a:ext uri="{FF2B5EF4-FFF2-40B4-BE49-F238E27FC236}">
                    <a16:creationId xmlns:a16="http://schemas.microsoft.com/office/drawing/2014/main" id="{C07FBF89-8D86-7340-9947-BF7817EEA783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5" name="Freeform 2024">
                <a:extLst>
                  <a:ext uri="{FF2B5EF4-FFF2-40B4-BE49-F238E27FC236}">
                    <a16:creationId xmlns:a16="http://schemas.microsoft.com/office/drawing/2014/main" id="{8020270E-9294-3A4B-83A6-DDBCC9B05F6F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6" name="Freeform 2025">
                <a:extLst>
                  <a:ext uri="{FF2B5EF4-FFF2-40B4-BE49-F238E27FC236}">
                    <a16:creationId xmlns:a16="http://schemas.microsoft.com/office/drawing/2014/main" id="{0369BC84-1900-D04E-BF8C-A9C861FE313A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7" name="Rectangle 2026">
                <a:extLst>
                  <a:ext uri="{FF2B5EF4-FFF2-40B4-BE49-F238E27FC236}">
                    <a16:creationId xmlns:a16="http://schemas.microsoft.com/office/drawing/2014/main" id="{8094CBC4-33E4-DB4F-B176-7D3B577BD865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99" name="Group 1998">
              <a:extLst>
                <a:ext uri="{FF2B5EF4-FFF2-40B4-BE49-F238E27FC236}">
                  <a16:creationId xmlns:a16="http://schemas.microsoft.com/office/drawing/2014/main" id="{D54F3DB5-EA33-5C46-A23E-8011A70C5A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2003" name="Freeform 2002">
                <a:extLst>
                  <a:ext uri="{FF2B5EF4-FFF2-40B4-BE49-F238E27FC236}">
                    <a16:creationId xmlns:a16="http://schemas.microsoft.com/office/drawing/2014/main" id="{A4362854-F22C-6A47-BE74-47A951E62AB3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4" name="Freeform 2003">
                <a:extLst>
                  <a:ext uri="{FF2B5EF4-FFF2-40B4-BE49-F238E27FC236}">
                    <a16:creationId xmlns:a16="http://schemas.microsoft.com/office/drawing/2014/main" id="{3115B49C-8F55-E74B-8135-A195613BAD08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00" name="Group 1999">
              <a:extLst>
                <a:ext uri="{FF2B5EF4-FFF2-40B4-BE49-F238E27FC236}">
                  <a16:creationId xmlns:a16="http://schemas.microsoft.com/office/drawing/2014/main" id="{3A55E6D4-97B2-8140-9CE9-076AC49CA34D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2001" name="Freeform 2000">
                <a:extLst>
                  <a:ext uri="{FF2B5EF4-FFF2-40B4-BE49-F238E27FC236}">
                    <a16:creationId xmlns:a16="http://schemas.microsoft.com/office/drawing/2014/main" id="{FBF569CF-EA9F-6B4A-929B-2CB99702DEC5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2" name="Freeform 2001">
                <a:extLst>
                  <a:ext uri="{FF2B5EF4-FFF2-40B4-BE49-F238E27FC236}">
                    <a16:creationId xmlns:a16="http://schemas.microsoft.com/office/drawing/2014/main" id="{A68CD85F-474C-CD4B-BCBA-80D004E340CD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29C0346A-059B-9440-9B2A-B637AF76B946}"/>
              </a:ext>
            </a:extLst>
          </p:cNvPr>
          <p:cNvGrpSpPr>
            <a:grpSpLocks noChangeAspect="1"/>
          </p:cNvGrpSpPr>
          <p:nvPr/>
        </p:nvGrpSpPr>
        <p:grpSpPr>
          <a:xfrm>
            <a:off x="5116108" y="4012054"/>
            <a:ext cx="1475401" cy="2286000"/>
            <a:chOff x="6613401" y="3067343"/>
            <a:chExt cx="2353178" cy="3646036"/>
          </a:xfrm>
        </p:grpSpPr>
        <p:grpSp>
          <p:nvGrpSpPr>
            <p:cNvPr id="1968" name="Group 1967">
              <a:extLst>
                <a:ext uri="{FF2B5EF4-FFF2-40B4-BE49-F238E27FC236}">
                  <a16:creationId xmlns:a16="http://schemas.microsoft.com/office/drawing/2014/main" id="{EA20B343-E947-364D-8500-823A9CBEC09B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1975" name="Arc 1974">
                <a:extLst>
                  <a:ext uri="{FF2B5EF4-FFF2-40B4-BE49-F238E27FC236}">
                    <a16:creationId xmlns:a16="http://schemas.microsoft.com/office/drawing/2014/main" id="{97D2A7D1-813C-0348-ABA8-87DD102C70B8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6" name="Arc 1975">
                <a:extLst>
                  <a:ext uri="{FF2B5EF4-FFF2-40B4-BE49-F238E27FC236}">
                    <a16:creationId xmlns:a16="http://schemas.microsoft.com/office/drawing/2014/main" id="{FDD4FF86-CE17-FD4F-8D40-71C2C888494E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7" name="Rectangle 1976">
                <a:extLst>
                  <a:ext uri="{FF2B5EF4-FFF2-40B4-BE49-F238E27FC236}">
                    <a16:creationId xmlns:a16="http://schemas.microsoft.com/office/drawing/2014/main" id="{5F60F20A-CD41-AC44-B603-96052C726571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8" name="Arc 1977">
                <a:extLst>
                  <a:ext uri="{FF2B5EF4-FFF2-40B4-BE49-F238E27FC236}">
                    <a16:creationId xmlns:a16="http://schemas.microsoft.com/office/drawing/2014/main" id="{9A5C65A3-67B1-8F40-9983-83D7C36B955C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9" name="Arc 1978">
                <a:extLst>
                  <a:ext uri="{FF2B5EF4-FFF2-40B4-BE49-F238E27FC236}">
                    <a16:creationId xmlns:a16="http://schemas.microsoft.com/office/drawing/2014/main" id="{EDE4439F-D402-B940-B738-7012A962ECE8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0" name="Freeform 1979">
                <a:extLst>
                  <a:ext uri="{FF2B5EF4-FFF2-40B4-BE49-F238E27FC236}">
                    <a16:creationId xmlns:a16="http://schemas.microsoft.com/office/drawing/2014/main" id="{C3F041B3-9D8D-E141-9C1D-03BD94373DE1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1" name="Freeform 1980">
                <a:extLst>
                  <a:ext uri="{FF2B5EF4-FFF2-40B4-BE49-F238E27FC236}">
                    <a16:creationId xmlns:a16="http://schemas.microsoft.com/office/drawing/2014/main" id="{BDF10068-96C6-E244-8196-AC9C51EE6B9D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2" name="Rectangle 1981">
                <a:extLst>
                  <a:ext uri="{FF2B5EF4-FFF2-40B4-BE49-F238E27FC236}">
                    <a16:creationId xmlns:a16="http://schemas.microsoft.com/office/drawing/2014/main" id="{B7BEE1FB-C864-8941-8401-BD825613FE2D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3" name="Freeform 1982">
                <a:extLst>
                  <a:ext uri="{FF2B5EF4-FFF2-40B4-BE49-F238E27FC236}">
                    <a16:creationId xmlns:a16="http://schemas.microsoft.com/office/drawing/2014/main" id="{13031AC6-A8A7-3D40-B194-EC03E6238A76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4" name="Freeform 1983">
                <a:extLst>
                  <a:ext uri="{FF2B5EF4-FFF2-40B4-BE49-F238E27FC236}">
                    <a16:creationId xmlns:a16="http://schemas.microsoft.com/office/drawing/2014/main" id="{294FF58B-432C-5E42-8923-7DE20C4CA658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5" name="Freeform 1984">
                <a:extLst>
                  <a:ext uri="{FF2B5EF4-FFF2-40B4-BE49-F238E27FC236}">
                    <a16:creationId xmlns:a16="http://schemas.microsoft.com/office/drawing/2014/main" id="{44F0ABD5-24BC-A142-910F-05BD08623E92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6" name="Freeform 1985">
                <a:extLst>
                  <a:ext uri="{FF2B5EF4-FFF2-40B4-BE49-F238E27FC236}">
                    <a16:creationId xmlns:a16="http://schemas.microsoft.com/office/drawing/2014/main" id="{17983ADC-5DA1-1B41-B101-ADC029F489F8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7" name="Freeform 1986">
                <a:extLst>
                  <a:ext uri="{FF2B5EF4-FFF2-40B4-BE49-F238E27FC236}">
                    <a16:creationId xmlns:a16="http://schemas.microsoft.com/office/drawing/2014/main" id="{23DCF03B-7516-1244-9F89-FA8ED684D37C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8" name="Freeform 1987">
                <a:extLst>
                  <a:ext uri="{FF2B5EF4-FFF2-40B4-BE49-F238E27FC236}">
                    <a16:creationId xmlns:a16="http://schemas.microsoft.com/office/drawing/2014/main" id="{C63B2DF2-4EC4-A245-B054-DB42C1990C64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9" name="Freeform 1988">
                <a:extLst>
                  <a:ext uri="{FF2B5EF4-FFF2-40B4-BE49-F238E27FC236}">
                    <a16:creationId xmlns:a16="http://schemas.microsoft.com/office/drawing/2014/main" id="{C5EE8FFC-A3F7-8E48-8894-23574FBECA55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0" name="Freeform 1989">
                <a:extLst>
                  <a:ext uri="{FF2B5EF4-FFF2-40B4-BE49-F238E27FC236}">
                    <a16:creationId xmlns:a16="http://schemas.microsoft.com/office/drawing/2014/main" id="{1A721981-CC07-A44D-B2F9-693696F2A549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1" name="Freeform 1990">
                <a:extLst>
                  <a:ext uri="{FF2B5EF4-FFF2-40B4-BE49-F238E27FC236}">
                    <a16:creationId xmlns:a16="http://schemas.microsoft.com/office/drawing/2014/main" id="{6B77B4E4-A3CF-1A45-9E81-6CE3E379146A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2" name="Freeform 1991">
                <a:extLst>
                  <a:ext uri="{FF2B5EF4-FFF2-40B4-BE49-F238E27FC236}">
                    <a16:creationId xmlns:a16="http://schemas.microsoft.com/office/drawing/2014/main" id="{A6410A4C-4E17-2D43-A6D2-EC42ED0363A5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3" name="Freeform 1992">
                <a:extLst>
                  <a:ext uri="{FF2B5EF4-FFF2-40B4-BE49-F238E27FC236}">
                    <a16:creationId xmlns:a16="http://schemas.microsoft.com/office/drawing/2014/main" id="{153D22EF-56A2-6E40-9267-A2DE9D86EDD3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4" name="Freeform 1993">
                <a:extLst>
                  <a:ext uri="{FF2B5EF4-FFF2-40B4-BE49-F238E27FC236}">
                    <a16:creationId xmlns:a16="http://schemas.microsoft.com/office/drawing/2014/main" id="{F91FC091-2C7F-7846-9FF5-0251FAE4EB34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5" name="Freeform 1994">
                <a:extLst>
                  <a:ext uri="{FF2B5EF4-FFF2-40B4-BE49-F238E27FC236}">
                    <a16:creationId xmlns:a16="http://schemas.microsoft.com/office/drawing/2014/main" id="{343B820E-1AC8-DF4A-9A67-6D78CBA08156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6" name="Freeform 1995">
                <a:extLst>
                  <a:ext uri="{FF2B5EF4-FFF2-40B4-BE49-F238E27FC236}">
                    <a16:creationId xmlns:a16="http://schemas.microsoft.com/office/drawing/2014/main" id="{67C4D38D-3E65-5348-8C77-857C7B96DC21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7" name="Rectangle 1996">
                <a:extLst>
                  <a:ext uri="{FF2B5EF4-FFF2-40B4-BE49-F238E27FC236}">
                    <a16:creationId xmlns:a16="http://schemas.microsoft.com/office/drawing/2014/main" id="{3AAB460D-8E25-CA47-8FF4-DC3D27CABD21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69" name="Group 1968">
              <a:extLst>
                <a:ext uri="{FF2B5EF4-FFF2-40B4-BE49-F238E27FC236}">
                  <a16:creationId xmlns:a16="http://schemas.microsoft.com/office/drawing/2014/main" id="{AD9A70C4-57E4-7C4A-829E-A75D9683637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1973" name="Freeform 1972">
                <a:extLst>
                  <a:ext uri="{FF2B5EF4-FFF2-40B4-BE49-F238E27FC236}">
                    <a16:creationId xmlns:a16="http://schemas.microsoft.com/office/drawing/2014/main" id="{14A1C7AF-9B37-0644-84B6-D1D48064162F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4" name="Freeform 1973">
                <a:extLst>
                  <a:ext uri="{FF2B5EF4-FFF2-40B4-BE49-F238E27FC236}">
                    <a16:creationId xmlns:a16="http://schemas.microsoft.com/office/drawing/2014/main" id="{A807FA6F-4CE9-B845-9E0D-F461FC8405A0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70" name="Group 1969">
              <a:extLst>
                <a:ext uri="{FF2B5EF4-FFF2-40B4-BE49-F238E27FC236}">
                  <a16:creationId xmlns:a16="http://schemas.microsoft.com/office/drawing/2014/main" id="{D830F25C-3540-174D-AE6D-A69184F0AB62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1971" name="Freeform 1970">
                <a:extLst>
                  <a:ext uri="{FF2B5EF4-FFF2-40B4-BE49-F238E27FC236}">
                    <a16:creationId xmlns:a16="http://schemas.microsoft.com/office/drawing/2014/main" id="{186D5661-0827-7147-AA44-11B6DA094D0C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2" name="Freeform 1971">
                <a:extLst>
                  <a:ext uri="{FF2B5EF4-FFF2-40B4-BE49-F238E27FC236}">
                    <a16:creationId xmlns:a16="http://schemas.microsoft.com/office/drawing/2014/main" id="{19743CDA-2318-C041-B5C8-88807890D085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63907967-4064-AE49-AD2A-534493456667}"/>
              </a:ext>
            </a:extLst>
          </p:cNvPr>
          <p:cNvGrpSpPr/>
          <p:nvPr/>
        </p:nvGrpSpPr>
        <p:grpSpPr>
          <a:xfrm>
            <a:off x="6169123" y="4417270"/>
            <a:ext cx="1945558" cy="1472614"/>
            <a:chOff x="6542315" y="2108918"/>
            <a:chExt cx="4376056" cy="2675354"/>
          </a:xfrm>
        </p:grpSpPr>
        <p:sp>
          <p:nvSpPr>
            <p:cNvPr id="1948" name="Parallelogram 1947">
              <a:extLst>
                <a:ext uri="{FF2B5EF4-FFF2-40B4-BE49-F238E27FC236}">
                  <a16:creationId xmlns:a16="http://schemas.microsoft.com/office/drawing/2014/main" id="{D63452B6-1C51-C042-8A24-CA55CDAC1186}"/>
                </a:ext>
              </a:extLst>
            </p:cNvPr>
            <p:cNvSpPr/>
            <p:nvPr/>
          </p:nvSpPr>
          <p:spPr>
            <a:xfrm rot="2700000">
              <a:off x="7579789" y="2415829"/>
              <a:ext cx="505691" cy="97096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9" name="Parallelogram 1948">
              <a:extLst>
                <a:ext uri="{FF2B5EF4-FFF2-40B4-BE49-F238E27FC236}">
                  <a16:creationId xmlns:a16="http://schemas.microsoft.com/office/drawing/2014/main" id="{09E1D1C0-6281-764C-9E78-DA61D491A0C1}"/>
                </a:ext>
              </a:extLst>
            </p:cNvPr>
            <p:cNvSpPr/>
            <p:nvPr/>
          </p:nvSpPr>
          <p:spPr>
            <a:xfrm>
              <a:off x="6542315" y="2990659"/>
              <a:ext cx="1659576" cy="215185"/>
            </a:xfrm>
            <a:prstGeom prst="parallelogram">
              <a:avLst>
                <a:gd name="adj" fmla="val 0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0" name="Parallelogram 1949">
              <a:extLst>
                <a:ext uri="{FF2B5EF4-FFF2-40B4-BE49-F238E27FC236}">
                  <a16:creationId xmlns:a16="http://schemas.microsoft.com/office/drawing/2014/main" id="{6D1384D8-7138-8041-B3F1-7C671EC47EED}"/>
                </a:ext>
              </a:extLst>
            </p:cNvPr>
            <p:cNvSpPr/>
            <p:nvPr/>
          </p:nvSpPr>
          <p:spPr>
            <a:xfrm>
              <a:off x="7707086" y="2556826"/>
              <a:ext cx="3061854" cy="1388642"/>
            </a:xfrm>
            <a:prstGeom prst="parallelogram">
              <a:avLst>
                <a:gd name="adj" fmla="val 16216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1" name="Oval 1950">
              <a:extLst>
                <a:ext uri="{FF2B5EF4-FFF2-40B4-BE49-F238E27FC236}">
                  <a16:creationId xmlns:a16="http://schemas.microsoft.com/office/drawing/2014/main" id="{81C637BB-970B-A946-9278-B81DBFB05AE0}"/>
                </a:ext>
              </a:extLst>
            </p:cNvPr>
            <p:cNvSpPr/>
            <p:nvPr/>
          </p:nvSpPr>
          <p:spPr>
            <a:xfrm>
              <a:off x="6542315" y="3238501"/>
              <a:ext cx="1545771" cy="154577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2" name="Oval 1951">
              <a:extLst>
                <a:ext uri="{FF2B5EF4-FFF2-40B4-BE49-F238E27FC236}">
                  <a16:creationId xmlns:a16="http://schemas.microsoft.com/office/drawing/2014/main" id="{367C2D32-2AE0-744D-989A-B05549F75C94}"/>
                </a:ext>
              </a:extLst>
            </p:cNvPr>
            <p:cNvSpPr/>
            <p:nvPr/>
          </p:nvSpPr>
          <p:spPr>
            <a:xfrm>
              <a:off x="9993086" y="3858987"/>
              <a:ext cx="925285" cy="92528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53" name="Straight Connector 1952">
              <a:extLst>
                <a:ext uri="{FF2B5EF4-FFF2-40B4-BE49-F238E27FC236}">
                  <a16:creationId xmlns:a16="http://schemas.microsoft.com/office/drawing/2014/main" id="{CF98D50B-E649-0546-8A8C-210C622E7E07}"/>
                </a:ext>
              </a:extLst>
            </p:cNvPr>
            <p:cNvCxnSpPr>
              <a:cxnSpLocks/>
            </p:cNvCxnSpPr>
            <p:nvPr/>
          </p:nvCxnSpPr>
          <p:spPr>
            <a:xfrm>
              <a:off x="7811104" y="3363084"/>
              <a:ext cx="2803016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4" name="Parallelogram 1953">
              <a:extLst>
                <a:ext uri="{FF2B5EF4-FFF2-40B4-BE49-F238E27FC236}">
                  <a16:creationId xmlns:a16="http://schemas.microsoft.com/office/drawing/2014/main" id="{97466DF5-B3D3-6B4B-B9BC-6E6753F1145B}"/>
                </a:ext>
              </a:extLst>
            </p:cNvPr>
            <p:cNvSpPr/>
            <p:nvPr/>
          </p:nvSpPr>
          <p:spPr>
            <a:xfrm>
              <a:off x="6871855" y="2802879"/>
              <a:ext cx="505691" cy="17145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55" name="Parallelogram 1954">
              <a:extLst>
                <a:ext uri="{FF2B5EF4-FFF2-40B4-BE49-F238E27FC236}">
                  <a16:creationId xmlns:a16="http://schemas.microsoft.com/office/drawing/2014/main" id="{C9350448-0A07-A849-BDBF-B3AE0067E2A4}"/>
                </a:ext>
              </a:extLst>
            </p:cNvPr>
            <p:cNvSpPr/>
            <p:nvPr/>
          </p:nvSpPr>
          <p:spPr>
            <a:xfrm rot="18870072">
              <a:off x="7460143" y="2234386"/>
              <a:ext cx="310567" cy="5963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6" name="Oval 1955">
              <a:extLst>
                <a:ext uri="{FF2B5EF4-FFF2-40B4-BE49-F238E27FC236}">
                  <a16:creationId xmlns:a16="http://schemas.microsoft.com/office/drawing/2014/main" id="{B3577F3A-72BD-1441-A371-B350081788DC}"/>
                </a:ext>
              </a:extLst>
            </p:cNvPr>
            <p:cNvSpPr/>
            <p:nvPr/>
          </p:nvSpPr>
          <p:spPr>
            <a:xfrm>
              <a:off x="6804781" y="3501076"/>
              <a:ext cx="1020727" cy="1020727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957" name="Straight Connector 1956">
              <a:extLst>
                <a:ext uri="{FF2B5EF4-FFF2-40B4-BE49-F238E27FC236}">
                  <a16:creationId xmlns:a16="http://schemas.microsoft.com/office/drawing/2014/main" id="{5352B75E-A8E1-4247-A19C-E9BFC522F0CF}"/>
                </a:ext>
              </a:extLst>
            </p:cNvPr>
            <p:cNvCxnSpPr>
              <a:cxnSpLocks/>
              <a:endCxn id="1956" idx="6"/>
            </p:cNvCxnSpPr>
            <p:nvPr/>
          </p:nvCxnSpPr>
          <p:spPr>
            <a:xfrm>
              <a:off x="6804781" y="4011386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8" name="Straight Connector 1957">
              <a:extLst>
                <a:ext uri="{FF2B5EF4-FFF2-40B4-BE49-F238E27FC236}">
                  <a16:creationId xmlns:a16="http://schemas.microsoft.com/office/drawing/2014/main" id="{AF018C49-84B3-284C-ABD4-1FB8DDC3EEB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804753" y="4027355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9" name="Straight Connector 1958">
              <a:extLst>
                <a:ext uri="{FF2B5EF4-FFF2-40B4-BE49-F238E27FC236}">
                  <a16:creationId xmlns:a16="http://schemas.microsoft.com/office/drawing/2014/main" id="{E4233C6F-696B-0343-8D15-3C457981FEE6}"/>
                </a:ext>
              </a:extLst>
            </p:cNvPr>
            <p:cNvCxnSpPr>
              <a:cxnSpLocks/>
            </p:cNvCxnSpPr>
            <p:nvPr/>
          </p:nvCxnSpPr>
          <p:spPr>
            <a:xfrm rot="2700000">
              <a:off x="6804725" y="401042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0" name="Straight Connector 1959">
              <a:extLst>
                <a:ext uri="{FF2B5EF4-FFF2-40B4-BE49-F238E27FC236}">
                  <a16:creationId xmlns:a16="http://schemas.microsoft.com/office/drawing/2014/main" id="{0AA80EEC-DE22-144E-B934-982B7A80837E}"/>
                </a:ext>
              </a:extLst>
            </p:cNvPr>
            <p:cNvCxnSpPr>
              <a:cxnSpLocks/>
            </p:cNvCxnSpPr>
            <p:nvPr/>
          </p:nvCxnSpPr>
          <p:spPr>
            <a:xfrm rot="8100000">
              <a:off x="6804218" y="402686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1" name="Group 1960">
              <a:extLst>
                <a:ext uri="{FF2B5EF4-FFF2-40B4-BE49-F238E27FC236}">
                  <a16:creationId xmlns:a16="http://schemas.microsoft.com/office/drawing/2014/main" id="{FA5010A9-6583-AA4C-AD27-6EEA789464D0}"/>
                </a:ext>
              </a:extLst>
            </p:cNvPr>
            <p:cNvGrpSpPr/>
            <p:nvPr/>
          </p:nvGrpSpPr>
          <p:grpSpPr>
            <a:xfrm>
              <a:off x="10146001" y="4009953"/>
              <a:ext cx="636388" cy="646590"/>
              <a:chOff x="8329812" y="4770000"/>
              <a:chExt cx="1021290" cy="1037662"/>
            </a:xfrm>
          </p:grpSpPr>
          <p:sp>
            <p:nvSpPr>
              <p:cNvPr id="1963" name="Oval 1962">
                <a:extLst>
                  <a:ext uri="{FF2B5EF4-FFF2-40B4-BE49-F238E27FC236}">
                    <a16:creationId xmlns:a16="http://schemas.microsoft.com/office/drawing/2014/main" id="{034655E4-CDD3-6541-B622-A3283B27EEB1}"/>
                  </a:ext>
                </a:extLst>
              </p:cNvPr>
              <p:cNvSpPr/>
              <p:nvPr/>
            </p:nvSpPr>
            <p:spPr>
              <a:xfrm>
                <a:off x="8330375" y="4770993"/>
                <a:ext cx="1020727" cy="1020727"/>
              </a:xfrm>
              <a:prstGeom prst="ellipse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964" name="Straight Connector 1963">
                <a:extLst>
                  <a:ext uri="{FF2B5EF4-FFF2-40B4-BE49-F238E27FC236}">
                    <a16:creationId xmlns:a16="http://schemas.microsoft.com/office/drawing/2014/main" id="{8CDB05BA-2CA6-A147-820F-8B76E1C36623}"/>
                  </a:ext>
                </a:extLst>
              </p:cNvPr>
              <p:cNvCxnSpPr>
                <a:cxnSpLocks/>
                <a:endCxn id="1963" idx="6"/>
              </p:cNvCxnSpPr>
              <p:nvPr/>
            </p:nvCxnSpPr>
            <p:spPr>
              <a:xfrm>
                <a:off x="8330375" y="5281303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5" name="Straight Connector 1964">
                <a:extLst>
                  <a:ext uri="{FF2B5EF4-FFF2-40B4-BE49-F238E27FC236}">
                    <a16:creationId xmlns:a16="http://schemas.microsoft.com/office/drawing/2014/main" id="{87F96C9C-A553-1F4D-9775-A495ECFF9C6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8330347" y="5297272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6" name="Straight Connector 1965">
                <a:extLst>
                  <a:ext uri="{FF2B5EF4-FFF2-40B4-BE49-F238E27FC236}">
                    <a16:creationId xmlns:a16="http://schemas.microsoft.com/office/drawing/2014/main" id="{C778946B-C37C-6B47-A740-C5E6E1C0C6CE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8330319" y="528033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7" name="Straight Connector 1966">
                <a:extLst>
                  <a:ext uri="{FF2B5EF4-FFF2-40B4-BE49-F238E27FC236}">
                    <a16:creationId xmlns:a16="http://schemas.microsoft.com/office/drawing/2014/main" id="{74DDC25D-45FF-5348-A2AD-DF437DE1903A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>
                <a:off x="8329812" y="529677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62" name="Trapezoid 1961">
              <a:extLst>
                <a:ext uri="{FF2B5EF4-FFF2-40B4-BE49-F238E27FC236}">
                  <a16:creationId xmlns:a16="http://schemas.microsoft.com/office/drawing/2014/main" id="{0CA126E4-7CBB-CC48-9871-87D06A30AAAE}"/>
                </a:ext>
              </a:extLst>
            </p:cNvPr>
            <p:cNvSpPr/>
            <p:nvPr/>
          </p:nvSpPr>
          <p:spPr>
            <a:xfrm>
              <a:off x="9922933" y="2132549"/>
              <a:ext cx="213305" cy="417740"/>
            </a:xfrm>
            <a:prstGeom prst="trapezoid">
              <a:avLst/>
            </a:prstGeom>
            <a:solidFill>
              <a:schemeClr val="tx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6DF83329-C379-5D4E-9929-3234DFFED28F}"/>
              </a:ext>
            </a:extLst>
          </p:cNvPr>
          <p:cNvGrpSpPr>
            <a:grpSpLocks noChangeAspect="1"/>
          </p:cNvGrpSpPr>
          <p:nvPr/>
        </p:nvGrpSpPr>
        <p:grpSpPr>
          <a:xfrm>
            <a:off x="5276237" y="3791207"/>
            <a:ext cx="1652449" cy="2560320"/>
            <a:chOff x="6613401" y="3067343"/>
            <a:chExt cx="2353178" cy="3646036"/>
          </a:xfrm>
        </p:grpSpPr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2D5014CD-D643-654D-AC99-F20D54CD6EF1}"/>
                </a:ext>
              </a:extLst>
            </p:cNvPr>
            <p:cNvGrpSpPr/>
            <p:nvPr/>
          </p:nvGrpSpPr>
          <p:grpSpPr>
            <a:xfrm>
              <a:off x="6613401" y="3067343"/>
              <a:ext cx="2353178" cy="3646036"/>
              <a:chOff x="6613401" y="2803295"/>
              <a:chExt cx="2879972" cy="3910084"/>
            </a:xfrm>
          </p:grpSpPr>
          <p:sp>
            <p:nvSpPr>
              <p:cNvPr id="470" name="Arc 469">
                <a:extLst>
                  <a:ext uri="{FF2B5EF4-FFF2-40B4-BE49-F238E27FC236}">
                    <a16:creationId xmlns:a16="http://schemas.microsoft.com/office/drawing/2014/main" id="{978B12AE-DB30-454A-B600-7BCECAEA71A1}"/>
                  </a:ext>
                </a:extLst>
              </p:cNvPr>
              <p:cNvSpPr/>
              <p:nvPr/>
            </p:nvSpPr>
            <p:spPr>
              <a:xfrm>
                <a:off x="6613401" y="2949428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1" name="Arc 470">
                <a:extLst>
                  <a:ext uri="{FF2B5EF4-FFF2-40B4-BE49-F238E27FC236}">
                    <a16:creationId xmlns:a16="http://schemas.microsoft.com/office/drawing/2014/main" id="{87BDB88D-B89A-1847-A620-962C0F1EEB8A}"/>
                  </a:ext>
                </a:extLst>
              </p:cNvPr>
              <p:cNvSpPr/>
              <p:nvPr/>
            </p:nvSpPr>
            <p:spPr>
              <a:xfrm rot="1338627">
                <a:off x="6671221" y="2804681"/>
                <a:ext cx="1372082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D1321004-206B-4F48-B6DC-5A11C89E27AD}"/>
                  </a:ext>
                </a:extLst>
              </p:cNvPr>
              <p:cNvSpPr/>
              <p:nvPr/>
            </p:nvSpPr>
            <p:spPr>
              <a:xfrm>
                <a:off x="7992182" y="2805809"/>
                <a:ext cx="58909" cy="373291"/>
              </a:xfrm>
              <a:prstGeom prst="rect">
                <a:avLst/>
              </a:prstGeom>
              <a:solidFill>
                <a:srgbClr val="FFE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3" name="Arc 472">
                <a:extLst>
                  <a:ext uri="{FF2B5EF4-FFF2-40B4-BE49-F238E27FC236}">
                    <a16:creationId xmlns:a16="http://schemas.microsoft.com/office/drawing/2014/main" id="{6B6A5E60-1D60-B84E-BA8D-6FCC940C4DFE}"/>
                  </a:ext>
                </a:extLst>
              </p:cNvPr>
              <p:cNvSpPr/>
              <p:nvPr/>
            </p:nvSpPr>
            <p:spPr>
              <a:xfrm flipH="1">
                <a:off x="8067956" y="2954566"/>
                <a:ext cx="1224347" cy="440385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" name="Arc 473">
                <a:extLst>
                  <a:ext uri="{FF2B5EF4-FFF2-40B4-BE49-F238E27FC236}">
                    <a16:creationId xmlns:a16="http://schemas.microsoft.com/office/drawing/2014/main" id="{2C225D54-4406-F24F-955C-016F8BFAC321}"/>
                  </a:ext>
                </a:extLst>
              </p:cNvPr>
              <p:cNvSpPr/>
              <p:nvPr/>
            </p:nvSpPr>
            <p:spPr>
              <a:xfrm rot="20295794" flipH="1">
                <a:off x="7998347" y="2803295"/>
                <a:ext cx="1495026" cy="432629"/>
              </a:xfrm>
              <a:prstGeom prst="arc">
                <a:avLst/>
              </a:prstGeom>
              <a:ln w="31750">
                <a:solidFill>
                  <a:srgbClr val="FFEB1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60723B-FE90-DE48-86B3-C09DF1509118}"/>
                  </a:ext>
                </a:extLst>
              </p:cNvPr>
              <p:cNvSpPr/>
              <p:nvPr/>
            </p:nvSpPr>
            <p:spPr>
              <a:xfrm flipH="1">
                <a:off x="8032877" y="5040891"/>
                <a:ext cx="687979" cy="417492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70585F3E-EC43-BB46-ABAD-C96DD331BD48}"/>
                  </a:ext>
                </a:extLst>
              </p:cNvPr>
              <p:cNvSpPr/>
              <p:nvPr/>
            </p:nvSpPr>
            <p:spPr>
              <a:xfrm>
                <a:off x="7332585" y="5034696"/>
                <a:ext cx="694135" cy="421228"/>
              </a:xfrm>
              <a:custGeom>
                <a:avLst/>
                <a:gdLst>
                  <a:gd name="connsiteX0" fmla="*/ 538716 w 538716"/>
                  <a:gd name="connsiteY0" fmla="*/ 177209 h 581246"/>
                  <a:gd name="connsiteX1" fmla="*/ 482009 w 538716"/>
                  <a:gd name="connsiteY1" fmla="*/ 92148 h 581246"/>
                  <a:gd name="connsiteX2" fmla="*/ 453656 w 538716"/>
                  <a:gd name="connsiteY2" fmla="*/ 49618 h 581246"/>
                  <a:gd name="connsiteX3" fmla="*/ 396949 w 538716"/>
                  <a:gd name="connsiteY3" fmla="*/ 21265 h 581246"/>
                  <a:gd name="connsiteX4" fmla="*/ 396949 w 538716"/>
                  <a:gd name="connsiteY4" fmla="*/ 21265 h 581246"/>
                  <a:gd name="connsiteX5" fmla="*/ 290623 w 538716"/>
                  <a:gd name="connsiteY5" fmla="*/ 0 h 581246"/>
                  <a:gd name="connsiteX6" fmla="*/ 290623 w 538716"/>
                  <a:gd name="connsiteY6" fmla="*/ 0 h 581246"/>
                  <a:gd name="connsiteX7" fmla="*/ 191386 w 538716"/>
                  <a:gd name="connsiteY7" fmla="*/ 28353 h 581246"/>
                  <a:gd name="connsiteX8" fmla="*/ 191386 w 538716"/>
                  <a:gd name="connsiteY8" fmla="*/ 28353 h 581246"/>
                  <a:gd name="connsiteX9" fmla="*/ 120502 w 538716"/>
                  <a:gd name="connsiteY9" fmla="*/ 77972 h 581246"/>
                  <a:gd name="connsiteX10" fmla="*/ 92149 w 538716"/>
                  <a:gd name="connsiteY10" fmla="*/ 106325 h 581246"/>
                  <a:gd name="connsiteX11" fmla="*/ 92149 w 538716"/>
                  <a:gd name="connsiteY11" fmla="*/ 106325 h 581246"/>
                  <a:gd name="connsiteX12" fmla="*/ 56707 w 538716"/>
                  <a:gd name="connsiteY12" fmla="*/ 198474 h 581246"/>
                  <a:gd name="connsiteX13" fmla="*/ 28354 w 538716"/>
                  <a:gd name="connsiteY13" fmla="*/ 290623 h 581246"/>
                  <a:gd name="connsiteX14" fmla="*/ 14177 w 538716"/>
                  <a:gd name="connsiteY14" fmla="*/ 361507 h 581246"/>
                  <a:gd name="connsiteX15" fmla="*/ 7088 w 538716"/>
                  <a:gd name="connsiteY15" fmla="*/ 453655 h 581246"/>
                  <a:gd name="connsiteX16" fmla="*/ 0 w 538716"/>
                  <a:gd name="connsiteY16" fmla="*/ 510362 h 581246"/>
                  <a:gd name="connsiteX17" fmla="*/ 14177 w 538716"/>
                  <a:gd name="connsiteY17" fmla="*/ 581246 h 581246"/>
                  <a:gd name="connsiteX18" fmla="*/ 21265 w 538716"/>
                  <a:gd name="connsiteY18" fmla="*/ 545804 h 581246"/>
                  <a:gd name="connsiteX19" fmla="*/ 35442 w 538716"/>
                  <a:gd name="connsiteY19" fmla="*/ 496186 h 581246"/>
                  <a:gd name="connsiteX20" fmla="*/ 42530 w 538716"/>
                  <a:gd name="connsiteY20" fmla="*/ 482009 h 581246"/>
                  <a:gd name="connsiteX21" fmla="*/ 56707 w 538716"/>
                  <a:gd name="connsiteY21" fmla="*/ 425302 h 581246"/>
                  <a:gd name="connsiteX22" fmla="*/ 70884 w 538716"/>
                  <a:gd name="connsiteY22" fmla="*/ 389860 h 581246"/>
                  <a:gd name="connsiteX23" fmla="*/ 99237 w 538716"/>
                  <a:gd name="connsiteY23" fmla="*/ 333153 h 581246"/>
                  <a:gd name="connsiteX24" fmla="*/ 134679 w 538716"/>
                  <a:gd name="connsiteY24" fmla="*/ 283535 h 581246"/>
                  <a:gd name="connsiteX25" fmla="*/ 170121 w 538716"/>
                  <a:gd name="connsiteY25" fmla="*/ 248093 h 581246"/>
                  <a:gd name="connsiteX26" fmla="*/ 191386 w 538716"/>
                  <a:gd name="connsiteY26" fmla="*/ 219739 h 581246"/>
                  <a:gd name="connsiteX27" fmla="*/ 219740 w 538716"/>
                  <a:gd name="connsiteY27" fmla="*/ 205562 h 581246"/>
                  <a:gd name="connsiteX28" fmla="*/ 262270 w 538716"/>
                  <a:gd name="connsiteY28" fmla="*/ 177209 h 581246"/>
                  <a:gd name="connsiteX29" fmla="*/ 290623 w 538716"/>
                  <a:gd name="connsiteY29" fmla="*/ 170121 h 581246"/>
                  <a:gd name="connsiteX30" fmla="*/ 326065 w 538716"/>
                  <a:gd name="connsiteY30" fmla="*/ 170121 h 581246"/>
                  <a:gd name="connsiteX31" fmla="*/ 375684 w 538716"/>
                  <a:gd name="connsiteY31" fmla="*/ 177209 h 581246"/>
                  <a:gd name="connsiteX32" fmla="*/ 432391 w 538716"/>
                  <a:gd name="connsiteY32" fmla="*/ 191386 h 581246"/>
                  <a:gd name="connsiteX33" fmla="*/ 474921 w 538716"/>
                  <a:gd name="connsiteY33" fmla="*/ 205562 h 581246"/>
                  <a:gd name="connsiteX34" fmla="*/ 538716 w 538716"/>
                  <a:gd name="connsiteY34" fmla="*/ 177209 h 58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8716" h="581246">
                    <a:moveTo>
                      <a:pt x="538716" y="177209"/>
                    </a:moveTo>
                    <a:lnTo>
                      <a:pt x="482009" y="92148"/>
                    </a:lnTo>
                    <a:lnTo>
                      <a:pt x="453656" y="49618"/>
                    </a:lnTo>
                    <a:lnTo>
                      <a:pt x="396949" y="21265"/>
                    </a:lnTo>
                    <a:lnTo>
                      <a:pt x="396949" y="21265"/>
                    </a:lnTo>
                    <a:lnTo>
                      <a:pt x="290623" y="0"/>
                    </a:lnTo>
                    <a:lnTo>
                      <a:pt x="290623" y="0"/>
                    </a:lnTo>
                    <a:lnTo>
                      <a:pt x="191386" y="28353"/>
                    </a:lnTo>
                    <a:lnTo>
                      <a:pt x="191386" y="28353"/>
                    </a:lnTo>
                    <a:lnTo>
                      <a:pt x="120502" y="77972"/>
                    </a:lnTo>
                    <a:lnTo>
                      <a:pt x="92149" y="106325"/>
                    </a:lnTo>
                    <a:lnTo>
                      <a:pt x="92149" y="106325"/>
                    </a:lnTo>
                    <a:lnTo>
                      <a:pt x="56707" y="198474"/>
                    </a:lnTo>
                    <a:lnTo>
                      <a:pt x="28354" y="290623"/>
                    </a:lnTo>
                    <a:lnTo>
                      <a:pt x="14177" y="361507"/>
                    </a:lnTo>
                    <a:lnTo>
                      <a:pt x="7088" y="453655"/>
                    </a:lnTo>
                    <a:lnTo>
                      <a:pt x="0" y="510362"/>
                    </a:lnTo>
                    <a:lnTo>
                      <a:pt x="14177" y="581246"/>
                    </a:lnTo>
                    <a:lnTo>
                      <a:pt x="21265" y="545804"/>
                    </a:lnTo>
                    <a:lnTo>
                      <a:pt x="35442" y="496186"/>
                    </a:lnTo>
                    <a:lnTo>
                      <a:pt x="42530" y="482009"/>
                    </a:lnTo>
                    <a:lnTo>
                      <a:pt x="56707" y="425302"/>
                    </a:lnTo>
                    <a:lnTo>
                      <a:pt x="70884" y="389860"/>
                    </a:lnTo>
                    <a:lnTo>
                      <a:pt x="99237" y="333153"/>
                    </a:lnTo>
                    <a:lnTo>
                      <a:pt x="134679" y="283535"/>
                    </a:lnTo>
                    <a:lnTo>
                      <a:pt x="170121" y="248093"/>
                    </a:lnTo>
                    <a:lnTo>
                      <a:pt x="191386" y="219739"/>
                    </a:lnTo>
                    <a:lnTo>
                      <a:pt x="219740" y="205562"/>
                    </a:lnTo>
                    <a:lnTo>
                      <a:pt x="262270" y="177209"/>
                    </a:lnTo>
                    <a:lnTo>
                      <a:pt x="290623" y="170121"/>
                    </a:lnTo>
                    <a:lnTo>
                      <a:pt x="326065" y="170121"/>
                    </a:lnTo>
                    <a:lnTo>
                      <a:pt x="375684" y="177209"/>
                    </a:lnTo>
                    <a:lnTo>
                      <a:pt x="432391" y="191386"/>
                    </a:lnTo>
                    <a:lnTo>
                      <a:pt x="474921" y="205562"/>
                    </a:lnTo>
                    <a:lnTo>
                      <a:pt x="538716" y="177209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FC10C745-CC73-EC42-A33F-AC7FAA0F0AD3}"/>
                  </a:ext>
                </a:extLst>
              </p:cNvPr>
              <p:cNvSpPr/>
              <p:nvPr/>
            </p:nvSpPr>
            <p:spPr>
              <a:xfrm>
                <a:off x="7956380" y="4172773"/>
                <a:ext cx="140681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7A411FA3-B6CB-4C4C-A670-665466CC8A85}"/>
                  </a:ext>
                </a:extLst>
              </p:cNvPr>
              <p:cNvSpPr/>
              <p:nvPr/>
            </p:nvSpPr>
            <p:spPr>
              <a:xfrm>
                <a:off x="6958374" y="4226483"/>
                <a:ext cx="1013509" cy="24226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15F7C723-29E4-FF4E-AFD6-32C6F424BB90}"/>
                  </a:ext>
                </a:extLst>
              </p:cNvPr>
              <p:cNvSpPr/>
              <p:nvPr/>
            </p:nvSpPr>
            <p:spPr>
              <a:xfrm flipH="1">
                <a:off x="8067957" y="4220216"/>
                <a:ext cx="1065946" cy="25479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F95330D7-DDA0-E644-949A-4F9586C605A8}"/>
                  </a:ext>
                </a:extLst>
              </p:cNvPr>
              <p:cNvSpPr/>
              <p:nvPr/>
            </p:nvSpPr>
            <p:spPr>
              <a:xfrm rot="20572658">
                <a:off x="7136516" y="3686104"/>
                <a:ext cx="894487" cy="152483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1" name="Freeform 480">
                <a:extLst>
                  <a:ext uri="{FF2B5EF4-FFF2-40B4-BE49-F238E27FC236}">
                    <a16:creationId xmlns:a16="http://schemas.microsoft.com/office/drawing/2014/main" id="{CB6CC79A-407D-3E4F-82E3-4FD93252194E}"/>
                  </a:ext>
                </a:extLst>
              </p:cNvPr>
              <p:cNvSpPr/>
              <p:nvPr/>
            </p:nvSpPr>
            <p:spPr>
              <a:xfrm rot="1007770" flipH="1">
                <a:off x="7970533" y="3684077"/>
                <a:ext cx="865209" cy="147492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FBB5A556-4871-7F41-81F8-13F87586D37F}"/>
                  </a:ext>
                </a:extLst>
              </p:cNvPr>
              <p:cNvSpPr/>
              <p:nvPr/>
            </p:nvSpPr>
            <p:spPr>
              <a:xfrm>
                <a:off x="7390657" y="6024306"/>
                <a:ext cx="578192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0A1414F1-C52A-024E-B227-9C46B347539C}"/>
                  </a:ext>
                </a:extLst>
              </p:cNvPr>
              <p:cNvSpPr/>
              <p:nvPr/>
            </p:nvSpPr>
            <p:spPr>
              <a:xfrm rot="21085137">
                <a:off x="7431410" y="6050601"/>
                <a:ext cx="715084" cy="662778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8E81794-97B1-664F-9852-3D3F10C1E7E7}"/>
                  </a:ext>
                </a:extLst>
              </p:cNvPr>
              <p:cNvSpPr/>
              <p:nvPr/>
            </p:nvSpPr>
            <p:spPr>
              <a:xfrm>
                <a:off x="7724979" y="6024306"/>
                <a:ext cx="360007" cy="687207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E6D157C2-5F11-9546-A973-9583D2D203CE}"/>
                  </a:ext>
                </a:extLst>
              </p:cNvPr>
              <p:cNvSpPr/>
              <p:nvPr/>
            </p:nvSpPr>
            <p:spPr>
              <a:xfrm>
                <a:off x="7848678" y="6024302"/>
                <a:ext cx="186483" cy="67550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F4037A9-786A-DC49-9565-7F6B2BF9168A}"/>
                  </a:ext>
                </a:extLst>
              </p:cNvPr>
              <p:cNvSpPr/>
              <p:nvPr/>
            </p:nvSpPr>
            <p:spPr>
              <a:xfrm flipH="1">
                <a:off x="8025051" y="6035565"/>
                <a:ext cx="556240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0AE2A2AA-72BA-7F46-A3E3-1EFB7A5D959E}"/>
                  </a:ext>
                </a:extLst>
              </p:cNvPr>
              <p:cNvSpPr/>
              <p:nvPr/>
            </p:nvSpPr>
            <p:spPr>
              <a:xfrm rot="21085137" flipH="1">
                <a:off x="8112381" y="5996790"/>
                <a:ext cx="540044" cy="651130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B6B38925-140F-084C-B6E8-908F399F8F4E}"/>
                  </a:ext>
                </a:extLst>
              </p:cNvPr>
              <p:cNvSpPr/>
              <p:nvPr/>
            </p:nvSpPr>
            <p:spPr>
              <a:xfrm flipH="1">
                <a:off x="8029176" y="6024303"/>
                <a:ext cx="346338" cy="661116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78627B23-2308-6449-B582-65D330936004}"/>
                  </a:ext>
                </a:extLst>
              </p:cNvPr>
              <p:cNvSpPr/>
              <p:nvPr/>
            </p:nvSpPr>
            <p:spPr>
              <a:xfrm flipH="1">
                <a:off x="8022942" y="6035566"/>
                <a:ext cx="179403" cy="649854"/>
              </a:xfrm>
              <a:custGeom>
                <a:avLst/>
                <a:gdLst>
                  <a:gd name="connsiteX0" fmla="*/ 448733 w 448733"/>
                  <a:gd name="connsiteY0" fmla="*/ 0 h 948266"/>
                  <a:gd name="connsiteX1" fmla="*/ 203200 w 448733"/>
                  <a:gd name="connsiteY1" fmla="*/ 254000 h 948266"/>
                  <a:gd name="connsiteX2" fmla="*/ 50800 w 448733"/>
                  <a:gd name="connsiteY2" fmla="*/ 728133 h 948266"/>
                  <a:gd name="connsiteX3" fmla="*/ 0 w 448733"/>
                  <a:gd name="connsiteY3" fmla="*/ 948266 h 94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33" h="948266">
                    <a:moveTo>
                      <a:pt x="448733" y="0"/>
                    </a:moveTo>
                    <a:cubicBezTo>
                      <a:pt x="359127" y="66322"/>
                      <a:pt x="269522" y="132645"/>
                      <a:pt x="203200" y="254000"/>
                    </a:cubicBezTo>
                    <a:cubicBezTo>
                      <a:pt x="136878" y="375355"/>
                      <a:pt x="84667" y="612422"/>
                      <a:pt x="50800" y="728133"/>
                    </a:cubicBezTo>
                    <a:cubicBezTo>
                      <a:pt x="16933" y="843844"/>
                      <a:pt x="8466" y="896055"/>
                      <a:pt x="0" y="948266"/>
                    </a:cubicBezTo>
                  </a:path>
                </a:pathLst>
              </a:custGeom>
              <a:noFill/>
              <a:ln w="12700">
                <a:solidFill>
                  <a:srgbClr val="9452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0CDE9325-8B8C-2A4A-B24E-E642D9ABEDFA}"/>
                  </a:ext>
                </a:extLst>
              </p:cNvPr>
              <p:cNvSpPr/>
              <p:nvPr/>
            </p:nvSpPr>
            <p:spPr>
              <a:xfrm flipV="1">
                <a:off x="7377524" y="3273858"/>
                <a:ext cx="655353" cy="166459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73A63D">
                      <a:shade val="30000"/>
                      <a:satMod val="115000"/>
                    </a:srgbClr>
                  </a:gs>
                  <a:gs pos="50000">
                    <a:srgbClr val="73A63D">
                      <a:shade val="67500"/>
                      <a:satMod val="115000"/>
                    </a:srgbClr>
                  </a:gs>
                  <a:gs pos="100000">
                    <a:srgbClr val="73A63D">
                      <a:shade val="100000"/>
                      <a:satMod val="115000"/>
                    </a:srgb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9AF80AE8-B76A-B141-8CAD-66977CB10075}"/>
                  </a:ext>
                </a:extLst>
              </p:cNvPr>
              <p:cNvSpPr/>
              <p:nvPr/>
            </p:nvSpPr>
            <p:spPr>
              <a:xfrm flipH="1" flipV="1">
                <a:off x="7999083" y="3284834"/>
                <a:ext cx="561437" cy="142604"/>
              </a:xfrm>
              <a:custGeom>
                <a:avLst/>
                <a:gdLst>
                  <a:gd name="connsiteX0" fmla="*/ 786581 w 786581"/>
                  <a:gd name="connsiteY0" fmla="*/ 206478 h 334297"/>
                  <a:gd name="connsiteX1" fmla="*/ 757084 w 786581"/>
                  <a:gd name="connsiteY1" fmla="*/ 147484 h 334297"/>
                  <a:gd name="connsiteX2" fmla="*/ 757084 w 786581"/>
                  <a:gd name="connsiteY2" fmla="*/ 147484 h 334297"/>
                  <a:gd name="connsiteX3" fmla="*/ 599768 w 786581"/>
                  <a:gd name="connsiteY3" fmla="*/ 29497 h 334297"/>
                  <a:gd name="connsiteX4" fmla="*/ 599768 w 786581"/>
                  <a:gd name="connsiteY4" fmla="*/ 29497 h 334297"/>
                  <a:gd name="connsiteX5" fmla="*/ 403123 w 786581"/>
                  <a:gd name="connsiteY5" fmla="*/ 0 h 334297"/>
                  <a:gd name="connsiteX6" fmla="*/ 255639 w 786581"/>
                  <a:gd name="connsiteY6" fmla="*/ 9833 h 334297"/>
                  <a:gd name="connsiteX7" fmla="*/ 186813 w 786581"/>
                  <a:gd name="connsiteY7" fmla="*/ 49162 h 334297"/>
                  <a:gd name="connsiteX8" fmla="*/ 98323 w 786581"/>
                  <a:gd name="connsiteY8" fmla="*/ 98323 h 334297"/>
                  <a:gd name="connsiteX9" fmla="*/ 58994 w 786581"/>
                  <a:gd name="connsiteY9" fmla="*/ 167149 h 334297"/>
                  <a:gd name="connsiteX10" fmla="*/ 19665 w 786581"/>
                  <a:gd name="connsiteY10" fmla="*/ 265471 h 334297"/>
                  <a:gd name="connsiteX11" fmla="*/ 19665 w 786581"/>
                  <a:gd name="connsiteY11" fmla="*/ 265471 h 334297"/>
                  <a:gd name="connsiteX12" fmla="*/ 0 w 786581"/>
                  <a:gd name="connsiteY12" fmla="*/ 334297 h 334297"/>
                  <a:gd name="connsiteX13" fmla="*/ 0 w 786581"/>
                  <a:gd name="connsiteY13" fmla="*/ 334297 h 334297"/>
                  <a:gd name="connsiteX14" fmla="*/ 88491 w 786581"/>
                  <a:gd name="connsiteY14" fmla="*/ 294968 h 334297"/>
                  <a:gd name="connsiteX15" fmla="*/ 137652 w 786581"/>
                  <a:gd name="connsiteY15" fmla="*/ 235975 h 334297"/>
                  <a:gd name="connsiteX16" fmla="*/ 137652 w 786581"/>
                  <a:gd name="connsiteY16" fmla="*/ 235975 h 334297"/>
                  <a:gd name="connsiteX17" fmla="*/ 265471 w 786581"/>
                  <a:gd name="connsiteY17" fmla="*/ 147484 h 334297"/>
                  <a:gd name="connsiteX18" fmla="*/ 344129 w 786581"/>
                  <a:gd name="connsiteY18" fmla="*/ 117987 h 334297"/>
                  <a:gd name="connsiteX19" fmla="*/ 422787 w 786581"/>
                  <a:gd name="connsiteY19" fmla="*/ 108155 h 334297"/>
                  <a:gd name="connsiteX20" fmla="*/ 589936 w 786581"/>
                  <a:gd name="connsiteY20" fmla="*/ 117987 h 334297"/>
                  <a:gd name="connsiteX21" fmla="*/ 589936 w 786581"/>
                  <a:gd name="connsiteY21" fmla="*/ 117987 h 334297"/>
                  <a:gd name="connsiteX22" fmla="*/ 698091 w 786581"/>
                  <a:gd name="connsiteY22" fmla="*/ 176981 h 334297"/>
                  <a:gd name="connsiteX23" fmla="*/ 786581 w 786581"/>
                  <a:gd name="connsiteY23" fmla="*/ 206478 h 33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86581" h="334297">
                    <a:moveTo>
                      <a:pt x="786581" y="206478"/>
                    </a:moveTo>
                    <a:lnTo>
                      <a:pt x="757084" y="147484"/>
                    </a:lnTo>
                    <a:lnTo>
                      <a:pt x="757084" y="147484"/>
                    </a:lnTo>
                    <a:lnTo>
                      <a:pt x="599768" y="29497"/>
                    </a:lnTo>
                    <a:lnTo>
                      <a:pt x="599768" y="29497"/>
                    </a:lnTo>
                    <a:lnTo>
                      <a:pt x="403123" y="0"/>
                    </a:lnTo>
                    <a:lnTo>
                      <a:pt x="255639" y="9833"/>
                    </a:lnTo>
                    <a:lnTo>
                      <a:pt x="186813" y="49162"/>
                    </a:lnTo>
                    <a:lnTo>
                      <a:pt x="98323" y="98323"/>
                    </a:lnTo>
                    <a:lnTo>
                      <a:pt x="58994" y="167149"/>
                    </a:lnTo>
                    <a:lnTo>
                      <a:pt x="19665" y="265471"/>
                    </a:lnTo>
                    <a:lnTo>
                      <a:pt x="19665" y="265471"/>
                    </a:lnTo>
                    <a:lnTo>
                      <a:pt x="0" y="334297"/>
                    </a:lnTo>
                    <a:lnTo>
                      <a:pt x="0" y="334297"/>
                    </a:lnTo>
                    <a:lnTo>
                      <a:pt x="88491" y="294968"/>
                    </a:lnTo>
                    <a:lnTo>
                      <a:pt x="137652" y="235975"/>
                    </a:lnTo>
                    <a:lnTo>
                      <a:pt x="137652" y="235975"/>
                    </a:lnTo>
                    <a:lnTo>
                      <a:pt x="265471" y="147484"/>
                    </a:lnTo>
                    <a:lnTo>
                      <a:pt x="344129" y="117987"/>
                    </a:lnTo>
                    <a:lnTo>
                      <a:pt x="422787" y="108155"/>
                    </a:lnTo>
                    <a:lnTo>
                      <a:pt x="589936" y="117987"/>
                    </a:lnTo>
                    <a:lnTo>
                      <a:pt x="589936" y="117987"/>
                    </a:lnTo>
                    <a:lnTo>
                      <a:pt x="698091" y="176981"/>
                    </a:lnTo>
                    <a:lnTo>
                      <a:pt x="786581" y="206478"/>
                    </a:lnTo>
                    <a:close/>
                  </a:path>
                </a:pathLst>
              </a:cu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C8A2F5BB-4517-144D-B151-8D69F88A7C8D}"/>
                  </a:ext>
                </a:extLst>
              </p:cNvPr>
              <p:cNvSpPr/>
              <p:nvPr/>
            </p:nvSpPr>
            <p:spPr>
              <a:xfrm>
                <a:off x="7985483" y="3165691"/>
                <a:ext cx="82474" cy="1871659"/>
              </a:xfrm>
              <a:prstGeom prst="rect">
                <a:avLst/>
              </a:prstGeom>
              <a:solidFill>
                <a:srgbClr val="6FA0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1F6F3393-3183-F445-9BA0-9CA5E8168A8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700260" y="4116259"/>
              <a:ext cx="451286" cy="451286"/>
              <a:chOff x="6083320" y="140760"/>
              <a:chExt cx="2072925" cy="2072925"/>
            </a:xfrm>
          </p:grpSpPr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B916E2AA-098D-9044-A92A-4ED3A3AB9C41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67F3D2F0-AE52-994F-ADC4-280854942609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ADF8D368-5C6E-4647-9377-74C5ED68EC8F}"/>
                </a:ext>
              </a:extLst>
            </p:cNvPr>
            <p:cNvGrpSpPr>
              <a:grpSpLocks noChangeAspect="1"/>
            </p:cNvGrpSpPr>
            <p:nvPr/>
          </p:nvGrpSpPr>
          <p:grpSpPr>
            <a:xfrm rot="16930512">
              <a:off x="7361342" y="4867389"/>
              <a:ext cx="451286" cy="451286"/>
              <a:chOff x="6083320" y="140760"/>
              <a:chExt cx="2072925" cy="2072925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DC135DF9-0208-6041-B827-F1FA6F9F143F}"/>
                  </a:ext>
                </a:extLst>
              </p:cNvPr>
              <p:cNvSpPr/>
              <p:nvPr/>
            </p:nvSpPr>
            <p:spPr>
              <a:xfrm rot="3110300">
                <a:off x="6707124" y="-59881"/>
                <a:ext cx="825318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E0FED2A-7413-BA40-AEF8-27EB1D9A915B}"/>
                  </a:ext>
                </a:extLst>
              </p:cNvPr>
              <p:cNvSpPr/>
              <p:nvPr/>
            </p:nvSpPr>
            <p:spPr>
              <a:xfrm rot="1932819" flipH="1">
                <a:off x="6985922" y="140760"/>
                <a:ext cx="692901" cy="2072925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C274CCB-39CD-2D4D-83B3-119ED2D9810F}"/>
              </a:ext>
            </a:extLst>
          </p:cNvPr>
          <p:cNvGrpSpPr/>
          <p:nvPr/>
        </p:nvGrpSpPr>
        <p:grpSpPr>
          <a:xfrm>
            <a:off x="5871652" y="6279397"/>
            <a:ext cx="686823" cy="439136"/>
            <a:chOff x="5871652" y="6279397"/>
            <a:chExt cx="686823" cy="439136"/>
          </a:xfrm>
        </p:grpSpPr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931E5861-B74A-0049-923A-38DBE8FFE9CC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33850906-2321-174F-B817-C2EB8B3F3667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B405BB76-1957-BD44-979D-CA6B447C9107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43A031F9-B227-5047-B80B-3F20D09410C7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348" name="Oval 347">
              <a:extLst>
                <a:ext uri="{FF2B5EF4-FFF2-40B4-BE49-F238E27FC236}">
                  <a16:creationId xmlns:a16="http://schemas.microsoft.com/office/drawing/2014/main" id="{7E64760F-E135-D54D-87BC-62E545026B6A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Oval 348">
              <a:extLst>
                <a:ext uri="{FF2B5EF4-FFF2-40B4-BE49-F238E27FC236}">
                  <a16:creationId xmlns:a16="http://schemas.microsoft.com/office/drawing/2014/main" id="{AA788817-2AD3-2341-8D66-2E9EC6C0717C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06EB364D-916E-6E4D-A2D7-B8DF210BCABC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Oval 350">
              <a:extLst>
                <a:ext uri="{FF2B5EF4-FFF2-40B4-BE49-F238E27FC236}">
                  <a16:creationId xmlns:a16="http://schemas.microsoft.com/office/drawing/2014/main" id="{7C063F3A-A27C-C242-92DB-A33E73D3B37F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F6428874-FEBC-A845-BEAF-05FCFC90A797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9A6593F3-B01C-654E-97C0-2E4A5095AE00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Oval 353">
              <a:extLst>
                <a:ext uri="{FF2B5EF4-FFF2-40B4-BE49-F238E27FC236}">
                  <a16:creationId xmlns:a16="http://schemas.microsoft.com/office/drawing/2014/main" id="{F90647A0-0417-1248-979B-FE0F0FC586C9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Oval 354">
              <a:extLst>
                <a:ext uri="{FF2B5EF4-FFF2-40B4-BE49-F238E27FC236}">
                  <a16:creationId xmlns:a16="http://schemas.microsoft.com/office/drawing/2014/main" id="{155B4C5E-B796-5B46-B65E-55135FF15F77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496FE2DD-488B-924A-8597-2F60B0767418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" name="Oval 356">
              <a:extLst>
                <a:ext uri="{FF2B5EF4-FFF2-40B4-BE49-F238E27FC236}">
                  <a16:creationId xmlns:a16="http://schemas.microsoft.com/office/drawing/2014/main" id="{F56D66C8-AA01-8B46-B54B-7D9C69255C4A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" name="Oval 357">
              <a:extLst>
                <a:ext uri="{FF2B5EF4-FFF2-40B4-BE49-F238E27FC236}">
                  <a16:creationId xmlns:a16="http://schemas.microsoft.com/office/drawing/2014/main" id="{C1148A87-444D-254F-9096-59816D327F51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E1265558-682E-5743-BE54-6598AEB29411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D5E38ABB-DEAF-6942-AC37-A574F73F76AB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AFCCB91C-0BE6-CF40-93F6-9F11DC0B7C0D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BF941182-CC79-2F4C-B533-92F9BB9544D2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7A294721-F01C-5243-A9AB-E8B42E7F5EA9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E64711BC-0149-1E41-A5D5-3C1C40AE6314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23B11601-54B8-4F44-8982-D402AFDE627A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81A6EBC7-DF2E-D648-86B2-47EEE9D7D558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5AF5AB5D-E08E-E745-B03F-195FD4B146EE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C52F992A-D77B-F049-B19B-EC95F15EECFF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B2F5B0B4-B32B-8241-A82D-A4AB52A7D281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B07461F1-8919-C648-974F-4122BB1A7426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5237947E-A1A6-1943-A9F8-1E3A8D1DE4C0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9D546C1E-DB29-1D49-B223-E0EB697FD0A5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FF797AB-BBA7-D64A-9367-F78462B86784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20070199-5B99-6149-A247-1B886B3A6D4C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4A09AAA-1CFC-CF4A-8A18-99608572D39F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6" name="Oval 375">
              <a:extLst>
                <a:ext uri="{FF2B5EF4-FFF2-40B4-BE49-F238E27FC236}">
                  <a16:creationId xmlns:a16="http://schemas.microsoft.com/office/drawing/2014/main" id="{A198E4D1-20B8-B74D-A897-90BBE3240BF7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02023A58-4812-454A-A808-899BFC2D3F62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4A277911-27CF-0944-9CBB-905B1B3E18AD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6C3FAFFE-0316-164A-9A3F-B382FD2D864D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806FB0F3-7C92-084C-AAE8-C9FCDF87AB17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3D965D0B-15FF-2049-9DEE-5B88F0A98864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2" name="Oval 381">
              <a:extLst>
                <a:ext uri="{FF2B5EF4-FFF2-40B4-BE49-F238E27FC236}">
                  <a16:creationId xmlns:a16="http://schemas.microsoft.com/office/drawing/2014/main" id="{E899A81C-CC8B-6F47-A5DC-5A9B6D288F72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F8D8A130-90F8-864C-949F-DE7FFCB7BF8A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29E5CA08-E181-7340-9C39-80A9BE29F46F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B2716940-3216-8E49-B4BC-854094A23919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F2123C62-4A2C-4B4E-9831-EEA268ADDFCE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E4B4F856-1ACB-D741-B565-B8F279218FB3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7C32CFF1-87E4-3746-823F-354503138831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9" name="Oval 388">
              <a:extLst>
                <a:ext uri="{FF2B5EF4-FFF2-40B4-BE49-F238E27FC236}">
                  <a16:creationId xmlns:a16="http://schemas.microsoft.com/office/drawing/2014/main" id="{6C150D81-2203-0E4A-AB56-E8811012890A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D5A452C-D477-8749-90B5-1DF29BEE8979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2E144F77-1D60-A744-9419-614369A066B4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680536F4-BCFC-BE4C-B441-176431E28D41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3EA49294-2BFC-CA4C-9546-60BC5D8F0BEB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5ED18825-29CE-0C4D-82BD-ABA1BEA5DF10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29612DFF-3EAE-914C-B8BC-15233C3EA6B2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B07F2F43-EE0B-D341-BE1B-D81B58E188A8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4441862D-1556-1241-B9A5-15ECC511AF48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D0CE0010-75C9-8543-8B45-D07F1BB4B77C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41CB8B5D-FEE8-564A-B0BE-1C84CD955E7E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CED4D157-F01C-464C-8269-98E44CA30E22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193E63BC-206B-F543-9468-1A9EF5A382B2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2FF93653-01FB-9044-A8A4-FB804EFDC425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AB1EC7C3-52CC-EF44-A823-3235CB15F548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DF0033EC-99E0-2F45-A975-B56ECC341D9A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AD7046E8-E68B-8847-BD50-7048D5BD9607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52B0F5C0-DB5B-1348-8CD8-445EA108BF6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E25A5B2B-DBA0-2640-B750-28000E499765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60370B8-F8C7-AC47-AF34-03BE7391700D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F31DA0A-91E2-814C-A31D-FEB19F4B306F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65B5073-2D33-E549-8149-411F2990268C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230DAD5B-F72B-5E4D-97C7-F17474594697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0D6B475F-AE44-2344-9D28-E4E79B092027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EB24AF5E-4F99-C442-A23C-7177C3CFE9B6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3C66EBE0-A374-414D-97E0-BC355A66D288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696928B8-6CE3-DD4B-B363-532957A63368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" name="Oval 415">
              <a:extLst>
                <a:ext uri="{FF2B5EF4-FFF2-40B4-BE49-F238E27FC236}">
                  <a16:creationId xmlns:a16="http://schemas.microsoft.com/office/drawing/2014/main" id="{A7D1D8EB-B528-3E4F-9726-9EEEADE975FF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F5800A4B-0F45-1942-BC5B-B68ED1A67EBB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FE213A7C-7B00-7A4D-9F64-EBBB284ABCC3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AC2FA1F0-A349-1542-812B-11F7AC7CF9E2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1FBF8AF4-0436-F94D-86A5-A6D61C5B8C58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AFD134AE-65C2-7340-A6DC-3B860EE9580D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" name="Oval 421">
              <a:extLst>
                <a:ext uri="{FF2B5EF4-FFF2-40B4-BE49-F238E27FC236}">
                  <a16:creationId xmlns:a16="http://schemas.microsoft.com/office/drawing/2014/main" id="{27B12CDE-81F0-5B48-B844-43EDD2145E93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12166B00-6BCF-CF4C-9B1E-98EC180EA9DC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B5763C8E-393C-794F-9B4F-432F2B877A2F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01B01F54-3381-E34D-AE95-ADD59161986B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FBEFFE12-B175-C542-B3E6-870CCE281E7E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755E740-136A-7545-9202-CF0DB5E4A5A3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D05E2586-D33C-094B-9317-D0417BCCA960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081FF489-FA43-2443-8EC8-81E4941684DF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E841D360-27A2-8140-B304-A6C9609B9517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04D8ED9C-1C29-0C4A-8559-08D6B80C94AD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BC4FE9ED-9176-3048-8E09-CCFA34B59D98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1E311E6A-6A5D-BE41-8D9A-452172BB332C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160DEAA9-C33A-744F-92AF-3056D2A283DD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36C133C8-D4C5-C643-B52D-967F92807DB2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D81FC518-0EE8-414B-A810-119363750DD1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C6C12C6F-874E-7141-9F84-E5F906F712BA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BA44BFA7-9FD4-2841-B837-EB0E70C82FF8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260E31A2-F977-3747-AFBF-CFFB7224354F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785AB53-702B-B546-8F77-C0DA7DF93F97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" name="Oval 440">
              <a:extLst>
                <a:ext uri="{FF2B5EF4-FFF2-40B4-BE49-F238E27FC236}">
                  <a16:creationId xmlns:a16="http://schemas.microsoft.com/office/drawing/2014/main" id="{67D5EA55-5A5C-434C-90E7-63EDF5511326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22DADBB4-9915-A842-A633-6B0FE63D7D75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2D5AB00D-9AF8-E74C-8874-96F9E5DE0E61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84B71136-925D-8B4E-81F9-273575905D71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" name="Oval 444">
              <a:extLst>
                <a:ext uri="{FF2B5EF4-FFF2-40B4-BE49-F238E27FC236}">
                  <a16:creationId xmlns:a16="http://schemas.microsoft.com/office/drawing/2014/main" id="{1932A558-9842-634C-A958-038940D4BB1D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0C872756-35A1-0C47-A004-5ACFC52F2CCD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D9F424FA-0D21-8149-9FA3-60BC5710B2F3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8706E5B-9939-754F-B158-59791B7542AF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6A336699-C355-664B-9061-28C2700E0E0D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34BA64C7-72C7-2F49-8DFE-0782736F1A5F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D74E8D24-09D5-E54F-94E5-ADA0E875E81B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170172F6-E65A-0442-BA9B-3C8112B1084F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C0A2618C-87B6-7C40-A858-8F92E1ED492D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D693346A-10A2-F74D-93A4-FAEE0C0D4756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795D6711-D9DB-494D-8C40-98171EA21656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915960EC-8970-694A-869B-D5AB26528956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9DD1FC49-5418-D94F-8B34-F5679228606A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11F56951-FFC5-6E4A-806B-1F64DF69B42B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FAAFFE50-23EC-9543-BE07-4B6DAD9AA5DD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79708EE-D833-6449-B6F2-B5D93AC132F3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AB591993-84CD-DC4D-AF72-449914D12E08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93B1F619-1BCE-0A4B-B15A-4850ABA4F762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29FC982-6969-8B4D-AEC8-6D563358C54A}"/>
              </a:ext>
            </a:extLst>
          </p:cNvPr>
          <p:cNvGrpSpPr>
            <a:grpSpLocks noChangeAspect="1"/>
          </p:cNvGrpSpPr>
          <p:nvPr/>
        </p:nvGrpSpPr>
        <p:grpSpPr>
          <a:xfrm>
            <a:off x="5100733" y="3929537"/>
            <a:ext cx="1771073" cy="2404553"/>
            <a:chOff x="9046953" y="2787725"/>
            <a:chExt cx="2879972" cy="3910084"/>
          </a:xfrm>
        </p:grpSpPr>
        <p:sp>
          <p:nvSpPr>
            <p:cNvPr id="201" name="Arc 200">
              <a:extLst>
                <a:ext uri="{FF2B5EF4-FFF2-40B4-BE49-F238E27FC236}">
                  <a16:creationId xmlns:a16="http://schemas.microsoft.com/office/drawing/2014/main" id="{8A955147-84F4-DC40-963D-E04D37524B3E}"/>
                </a:ext>
              </a:extLst>
            </p:cNvPr>
            <p:cNvSpPr/>
            <p:nvPr/>
          </p:nvSpPr>
          <p:spPr>
            <a:xfrm>
              <a:off x="9046953" y="2933858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Arc 201">
              <a:extLst>
                <a:ext uri="{FF2B5EF4-FFF2-40B4-BE49-F238E27FC236}">
                  <a16:creationId xmlns:a16="http://schemas.microsoft.com/office/drawing/2014/main" id="{DE1EC392-27D0-6A43-AE2A-769D961F4B9C}"/>
                </a:ext>
              </a:extLst>
            </p:cNvPr>
            <p:cNvSpPr/>
            <p:nvPr/>
          </p:nvSpPr>
          <p:spPr>
            <a:xfrm rot="1338627">
              <a:off x="9104773" y="2789111"/>
              <a:ext cx="1372082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D35E5F62-8854-664B-9249-80AB5731347F}"/>
                </a:ext>
              </a:extLst>
            </p:cNvPr>
            <p:cNvSpPr/>
            <p:nvPr/>
          </p:nvSpPr>
          <p:spPr>
            <a:xfrm>
              <a:off x="10425734" y="2790239"/>
              <a:ext cx="58909" cy="373291"/>
            </a:xfrm>
            <a:prstGeom prst="rect">
              <a:avLst/>
            </a:prstGeom>
            <a:solidFill>
              <a:srgbClr val="FFEB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Arc 203">
              <a:extLst>
                <a:ext uri="{FF2B5EF4-FFF2-40B4-BE49-F238E27FC236}">
                  <a16:creationId xmlns:a16="http://schemas.microsoft.com/office/drawing/2014/main" id="{B975F52D-1744-0642-AFD1-22B7D4A7358D}"/>
                </a:ext>
              </a:extLst>
            </p:cNvPr>
            <p:cNvSpPr/>
            <p:nvPr/>
          </p:nvSpPr>
          <p:spPr>
            <a:xfrm flipH="1">
              <a:off x="10501508" y="2938996"/>
              <a:ext cx="1224347" cy="440385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Arc 204">
              <a:extLst>
                <a:ext uri="{FF2B5EF4-FFF2-40B4-BE49-F238E27FC236}">
                  <a16:creationId xmlns:a16="http://schemas.microsoft.com/office/drawing/2014/main" id="{EA952CA8-10E7-2B40-8237-315045B7DF11}"/>
                </a:ext>
              </a:extLst>
            </p:cNvPr>
            <p:cNvSpPr/>
            <p:nvPr/>
          </p:nvSpPr>
          <p:spPr>
            <a:xfrm rot="20295794" flipH="1">
              <a:off x="10431899" y="2787725"/>
              <a:ext cx="1495026" cy="432629"/>
            </a:xfrm>
            <a:prstGeom prst="arc">
              <a:avLst/>
            </a:prstGeom>
            <a:ln w="31750">
              <a:solidFill>
                <a:srgbClr val="FFEB1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5A1584DC-9789-D842-AA0A-2446BFEEE66F}"/>
                </a:ext>
              </a:extLst>
            </p:cNvPr>
            <p:cNvSpPr/>
            <p:nvPr/>
          </p:nvSpPr>
          <p:spPr>
            <a:xfrm flipH="1">
              <a:off x="10466429" y="5025321"/>
              <a:ext cx="687979" cy="417492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57B16301-2AFA-6F48-8B6F-C69184B7DCD0}"/>
                </a:ext>
              </a:extLst>
            </p:cNvPr>
            <p:cNvSpPr/>
            <p:nvPr/>
          </p:nvSpPr>
          <p:spPr>
            <a:xfrm>
              <a:off x="9766137" y="5019126"/>
              <a:ext cx="694135" cy="421228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8B27B71-0B26-F54A-99EA-353C5C66B8B3}"/>
                </a:ext>
              </a:extLst>
            </p:cNvPr>
            <p:cNvSpPr/>
            <p:nvPr/>
          </p:nvSpPr>
          <p:spPr>
            <a:xfrm>
              <a:off x="10389932" y="4157203"/>
              <a:ext cx="140681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49F6B31B-EC22-BF47-AD8E-008FFF7CB986}"/>
                </a:ext>
              </a:extLst>
            </p:cNvPr>
            <p:cNvSpPr/>
            <p:nvPr/>
          </p:nvSpPr>
          <p:spPr>
            <a:xfrm>
              <a:off x="9391926" y="4210913"/>
              <a:ext cx="1013509" cy="24226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31EB2134-AFE3-5241-99F9-44C6FE50A603}"/>
                </a:ext>
              </a:extLst>
            </p:cNvPr>
            <p:cNvSpPr/>
            <p:nvPr/>
          </p:nvSpPr>
          <p:spPr>
            <a:xfrm flipH="1">
              <a:off x="10501509" y="4204646"/>
              <a:ext cx="1065946" cy="25479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31490E70-4A40-704F-BE01-80B6B6B6A5DC}"/>
                </a:ext>
              </a:extLst>
            </p:cNvPr>
            <p:cNvSpPr/>
            <p:nvPr/>
          </p:nvSpPr>
          <p:spPr>
            <a:xfrm rot="20572658">
              <a:off x="9570068" y="3670534"/>
              <a:ext cx="894487" cy="15248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0AAFA985-A51D-7A43-AF7A-0AADFC79B252}"/>
                </a:ext>
              </a:extLst>
            </p:cNvPr>
            <p:cNvSpPr/>
            <p:nvPr/>
          </p:nvSpPr>
          <p:spPr>
            <a:xfrm rot="1007770" flipH="1">
              <a:off x="10404085" y="3668507"/>
              <a:ext cx="865209" cy="147492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1F49C8EF-9DCE-E048-A36D-3A6130589012}"/>
                </a:ext>
              </a:extLst>
            </p:cNvPr>
            <p:cNvSpPr/>
            <p:nvPr/>
          </p:nvSpPr>
          <p:spPr>
            <a:xfrm>
              <a:off x="9824209" y="6008736"/>
              <a:ext cx="578192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9C115E49-C629-4C44-92ED-64A2C75C7EBD}"/>
                </a:ext>
              </a:extLst>
            </p:cNvPr>
            <p:cNvSpPr/>
            <p:nvPr/>
          </p:nvSpPr>
          <p:spPr>
            <a:xfrm rot="21085137">
              <a:off x="9864962" y="6035031"/>
              <a:ext cx="715084" cy="662778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9E1AE3D6-2744-BC42-8943-B45EFAEF148C}"/>
                </a:ext>
              </a:extLst>
            </p:cNvPr>
            <p:cNvSpPr/>
            <p:nvPr/>
          </p:nvSpPr>
          <p:spPr>
            <a:xfrm>
              <a:off x="10158531" y="6008736"/>
              <a:ext cx="360007" cy="687207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876955AE-634F-BE48-A757-BB4C3B103C41}"/>
                </a:ext>
              </a:extLst>
            </p:cNvPr>
            <p:cNvSpPr/>
            <p:nvPr/>
          </p:nvSpPr>
          <p:spPr>
            <a:xfrm>
              <a:off x="10282230" y="6008732"/>
              <a:ext cx="186483" cy="67550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50F47F2A-5A3C-824F-95F1-94F79F98A315}"/>
                </a:ext>
              </a:extLst>
            </p:cNvPr>
            <p:cNvSpPr/>
            <p:nvPr/>
          </p:nvSpPr>
          <p:spPr>
            <a:xfrm flipH="1">
              <a:off x="10458603" y="6019995"/>
              <a:ext cx="556240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64BE33AB-72AA-304C-B9FB-0D0E78E89541}"/>
                </a:ext>
              </a:extLst>
            </p:cNvPr>
            <p:cNvSpPr/>
            <p:nvPr/>
          </p:nvSpPr>
          <p:spPr>
            <a:xfrm rot="21085137" flipH="1">
              <a:off x="10545933" y="5981220"/>
              <a:ext cx="540044" cy="651130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D5C39661-D07E-F44F-A14F-1FF6E1828FC2}"/>
                </a:ext>
              </a:extLst>
            </p:cNvPr>
            <p:cNvSpPr/>
            <p:nvPr/>
          </p:nvSpPr>
          <p:spPr>
            <a:xfrm flipH="1">
              <a:off x="10462728" y="6008733"/>
              <a:ext cx="346338" cy="661116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6810FC82-F136-CD46-B281-94A0F74A85E9}"/>
                </a:ext>
              </a:extLst>
            </p:cNvPr>
            <p:cNvSpPr/>
            <p:nvPr/>
          </p:nvSpPr>
          <p:spPr>
            <a:xfrm flipH="1">
              <a:off x="10456494" y="6019996"/>
              <a:ext cx="179403" cy="649854"/>
            </a:xfrm>
            <a:custGeom>
              <a:avLst/>
              <a:gdLst>
                <a:gd name="connsiteX0" fmla="*/ 448733 w 448733"/>
                <a:gd name="connsiteY0" fmla="*/ 0 h 948266"/>
                <a:gd name="connsiteX1" fmla="*/ 203200 w 448733"/>
                <a:gd name="connsiteY1" fmla="*/ 254000 h 948266"/>
                <a:gd name="connsiteX2" fmla="*/ 50800 w 448733"/>
                <a:gd name="connsiteY2" fmla="*/ 728133 h 948266"/>
                <a:gd name="connsiteX3" fmla="*/ 0 w 448733"/>
                <a:gd name="connsiteY3" fmla="*/ 948266 h 9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33" h="948266">
                  <a:moveTo>
                    <a:pt x="448733" y="0"/>
                  </a:moveTo>
                  <a:cubicBezTo>
                    <a:pt x="359127" y="66322"/>
                    <a:pt x="269522" y="132645"/>
                    <a:pt x="203200" y="254000"/>
                  </a:cubicBezTo>
                  <a:cubicBezTo>
                    <a:pt x="136878" y="375355"/>
                    <a:pt x="84667" y="612422"/>
                    <a:pt x="50800" y="728133"/>
                  </a:cubicBezTo>
                  <a:cubicBezTo>
                    <a:pt x="16933" y="843844"/>
                    <a:pt x="8466" y="896055"/>
                    <a:pt x="0" y="948266"/>
                  </a:cubicBezTo>
                </a:path>
              </a:pathLst>
            </a:custGeom>
            <a:noFill/>
            <a:ln w="12700">
              <a:solidFill>
                <a:srgbClr val="945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053AC268-E469-9549-B5B1-512710A39C46}"/>
                </a:ext>
              </a:extLst>
            </p:cNvPr>
            <p:cNvSpPr/>
            <p:nvPr/>
          </p:nvSpPr>
          <p:spPr>
            <a:xfrm flipV="1">
              <a:off x="9811076" y="3258288"/>
              <a:ext cx="655353" cy="166459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BC8A5A6-3A41-6A44-B188-3856C1A90D03}"/>
                </a:ext>
              </a:extLst>
            </p:cNvPr>
            <p:cNvSpPr/>
            <p:nvPr/>
          </p:nvSpPr>
          <p:spPr>
            <a:xfrm flipH="1" flipV="1">
              <a:off x="10432635" y="3269264"/>
              <a:ext cx="561437" cy="142604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6FA9EF33-CDC1-8F40-97A6-9C170167A669}"/>
                </a:ext>
              </a:extLst>
            </p:cNvPr>
            <p:cNvSpPr/>
            <p:nvPr/>
          </p:nvSpPr>
          <p:spPr>
            <a:xfrm>
              <a:off x="10419035" y="3150121"/>
              <a:ext cx="82474" cy="1871659"/>
            </a:xfrm>
            <a:prstGeom prst="rect">
              <a:avLst/>
            </a:prstGeom>
            <a:solidFill>
              <a:srgbClr val="8B89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2492FDA2-15E6-C048-823D-D9C29038EAF4}"/>
                </a:ext>
              </a:extLst>
            </p:cNvPr>
            <p:cNvGrpSpPr/>
            <p:nvPr/>
          </p:nvGrpSpPr>
          <p:grpSpPr>
            <a:xfrm rot="19543999">
              <a:off x="10195689" y="4691803"/>
              <a:ext cx="215295" cy="479547"/>
              <a:chOff x="921576" y="786058"/>
              <a:chExt cx="2317203" cy="5380352"/>
            </a:xfrm>
            <a:solidFill>
              <a:srgbClr val="8B8900"/>
            </a:solidFill>
          </p:grpSpPr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FA4AA86D-DD03-C24C-B169-39785E3B2663}"/>
                  </a:ext>
                </a:extLst>
              </p:cNvPr>
              <p:cNvSpPr/>
              <p:nvPr/>
            </p:nvSpPr>
            <p:spPr>
              <a:xfrm rot="20486107">
                <a:off x="1700883" y="786058"/>
                <a:ext cx="825199" cy="1937307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6" name="Freeform 225">
                <a:extLst>
                  <a:ext uri="{FF2B5EF4-FFF2-40B4-BE49-F238E27FC236}">
                    <a16:creationId xmlns:a16="http://schemas.microsoft.com/office/drawing/2014/main" id="{0C85CD12-EA13-1247-BD01-14F890F38CED}"/>
                  </a:ext>
                </a:extLst>
              </p:cNvPr>
              <p:cNvSpPr/>
              <p:nvPr/>
            </p:nvSpPr>
            <p:spPr>
              <a:xfrm flipH="1">
                <a:off x="2051310" y="1019787"/>
                <a:ext cx="818382" cy="28402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544E045C-1830-564F-A51F-2B30E94E91CC}"/>
                  </a:ext>
                </a:extLst>
              </p:cNvPr>
              <p:cNvSpPr/>
              <p:nvPr/>
            </p:nvSpPr>
            <p:spPr>
              <a:xfrm>
                <a:off x="1191591" y="1008396"/>
                <a:ext cx="825199" cy="2863938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473E0EDE-26A1-D847-84F8-4822AB7700C6}"/>
                  </a:ext>
                </a:extLst>
              </p:cNvPr>
              <p:cNvSpPr/>
              <p:nvPr/>
            </p:nvSpPr>
            <p:spPr>
              <a:xfrm>
                <a:off x="1680856" y="1348591"/>
                <a:ext cx="795003" cy="4238213"/>
              </a:xfrm>
              <a:prstGeom prst="rect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5C4C59C1-AD7C-5F47-8091-ED091BE27634}"/>
                  </a:ext>
                </a:extLst>
              </p:cNvPr>
              <p:cNvSpPr/>
              <p:nvPr/>
            </p:nvSpPr>
            <p:spPr>
              <a:xfrm>
                <a:off x="1749692" y="1008396"/>
                <a:ext cx="179851" cy="20554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C0092A8D-C58C-E749-BA8F-FD019E6D227E}"/>
                  </a:ext>
                </a:extLst>
              </p:cNvPr>
              <p:cNvSpPr/>
              <p:nvPr/>
            </p:nvSpPr>
            <p:spPr>
              <a:xfrm>
                <a:off x="1678802" y="11691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84EC1DB6-C707-044B-A324-1A1071BC7AFD}"/>
                  </a:ext>
                </a:extLst>
              </p:cNvPr>
              <p:cNvSpPr/>
              <p:nvPr/>
            </p:nvSpPr>
            <p:spPr>
              <a:xfrm>
                <a:off x="1852930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CECB976C-2D35-6141-A373-67701C498C52}"/>
                  </a:ext>
                </a:extLst>
              </p:cNvPr>
              <p:cNvSpPr/>
              <p:nvPr/>
            </p:nvSpPr>
            <p:spPr>
              <a:xfrm>
                <a:off x="2010245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905B36A7-B93E-0B4F-80DF-D203C08DD4D2}"/>
                  </a:ext>
                </a:extLst>
              </p:cNvPr>
              <p:cNvSpPr/>
              <p:nvPr/>
            </p:nvSpPr>
            <p:spPr>
              <a:xfrm>
                <a:off x="2216722" y="114511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20A597CE-7C2A-9A43-8610-BC14FE509B3E}"/>
                  </a:ext>
                </a:extLst>
              </p:cNvPr>
              <p:cNvSpPr/>
              <p:nvPr/>
            </p:nvSpPr>
            <p:spPr>
              <a:xfrm>
                <a:off x="1952319" y="1014919"/>
                <a:ext cx="174526" cy="19945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D7B26274-3DBB-9446-9BBA-FE4BB7BA123C}"/>
                  </a:ext>
                </a:extLst>
              </p:cNvPr>
              <p:cNvSpPr/>
              <p:nvPr/>
            </p:nvSpPr>
            <p:spPr>
              <a:xfrm>
                <a:off x="2150691" y="1029395"/>
                <a:ext cx="184014" cy="186429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07AC9ADA-7EF5-7549-9193-18CAB9A1E585}"/>
                  </a:ext>
                </a:extLst>
              </p:cNvPr>
              <p:cNvSpPr/>
              <p:nvPr/>
            </p:nvSpPr>
            <p:spPr>
              <a:xfrm>
                <a:off x="1543215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4950772E-BA9C-8441-AE60-6F4C370C48FB}"/>
                  </a:ext>
                </a:extLst>
              </p:cNvPr>
              <p:cNvSpPr/>
              <p:nvPr/>
            </p:nvSpPr>
            <p:spPr>
              <a:xfrm>
                <a:off x="1749691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3D51B627-733E-174F-8797-03A42FDAE0C0}"/>
                  </a:ext>
                </a:extLst>
              </p:cNvPr>
              <p:cNvSpPr/>
              <p:nvPr/>
            </p:nvSpPr>
            <p:spPr>
              <a:xfrm>
                <a:off x="1907006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EFAA8348-6B83-7A46-AD41-921DB2719E3D}"/>
                  </a:ext>
                </a:extLst>
              </p:cNvPr>
              <p:cNvSpPr/>
              <p:nvPr/>
            </p:nvSpPr>
            <p:spPr>
              <a:xfrm>
                <a:off x="2113483" y="1351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83DE2036-B197-084E-B8CA-E716EB23CA41}"/>
                  </a:ext>
                </a:extLst>
              </p:cNvPr>
              <p:cNvSpPr/>
              <p:nvPr/>
            </p:nvSpPr>
            <p:spPr>
              <a:xfrm>
                <a:off x="2295379" y="134175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EBE19DD9-DBB6-674E-AD6F-F967B5249272}"/>
                  </a:ext>
                </a:extLst>
              </p:cNvPr>
              <p:cNvSpPr/>
              <p:nvPr/>
            </p:nvSpPr>
            <p:spPr>
              <a:xfrm>
                <a:off x="1567791" y="15384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65124FDA-951E-8E4F-BCCD-C25ED8458705}"/>
                  </a:ext>
                </a:extLst>
              </p:cNvPr>
              <p:cNvSpPr/>
              <p:nvPr/>
            </p:nvSpPr>
            <p:spPr>
              <a:xfrm>
                <a:off x="1712817" y="155806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84508D5F-136E-A24D-88D2-87F7AA93E28F}"/>
                  </a:ext>
                </a:extLst>
              </p:cNvPr>
              <p:cNvSpPr/>
              <p:nvPr/>
            </p:nvSpPr>
            <p:spPr>
              <a:xfrm>
                <a:off x="1882417" y="154823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FC1E3007-4F8C-8B40-BE1A-890B0AEDD01B}"/>
                  </a:ext>
                </a:extLst>
              </p:cNvPr>
              <p:cNvSpPr/>
              <p:nvPr/>
            </p:nvSpPr>
            <p:spPr>
              <a:xfrm>
                <a:off x="2101183" y="154823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26719C4A-C3A2-294A-94E1-AAD29FEE4EC3}"/>
                  </a:ext>
                </a:extLst>
              </p:cNvPr>
              <p:cNvSpPr/>
              <p:nvPr/>
            </p:nvSpPr>
            <p:spPr>
              <a:xfrm>
                <a:off x="2319955" y="15285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A19DAA79-15C9-1441-9E31-D41B5D426A6D}"/>
                  </a:ext>
                </a:extLst>
              </p:cNvPr>
              <p:cNvSpPr/>
              <p:nvPr/>
            </p:nvSpPr>
            <p:spPr>
              <a:xfrm>
                <a:off x="1523542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319F1CF3-DDEE-B14E-9F1E-0235CF3C05A0}"/>
                  </a:ext>
                </a:extLst>
              </p:cNvPr>
              <p:cNvSpPr/>
              <p:nvPr/>
            </p:nvSpPr>
            <p:spPr>
              <a:xfrm>
                <a:off x="1730018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CCE465AD-99E1-534B-BF22-D7210ABF60E6}"/>
                  </a:ext>
                </a:extLst>
              </p:cNvPr>
              <p:cNvSpPr/>
              <p:nvPr/>
            </p:nvSpPr>
            <p:spPr>
              <a:xfrm>
                <a:off x="1887333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DECC6DE9-D421-8449-AD5F-24BA3F174954}"/>
                  </a:ext>
                </a:extLst>
              </p:cNvPr>
              <p:cNvSpPr/>
              <p:nvPr/>
            </p:nvSpPr>
            <p:spPr>
              <a:xfrm>
                <a:off x="2093810" y="17645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B820596C-AD6F-2A4F-B4C5-21E4DB429D39}"/>
                  </a:ext>
                </a:extLst>
              </p:cNvPr>
              <p:cNvSpPr/>
              <p:nvPr/>
            </p:nvSpPr>
            <p:spPr>
              <a:xfrm>
                <a:off x="2275706" y="175471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" name="Oval 250">
                <a:extLst>
                  <a:ext uri="{FF2B5EF4-FFF2-40B4-BE49-F238E27FC236}">
                    <a16:creationId xmlns:a16="http://schemas.microsoft.com/office/drawing/2014/main" id="{C7F42457-AA61-BC44-820D-6C800129F362}"/>
                  </a:ext>
                </a:extLst>
              </p:cNvPr>
              <p:cNvSpPr/>
              <p:nvPr/>
            </p:nvSpPr>
            <p:spPr>
              <a:xfrm>
                <a:off x="1548118" y="195135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759DF5A5-8944-914E-ACBD-CD47D9C9AE79}"/>
                  </a:ext>
                </a:extLst>
              </p:cNvPr>
              <p:cNvSpPr/>
              <p:nvPr/>
            </p:nvSpPr>
            <p:spPr>
              <a:xfrm>
                <a:off x="1693144" y="197102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F165902E-F725-7B45-B497-CB07D12F8FB8}"/>
                  </a:ext>
                </a:extLst>
              </p:cNvPr>
              <p:cNvSpPr/>
              <p:nvPr/>
            </p:nvSpPr>
            <p:spPr>
              <a:xfrm>
                <a:off x="1862744" y="196118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4791F5A-11B9-524A-8FAB-316E829BF8A0}"/>
                  </a:ext>
                </a:extLst>
              </p:cNvPr>
              <p:cNvSpPr/>
              <p:nvPr/>
            </p:nvSpPr>
            <p:spPr>
              <a:xfrm>
                <a:off x="2081510" y="19611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2C37D552-2824-304A-B6CB-61E53CEA22BE}"/>
                  </a:ext>
                </a:extLst>
              </p:cNvPr>
              <p:cNvSpPr/>
              <p:nvPr/>
            </p:nvSpPr>
            <p:spPr>
              <a:xfrm>
                <a:off x="2300282" y="194152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70920E68-0069-7A46-9DDE-3719CA31D09F}"/>
                  </a:ext>
                </a:extLst>
              </p:cNvPr>
              <p:cNvSpPr/>
              <p:nvPr/>
            </p:nvSpPr>
            <p:spPr>
              <a:xfrm>
                <a:off x="1604666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11B4D718-26AB-3245-96F9-C02B688EA3CC}"/>
                  </a:ext>
                </a:extLst>
              </p:cNvPr>
              <p:cNvSpPr/>
              <p:nvPr/>
            </p:nvSpPr>
            <p:spPr>
              <a:xfrm>
                <a:off x="1811142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C6E33488-CCB7-1F47-BC01-D856033F9A10}"/>
                  </a:ext>
                </a:extLst>
              </p:cNvPr>
              <p:cNvSpPr/>
              <p:nvPr/>
            </p:nvSpPr>
            <p:spPr>
              <a:xfrm>
                <a:off x="1968457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181D94F6-CD76-0042-879B-B0E561D07FF5}"/>
                  </a:ext>
                </a:extLst>
              </p:cNvPr>
              <p:cNvSpPr/>
              <p:nvPr/>
            </p:nvSpPr>
            <p:spPr>
              <a:xfrm>
                <a:off x="2174934" y="21676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FD31ED2A-B50C-C746-83F6-ED0FBF14FAB2}"/>
                  </a:ext>
                </a:extLst>
              </p:cNvPr>
              <p:cNvSpPr/>
              <p:nvPr/>
            </p:nvSpPr>
            <p:spPr>
              <a:xfrm>
                <a:off x="2356830" y="215782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A08CEDA8-DE3E-4A4C-A040-8C5B02C824A7}"/>
                  </a:ext>
                </a:extLst>
              </p:cNvPr>
              <p:cNvSpPr/>
              <p:nvPr/>
            </p:nvSpPr>
            <p:spPr>
              <a:xfrm>
                <a:off x="1629242" y="23544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D84F6A80-BD74-3E4A-AA64-648B68D7FC67}"/>
                  </a:ext>
                </a:extLst>
              </p:cNvPr>
              <p:cNvSpPr/>
              <p:nvPr/>
            </p:nvSpPr>
            <p:spPr>
              <a:xfrm>
                <a:off x="1774268" y="23741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22353E9F-FBF7-984C-A021-2F620D1EC371}"/>
                  </a:ext>
                </a:extLst>
              </p:cNvPr>
              <p:cNvSpPr/>
              <p:nvPr/>
            </p:nvSpPr>
            <p:spPr>
              <a:xfrm>
                <a:off x="1943868" y="23643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C4A1C1A7-60C2-204B-A3F7-EDD17459DB1F}"/>
                  </a:ext>
                </a:extLst>
              </p:cNvPr>
              <p:cNvSpPr/>
              <p:nvPr/>
            </p:nvSpPr>
            <p:spPr>
              <a:xfrm>
                <a:off x="2162634" y="236430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36AA0910-75CC-DD4F-9B1B-FE5E56863B50}"/>
                  </a:ext>
                </a:extLst>
              </p:cNvPr>
              <p:cNvSpPr/>
              <p:nvPr/>
            </p:nvSpPr>
            <p:spPr>
              <a:xfrm>
                <a:off x="2381406" y="23446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59019136-6E2E-4646-BFE6-983FFFF33BAB}"/>
                  </a:ext>
                </a:extLst>
              </p:cNvPr>
              <p:cNvSpPr/>
              <p:nvPr/>
            </p:nvSpPr>
            <p:spPr>
              <a:xfrm rot="7200000">
                <a:off x="1585002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9FF8BDE0-E79E-5E40-AADE-685361D6B972}"/>
                  </a:ext>
                </a:extLst>
              </p:cNvPr>
              <p:cNvSpPr/>
              <p:nvPr/>
            </p:nvSpPr>
            <p:spPr>
              <a:xfrm rot="7200000">
                <a:off x="1791478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" name="Oval 267">
                <a:extLst>
                  <a:ext uri="{FF2B5EF4-FFF2-40B4-BE49-F238E27FC236}">
                    <a16:creationId xmlns:a16="http://schemas.microsoft.com/office/drawing/2014/main" id="{531A4828-4ADB-6443-BFAB-2AFBA5664A54}"/>
                  </a:ext>
                </a:extLst>
              </p:cNvPr>
              <p:cNvSpPr/>
              <p:nvPr/>
            </p:nvSpPr>
            <p:spPr>
              <a:xfrm rot="7200000">
                <a:off x="1948793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EC35050-C5A3-A54A-B90A-294413EA996E}"/>
                  </a:ext>
                </a:extLst>
              </p:cNvPr>
              <p:cNvSpPr/>
              <p:nvPr/>
            </p:nvSpPr>
            <p:spPr>
              <a:xfrm rot="7200000">
                <a:off x="2155270" y="25609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842DD1FE-B411-C647-9D1C-84953CD65625}"/>
                  </a:ext>
                </a:extLst>
              </p:cNvPr>
              <p:cNvSpPr/>
              <p:nvPr/>
            </p:nvSpPr>
            <p:spPr>
              <a:xfrm rot="7200000">
                <a:off x="2337166" y="255110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1" name="Oval 270">
                <a:extLst>
                  <a:ext uri="{FF2B5EF4-FFF2-40B4-BE49-F238E27FC236}">
                    <a16:creationId xmlns:a16="http://schemas.microsoft.com/office/drawing/2014/main" id="{95B1F0E2-F5F2-014A-9BF3-16FD21584D6E}"/>
                  </a:ext>
                </a:extLst>
              </p:cNvPr>
              <p:cNvSpPr/>
              <p:nvPr/>
            </p:nvSpPr>
            <p:spPr>
              <a:xfrm rot="7200000">
                <a:off x="1609578" y="274775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54A08BA7-C904-7940-A41F-12E6E560183B}"/>
                  </a:ext>
                </a:extLst>
              </p:cNvPr>
              <p:cNvSpPr/>
              <p:nvPr/>
            </p:nvSpPr>
            <p:spPr>
              <a:xfrm rot="7200000">
                <a:off x="1754604" y="276741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" name="Oval 272">
                <a:extLst>
                  <a:ext uri="{FF2B5EF4-FFF2-40B4-BE49-F238E27FC236}">
                    <a16:creationId xmlns:a16="http://schemas.microsoft.com/office/drawing/2014/main" id="{CD481D32-7913-D842-A89E-AE3EDCC4618D}"/>
                  </a:ext>
                </a:extLst>
              </p:cNvPr>
              <p:cNvSpPr/>
              <p:nvPr/>
            </p:nvSpPr>
            <p:spPr>
              <a:xfrm rot="7200000">
                <a:off x="1924204" y="275758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43385B3F-44A2-E949-9425-413007FBD9B8}"/>
                  </a:ext>
                </a:extLst>
              </p:cNvPr>
              <p:cNvSpPr/>
              <p:nvPr/>
            </p:nvSpPr>
            <p:spPr>
              <a:xfrm rot="7200000">
                <a:off x="2142970" y="27575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" name="Oval 274">
                <a:extLst>
                  <a:ext uri="{FF2B5EF4-FFF2-40B4-BE49-F238E27FC236}">
                    <a16:creationId xmlns:a16="http://schemas.microsoft.com/office/drawing/2014/main" id="{B4EF4A1F-CD0E-DF43-ACAA-73122ABBB8A5}"/>
                  </a:ext>
                </a:extLst>
              </p:cNvPr>
              <p:cNvSpPr/>
              <p:nvPr/>
            </p:nvSpPr>
            <p:spPr>
              <a:xfrm rot="7200000">
                <a:off x="2361742" y="273791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46FC9DE0-7C85-9A47-A792-4BCED9482542}"/>
                  </a:ext>
                </a:extLst>
              </p:cNvPr>
              <p:cNvSpPr/>
              <p:nvPr/>
            </p:nvSpPr>
            <p:spPr>
              <a:xfrm>
                <a:off x="1605720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" name="Oval 276">
                <a:extLst>
                  <a:ext uri="{FF2B5EF4-FFF2-40B4-BE49-F238E27FC236}">
                    <a16:creationId xmlns:a16="http://schemas.microsoft.com/office/drawing/2014/main" id="{04448404-BF51-2C49-A8D6-F35E6D711DE7}"/>
                  </a:ext>
                </a:extLst>
              </p:cNvPr>
              <p:cNvSpPr/>
              <p:nvPr/>
            </p:nvSpPr>
            <p:spPr>
              <a:xfrm>
                <a:off x="1812196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" name="Oval 277">
                <a:extLst>
                  <a:ext uri="{FF2B5EF4-FFF2-40B4-BE49-F238E27FC236}">
                    <a16:creationId xmlns:a16="http://schemas.microsoft.com/office/drawing/2014/main" id="{C5F7EDF9-3B0E-C44B-962D-B455482F1E11}"/>
                  </a:ext>
                </a:extLst>
              </p:cNvPr>
              <p:cNvSpPr/>
              <p:nvPr/>
            </p:nvSpPr>
            <p:spPr>
              <a:xfrm>
                <a:off x="1969511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" name="Oval 278">
                <a:extLst>
                  <a:ext uri="{FF2B5EF4-FFF2-40B4-BE49-F238E27FC236}">
                    <a16:creationId xmlns:a16="http://schemas.microsoft.com/office/drawing/2014/main" id="{07D6098C-2BFC-E64F-ADBB-688802FF8E02}"/>
                  </a:ext>
                </a:extLst>
              </p:cNvPr>
              <p:cNvSpPr/>
              <p:nvPr/>
            </p:nvSpPr>
            <p:spPr>
              <a:xfrm>
                <a:off x="2175988" y="295420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02D8915F-2667-E749-A791-87487311E1B0}"/>
                  </a:ext>
                </a:extLst>
              </p:cNvPr>
              <p:cNvSpPr/>
              <p:nvPr/>
            </p:nvSpPr>
            <p:spPr>
              <a:xfrm>
                <a:off x="2357884" y="294436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" name="Oval 280">
                <a:extLst>
                  <a:ext uri="{FF2B5EF4-FFF2-40B4-BE49-F238E27FC236}">
                    <a16:creationId xmlns:a16="http://schemas.microsoft.com/office/drawing/2014/main" id="{22F46CBD-F52D-CE46-8C38-68134DDDDD4A}"/>
                  </a:ext>
                </a:extLst>
              </p:cNvPr>
              <p:cNvSpPr/>
              <p:nvPr/>
            </p:nvSpPr>
            <p:spPr>
              <a:xfrm>
                <a:off x="1630296" y="314101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8CDB1942-EC0B-FC4C-B8EE-8EF295152CBA}"/>
                  </a:ext>
                </a:extLst>
              </p:cNvPr>
              <p:cNvSpPr/>
              <p:nvPr/>
            </p:nvSpPr>
            <p:spPr>
              <a:xfrm>
                <a:off x="1775322" y="316067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A523FAAF-0160-E640-94E8-FB086DCDFD34}"/>
                  </a:ext>
                </a:extLst>
              </p:cNvPr>
              <p:cNvSpPr/>
              <p:nvPr/>
            </p:nvSpPr>
            <p:spPr>
              <a:xfrm>
                <a:off x="1944922" y="315084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55A6AF70-B997-D644-9808-7315553BAEF0}"/>
                  </a:ext>
                </a:extLst>
              </p:cNvPr>
              <p:cNvSpPr/>
              <p:nvPr/>
            </p:nvSpPr>
            <p:spPr>
              <a:xfrm>
                <a:off x="2163688" y="315084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5" name="Oval 284">
                <a:extLst>
                  <a:ext uri="{FF2B5EF4-FFF2-40B4-BE49-F238E27FC236}">
                    <a16:creationId xmlns:a16="http://schemas.microsoft.com/office/drawing/2014/main" id="{8E00F016-B647-224B-ABBF-2639F5AEAE90}"/>
                  </a:ext>
                </a:extLst>
              </p:cNvPr>
              <p:cNvSpPr/>
              <p:nvPr/>
            </p:nvSpPr>
            <p:spPr>
              <a:xfrm>
                <a:off x="2382460" y="31311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1B6EA6D6-8FBA-2C4F-AE15-51BEDEDEC794}"/>
                  </a:ext>
                </a:extLst>
              </p:cNvPr>
              <p:cNvSpPr/>
              <p:nvPr/>
            </p:nvSpPr>
            <p:spPr>
              <a:xfrm>
                <a:off x="1686844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" name="Oval 286">
                <a:extLst>
                  <a:ext uri="{FF2B5EF4-FFF2-40B4-BE49-F238E27FC236}">
                    <a16:creationId xmlns:a16="http://schemas.microsoft.com/office/drawing/2014/main" id="{D760F460-F17C-EE4C-B370-199B66E2501F}"/>
                  </a:ext>
                </a:extLst>
              </p:cNvPr>
              <p:cNvSpPr/>
              <p:nvPr/>
            </p:nvSpPr>
            <p:spPr>
              <a:xfrm>
                <a:off x="1893320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E8F12F61-6BF3-0845-AB1E-7B6C43B86480}"/>
                  </a:ext>
                </a:extLst>
              </p:cNvPr>
              <p:cNvSpPr/>
              <p:nvPr/>
            </p:nvSpPr>
            <p:spPr>
              <a:xfrm>
                <a:off x="2050635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" name="Oval 288">
                <a:extLst>
                  <a:ext uri="{FF2B5EF4-FFF2-40B4-BE49-F238E27FC236}">
                    <a16:creationId xmlns:a16="http://schemas.microsoft.com/office/drawing/2014/main" id="{D1EFD1EC-A9DB-664D-AE6F-15BEC356FBF2}"/>
                  </a:ext>
                </a:extLst>
              </p:cNvPr>
              <p:cNvSpPr/>
              <p:nvPr/>
            </p:nvSpPr>
            <p:spPr>
              <a:xfrm>
                <a:off x="2257112" y="335731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" name="Oval 289">
                <a:extLst>
                  <a:ext uri="{FF2B5EF4-FFF2-40B4-BE49-F238E27FC236}">
                    <a16:creationId xmlns:a16="http://schemas.microsoft.com/office/drawing/2014/main" id="{F53CFE7F-BED3-0B45-9442-2D7C781A0F0A}"/>
                  </a:ext>
                </a:extLst>
              </p:cNvPr>
              <p:cNvSpPr/>
              <p:nvPr/>
            </p:nvSpPr>
            <p:spPr>
              <a:xfrm>
                <a:off x="2439008" y="334748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" name="Oval 290">
                <a:extLst>
                  <a:ext uri="{FF2B5EF4-FFF2-40B4-BE49-F238E27FC236}">
                    <a16:creationId xmlns:a16="http://schemas.microsoft.com/office/drawing/2014/main" id="{C6D7C33C-CEE5-A74D-9F1F-74CAE8BADEDA}"/>
                  </a:ext>
                </a:extLst>
              </p:cNvPr>
              <p:cNvSpPr/>
              <p:nvPr/>
            </p:nvSpPr>
            <p:spPr>
              <a:xfrm>
                <a:off x="1711420" y="354413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" name="Oval 291">
                <a:extLst>
                  <a:ext uri="{FF2B5EF4-FFF2-40B4-BE49-F238E27FC236}">
                    <a16:creationId xmlns:a16="http://schemas.microsoft.com/office/drawing/2014/main" id="{1E20205A-3E66-FF45-9E1B-E0D48B7BE32C}"/>
                  </a:ext>
                </a:extLst>
              </p:cNvPr>
              <p:cNvSpPr/>
              <p:nvPr/>
            </p:nvSpPr>
            <p:spPr>
              <a:xfrm>
                <a:off x="1856446" y="35637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" name="Oval 292">
                <a:extLst>
                  <a:ext uri="{FF2B5EF4-FFF2-40B4-BE49-F238E27FC236}">
                    <a16:creationId xmlns:a16="http://schemas.microsoft.com/office/drawing/2014/main" id="{E5A50FB9-6E56-884C-9221-66030F396214}"/>
                  </a:ext>
                </a:extLst>
              </p:cNvPr>
              <p:cNvSpPr/>
              <p:nvPr/>
            </p:nvSpPr>
            <p:spPr>
              <a:xfrm>
                <a:off x="2026046" y="35539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" name="Oval 293">
                <a:extLst>
                  <a:ext uri="{FF2B5EF4-FFF2-40B4-BE49-F238E27FC236}">
                    <a16:creationId xmlns:a16="http://schemas.microsoft.com/office/drawing/2014/main" id="{9F4F65B8-525D-C04B-829E-7D42C0FCD3D7}"/>
                  </a:ext>
                </a:extLst>
              </p:cNvPr>
              <p:cNvSpPr/>
              <p:nvPr/>
            </p:nvSpPr>
            <p:spPr>
              <a:xfrm>
                <a:off x="2244812" y="355396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418D6D35-57DE-8745-9BE6-52EBB5F1212E}"/>
                  </a:ext>
                </a:extLst>
              </p:cNvPr>
              <p:cNvSpPr/>
              <p:nvPr/>
            </p:nvSpPr>
            <p:spPr>
              <a:xfrm>
                <a:off x="2463584" y="35342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D801E201-7511-F74E-B9F9-4D6DFB8C9046}"/>
                  </a:ext>
                </a:extLst>
              </p:cNvPr>
              <p:cNvSpPr/>
              <p:nvPr/>
            </p:nvSpPr>
            <p:spPr>
              <a:xfrm rot="7200000">
                <a:off x="1667180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F3276102-0D23-C645-B03E-B9CF74440325}"/>
                  </a:ext>
                </a:extLst>
              </p:cNvPr>
              <p:cNvSpPr/>
              <p:nvPr/>
            </p:nvSpPr>
            <p:spPr>
              <a:xfrm rot="7200000">
                <a:off x="1873656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" name="Oval 297">
                <a:extLst>
                  <a:ext uri="{FF2B5EF4-FFF2-40B4-BE49-F238E27FC236}">
                    <a16:creationId xmlns:a16="http://schemas.microsoft.com/office/drawing/2014/main" id="{90A0236C-9AA0-3840-A537-D4DB41A34F7D}"/>
                  </a:ext>
                </a:extLst>
              </p:cNvPr>
              <p:cNvSpPr/>
              <p:nvPr/>
            </p:nvSpPr>
            <p:spPr>
              <a:xfrm rot="7200000">
                <a:off x="2030971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Oval 298">
                <a:extLst>
                  <a:ext uri="{FF2B5EF4-FFF2-40B4-BE49-F238E27FC236}">
                    <a16:creationId xmlns:a16="http://schemas.microsoft.com/office/drawing/2014/main" id="{78313DA4-53EA-C54F-BB4B-C7AFAE979491}"/>
                  </a:ext>
                </a:extLst>
              </p:cNvPr>
              <p:cNvSpPr/>
              <p:nvPr/>
            </p:nvSpPr>
            <p:spPr>
              <a:xfrm rot="7200000">
                <a:off x="2237448" y="3750596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0" name="Oval 299">
                <a:extLst>
                  <a:ext uri="{FF2B5EF4-FFF2-40B4-BE49-F238E27FC236}">
                    <a16:creationId xmlns:a16="http://schemas.microsoft.com/office/drawing/2014/main" id="{54D05D33-1759-AF49-8098-4DD2D7CD97A5}"/>
                  </a:ext>
                </a:extLst>
              </p:cNvPr>
              <p:cNvSpPr/>
              <p:nvPr/>
            </p:nvSpPr>
            <p:spPr>
              <a:xfrm rot="7200000">
                <a:off x="2419344" y="374076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" name="Oval 300">
                <a:extLst>
                  <a:ext uri="{FF2B5EF4-FFF2-40B4-BE49-F238E27FC236}">
                    <a16:creationId xmlns:a16="http://schemas.microsoft.com/office/drawing/2014/main" id="{8B8C7C95-627F-A44F-9B50-FCA160713828}"/>
                  </a:ext>
                </a:extLst>
              </p:cNvPr>
              <p:cNvSpPr/>
              <p:nvPr/>
            </p:nvSpPr>
            <p:spPr>
              <a:xfrm rot="7200000">
                <a:off x="1691756" y="393740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" name="Oval 301">
                <a:extLst>
                  <a:ext uri="{FF2B5EF4-FFF2-40B4-BE49-F238E27FC236}">
                    <a16:creationId xmlns:a16="http://schemas.microsoft.com/office/drawing/2014/main" id="{F3BCB19D-B022-B74F-874F-CDED3E054700}"/>
                  </a:ext>
                </a:extLst>
              </p:cNvPr>
              <p:cNvSpPr/>
              <p:nvPr/>
            </p:nvSpPr>
            <p:spPr>
              <a:xfrm rot="7200000">
                <a:off x="1836782" y="3957073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" name="Oval 302">
                <a:extLst>
                  <a:ext uri="{FF2B5EF4-FFF2-40B4-BE49-F238E27FC236}">
                    <a16:creationId xmlns:a16="http://schemas.microsoft.com/office/drawing/2014/main" id="{BD8E59F8-8503-0648-97FD-8C8B2C2C88BB}"/>
                  </a:ext>
                </a:extLst>
              </p:cNvPr>
              <p:cNvSpPr/>
              <p:nvPr/>
            </p:nvSpPr>
            <p:spPr>
              <a:xfrm rot="7200000">
                <a:off x="2006382" y="394724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" name="Oval 303">
                <a:extLst>
                  <a:ext uri="{FF2B5EF4-FFF2-40B4-BE49-F238E27FC236}">
                    <a16:creationId xmlns:a16="http://schemas.microsoft.com/office/drawing/2014/main" id="{6AB492D0-E186-B745-8DC1-0E50F1443297}"/>
                  </a:ext>
                </a:extLst>
              </p:cNvPr>
              <p:cNvSpPr/>
              <p:nvPr/>
            </p:nvSpPr>
            <p:spPr>
              <a:xfrm rot="7200000">
                <a:off x="2225148" y="394723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4">
                <a:extLst>
                  <a:ext uri="{FF2B5EF4-FFF2-40B4-BE49-F238E27FC236}">
                    <a16:creationId xmlns:a16="http://schemas.microsoft.com/office/drawing/2014/main" id="{32A02126-9E69-5447-8DD8-AECC409DCD15}"/>
                  </a:ext>
                </a:extLst>
              </p:cNvPr>
              <p:cNvSpPr/>
              <p:nvPr/>
            </p:nvSpPr>
            <p:spPr>
              <a:xfrm rot="7200000">
                <a:off x="2443920" y="39275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" name="Oval 305">
                <a:extLst>
                  <a:ext uri="{FF2B5EF4-FFF2-40B4-BE49-F238E27FC236}">
                    <a16:creationId xmlns:a16="http://schemas.microsoft.com/office/drawing/2014/main" id="{26E53D73-E93C-664C-975E-AA1CB4EE19C3}"/>
                  </a:ext>
                </a:extLst>
              </p:cNvPr>
              <p:cNvSpPr/>
              <p:nvPr/>
            </p:nvSpPr>
            <p:spPr>
              <a:xfrm>
                <a:off x="1680856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C3F5339F-9BA5-7F4F-9226-9CD2425680AF}"/>
                  </a:ext>
                </a:extLst>
              </p:cNvPr>
              <p:cNvSpPr/>
              <p:nvPr/>
            </p:nvSpPr>
            <p:spPr>
              <a:xfrm>
                <a:off x="1887332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C447B883-0FF0-614D-9375-5C4CC1EB5402}"/>
                  </a:ext>
                </a:extLst>
              </p:cNvPr>
              <p:cNvSpPr/>
              <p:nvPr/>
            </p:nvSpPr>
            <p:spPr>
              <a:xfrm>
                <a:off x="2044647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C9D7B364-430B-864A-A923-9DEF325B7010}"/>
                  </a:ext>
                </a:extLst>
              </p:cNvPr>
              <p:cNvSpPr/>
              <p:nvPr/>
            </p:nvSpPr>
            <p:spPr>
              <a:xfrm>
                <a:off x="2251124" y="408480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" name="Oval 309">
                <a:extLst>
                  <a:ext uri="{FF2B5EF4-FFF2-40B4-BE49-F238E27FC236}">
                    <a16:creationId xmlns:a16="http://schemas.microsoft.com/office/drawing/2014/main" id="{C73A7063-CE27-8D4F-A82D-916772776AB7}"/>
                  </a:ext>
                </a:extLst>
              </p:cNvPr>
              <p:cNvSpPr/>
              <p:nvPr/>
            </p:nvSpPr>
            <p:spPr>
              <a:xfrm>
                <a:off x="2433020" y="407497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" name="Oval 310">
                <a:extLst>
                  <a:ext uri="{FF2B5EF4-FFF2-40B4-BE49-F238E27FC236}">
                    <a16:creationId xmlns:a16="http://schemas.microsoft.com/office/drawing/2014/main" id="{36E0BE4C-8E77-0944-91A6-8759E040800E}"/>
                  </a:ext>
                </a:extLst>
              </p:cNvPr>
              <p:cNvSpPr/>
              <p:nvPr/>
            </p:nvSpPr>
            <p:spPr>
              <a:xfrm>
                <a:off x="1705432" y="427161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C1E0EE4C-803E-B74C-8A5E-4B38700DA9CE}"/>
                  </a:ext>
                </a:extLst>
              </p:cNvPr>
              <p:cNvSpPr/>
              <p:nvPr/>
            </p:nvSpPr>
            <p:spPr>
              <a:xfrm>
                <a:off x="1850458" y="429128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12">
                <a:extLst>
                  <a:ext uri="{FF2B5EF4-FFF2-40B4-BE49-F238E27FC236}">
                    <a16:creationId xmlns:a16="http://schemas.microsoft.com/office/drawing/2014/main" id="{DC0FD459-BD03-A44B-841E-343F7E8D99E8}"/>
                  </a:ext>
                </a:extLst>
              </p:cNvPr>
              <p:cNvSpPr/>
              <p:nvPr/>
            </p:nvSpPr>
            <p:spPr>
              <a:xfrm>
                <a:off x="2020058" y="428144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4" name="Oval 313">
                <a:extLst>
                  <a:ext uri="{FF2B5EF4-FFF2-40B4-BE49-F238E27FC236}">
                    <a16:creationId xmlns:a16="http://schemas.microsoft.com/office/drawing/2014/main" id="{6AFA48E1-2075-3B42-98B3-D832747FCD55}"/>
                  </a:ext>
                </a:extLst>
              </p:cNvPr>
              <p:cNvSpPr/>
              <p:nvPr/>
            </p:nvSpPr>
            <p:spPr>
              <a:xfrm>
                <a:off x="2238824" y="428144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5" name="Oval 314">
                <a:extLst>
                  <a:ext uri="{FF2B5EF4-FFF2-40B4-BE49-F238E27FC236}">
                    <a16:creationId xmlns:a16="http://schemas.microsoft.com/office/drawing/2014/main" id="{C2BD7821-05A0-A64E-A910-2BAE75651C9D}"/>
                  </a:ext>
                </a:extLst>
              </p:cNvPr>
              <p:cNvSpPr/>
              <p:nvPr/>
            </p:nvSpPr>
            <p:spPr>
              <a:xfrm>
                <a:off x="2457596" y="426178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6" name="Oval 315">
                <a:extLst>
                  <a:ext uri="{FF2B5EF4-FFF2-40B4-BE49-F238E27FC236}">
                    <a16:creationId xmlns:a16="http://schemas.microsoft.com/office/drawing/2014/main" id="{B5987C74-20C7-064D-8349-2B219964917E}"/>
                  </a:ext>
                </a:extLst>
              </p:cNvPr>
              <p:cNvSpPr/>
              <p:nvPr/>
            </p:nvSpPr>
            <p:spPr>
              <a:xfrm>
                <a:off x="1761980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6458215C-6283-1C4D-B44C-3BD35F9AB9B1}"/>
                  </a:ext>
                </a:extLst>
              </p:cNvPr>
              <p:cNvSpPr/>
              <p:nvPr/>
            </p:nvSpPr>
            <p:spPr>
              <a:xfrm>
                <a:off x="1968456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8" name="Oval 317">
                <a:extLst>
                  <a:ext uri="{FF2B5EF4-FFF2-40B4-BE49-F238E27FC236}">
                    <a16:creationId xmlns:a16="http://schemas.microsoft.com/office/drawing/2014/main" id="{5B77B65D-CAE4-3841-A143-FB653B8BF97A}"/>
                  </a:ext>
                </a:extLst>
              </p:cNvPr>
              <p:cNvSpPr/>
              <p:nvPr/>
            </p:nvSpPr>
            <p:spPr>
              <a:xfrm>
                <a:off x="2125771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9" name="Oval 318">
                <a:extLst>
                  <a:ext uri="{FF2B5EF4-FFF2-40B4-BE49-F238E27FC236}">
                    <a16:creationId xmlns:a16="http://schemas.microsoft.com/office/drawing/2014/main" id="{F6D64D9E-3F26-984C-9D04-AEDF41BB5523}"/>
                  </a:ext>
                </a:extLst>
              </p:cNvPr>
              <p:cNvSpPr/>
              <p:nvPr/>
            </p:nvSpPr>
            <p:spPr>
              <a:xfrm>
                <a:off x="2332248" y="448792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19">
                <a:extLst>
                  <a:ext uri="{FF2B5EF4-FFF2-40B4-BE49-F238E27FC236}">
                    <a16:creationId xmlns:a16="http://schemas.microsoft.com/office/drawing/2014/main" id="{EDC67597-2CA2-8D49-9FEC-739767670263}"/>
                  </a:ext>
                </a:extLst>
              </p:cNvPr>
              <p:cNvSpPr/>
              <p:nvPr/>
            </p:nvSpPr>
            <p:spPr>
              <a:xfrm>
                <a:off x="2514144" y="447808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1" name="Oval 320">
                <a:extLst>
                  <a:ext uri="{FF2B5EF4-FFF2-40B4-BE49-F238E27FC236}">
                    <a16:creationId xmlns:a16="http://schemas.microsoft.com/office/drawing/2014/main" id="{9F338097-E6F0-C749-8125-4AE6FB4C5C98}"/>
                  </a:ext>
                </a:extLst>
              </p:cNvPr>
              <p:cNvSpPr/>
              <p:nvPr/>
            </p:nvSpPr>
            <p:spPr>
              <a:xfrm>
                <a:off x="1786556" y="467473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2" name="Oval 321">
                <a:extLst>
                  <a:ext uri="{FF2B5EF4-FFF2-40B4-BE49-F238E27FC236}">
                    <a16:creationId xmlns:a16="http://schemas.microsoft.com/office/drawing/2014/main" id="{54D1B86B-99E3-AA42-BFC8-4666104E82A9}"/>
                  </a:ext>
                </a:extLst>
              </p:cNvPr>
              <p:cNvSpPr/>
              <p:nvPr/>
            </p:nvSpPr>
            <p:spPr>
              <a:xfrm>
                <a:off x="1931582" y="46943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3" name="Oval 322">
                <a:extLst>
                  <a:ext uri="{FF2B5EF4-FFF2-40B4-BE49-F238E27FC236}">
                    <a16:creationId xmlns:a16="http://schemas.microsoft.com/office/drawing/2014/main" id="{21FA9349-1BBD-F947-B718-C7D06C6CD8EE}"/>
                  </a:ext>
                </a:extLst>
              </p:cNvPr>
              <p:cNvSpPr/>
              <p:nvPr/>
            </p:nvSpPr>
            <p:spPr>
              <a:xfrm>
                <a:off x="2101182" y="468456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4" name="Oval 323">
                <a:extLst>
                  <a:ext uri="{FF2B5EF4-FFF2-40B4-BE49-F238E27FC236}">
                    <a16:creationId xmlns:a16="http://schemas.microsoft.com/office/drawing/2014/main" id="{89C0131F-4BDE-8D4B-B34C-A673AE4B90BC}"/>
                  </a:ext>
                </a:extLst>
              </p:cNvPr>
              <p:cNvSpPr/>
              <p:nvPr/>
            </p:nvSpPr>
            <p:spPr>
              <a:xfrm>
                <a:off x="2319948" y="468456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5448F69A-9AF8-6F43-ACFB-0D9A6138360B}"/>
                  </a:ext>
                </a:extLst>
              </p:cNvPr>
              <p:cNvSpPr/>
              <p:nvPr/>
            </p:nvSpPr>
            <p:spPr>
              <a:xfrm>
                <a:off x="2538720" y="466489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6" name="Oval 325">
                <a:extLst>
                  <a:ext uri="{FF2B5EF4-FFF2-40B4-BE49-F238E27FC236}">
                    <a16:creationId xmlns:a16="http://schemas.microsoft.com/office/drawing/2014/main" id="{73F8F5B2-D1DC-4149-9124-AB484925143D}"/>
                  </a:ext>
                </a:extLst>
              </p:cNvPr>
              <p:cNvSpPr/>
              <p:nvPr/>
            </p:nvSpPr>
            <p:spPr>
              <a:xfrm rot="7200000">
                <a:off x="1742316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7" name="Oval 326">
                <a:extLst>
                  <a:ext uri="{FF2B5EF4-FFF2-40B4-BE49-F238E27FC236}">
                    <a16:creationId xmlns:a16="http://schemas.microsoft.com/office/drawing/2014/main" id="{C8BE3813-D2FB-5647-B121-31DDDBD59BA9}"/>
                  </a:ext>
                </a:extLst>
              </p:cNvPr>
              <p:cNvSpPr/>
              <p:nvPr/>
            </p:nvSpPr>
            <p:spPr>
              <a:xfrm rot="7200000">
                <a:off x="1948792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8" name="Oval 327">
                <a:extLst>
                  <a:ext uri="{FF2B5EF4-FFF2-40B4-BE49-F238E27FC236}">
                    <a16:creationId xmlns:a16="http://schemas.microsoft.com/office/drawing/2014/main" id="{AEC7B533-362E-7B4F-AE65-9485102115E7}"/>
                  </a:ext>
                </a:extLst>
              </p:cNvPr>
              <p:cNvSpPr/>
              <p:nvPr/>
            </p:nvSpPr>
            <p:spPr>
              <a:xfrm rot="7200000">
                <a:off x="2106107" y="488119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9" name="Oval 328">
                <a:extLst>
                  <a:ext uri="{FF2B5EF4-FFF2-40B4-BE49-F238E27FC236}">
                    <a16:creationId xmlns:a16="http://schemas.microsoft.com/office/drawing/2014/main" id="{2D7814C5-0B1F-6542-BD1A-2277F8D0CE30}"/>
                  </a:ext>
                </a:extLst>
              </p:cNvPr>
              <p:cNvSpPr/>
              <p:nvPr/>
            </p:nvSpPr>
            <p:spPr>
              <a:xfrm rot="7200000">
                <a:off x="1766892" y="5068009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0" name="Oval 329">
                <a:extLst>
                  <a:ext uri="{FF2B5EF4-FFF2-40B4-BE49-F238E27FC236}">
                    <a16:creationId xmlns:a16="http://schemas.microsoft.com/office/drawing/2014/main" id="{599AF1C4-542E-054C-8A4E-F333022529FA}"/>
                  </a:ext>
                </a:extLst>
              </p:cNvPr>
              <p:cNvSpPr/>
              <p:nvPr/>
            </p:nvSpPr>
            <p:spPr>
              <a:xfrm rot="7200000">
                <a:off x="1911918" y="5087675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1" name="Oval 330">
                <a:extLst>
                  <a:ext uri="{FF2B5EF4-FFF2-40B4-BE49-F238E27FC236}">
                    <a16:creationId xmlns:a16="http://schemas.microsoft.com/office/drawing/2014/main" id="{CD3253E5-BFC0-E349-A107-B8EFD67C1BD5}"/>
                  </a:ext>
                </a:extLst>
              </p:cNvPr>
              <p:cNvSpPr/>
              <p:nvPr/>
            </p:nvSpPr>
            <p:spPr>
              <a:xfrm rot="7200000">
                <a:off x="2081518" y="5077842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31">
                <a:extLst>
                  <a:ext uri="{FF2B5EF4-FFF2-40B4-BE49-F238E27FC236}">
                    <a16:creationId xmlns:a16="http://schemas.microsoft.com/office/drawing/2014/main" id="{8449944D-5F1A-7544-A57E-1AF9371E5D65}"/>
                  </a:ext>
                </a:extLst>
              </p:cNvPr>
              <p:cNvSpPr/>
              <p:nvPr/>
            </p:nvSpPr>
            <p:spPr>
              <a:xfrm rot="14917077">
                <a:off x="1774285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3" name="Oval 332">
                <a:extLst>
                  <a:ext uri="{FF2B5EF4-FFF2-40B4-BE49-F238E27FC236}">
                    <a16:creationId xmlns:a16="http://schemas.microsoft.com/office/drawing/2014/main" id="{24399DB3-7007-D443-BE5C-AA7E3B774EA6}"/>
                  </a:ext>
                </a:extLst>
              </p:cNvPr>
              <p:cNvSpPr/>
              <p:nvPr/>
            </p:nvSpPr>
            <p:spPr>
              <a:xfrm rot="14917077">
                <a:off x="1980761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D772447D-B004-4E4D-9576-6B8A6E73EE09}"/>
                  </a:ext>
                </a:extLst>
              </p:cNvPr>
              <p:cNvSpPr/>
              <p:nvPr/>
            </p:nvSpPr>
            <p:spPr>
              <a:xfrm rot="14917077">
                <a:off x="2138076" y="5265780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5" name="Oval 334">
                <a:extLst>
                  <a:ext uri="{FF2B5EF4-FFF2-40B4-BE49-F238E27FC236}">
                    <a16:creationId xmlns:a16="http://schemas.microsoft.com/office/drawing/2014/main" id="{FA384D48-03AB-214A-BF8D-CB40610D3C7F}"/>
                  </a:ext>
                </a:extLst>
              </p:cNvPr>
              <p:cNvSpPr/>
              <p:nvPr/>
            </p:nvSpPr>
            <p:spPr>
              <a:xfrm rot="14917077">
                <a:off x="1798861" y="5452591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6" name="Oval 335">
                <a:extLst>
                  <a:ext uri="{FF2B5EF4-FFF2-40B4-BE49-F238E27FC236}">
                    <a16:creationId xmlns:a16="http://schemas.microsoft.com/office/drawing/2014/main" id="{62E89A3C-2BB6-8147-ACEA-8991491C185A}"/>
                  </a:ext>
                </a:extLst>
              </p:cNvPr>
              <p:cNvSpPr/>
              <p:nvPr/>
            </p:nvSpPr>
            <p:spPr>
              <a:xfrm rot="14917077">
                <a:off x="1943887" y="547225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Oval 336">
                <a:extLst>
                  <a:ext uri="{FF2B5EF4-FFF2-40B4-BE49-F238E27FC236}">
                    <a16:creationId xmlns:a16="http://schemas.microsoft.com/office/drawing/2014/main" id="{F7E78BC8-F0B8-E04B-B2F8-7F439FAA3259}"/>
                  </a:ext>
                </a:extLst>
              </p:cNvPr>
              <p:cNvSpPr/>
              <p:nvPr/>
            </p:nvSpPr>
            <p:spPr>
              <a:xfrm rot="14917077">
                <a:off x="2113487" y="546242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8" name="Oval 337">
                <a:extLst>
                  <a:ext uri="{FF2B5EF4-FFF2-40B4-BE49-F238E27FC236}">
                    <a16:creationId xmlns:a16="http://schemas.microsoft.com/office/drawing/2014/main" id="{836CDDEC-E4F2-434A-89F7-9388494F1D71}"/>
                  </a:ext>
                </a:extLst>
              </p:cNvPr>
              <p:cNvSpPr/>
              <p:nvPr/>
            </p:nvSpPr>
            <p:spPr>
              <a:xfrm rot="14917077">
                <a:off x="1855409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C272D8ED-2E3C-2C45-AEB6-14E41D1C2248}"/>
                  </a:ext>
                </a:extLst>
              </p:cNvPr>
              <p:cNvSpPr/>
              <p:nvPr/>
            </p:nvSpPr>
            <p:spPr>
              <a:xfrm rot="14917077">
                <a:off x="2061885" y="5668897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0" name="Oval 339">
                <a:extLst>
                  <a:ext uri="{FF2B5EF4-FFF2-40B4-BE49-F238E27FC236}">
                    <a16:creationId xmlns:a16="http://schemas.microsoft.com/office/drawing/2014/main" id="{24FE2902-1F70-3E43-AD3E-3240A145F49B}"/>
                  </a:ext>
                </a:extLst>
              </p:cNvPr>
              <p:cNvSpPr/>
              <p:nvPr/>
            </p:nvSpPr>
            <p:spPr>
              <a:xfrm rot="14917077">
                <a:off x="1879985" y="5855708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1" name="Oval 340">
                <a:extLst>
                  <a:ext uri="{FF2B5EF4-FFF2-40B4-BE49-F238E27FC236}">
                    <a16:creationId xmlns:a16="http://schemas.microsoft.com/office/drawing/2014/main" id="{7B60425B-4024-0E43-AB03-DE14835849FD}"/>
                  </a:ext>
                </a:extLst>
              </p:cNvPr>
              <p:cNvSpPr/>
              <p:nvPr/>
            </p:nvSpPr>
            <p:spPr>
              <a:xfrm rot="14917077">
                <a:off x="2025011" y="5875374"/>
                <a:ext cx="206477" cy="235974"/>
              </a:xfrm>
              <a:prstGeom prst="ellipse">
                <a:avLst/>
              </a:pr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655A2B0F-B107-B84E-8EC4-FA19C08F0420}"/>
                  </a:ext>
                </a:extLst>
              </p:cNvPr>
              <p:cNvSpPr/>
              <p:nvPr/>
            </p:nvSpPr>
            <p:spPr>
              <a:xfrm>
                <a:off x="921576" y="1383019"/>
                <a:ext cx="1312478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49199C2F-355C-CA45-9CF9-27DE7A6713C5}"/>
                  </a:ext>
                </a:extLst>
              </p:cNvPr>
              <p:cNvSpPr/>
              <p:nvPr/>
            </p:nvSpPr>
            <p:spPr>
              <a:xfrm flipH="1">
                <a:off x="1970948" y="1329452"/>
                <a:ext cx="1267831" cy="478339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129" name="Group 3128">
            <a:extLst>
              <a:ext uri="{FF2B5EF4-FFF2-40B4-BE49-F238E27FC236}">
                <a16:creationId xmlns:a16="http://schemas.microsoft.com/office/drawing/2014/main" id="{6DE6C9A5-EDB4-8545-B3FA-8B6B27EB4691}"/>
              </a:ext>
            </a:extLst>
          </p:cNvPr>
          <p:cNvGrpSpPr/>
          <p:nvPr/>
        </p:nvGrpSpPr>
        <p:grpSpPr>
          <a:xfrm rot="5150173">
            <a:off x="8399405" y="6302818"/>
            <a:ext cx="686823" cy="439136"/>
            <a:chOff x="5871652" y="6279397"/>
            <a:chExt cx="686823" cy="439136"/>
          </a:xfrm>
        </p:grpSpPr>
        <p:sp>
          <p:nvSpPr>
            <p:cNvPr id="3130" name="Freeform 3129">
              <a:extLst>
                <a:ext uri="{FF2B5EF4-FFF2-40B4-BE49-F238E27FC236}">
                  <a16:creationId xmlns:a16="http://schemas.microsoft.com/office/drawing/2014/main" id="{6667BDA6-3F2F-F044-BAE1-8C5BE32826CF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1" name="Freeform 3130">
              <a:extLst>
                <a:ext uri="{FF2B5EF4-FFF2-40B4-BE49-F238E27FC236}">
                  <a16:creationId xmlns:a16="http://schemas.microsoft.com/office/drawing/2014/main" id="{7B1EAEDB-76FE-E345-A814-BAC955194B64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2" name="Freeform 3131">
              <a:extLst>
                <a:ext uri="{FF2B5EF4-FFF2-40B4-BE49-F238E27FC236}">
                  <a16:creationId xmlns:a16="http://schemas.microsoft.com/office/drawing/2014/main" id="{9080FBDB-F7C5-AF47-8D1C-BC383171AA0E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3" name="Rectangle 3132">
              <a:extLst>
                <a:ext uri="{FF2B5EF4-FFF2-40B4-BE49-F238E27FC236}">
                  <a16:creationId xmlns:a16="http://schemas.microsoft.com/office/drawing/2014/main" id="{896E6D38-B1DC-C348-B7C0-AB162D5CB1A7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3134" name="Oval 3133">
              <a:extLst>
                <a:ext uri="{FF2B5EF4-FFF2-40B4-BE49-F238E27FC236}">
                  <a16:creationId xmlns:a16="http://schemas.microsoft.com/office/drawing/2014/main" id="{39AFC026-6B26-C143-9A0D-E2DA03E7755E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5" name="Oval 3134">
              <a:extLst>
                <a:ext uri="{FF2B5EF4-FFF2-40B4-BE49-F238E27FC236}">
                  <a16:creationId xmlns:a16="http://schemas.microsoft.com/office/drawing/2014/main" id="{7EA6F79B-B89A-2E45-A018-7CC6EB68C498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6" name="Oval 3135">
              <a:extLst>
                <a:ext uri="{FF2B5EF4-FFF2-40B4-BE49-F238E27FC236}">
                  <a16:creationId xmlns:a16="http://schemas.microsoft.com/office/drawing/2014/main" id="{9F630F95-4D38-B042-9EAC-EEFC79AC4A0E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7" name="Oval 3136">
              <a:extLst>
                <a:ext uri="{FF2B5EF4-FFF2-40B4-BE49-F238E27FC236}">
                  <a16:creationId xmlns:a16="http://schemas.microsoft.com/office/drawing/2014/main" id="{920A302C-21E3-4348-A295-65CC7FE1C7F8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8" name="Oval 3137">
              <a:extLst>
                <a:ext uri="{FF2B5EF4-FFF2-40B4-BE49-F238E27FC236}">
                  <a16:creationId xmlns:a16="http://schemas.microsoft.com/office/drawing/2014/main" id="{45DC7B43-B938-4141-A3BE-4A8399E9743C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39" name="Oval 3138">
              <a:extLst>
                <a:ext uri="{FF2B5EF4-FFF2-40B4-BE49-F238E27FC236}">
                  <a16:creationId xmlns:a16="http://schemas.microsoft.com/office/drawing/2014/main" id="{2F1AF4DF-6B52-6042-8DB9-4F9819C02322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0" name="Oval 3139">
              <a:extLst>
                <a:ext uri="{FF2B5EF4-FFF2-40B4-BE49-F238E27FC236}">
                  <a16:creationId xmlns:a16="http://schemas.microsoft.com/office/drawing/2014/main" id="{4C29B43F-423F-FF45-9E3C-05CD2F0FDD68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1" name="Oval 3140">
              <a:extLst>
                <a:ext uri="{FF2B5EF4-FFF2-40B4-BE49-F238E27FC236}">
                  <a16:creationId xmlns:a16="http://schemas.microsoft.com/office/drawing/2014/main" id="{EB9DE7C8-00C9-5B4B-88B6-2C612E00F738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2" name="Oval 3141">
              <a:extLst>
                <a:ext uri="{FF2B5EF4-FFF2-40B4-BE49-F238E27FC236}">
                  <a16:creationId xmlns:a16="http://schemas.microsoft.com/office/drawing/2014/main" id="{E5CCBE71-D08A-B147-9F2E-B0004625D6D3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3" name="Oval 3142">
              <a:extLst>
                <a:ext uri="{FF2B5EF4-FFF2-40B4-BE49-F238E27FC236}">
                  <a16:creationId xmlns:a16="http://schemas.microsoft.com/office/drawing/2014/main" id="{FB0987BD-D37A-0040-BBED-223B7F5C0F55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4" name="Oval 3143">
              <a:extLst>
                <a:ext uri="{FF2B5EF4-FFF2-40B4-BE49-F238E27FC236}">
                  <a16:creationId xmlns:a16="http://schemas.microsoft.com/office/drawing/2014/main" id="{5EE3F9C8-975D-A647-A67C-F1EE9C329422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5" name="Oval 3144">
              <a:extLst>
                <a:ext uri="{FF2B5EF4-FFF2-40B4-BE49-F238E27FC236}">
                  <a16:creationId xmlns:a16="http://schemas.microsoft.com/office/drawing/2014/main" id="{9A0BE52B-038B-AB46-96F4-3EAB8CBB627D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6" name="Oval 3145">
              <a:extLst>
                <a:ext uri="{FF2B5EF4-FFF2-40B4-BE49-F238E27FC236}">
                  <a16:creationId xmlns:a16="http://schemas.microsoft.com/office/drawing/2014/main" id="{5784D2DA-79F4-5A4C-9F23-993737895445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7" name="Oval 3146">
              <a:extLst>
                <a:ext uri="{FF2B5EF4-FFF2-40B4-BE49-F238E27FC236}">
                  <a16:creationId xmlns:a16="http://schemas.microsoft.com/office/drawing/2014/main" id="{23585C2C-E0D6-FD4E-911A-A32AC9614E39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8" name="Oval 3147">
              <a:extLst>
                <a:ext uri="{FF2B5EF4-FFF2-40B4-BE49-F238E27FC236}">
                  <a16:creationId xmlns:a16="http://schemas.microsoft.com/office/drawing/2014/main" id="{C325B91B-66B7-6144-BF2F-F08E53510E27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49" name="Oval 3148">
              <a:extLst>
                <a:ext uri="{FF2B5EF4-FFF2-40B4-BE49-F238E27FC236}">
                  <a16:creationId xmlns:a16="http://schemas.microsoft.com/office/drawing/2014/main" id="{728DB0D4-BB02-3448-8AE9-00F998061685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0" name="Oval 3149">
              <a:extLst>
                <a:ext uri="{FF2B5EF4-FFF2-40B4-BE49-F238E27FC236}">
                  <a16:creationId xmlns:a16="http://schemas.microsoft.com/office/drawing/2014/main" id="{C97CCD80-78F0-9245-AEEA-BF92C8B6692B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1" name="Oval 3150">
              <a:extLst>
                <a:ext uri="{FF2B5EF4-FFF2-40B4-BE49-F238E27FC236}">
                  <a16:creationId xmlns:a16="http://schemas.microsoft.com/office/drawing/2014/main" id="{47743B38-29D9-E34C-8640-497AA93DCE20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2" name="Oval 3151">
              <a:extLst>
                <a:ext uri="{FF2B5EF4-FFF2-40B4-BE49-F238E27FC236}">
                  <a16:creationId xmlns:a16="http://schemas.microsoft.com/office/drawing/2014/main" id="{6D92C1B9-894A-7C46-8AA8-A8AC8A5F390C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3" name="Oval 3152">
              <a:extLst>
                <a:ext uri="{FF2B5EF4-FFF2-40B4-BE49-F238E27FC236}">
                  <a16:creationId xmlns:a16="http://schemas.microsoft.com/office/drawing/2014/main" id="{43814677-33D7-2D43-8FBC-A647002A0118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4" name="Oval 3153">
              <a:extLst>
                <a:ext uri="{FF2B5EF4-FFF2-40B4-BE49-F238E27FC236}">
                  <a16:creationId xmlns:a16="http://schemas.microsoft.com/office/drawing/2014/main" id="{606C6BB7-F407-7F44-974F-CB24E06F1943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5" name="Oval 3154">
              <a:extLst>
                <a:ext uri="{FF2B5EF4-FFF2-40B4-BE49-F238E27FC236}">
                  <a16:creationId xmlns:a16="http://schemas.microsoft.com/office/drawing/2014/main" id="{12353ECE-8932-DB46-A3AD-306EF7377FA6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6" name="Oval 3155">
              <a:extLst>
                <a:ext uri="{FF2B5EF4-FFF2-40B4-BE49-F238E27FC236}">
                  <a16:creationId xmlns:a16="http://schemas.microsoft.com/office/drawing/2014/main" id="{6ABE3E21-590E-8C4F-8A51-EC30B061CD17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7" name="Oval 3156">
              <a:extLst>
                <a:ext uri="{FF2B5EF4-FFF2-40B4-BE49-F238E27FC236}">
                  <a16:creationId xmlns:a16="http://schemas.microsoft.com/office/drawing/2014/main" id="{4EA01D3B-F813-AF4E-9047-BFA50EE3352B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8" name="Oval 3157">
              <a:extLst>
                <a:ext uri="{FF2B5EF4-FFF2-40B4-BE49-F238E27FC236}">
                  <a16:creationId xmlns:a16="http://schemas.microsoft.com/office/drawing/2014/main" id="{2AA69344-F888-F040-9503-8D341E445FE1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59" name="Oval 3158">
              <a:extLst>
                <a:ext uri="{FF2B5EF4-FFF2-40B4-BE49-F238E27FC236}">
                  <a16:creationId xmlns:a16="http://schemas.microsoft.com/office/drawing/2014/main" id="{29F28DB4-DC9F-C346-8B17-05AC5C156000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0" name="Oval 3159">
              <a:extLst>
                <a:ext uri="{FF2B5EF4-FFF2-40B4-BE49-F238E27FC236}">
                  <a16:creationId xmlns:a16="http://schemas.microsoft.com/office/drawing/2014/main" id="{42C856E2-B51E-E443-8429-709136BB5C85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1" name="Oval 3160">
              <a:extLst>
                <a:ext uri="{FF2B5EF4-FFF2-40B4-BE49-F238E27FC236}">
                  <a16:creationId xmlns:a16="http://schemas.microsoft.com/office/drawing/2014/main" id="{3E9DF96B-BB81-224F-99EB-A67A8811375C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2" name="Oval 3161">
              <a:extLst>
                <a:ext uri="{FF2B5EF4-FFF2-40B4-BE49-F238E27FC236}">
                  <a16:creationId xmlns:a16="http://schemas.microsoft.com/office/drawing/2014/main" id="{478CF8B1-3F1D-4140-AB97-DB0D3F569EA4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3" name="Oval 3162">
              <a:extLst>
                <a:ext uri="{FF2B5EF4-FFF2-40B4-BE49-F238E27FC236}">
                  <a16:creationId xmlns:a16="http://schemas.microsoft.com/office/drawing/2014/main" id="{5E948C0F-CF49-404E-B8BF-D8C86FED543F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4" name="Oval 3163">
              <a:extLst>
                <a:ext uri="{FF2B5EF4-FFF2-40B4-BE49-F238E27FC236}">
                  <a16:creationId xmlns:a16="http://schemas.microsoft.com/office/drawing/2014/main" id="{630651BC-3343-7D44-8468-2FC8655A3C3B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5" name="Oval 3164">
              <a:extLst>
                <a:ext uri="{FF2B5EF4-FFF2-40B4-BE49-F238E27FC236}">
                  <a16:creationId xmlns:a16="http://schemas.microsoft.com/office/drawing/2014/main" id="{9883E3F6-C19B-7A44-95BC-93C52140FC86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6" name="Oval 3165">
              <a:extLst>
                <a:ext uri="{FF2B5EF4-FFF2-40B4-BE49-F238E27FC236}">
                  <a16:creationId xmlns:a16="http://schemas.microsoft.com/office/drawing/2014/main" id="{54E7A02B-29BF-F74C-B522-F9CB46FA462D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7" name="Oval 3166">
              <a:extLst>
                <a:ext uri="{FF2B5EF4-FFF2-40B4-BE49-F238E27FC236}">
                  <a16:creationId xmlns:a16="http://schemas.microsoft.com/office/drawing/2014/main" id="{3198FE2A-A786-A34E-940D-CEC5AFA21D24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8" name="Oval 3167">
              <a:extLst>
                <a:ext uri="{FF2B5EF4-FFF2-40B4-BE49-F238E27FC236}">
                  <a16:creationId xmlns:a16="http://schemas.microsoft.com/office/drawing/2014/main" id="{CEC52971-41F9-2541-865F-09DB85778BD7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69" name="Oval 3168">
              <a:extLst>
                <a:ext uri="{FF2B5EF4-FFF2-40B4-BE49-F238E27FC236}">
                  <a16:creationId xmlns:a16="http://schemas.microsoft.com/office/drawing/2014/main" id="{D8C6F051-FE0C-3947-A7A1-1095F2EC9307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0" name="Oval 3169">
              <a:extLst>
                <a:ext uri="{FF2B5EF4-FFF2-40B4-BE49-F238E27FC236}">
                  <a16:creationId xmlns:a16="http://schemas.microsoft.com/office/drawing/2014/main" id="{18E94E58-F0C3-9A4B-B09E-231F523CBEBA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1" name="Oval 3170">
              <a:extLst>
                <a:ext uri="{FF2B5EF4-FFF2-40B4-BE49-F238E27FC236}">
                  <a16:creationId xmlns:a16="http://schemas.microsoft.com/office/drawing/2014/main" id="{806FA1B0-4913-CA4B-9D05-8F10BC17EAC8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2" name="Oval 3171">
              <a:extLst>
                <a:ext uri="{FF2B5EF4-FFF2-40B4-BE49-F238E27FC236}">
                  <a16:creationId xmlns:a16="http://schemas.microsoft.com/office/drawing/2014/main" id="{5259F076-50BF-E841-A03A-41824E69F56E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3" name="Oval 3172">
              <a:extLst>
                <a:ext uri="{FF2B5EF4-FFF2-40B4-BE49-F238E27FC236}">
                  <a16:creationId xmlns:a16="http://schemas.microsoft.com/office/drawing/2014/main" id="{131A49DE-432A-204A-9F2A-3DD3A95B074B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4" name="Oval 3173">
              <a:extLst>
                <a:ext uri="{FF2B5EF4-FFF2-40B4-BE49-F238E27FC236}">
                  <a16:creationId xmlns:a16="http://schemas.microsoft.com/office/drawing/2014/main" id="{B1DF860D-47B7-FF4F-A704-D84DD2BDD230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5" name="Oval 3174">
              <a:extLst>
                <a:ext uri="{FF2B5EF4-FFF2-40B4-BE49-F238E27FC236}">
                  <a16:creationId xmlns:a16="http://schemas.microsoft.com/office/drawing/2014/main" id="{FD945488-EA1B-9945-9957-A5039FAD5632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6" name="Oval 3175">
              <a:extLst>
                <a:ext uri="{FF2B5EF4-FFF2-40B4-BE49-F238E27FC236}">
                  <a16:creationId xmlns:a16="http://schemas.microsoft.com/office/drawing/2014/main" id="{9F4B0EB5-290D-354F-8537-97D3E0B35040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7" name="Oval 3176">
              <a:extLst>
                <a:ext uri="{FF2B5EF4-FFF2-40B4-BE49-F238E27FC236}">
                  <a16:creationId xmlns:a16="http://schemas.microsoft.com/office/drawing/2014/main" id="{85748950-7218-E047-8D35-71BD09B4C5AD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8" name="Oval 3177">
              <a:extLst>
                <a:ext uri="{FF2B5EF4-FFF2-40B4-BE49-F238E27FC236}">
                  <a16:creationId xmlns:a16="http://schemas.microsoft.com/office/drawing/2014/main" id="{58496A8E-F4E9-6347-890C-5471939A714D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79" name="Oval 3178">
              <a:extLst>
                <a:ext uri="{FF2B5EF4-FFF2-40B4-BE49-F238E27FC236}">
                  <a16:creationId xmlns:a16="http://schemas.microsoft.com/office/drawing/2014/main" id="{DE27F779-94BC-6445-8EFF-85A7932F6AC3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0" name="Oval 3179">
              <a:extLst>
                <a:ext uri="{FF2B5EF4-FFF2-40B4-BE49-F238E27FC236}">
                  <a16:creationId xmlns:a16="http://schemas.microsoft.com/office/drawing/2014/main" id="{258B6EE6-EC3E-1B44-ADB4-1893B0EADA81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1" name="Oval 3180">
              <a:extLst>
                <a:ext uri="{FF2B5EF4-FFF2-40B4-BE49-F238E27FC236}">
                  <a16:creationId xmlns:a16="http://schemas.microsoft.com/office/drawing/2014/main" id="{19BDEC3C-756F-C34E-94BD-FEBDA4DD2F91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2" name="Oval 3181">
              <a:extLst>
                <a:ext uri="{FF2B5EF4-FFF2-40B4-BE49-F238E27FC236}">
                  <a16:creationId xmlns:a16="http://schemas.microsoft.com/office/drawing/2014/main" id="{8004E875-FCB4-2D49-BD6F-569DDDD4E854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3" name="Oval 3182">
              <a:extLst>
                <a:ext uri="{FF2B5EF4-FFF2-40B4-BE49-F238E27FC236}">
                  <a16:creationId xmlns:a16="http://schemas.microsoft.com/office/drawing/2014/main" id="{C90FA307-3C79-DA44-BD69-0E24EDFD3BD7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4" name="Oval 3183">
              <a:extLst>
                <a:ext uri="{FF2B5EF4-FFF2-40B4-BE49-F238E27FC236}">
                  <a16:creationId xmlns:a16="http://schemas.microsoft.com/office/drawing/2014/main" id="{3E37FDD8-5814-744A-B4BC-419177BCBCD3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5" name="Oval 3184">
              <a:extLst>
                <a:ext uri="{FF2B5EF4-FFF2-40B4-BE49-F238E27FC236}">
                  <a16:creationId xmlns:a16="http://schemas.microsoft.com/office/drawing/2014/main" id="{D8D08908-DAA8-DB47-9C08-D71135517499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6" name="Oval 3185">
              <a:extLst>
                <a:ext uri="{FF2B5EF4-FFF2-40B4-BE49-F238E27FC236}">
                  <a16:creationId xmlns:a16="http://schemas.microsoft.com/office/drawing/2014/main" id="{1E5033DB-8F9D-694D-A7CB-C5328608C67E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7" name="Oval 3186">
              <a:extLst>
                <a:ext uri="{FF2B5EF4-FFF2-40B4-BE49-F238E27FC236}">
                  <a16:creationId xmlns:a16="http://schemas.microsoft.com/office/drawing/2014/main" id="{876AF45B-3356-9949-8341-E4E8FAFFFD69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8" name="Oval 3187">
              <a:extLst>
                <a:ext uri="{FF2B5EF4-FFF2-40B4-BE49-F238E27FC236}">
                  <a16:creationId xmlns:a16="http://schemas.microsoft.com/office/drawing/2014/main" id="{EEFEA4BC-7E1D-BD4B-BE13-8BA131078908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89" name="Oval 3188">
              <a:extLst>
                <a:ext uri="{FF2B5EF4-FFF2-40B4-BE49-F238E27FC236}">
                  <a16:creationId xmlns:a16="http://schemas.microsoft.com/office/drawing/2014/main" id="{0E21A8C0-7C18-7747-B762-DE84BEA46109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0" name="Oval 3189">
              <a:extLst>
                <a:ext uri="{FF2B5EF4-FFF2-40B4-BE49-F238E27FC236}">
                  <a16:creationId xmlns:a16="http://schemas.microsoft.com/office/drawing/2014/main" id="{4A9FFD2C-D187-A244-BBA5-0D2EA1A4CA75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1" name="Oval 3190">
              <a:extLst>
                <a:ext uri="{FF2B5EF4-FFF2-40B4-BE49-F238E27FC236}">
                  <a16:creationId xmlns:a16="http://schemas.microsoft.com/office/drawing/2014/main" id="{A9DA9FAD-807B-F84C-A60D-2B2BA6996722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2" name="Oval 3191">
              <a:extLst>
                <a:ext uri="{FF2B5EF4-FFF2-40B4-BE49-F238E27FC236}">
                  <a16:creationId xmlns:a16="http://schemas.microsoft.com/office/drawing/2014/main" id="{33D7584C-F0C5-554C-845B-623EB81A647B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3" name="Oval 3192">
              <a:extLst>
                <a:ext uri="{FF2B5EF4-FFF2-40B4-BE49-F238E27FC236}">
                  <a16:creationId xmlns:a16="http://schemas.microsoft.com/office/drawing/2014/main" id="{83028D3E-8184-6143-9F07-0C357A988F33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4" name="Oval 3193">
              <a:extLst>
                <a:ext uri="{FF2B5EF4-FFF2-40B4-BE49-F238E27FC236}">
                  <a16:creationId xmlns:a16="http://schemas.microsoft.com/office/drawing/2014/main" id="{7B96946F-B18F-2C4A-B0B3-E1BA6D6CB0F8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5" name="Oval 3194">
              <a:extLst>
                <a:ext uri="{FF2B5EF4-FFF2-40B4-BE49-F238E27FC236}">
                  <a16:creationId xmlns:a16="http://schemas.microsoft.com/office/drawing/2014/main" id="{DE6F7AF3-E942-E843-9FE6-1B215800D43B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6" name="Oval 3195">
              <a:extLst>
                <a:ext uri="{FF2B5EF4-FFF2-40B4-BE49-F238E27FC236}">
                  <a16:creationId xmlns:a16="http://schemas.microsoft.com/office/drawing/2014/main" id="{5A0DFF84-8D94-6E43-B357-631EB9FB0133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7" name="Oval 3196">
              <a:extLst>
                <a:ext uri="{FF2B5EF4-FFF2-40B4-BE49-F238E27FC236}">
                  <a16:creationId xmlns:a16="http://schemas.microsoft.com/office/drawing/2014/main" id="{3EA16E04-62B6-7140-9EFC-CB3053C24455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8" name="Oval 3197">
              <a:extLst>
                <a:ext uri="{FF2B5EF4-FFF2-40B4-BE49-F238E27FC236}">
                  <a16:creationId xmlns:a16="http://schemas.microsoft.com/office/drawing/2014/main" id="{AD4405B4-A62A-8646-A197-55178D7F77FE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99" name="Oval 3198">
              <a:extLst>
                <a:ext uri="{FF2B5EF4-FFF2-40B4-BE49-F238E27FC236}">
                  <a16:creationId xmlns:a16="http://schemas.microsoft.com/office/drawing/2014/main" id="{8ACE9557-90E4-AF4B-983D-35AB7FDCFB4E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0" name="Oval 3199">
              <a:extLst>
                <a:ext uri="{FF2B5EF4-FFF2-40B4-BE49-F238E27FC236}">
                  <a16:creationId xmlns:a16="http://schemas.microsoft.com/office/drawing/2014/main" id="{04F6A2AE-ED62-F441-8B42-0FB5A42BEB2B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1" name="Oval 3200">
              <a:extLst>
                <a:ext uri="{FF2B5EF4-FFF2-40B4-BE49-F238E27FC236}">
                  <a16:creationId xmlns:a16="http://schemas.microsoft.com/office/drawing/2014/main" id="{B2194E6F-99B4-A244-925F-BF226D905D3C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2" name="Oval 3201">
              <a:extLst>
                <a:ext uri="{FF2B5EF4-FFF2-40B4-BE49-F238E27FC236}">
                  <a16:creationId xmlns:a16="http://schemas.microsoft.com/office/drawing/2014/main" id="{31465BC2-AAAC-6D48-A254-B8DC1F595FC0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3" name="Oval 3202">
              <a:extLst>
                <a:ext uri="{FF2B5EF4-FFF2-40B4-BE49-F238E27FC236}">
                  <a16:creationId xmlns:a16="http://schemas.microsoft.com/office/drawing/2014/main" id="{E7B8150C-66AA-8445-B697-D90460416C59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4" name="Oval 3203">
              <a:extLst>
                <a:ext uri="{FF2B5EF4-FFF2-40B4-BE49-F238E27FC236}">
                  <a16:creationId xmlns:a16="http://schemas.microsoft.com/office/drawing/2014/main" id="{B425BDA9-A92B-6644-B3EA-ED3B5F981176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5" name="Oval 3204">
              <a:extLst>
                <a:ext uri="{FF2B5EF4-FFF2-40B4-BE49-F238E27FC236}">
                  <a16:creationId xmlns:a16="http://schemas.microsoft.com/office/drawing/2014/main" id="{EF174A94-0801-874A-9D9A-5161DDD7266E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6" name="Oval 3205">
              <a:extLst>
                <a:ext uri="{FF2B5EF4-FFF2-40B4-BE49-F238E27FC236}">
                  <a16:creationId xmlns:a16="http://schemas.microsoft.com/office/drawing/2014/main" id="{0CB9E1FE-9199-4C48-AB39-7ABC7C723A44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7" name="Oval 3206">
              <a:extLst>
                <a:ext uri="{FF2B5EF4-FFF2-40B4-BE49-F238E27FC236}">
                  <a16:creationId xmlns:a16="http://schemas.microsoft.com/office/drawing/2014/main" id="{EC232016-4D2E-BE4D-A595-A3C46A8E6AB3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8" name="Oval 3207">
              <a:extLst>
                <a:ext uri="{FF2B5EF4-FFF2-40B4-BE49-F238E27FC236}">
                  <a16:creationId xmlns:a16="http://schemas.microsoft.com/office/drawing/2014/main" id="{92053B52-A823-2A4D-8A28-8F3C077014DB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09" name="Oval 3208">
              <a:extLst>
                <a:ext uri="{FF2B5EF4-FFF2-40B4-BE49-F238E27FC236}">
                  <a16:creationId xmlns:a16="http://schemas.microsoft.com/office/drawing/2014/main" id="{3C7BEBD9-51C8-7B42-9964-77968AB362EA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0" name="Oval 3209">
              <a:extLst>
                <a:ext uri="{FF2B5EF4-FFF2-40B4-BE49-F238E27FC236}">
                  <a16:creationId xmlns:a16="http://schemas.microsoft.com/office/drawing/2014/main" id="{D3EDC94D-F89D-A749-A390-A68396A392CD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1" name="Oval 3210">
              <a:extLst>
                <a:ext uri="{FF2B5EF4-FFF2-40B4-BE49-F238E27FC236}">
                  <a16:creationId xmlns:a16="http://schemas.microsoft.com/office/drawing/2014/main" id="{293A67E0-82B2-364A-83FB-690CEDAF2206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2" name="Oval 3211">
              <a:extLst>
                <a:ext uri="{FF2B5EF4-FFF2-40B4-BE49-F238E27FC236}">
                  <a16:creationId xmlns:a16="http://schemas.microsoft.com/office/drawing/2014/main" id="{32EFC291-E7EC-874D-B447-5CAD7D5AFAB8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3" name="Oval 3212">
              <a:extLst>
                <a:ext uri="{FF2B5EF4-FFF2-40B4-BE49-F238E27FC236}">
                  <a16:creationId xmlns:a16="http://schemas.microsoft.com/office/drawing/2014/main" id="{07A3D8BC-19A1-1A4A-BA97-CB6EB9422B8B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4" name="Oval 3213">
              <a:extLst>
                <a:ext uri="{FF2B5EF4-FFF2-40B4-BE49-F238E27FC236}">
                  <a16:creationId xmlns:a16="http://schemas.microsoft.com/office/drawing/2014/main" id="{132E7031-50D8-2A46-976B-8E56330B1305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5" name="Oval 3214">
              <a:extLst>
                <a:ext uri="{FF2B5EF4-FFF2-40B4-BE49-F238E27FC236}">
                  <a16:creationId xmlns:a16="http://schemas.microsoft.com/office/drawing/2014/main" id="{A91F5FA0-B82C-034E-8990-FE52CD61A17A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6" name="Oval 3215">
              <a:extLst>
                <a:ext uri="{FF2B5EF4-FFF2-40B4-BE49-F238E27FC236}">
                  <a16:creationId xmlns:a16="http://schemas.microsoft.com/office/drawing/2014/main" id="{D4D80542-B944-9845-980A-AAF9F96376FA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7" name="Oval 3216">
              <a:extLst>
                <a:ext uri="{FF2B5EF4-FFF2-40B4-BE49-F238E27FC236}">
                  <a16:creationId xmlns:a16="http://schemas.microsoft.com/office/drawing/2014/main" id="{77CE5ED2-388C-8947-BE17-32CC6D87A9EE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8" name="Oval 3217">
              <a:extLst>
                <a:ext uri="{FF2B5EF4-FFF2-40B4-BE49-F238E27FC236}">
                  <a16:creationId xmlns:a16="http://schemas.microsoft.com/office/drawing/2014/main" id="{25321EBA-4937-274F-861F-C58DFFDAE880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19" name="Oval 3218">
              <a:extLst>
                <a:ext uri="{FF2B5EF4-FFF2-40B4-BE49-F238E27FC236}">
                  <a16:creationId xmlns:a16="http://schemas.microsoft.com/office/drawing/2014/main" id="{E1E54BA7-960D-C943-B0B9-1AE1C1759577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0" name="Oval 3219">
              <a:extLst>
                <a:ext uri="{FF2B5EF4-FFF2-40B4-BE49-F238E27FC236}">
                  <a16:creationId xmlns:a16="http://schemas.microsoft.com/office/drawing/2014/main" id="{E9683A63-9CA2-774A-95DE-E3E45EFAEC54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1" name="Oval 3220">
              <a:extLst>
                <a:ext uri="{FF2B5EF4-FFF2-40B4-BE49-F238E27FC236}">
                  <a16:creationId xmlns:a16="http://schemas.microsoft.com/office/drawing/2014/main" id="{8C93E7C3-C21C-2243-ABCE-47E7D7781517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2" name="Oval 3221">
              <a:extLst>
                <a:ext uri="{FF2B5EF4-FFF2-40B4-BE49-F238E27FC236}">
                  <a16:creationId xmlns:a16="http://schemas.microsoft.com/office/drawing/2014/main" id="{436CA415-7529-E84C-BBBF-2B5BD8DF2E2A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3" name="Oval 3222">
              <a:extLst>
                <a:ext uri="{FF2B5EF4-FFF2-40B4-BE49-F238E27FC236}">
                  <a16:creationId xmlns:a16="http://schemas.microsoft.com/office/drawing/2014/main" id="{A5962049-ED1D-C846-A61F-540455478DF4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4" name="Oval 3223">
              <a:extLst>
                <a:ext uri="{FF2B5EF4-FFF2-40B4-BE49-F238E27FC236}">
                  <a16:creationId xmlns:a16="http://schemas.microsoft.com/office/drawing/2014/main" id="{5A181F6B-F22F-4F49-B554-7362CC86C3C6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5" name="Oval 3224">
              <a:extLst>
                <a:ext uri="{FF2B5EF4-FFF2-40B4-BE49-F238E27FC236}">
                  <a16:creationId xmlns:a16="http://schemas.microsoft.com/office/drawing/2014/main" id="{14E52038-2557-8D48-A79C-BE0556DF1153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6" name="Oval 3225">
              <a:extLst>
                <a:ext uri="{FF2B5EF4-FFF2-40B4-BE49-F238E27FC236}">
                  <a16:creationId xmlns:a16="http://schemas.microsoft.com/office/drawing/2014/main" id="{57814C4B-E7CA-FF43-9FBF-6145FE84D70D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7" name="Oval 3226">
              <a:extLst>
                <a:ext uri="{FF2B5EF4-FFF2-40B4-BE49-F238E27FC236}">
                  <a16:creationId xmlns:a16="http://schemas.microsoft.com/office/drawing/2014/main" id="{885F8F26-7F19-364C-A23D-C30903CC897E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8" name="Oval 3227">
              <a:extLst>
                <a:ext uri="{FF2B5EF4-FFF2-40B4-BE49-F238E27FC236}">
                  <a16:creationId xmlns:a16="http://schemas.microsoft.com/office/drawing/2014/main" id="{D9147D96-8DD2-C747-B9D2-B35458771C1E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29" name="Oval 3228">
              <a:extLst>
                <a:ext uri="{FF2B5EF4-FFF2-40B4-BE49-F238E27FC236}">
                  <a16:creationId xmlns:a16="http://schemas.microsoft.com/office/drawing/2014/main" id="{EFA576D2-282C-884A-9431-629283A1B74B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0" name="Oval 3229">
              <a:extLst>
                <a:ext uri="{FF2B5EF4-FFF2-40B4-BE49-F238E27FC236}">
                  <a16:creationId xmlns:a16="http://schemas.microsoft.com/office/drawing/2014/main" id="{36B48848-09EF-D94C-BAC2-052091BC9C63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1" name="Oval 3230">
              <a:extLst>
                <a:ext uri="{FF2B5EF4-FFF2-40B4-BE49-F238E27FC236}">
                  <a16:creationId xmlns:a16="http://schemas.microsoft.com/office/drawing/2014/main" id="{33661BFE-6A9D-4840-9085-739858211C95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2" name="Oval 3231">
              <a:extLst>
                <a:ext uri="{FF2B5EF4-FFF2-40B4-BE49-F238E27FC236}">
                  <a16:creationId xmlns:a16="http://schemas.microsoft.com/office/drawing/2014/main" id="{B07663CA-B505-1041-8D7A-A0C673E1CDA1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3" name="Oval 3232">
              <a:extLst>
                <a:ext uri="{FF2B5EF4-FFF2-40B4-BE49-F238E27FC236}">
                  <a16:creationId xmlns:a16="http://schemas.microsoft.com/office/drawing/2014/main" id="{5E420049-83CA-0841-A2A5-A45F8CFF81C7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4" name="Oval 3233">
              <a:extLst>
                <a:ext uri="{FF2B5EF4-FFF2-40B4-BE49-F238E27FC236}">
                  <a16:creationId xmlns:a16="http://schemas.microsoft.com/office/drawing/2014/main" id="{C1F851C7-7731-2943-967F-853E1F404CCA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5" name="Oval 3234">
              <a:extLst>
                <a:ext uri="{FF2B5EF4-FFF2-40B4-BE49-F238E27FC236}">
                  <a16:creationId xmlns:a16="http://schemas.microsoft.com/office/drawing/2014/main" id="{5C1611B1-CFD2-334E-9FF2-9F526044BB17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6" name="Oval 3235">
              <a:extLst>
                <a:ext uri="{FF2B5EF4-FFF2-40B4-BE49-F238E27FC236}">
                  <a16:creationId xmlns:a16="http://schemas.microsoft.com/office/drawing/2014/main" id="{E0A270A5-4329-EC4B-9EEE-9EBD4A0640E4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7" name="Oval 3236">
              <a:extLst>
                <a:ext uri="{FF2B5EF4-FFF2-40B4-BE49-F238E27FC236}">
                  <a16:creationId xmlns:a16="http://schemas.microsoft.com/office/drawing/2014/main" id="{015F4E70-2AAE-384C-97FB-53B89423C4E6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8" name="Oval 3237">
              <a:extLst>
                <a:ext uri="{FF2B5EF4-FFF2-40B4-BE49-F238E27FC236}">
                  <a16:creationId xmlns:a16="http://schemas.microsoft.com/office/drawing/2014/main" id="{B977D2BE-5F2A-D04B-85F7-8F5770658E2A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39" name="Oval 3238">
              <a:extLst>
                <a:ext uri="{FF2B5EF4-FFF2-40B4-BE49-F238E27FC236}">
                  <a16:creationId xmlns:a16="http://schemas.microsoft.com/office/drawing/2014/main" id="{E0010A02-74E8-9C46-A539-8C7514231BCC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0" name="Oval 3239">
              <a:extLst>
                <a:ext uri="{FF2B5EF4-FFF2-40B4-BE49-F238E27FC236}">
                  <a16:creationId xmlns:a16="http://schemas.microsoft.com/office/drawing/2014/main" id="{7C480F7E-C378-354E-8AB8-5C301223B94F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1" name="Oval 3240">
              <a:extLst>
                <a:ext uri="{FF2B5EF4-FFF2-40B4-BE49-F238E27FC236}">
                  <a16:creationId xmlns:a16="http://schemas.microsoft.com/office/drawing/2014/main" id="{78016848-7110-624A-A8D6-21CF97E77597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2" name="Oval 3241">
              <a:extLst>
                <a:ext uri="{FF2B5EF4-FFF2-40B4-BE49-F238E27FC236}">
                  <a16:creationId xmlns:a16="http://schemas.microsoft.com/office/drawing/2014/main" id="{0EBE200F-6871-E44F-93AC-6A4C44FF2F63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3" name="Oval 3242">
              <a:extLst>
                <a:ext uri="{FF2B5EF4-FFF2-40B4-BE49-F238E27FC236}">
                  <a16:creationId xmlns:a16="http://schemas.microsoft.com/office/drawing/2014/main" id="{0EC770CA-78B6-1043-A3AD-8A6E8DAC890A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4" name="Oval 3243">
              <a:extLst>
                <a:ext uri="{FF2B5EF4-FFF2-40B4-BE49-F238E27FC236}">
                  <a16:creationId xmlns:a16="http://schemas.microsoft.com/office/drawing/2014/main" id="{523C7E88-3EAB-A14F-8607-D96743702C16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5" name="Oval 3244">
              <a:extLst>
                <a:ext uri="{FF2B5EF4-FFF2-40B4-BE49-F238E27FC236}">
                  <a16:creationId xmlns:a16="http://schemas.microsoft.com/office/drawing/2014/main" id="{EDE13F0D-17A5-F34E-A315-6FFD8958249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6" name="Oval 3245">
              <a:extLst>
                <a:ext uri="{FF2B5EF4-FFF2-40B4-BE49-F238E27FC236}">
                  <a16:creationId xmlns:a16="http://schemas.microsoft.com/office/drawing/2014/main" id="{00FA95EF-4B33-C74D-90E2-0EE2B475F441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47" name="Freeform 3246">
              <a:extLst>
                <a:ext uri="{FF2B5EF4-FFF2-40B4-BE49-F238E27FC236}">
                  <a16:creationId xmlns:a16="http://schemas.microsoft.com/office/drawing/2014/main" id="{7E2C8053-60C7-4945-8733-DBA1D4395FB9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48" name="Freeform 3247">
              <a:extLst>
                <a:ext uri="{FF2B5EF4-FFF2-40B4-BE49-F238E27FC236}">
                  <a16:creationId xmlns:a16="http://schemas.microsoft.com/office/drawing/2014/main" id="{6BEB2F16-6D0F-C64A-8540-2951E6694B0C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49" name="Group 3248">
            <a:extLst>
              <a:ext uri="{FF2B5EF4-FFF2-40B4-BE49-F238E27FC236}">
                <a16:creationId xmlns:a16="http://schemas.microsoft.com/office/drawing/2014/main" id="{179CF97E-7C4E-4443-95E4-078762B8C460}"/>
              </a:ext>
            </a:extLst>
          </p:cNvPr>
          <p:cNvGrpSpPr/>
          <p:nvPr/>
        </p:nvGrpSpPr>
        <p:grpSpPr>
          <a:xfrm rot="5207842">
            <a:off x="6772634" y="5964899"/>
            <a:ext cx="686823" cy="439136"/>
            <a:chOff x="5871652" y="6279397"/>
            <a:chExt cx="686823" cy="439136"/>
          </a:xfrm>
        </p:grpSpPr>
        <p:sp>
          <p:nvSpPr>
            <p:cNvPr id="3250" name="Freeform 3249">
              <a:extLst>
                <a:ext uri="{FF2B5EF4-FFF2-40B4-BE49-F238E27FC236}">
                  <a16:creationId xmlns:a16="http://schemas.microsoft.com/office/drawing/2014/main" id="{8298F410-8000-DB4A-92C6-061142F6ADA4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1" name="Freeform 3250">
              <a:extLst>
                <a:ext uri="{FF2B5EF4-FFF2-40B4-BE49-F238E27FC236}">
                  <a16:creationId xmlns:a16="http://schemas.microsoft.com/office/drawing/2014/main" id="{A20C3221-419B-3A41-9D83-32602877624D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3D33DCA3-EC2B-4C45-BC5D-6DAB8247B363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3" name="Rectangle 3252">
              <a:extLst>
                <a:ext uri="{FF2B5EF4-FFF2-40B4-BE49-F238E27FC236}">
                  <a16:creationId xmlns:a16="http://schemas.microsoft.com/office/drawing/2014/main" id="{3295986C-7224-F443-BD0A-531076971EF0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3254" name="Oval 3253">
              <a:extLst>
                <a:ext uri="{FF2B5EF4-FFF2-40B4-BE49-F238E27FC236}">
                  <a16:creationId xmlns:a16="http://schemas.microsoft.com/office/drawing/2014/main" id="{215D87D4-6F7B-8F40-8F81-7659A62A92E0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5" name="Oval 3254">
              <a:extLst>
                <a:ext uri="{FF2B5EF4-FFF2-40B4-BE49-F238E27FC236}">
                  <a16:creationId xmlns:a16="http://schemas.microsoft.com/office/drawing/2014/main" id="{2D28E01C-3799-EE4C-B980-AFC0FFF02827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6" name="Oval 3255">
              <a:extLst>
                <a:ext uri="{FF2B5EF4-FFF2-40B4-BE49-F238E27FC236}">
                  <a16:creationId xmlns:a16="http://schemas.microsoft.com/office/drawing/2014/main" id="{7A4F2D2F-76BC-1E45-9641-98D09601C063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7" name="Oval 3256">
              <a:extLst>
                <a:ext uri="{FF2B5EF4-FFF2-40B4-BE49-F238E27FC236}">
                  <a16:creationId xmlns:a16="http://schemas.microsoft.com/office/drawing/2014/main" id="{13CFB412-7276-4941-9690-789E8ED1659F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8" name="Oval 3257">
              <a:extLst>
                <a:ext uri="{FF2B5EF4-FFF2-40B4-BE49-F238E27FC236}">
                  <a16:creationId xmlns:a16="http://schemas.microsoft.com/office/drawing/2014/main" id="{93687FEB-F34F-CB4C-A662-849B48CBB62C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59" name="Oval 3258">
              <a:extLst>
                <a:ext uri="{FF2B5EF4-FFF2-40B4-BE49-F238E27FC236}">
                  <a16:creationId xmlns:a16="http://schemas.microsoft.com/office/drawing/2014/main" id="{909A2988-8458-B741-AAC6-5269BE284ED7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0" name="Oval 3259">
              <a:extLst>
                <a:ext uri="{FF2B5EF4-FFF2-40B4-BE49-F238E27FC236}">
                  <a16:creationId xmlns:a16="http://schemas.microsoft.com/office/drawing/2014/main" id="{A5EA2782-35FC-1942-B271-C35672020E8D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1" name="Oval 3260">
              <a:extLst>
                <a:ext uri="{FF2B5EF4-FFF2-40B4-BE49-F238E27FC236}">
                  <a16:creationId xmlns:a16="http://schemas.microsoft.com/office/drawing/2014/main" id="{8C8D8094-7FFB-CE46-AC5A-2BFF7B6B0C3E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2" name="Oval 3261">
              <a:extLst>
                <a:ext uri="{FF2B5EF4-FFF2-40B4-BE49-F238E27FC236}">
                  <a16:creationId xmlns:a16="http://schemas.microsoft.com/office/drawing/2014/main" id="{A615E484-14D1-2B40-AB21-233A48D3BB3C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3" name="Oval 3262">
              <a:extLst>
                <a:ext uri="{FF2B5EF4-FFF2-40B4-BE49-F238E27FC236}">
                  <a16:creationId xmlns:a16="http://schemas.microsoft.com/office/drawing/2014/main" id="{7BDB2F78-B96E-7945-8E49-029771BF53F7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4" name="Oval 3263">
              <a:extLst>
                <a:ext uri="{FF2B5EF4-FFF2-40B4-BE49-F238E27FC236}">
                  <a16:creationId xmlns:a16="http://schemas.microsoft.com/office/drawing/2014/main" id="{960A6D07-7864-BB43-B3B3-330073CB2E1B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5" name="Oval 3264">
              <a:extLst>
                <a:ext uri="{FF2B5EF4-FFF2-40B4-BE49-F238E27FC236}">
                  <a16:creationId xmlns:a16="http://schemas.microsoft.com/office/drawing/2014/main" id="{8F68316D-8D8B-0C4C-8193-E22A4960F8F6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6" name="Oval 3265">
              <a:extLst>
                <a:ext uri="{FF2B5EF4-FFF2-40B4-BE49-F238E27FC236}">
                  <a16:creationId xmlns:a16="http://schemas.microsoft.com/office/drawing/2014/main" id="{C2BD40E0-E824-1A48-AA06-0C2B115F5A36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7" name="Oval 3266">
              <a:extLst>
                <a:ext uri="{FF2B5EF4-FFF2-40B4-BE49-F238E27FC236}">
                  <a16:creationId xmlns:a16="http://schemas.microsoft.com/office/drawing/2014/main" id="{2A39525A-4FA4-DC4B-ADA9-B52B17949132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8" name="Oval 3267">
              <a:extLst>
                <a:ext uri="{FF2B5EF4-FFF2-40B4-BE49-F238E27FC236}">
                  <a16:creationId xmlns:a16="http://schemas.microsoft.com/office/drawing/2014/main" id="{74F99D0F-59BB-2546-8FAB-7FC6BD484EEB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69" name="Oval 3268">
              <a:extLst>
                <a:ext uri="{FF2B5EF4-FFF2-40B4-BE49-F238E27FC236}">
                  <a16:creationId xmlns:a16="http://schemas.microsoft.com/office/drawing/2014/main" id="{E6BDAC65-4F55-A14C-9A32-210731D8D766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0" name="Oval 3269">
              <a:extLst>
                <a:ext uri="{FF2B5EF4-FFF2-40B4-BE49-F238E27FC236}">
                  <a16:creationId xmlns:a16="http://schemas.microsoft.com/office/drawing/2014/main" id="{FC528250-4A1D-6D48-AE7E-704BBC8E26C8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1" name="Oval 3270">
              <a:extLst>
                <a:ext uri="{FF2B5EF4-FFF2-40B4-BE49-F238E27FC236}">
                  <a16:creationId xmlns:a16="http://schemas.microsoft.com/office/drawing/2014/main" id="{DBEECB1B-08E7-9E4C-8295-11D9CEAD48E4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2" name="Oval 3271">
              <a:extLst>
                <a:ext uri="{FF2B5EF4-FFF2-40B4-BE49-F238E27FC236}">
                  <a16:creationId xmlns:a16="http://schemas.microsoft.com/office/drawing/2014/main" id="{4FB853A8-16C4-1344-B200-BE8B2E50926B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3" name="Oval 3272">
              <a:extLst>
                <a:ext uri="{FF2B5EF4-FFF2-40B4-BE49-F238E27FC236}">
                  <a16:creationId xmlns:a16="http://schemas.microsoft.com/office/drawing/2014/main" id="{C91CA216-E25A-394A-B450-6DE7DC238C4F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4" name="Oval 3273">
              <a:extLst>
                <a:ext uri="{FF2B5EF4-FFF2-40B4-BE49-F238E27FC236}">
                  <a16:creationId xmlns:a16="http://schemas.microsoft.com/office/drawing/2014/main" id="{F5A013CC-A3B4-3546-A3F1-806F4FA61AEF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5" name="Oval 3274">
              <a:extLst>
                <a:ext uri="{FF2B5EF4-FFF2-40B4-BE49-F238E27FC236}">
                  <a16:creationId xmlns:a16="http://schemas.microsoft.com/office/drawing/2014/main" id="{59373057-6DE0-6847-B206-E7AFC0182885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6" name="Oval 3275">
              <a:extLst>
                <a:ext uri="{FF2B5EF4-FFF2-40B4-BE49-F238E27FC236}">
                  <a16:creationId xmlns:a16="http://schemas.microsoft.com/office/drawing/2014/main" id="{0965EFDC-CE6F-5F4D-A67D-003E332A250E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7" name="Oval 3276">
              <a:extLst>
                <a:ext uri="{FF2B5EF4-FFF2-40B4-BE49-F238E27FC236}">
                  <a16:creationId xmlns:a16="http://schemas.microsoft.com/office/drawing/2014/main" id="{17C3566C-1011-984D-A38A-2C42A4CD6D93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8" name="Oval 3277">
              <a:extLst>
                <a:ext uri="{FF2B5EF4-FFF2-40B4-BE49-F238E27FC236}">
                  <a16:creationId xmlns:a16="http://schemas.microsoft.com/office/drawing/2014/main" id="{AD97580D-37C8-8241-A3DF-D7EDDEB091C5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79" name="Oval 3278">
              <a:extLst>
                <a:ext uri="{FF2B5EF4-FFF2-40B4-BE49-F238E27FC236}">
                  <a16:creationId xmlns:a16="http://schemas.microsoft.com/office/drawing/2014/main" id="{37351E3E-BAEE-9046-AA72-9889CA8BD9A6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0" name="Oval 3279">
              <a:extLst>
                <a:ext uri="{FF2B5EF4-FFF2-40B4-BE49-F238E27FC236}">
                  <a16:creationId xmlns:a16="http://schemas.microsoft.com/office/drawing/2014/main" id="{BAF80FB8-5623-DF44-BA81-D3249A342622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1" name="Oval 3280">
              <a:extLst>
                <a:ext uri="{FF2B5EF4-FFF2-40B4-BE49-F238E27FC236}">
                  <a16:creationId xmlns:a16="http://schemas.microsoft.com/office/drawing/2014/main" id="{576E6825-B807-CF4F-A85D-494B4AD626B8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2" name="Oval 3281">
              <a:extLst>
                <a:ext uri="{FF2B5EF4-FFF2-40B4-BE49-F238E27FC236}">
                  <a16:creationId xmlns:a16="http://schemas.microsoft.com/office/drawing/2014/main" id="{D7C24F6C-DE1C-544F-ADE6-E7142F3A49CC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3" name="Oval 3282">
              <a:extLst>
                <a:ext uri="{FF2B5EF4-FFF2-40B4-BE49-F238E27FC236}">
                  <a16:creationId xmlns:a16="http://schemas.microsoft.com/office/drawing/2014/main" id="{33CD0E8B-9D3F-584B-A421-5A55F2C72B6D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4" name="Oval 3283">
              <a:extLst>
                <a:ext uri="{FF2B5EF4-FFF2-40B4-BE49-F238E27FC236}">
                  <a16:creationId xmlns:a16="http://schemas.microsoft.com/office/drawing/2014/main" id="{C1C5076B-C5B5-004F-96D6-1429D7B70F86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5" name="Oval 3284">
              <a:extLst>
                <a:ext uri="{FF2B5EF4-FFF2-40B4-BE49-F238E27FC236}">
                  <a16:creationId xmlns:a16="http://schemas.microsoft.com/office/drawing/2014/main" id="{9D51F48C-6537-804E-A9BE-61E738A6D2BD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6" name="Oval 3285">
              <a:extLst>
                <a:ext uri="{FF2B5EF4-FFF2-40B4-BE49-F238E27FC236}">
                  <a16:creationId xmlns:a16="http://schemas.microsoft.com/office/drawing/2014/main" id="{91267F7B-1B69-C546-B7FA-96E1DF97F1BB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7" name="Oval 3286">
              <a:extLst>
                <a:ext uri="{FF2B5EF4-FFF2-40B4-BE49-F238E27FC236}">
                  <a16:creationId xmlns:a16="http://schemas.microsoft.com/office/drawing/2014/main" id="{665484DD-164F-BA4A-A522-B8946947B447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8" name="Oval 3287">
              <a:extLst>
                <a:ext uri="{FF2B5EF4-FFF2-40B4-BE49-F238E27FC236}">
                  <a16:creationId xmlns:a16="http://schemas.microsoft.com/office/drawing/2014/main" id="{C628C644-D769-1247-9B56-A4B7FFB2910C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89" name="Oval 3288">
              <a:extLst>
                <a:ext uri="{FF2B5EF4-FFF2-40B4-BE49-F238E27FC236}">
                  <a16:creationId xmlns:a16="http://schemas.microsoft.com/office/drawing/2014/main" id="{53977C5E-DF56-4E49-BE64-15A0963FE3A1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0" name="Oval 3289">
              <a:extLst>
                <a:ext uri="{FF2B5EF4-FFF2-40B4-BE49-F238E27FC236}">
                  <a16:creationId xmlns:a16="http://schemas.microsoft.com/office/drawing/2014/main" id="{3D443C25-FDDE-D444-831E-A29D2D32D086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1" name="Oval 3290">
              <a:extLst>
                <a:ext uri="{FF2B5EF4-FFF2-40B4-BE49-F238E27FC236}">
                  <a16:creationId xmlns:a16="http://schemas.microsoft.com/office/drawing/2014/main" id="{654FE270-6851-F047-9EE4-030261BA4A07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2" name="Oval 3291">
              <a:extLst>
                <a:ext uri="{FF2B5EF4-FFF2-40B4-BE49-F238E27FC236}">
                  <a16:creationId xmlns:a16="http://schemas.microsoft.com/office/drawing/2014/main" id="{EE93D86E-8909-2547-A554-5504ABC58C76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3" name="Oval 3292">
              <a:extLst>
                <a:ext uri="{FF2B5EF4-FFF2-40B4-BE49-F238E27FC236}">
                  <a16:creationId xmlns:a16="http://schemas.microsoft.com/office/drawing/2014/main" id="{66A264DF-38EB-3048-8674-5BB478517AA2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4" name="Oval 3293">
              <a:extLst>
                <a:ext uri="{FF2B5EF4-FFF2-40B4-BE49-F238E27FC236}">
                  <a16:creationId xmlns:a16="http://schemas.microsoft.com/office/drawing/2014/main" id="{117DCDA8-5AC0-DB47-9AE9-029E4708AE94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5" name="Oval 3294">
              <a:extLst>
                <a:ext uri="{FF2B5EF4-FFF2-40B4-BE49-F238E27FC236}">
                  <a16:creationId xmlns:a16="http://schemas.microsoft.com/office/drawing/2014/main" id="{6601F02A-C4FF-1F46-BDD3-EABFB9038752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6" name="Oval 3295">
              <a:extLst>
                <a:ext uri="{FF2B5EF4-FFF2-40B4-BE49-F238E27FC236}">
                  <a16:creationId xmlns:a16="http://schemas.microsoft.com/office/drawing/2014/main" id="{48F6E289-F6DD-8241-B18F-83DDDB9FF5DF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7" name="Oval 3296">
              <a:extLst>
                <a:ext uri="{FF2B5EF4-FFF2-40B4-BE49-F238E27FC236}">
                  <a16:creationId xmlns:a16="http://schemas.microsoft.com/office/drawing/2014/main" id="{E38639F9-2EE4-504A-B92D-BA98A3177D30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8" name="Oval 3297">
              <a:extLst>
                <a:ext uri="{FF2B5EF4-FFF2-40B4-BE49-F238E27FC236}">
                  <a16:creationId xmlns:a16="http://schemas.microsoft.com/office/drawing/2014/main" id="{EDE60AAB-E083-8B48-8845-358A1D0F79EC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99" name="Oval 3298">
              <a:extLst>
                <a:ext uri="{FF2B5EF4-FFF2-40B4-BE49-F238E27FC236}">
                  <a16:creationId xmlns:a16="http://schemas.microsoft.com/office/drawing/2014/main" id="{07858FAB-4494-1348-8A9A-8E8C53A85601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0" name="Oval 3299">
              <a:extLst>
                <a:ext uri="{FF2B5EF4-FFF2-40B4-BE49-F238E27FC236}">
                  <a16:creationId xmlns:a16="http://schemas.microsoft.com/office/drawing/2014/main" id="{7FDBBA1D-B87D-FA48-92DC-F7400F8718F9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1" name="Oval 3300">
              <a:extLst>
                <a:ext uri="{FF2B5EF4-FFF2-40B4-BE49-F238E27FC236}">
                  <a16:creationId xmlns:a16="http://schemas.microsoft.com/office/drawing/2014/main" id="{B1E8C5D6-69DF-1C44-B613-04B5F889327D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2" name="Oval 3301">
              <a:extLst>
                <a:ext uri="{FF2B5EF4-FFF2-40B4-BE49-F238E27FC236}">
                  <a16:creationId xmlns:a16="http://schemas.microsoft.com/office/drawing/2014/main" id="{880CC79A-4EE4-3F40-95DB-9A94983789C3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3" name="Oval 3302">
              <a:extLst>
                <a:ext uri="{FF2B5EF4-FFF2-40B4-BE49-F238E27FC236}">
                  <a16:creationId xmlns:a16="http://schemas.microsoft.com/office/drawing/2014/main" id="{E3F6228C-A2A0-5D45-81DD-5F353E53EEF1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4" name="Oval 3303">
              <a:extLst>
                <a:ext uri="{FF2B5EF4-FFF2-40B4-BE49-F238E27FC236}">
                  <a16:creationId xmlns:a16="http://schemas.microsoft.com/office/drawing/2014/main" id="{8C38E7E6-379B-1E46-ADBC-E820E324C361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5" name="Oval 3304">
              <a:extLst>
                <a:ext uri="{FF2B5EF4-FFF2-40B4-BE49-F238E27FC236}">
                  <a16:creationId xmlns:a16="http://schemas.microsoft.com/office/drawing/2014/main" id="{F7AABD11-4D40-E64F-98DE-A4DD0AC4775A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6" name="Oval 3305">
              <a:extLst>
                <a:ext uri="{FF2B5EF4-FFF2-40B4-BE49-F238E27FC236}">
                  <a16:creationId xmlns:a16="http://schemas.microsoft.com/office/drawing/2014/main" id="{25CDFBAE-0C51-0740-95E2-A3600B9CF928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7" name="Oval 3306">
              <a:extLst>
                <a:ext uri="{FF2B5EF4-FFF2-40B4-BE49-F238E27FC236}">
                  <a16:creationId xmlns:a16="http://schemas.microsoft.com/office/drawing/2014/main" id="{B6C49018-468F-1A44-AAF9-9BB59A572A21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8" name="Oval 3307">
              <a:extLst>
                <a:ext uri="{FF2B5EF4-FFF2-40B4-BE49-F238E27FC236}">
                  <a16:creationId xmlns:a16="http://schemas.microsoft.com/office/drawing/2014/main" id="{74EE70C2-FE00-5A48-B550-73D686EEF58D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09" name="Oval 3308">
              <a:extLst>
                <a:ext uri="{FF2B5EF4-FFF2-40B4-BE49-F238E27FC236}">
                  <a16:creationId xmlns:a16="http://schemas.microsoft.com/office/drawing/2014/main" id="{5B1FDC70-8117-604C-BD33-1485A3B72483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0" name="Oval 3309">
              <a:extLst>
                <a:ext uri="{FF2B5EF4-FFF2-40B4-BE49-F238E27FC236}">
                  <a16:creationId xmlns:a16="http://schemas.microsoft.com/office/drawing/2014/main" id="{DFBD1F49-6ADC-524C-8B2E-448059FCF3B8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1" name="Oval 3310">
              <a:extLst>
                <a:ext uri="{FF2B5EF4-FFF2-40B4-BE49-F238E27FC236}">
                  <a16:creationId xmlns:a16="http://schemas.microsoft.com/office/drawing/2014/main" id="{2689178E-33E5-414C-BA66-D3395A128081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2" name="Oval 3311">
              <a:extLst>
                <a:ext uri="{FF2B5EF4-FFF2-40B4-BE49-F238E27FC236}">
                  <a16:creationId xmlns:a16="http://schemas.microsoft.com/office/drawing/2014/main" id="{E254BD08-613C-D344-8D3B-768321A6B61C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3" name="Oval 3312">
              <a:extLst>
                <a:ext uri="{FF2B5EF4-FFF2-40B4-BE49-F238E27FC236}">
                  <a16:creationId xmlns:a16="http://schemas.microsoft.com/office/drawing/2014/main" id="{6A79758B-443A-E342-998F-668E60BE14AC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4" name="Oval 3313">
              <a:extLst>
                <a:ext uri="{FF2B5EF4-FFF2-40B4-BE49-F238E27FC236}">
                  <a16:creationId xmlns:a16="http://schemas.microsoft.com/office/drawing/2014/main" id="{E3B1D079-63C9-E74C-B1ED-02C268C4B995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5" name="Oval 3314">
              <a:extLst>
                <a:ext uri="{FF2B5EF4-FFF2-40B4-BE49-F238E27FC236}">
                  <a16:creationId xmlns:a16="http://schemas.microsoft.com/office/drawing/2014/main" id="{4845AF5C-8036-1F46-9E82-7D709A5AA686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6" name="Oval 3315">
              <a:extLst>
                <a:ext uri="{FF2B5EF4-FFF2-40B4-BE49-F238E27FC236}">
                  <a16:creationId xmlns:a16="http://schemas.microsoft.com/office/drawing/2014/main" id="{A5B0C2D4-9EBB-6640-94AF-00F3DDCBF16A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7" name="Oval 3316">
              <a:extLst>
                <a:ext uri="{FF2B5EF4-FFF2-40B4-BE49-F238E27FC236}">
                  <a16:creationId xmlns:a16="http://schemas.microsoft.com/office/drawing/2014/main" id="{2ACB22C4-8729-234C-B92F-401D224AAA62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8" name="Oval 3317">
              <a:extLst>
                <a:ext uri="{FF2B5EF4-FFF2-40B4-BE49-F238E27FC236}">
                  <a16:creationId xmlns:a16="http://schemas.microsoft.com/office/drawing/2014/main" id="{EF52455C-05E5-FC4E-9312-9651F8C8F809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19" name="Oval 3318">
              <a:extLst>
                <a:ext uri="{FF2B5EF4-FFF2-40B4-BE49-F238E27FC236}">
                  <a16:creationId xmlns:a16="http://schemas.microsoft.com/office/drawing/2014/main" id="{F10639B9-1CEB-A74C-9387-A0861ADDE032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0" name="Oval 3319">
              <a:extLst>
                <a:ext uri="{FF2B5EF4-FFF2-40B4-BE49-F238E27FC236}">
                  <a16:creationId xmlns:a16="http://schemas.microsoft.com/office/drawing/2014/main" id="{1B545922-0554-4B46-8CB3-63FFFE7343D4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1" name="Oval 3320">
              <a:extLst>
                <a:ext uri="{FF2B5EF4-FFF2-40B4-BE49-F238E27FC236}">
                  <a16:creationId xmlns:a16="http://schemas.microsoft.com/office/drawing/2014/main" id="{4C52EB2C-B7CA-3E45-9BD3-374AACDA14A2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2" name="Oval 3321">
              <a:extLst>
                <a:ext uri="{FF2B5EF4-FFF2-40B4-BE49-F238E27FC236}">
                  <a16:creationId xmlns:a16="http://schemas.microsoft.com/office/drawing/2014/main" id="{0A0C4AD3-5C6B-FC44-8015-D95D2B8B9F10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3" name="Oval 3322">
              <a:extLst>
                <a:ext uri="{FF2B5EF4-FFF2-40B4-BE49-F238E27FC236}">
                  <a16:creationId xmlns:a16="http://schemas.microsoft.com/office/drawing/2014/main" id="{2B8E12E8-7333-5246-912A-4BCBA91C3D34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4" name="Oval 3323">
              <a:extLst>
                <a:ext uri="{FF2B5EF4-FFF2-40B4-BE49-F238E27FC236}">
                  <a16:creationId xmlns:a16="http://schemas.microsoft.com/office/drawing/2014/main" id="{1242A46F-93B3-2A4E-90F5-C301564A2A39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5" name="Oval 3324">
              <a:extLst>
                <a:ext uri="{FF2B5EF4-FFF2-40B4-BE49-F238E27FC236}">
                  <a16:creationId xmlns:a16="http://schemas.microsoft.com/office/drawing/2014/main" id="{03D19B9C-8332-7D45-805F-C0C6A14C79E7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6" name="Oval 3325">
              <a:extLst>
                <a:ext uri="{FF2B5EF4-FFF2-40B4-BE49-F238E27FC236}">
                  <a16:creationId xmlns:a16="http://schemas.microsoft.com/office/drawing/2014/main" id="{B8C3713E-F63F-E444-94C7-95FC4E9B0C03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7" name="Oval 3326">
              <a:extLst>
                <a:ext uri="{FF2B5EF4-FFF2-40B4-BE49-F238E27FC236}">
                  <a16:creationId xmlns:a16="http://schemas.microsoft.com/office/drawing/2014/main" id="{E8EF16DF-8FC3-CF43-B8B6-0004969B1009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8" name="Oval 3327">
              <a:extLst>
                <a:ext uri="{FF2B5EF4-FFF2-40B4-BE49-F238E27FC236}">
                  <a16:creationId xmlns:a16="http://schemas.microsoft.com/office/drawing/2014/main" id="{E79A32E2-0E3E-D14D-B444-16FD6354FD0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29" name="Oval 3328">
              <a:extLst>
                <a:ext uri="{FF2B5EF4-FFF2-40B4-BE49-F238E27FC236}">
                  <a16:creationId xmlns:a16="http://schemas.microsoft.com/office/drawing/2014/main" id="{96D8079E-7CEB-C146-91BD-16E14ECF57B5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0" name="Oval 3329">
              <a:extLst>
                <a:ext uri="{FF2B5EF4-FFF2-40B4-BE49-F238E27FC236}">
                  <a16:creationId xmlns:a16="http://schemas.microsoft.com/office/drawing/2014/main" id="{98A604BE-E25B-0E40-8976-A873180527DD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1" name="Oval 3330">
              <a:extLst>
                <a:ext uri="{FF2B5EF4-FFF2-40B4-BE49-F238E27FC236}">
                  <a16:creationId xmlns:a16="http://schemas.microsoft.com/office/drawing/2014/main" id="{CDEABFA6-A0ED-C243-BAB1-FA802B47C7AF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2" name="Oval 3331">
              <a:extLst>
                <a:ext uri="{FF2B5EF4-FFF2-40B4-BE49-F238E27FC236}">
                  <a16:creationId xmlns:a16="http://schemas.microsoft.com/office/drawing/2014/main" id="{EB1CC602-E69E-FC43-807A-1853F5691033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3" name="Oval 3332">
              <a:extLst>
                <a:ext uri="{FF2B5EF4-FFF2-40B4-BE49-F238E27FC236}">
                  <a16:creationId xmlns:a16="http://schemas.microsoft.com/office/drawing/2014/main" id="{C40CF4E7-931E-024F-978B-BC7B80B7F9DA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4" name="Oval 3333">
              <a:extLst>
                <a:ext uri="{FF2B5EF4-FFF2-40B4-BE49-F238E27FC236}">
                  <a16:creationId xmlns:a16="http://schemas.microsoft.com/office/drawing/2014/main" id="{61D7D307-F67E-A34A-BCDE-7A5510463BFA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5" name="Oval 3334">
              <a:extLst>
                <a:ext uri="{FF2B5EF4-FFF2-40B4-BE49-F238E27FC236}">
                  <a16:creationId xmlns:a16="http://schemas.microsoft.com/office/drawing/2014/main" id="{EE270F97-7032-834D-8513-479D91B3AE27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6" name="Oval 3335">
              <a:extLst>
                <a:ext uri="{FF2B5EF4-FFF2-40B4-BE49-F238E27FC236}">
                  <a16:creationId xmlns:a16="http://schemas.microsoft.com/office/drawing/2014/main" id="{D6D51F87-8625-DA4F-BBA0-195E6A1FEFCB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7" name="Oval 3336">
              <a:extLst>
                <a:ext uri="{FF2B5EF4-FFF2-40B4-BE49-F238E27FC236}">
                  <a16:creationId xmlns:a16="http://schemas.microsoft.com/office/drawing/2014/main" id="{415AA058-D2B4-604B-A3ED-CB7A0CB96E46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8" name="Oval 3337">
              <a:extLst>
                <a:ext uri="{FF2B5EF4-FFF2-40B4-BE49-F238E27FC236}">
                  <a16:creationId xmlns:a16="http://schemas.microsoft.com/office/drawing/2014/main" id="{9454488D-563B-6D41-A079-6D2B59CD60C8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39" name="Oval 3338">
              <a:extLst>
                <a:ext uri="{FF2B5EF4-FFF2-40B4-BE49-F238E27FC236}">
                  <a16:creationId xmlns:a16="http://schemas.microsoft.com/office/drawing/2014/main" id="{3FA1DEAE-766D-DC4F-A8AE-4B755779ED5E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0" name="Oval 3339">
              <a:extLst>
                <a:ext uri="{FF2B5EF4-FFF2-40B4-BE49-F238E27FC236}">
                  <a16:creationId xmlns:a16="http://schemas.microsoft.com/office/drawing/2014/main" id="{6D185423-1EAD-DF4C-A78F-34091544ED91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1" name="Oval 3340">
              <a:extLst>
                <a:ext uri="{FF2B5EF4-FFF2-40B4-BE49-F238E27FC236}">
                  <a16:creationId xmlns:a16="http://schemas.microsoft.com/office/drawing/2014/main" id="{1CF7D84A-F2BC-EA4E-A44C-001999819CCF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2" name="Oval 3341">
              <a:extLst>
                <a:ext uri="{FF2B5EF4-FFF2-40B4-BE49-F238E27FC236}">
                  <a16:creationId xmlns:a16="http://schemas.microsoft.com/office/drawing/2014/main" id="{52A2944F-6E02-5D4A-9F68-FF16EC0E77A1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3" name="Oval 3342">
              <a:extLst>
                <a:ext uri="{FF2B5EF4-FFF2-40B4-BE49-F238E27FC236}">
                  <a16:creationId xmlns:a16="http://schemas.microsoft.com/office/drawing/2014/main" id="{4F6A4BCE-6BF8-ED42-8C0B-E4CEFB0E3760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4" name="Oval 3343">
              <a:extLst>
                <a:ext uri="{FF2B5EF4-FFF2-40B4-BE49-F238E27FC236}">
                  <a16:creationId xmlns:a16="http://schemas.microsoft.com/office/drawing/2014/main" id="{45894CCE-4AF8-AB44-86AC-30B8932E8680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5" name="Oval 3344">
              <a:extLst>
                <a:ext uri="{FF2B5EF4-FFF2-40B4-BE49-F238E27FC236}">
                  <a16:creationId xmlns:a16="http://schemas.microsoft.com/office/drawing/2014/main" id="{5D6B9B25-2496-964A-93CF-8B3528CA9FE5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6" name="Oval 3345">
              <a:extLst>
                <a:ext uri="{FF2B5EF4-FFF2-40B4-BE49-F238E27FC236}">
                  <a16:creationId xmlns:a16="http://schemas.microsoft.com/office/drawing/2014/main" id="{513FC0D0-D137-124C-8F00-DBD2217F4655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7" name="Oval 3346">
              <a:extLst>
                <a:ext uri="{FF2B5EF4-FFF2-40B4-BE49-F238E27FC236}">
                  <a16:creationId xmlns:a16="http://schemas.microsoft.com/office/drawing/2014/main" id="{086C1A5B-FA54-EE45-BD93-2D41FBE64CFB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8" name="Oval 3347">
              <a:extLst>
                <a:ext uri="{FF2B5EF4-FFF2-40B4-BE49-F238E27FC236}">
                  <a16:creationId xmlns:a16="http://schemas.microsoft.com/office/drawing/2014/main" id="{A88A2EA9-9668-7C4A-8006-F002FF22323C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49" name="Oval 3348">
              <a:extLst>
                <a:ext uri="{FF2B5EF4-FFF2-40B4-BE49-F238E27FC236}">
                  <a16:creationId xmlns:a16="http://schemas.microsoft.com/office/drawing/2014/main" id="{A7C288F5-CF80-FC49-80B7-390F548F86A8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0" name="Oval 3349">
              <a:extLst>
                <a:ext uri="{FF2B5EF4-FFF2-40B4-BE49-F238E27FC236}">
                  <a16:creationId xmlns:a16="http://schemas.microsoft.com/office/drawing/2014/main" id="{76B87804-C7C9-5F41-8783-F0BD7B14020A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1" name="Oval 3350">
              <a:extLst>
                <a:ext uri="{FF2B5EF4-FFF2-40B4-BE49-F238E27FC236}">
                  <a16:creationId xmlns:a16="http://schemas.microsoft.com/office/drawing/2014/main" id="{CEDF49E0-BF2A-804B-AED6-643E2B3F8DCA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2" name="Oval 3351">
              <a:extLst>
                <a:ext uri="{FF2B5EF4-FFF2-40B4-BE49-F238E27FC236}">
                  <a16:creationId xmlns:a16="http://schemas.microsoft.com/office/drawing/2014/main" id="{7F7B4E3C-1DEC-9C48-A608-D2B4BB445C19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3" name="Oval 3352">
              <a:extLst>
                <a:ext uri="{FF2B5EF4-FFF2-40B4-BE49-F238E27FC236}">
                  <a16:creationId xmlns:a16="http://schemas.microsoft.com/office/drawing/2014/main" id="{80A00958-7111-5B4E-96A4-5469C3FD0FF7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4" name="Oval 3353">
              <a:extLst>
                <a:ext uri="{FF2B5EF4-FFF2-40B4-BE49-F238E27FC236}">
                  <a16:creationId xmlns:a16="http://schemas.microsoft.com/office/drawing/2014/main" id="{10F17A67-6CC2-164E-A009-EC1D244AAAA6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5" name="Oval 3354">
              <a:extLst>
                <a:ext uri="{FF2B5EF4-FFF2-40B4-BE49-F238E27FC236}">
                  <a16:creationId xmlns:a16="http://schemas.microsoft.com/office/drawing/2014/main" id="{F3707567-EE60-534A-A203-B656B025D386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6" name="Oval 3355">
              <a:extLst>
                <a:ext uri="{FF2B5EF4-FFF2-40B4-BE49-F238E27FC236}">
                  <a16:creationId xmlns:a16="http://schemas.microsoft.com/office/drawing/2014/main" id="{59F0B850-FA14-BC49-9AEE-334CE113C974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7" name="Oval 3356">
              <a:extLst>
                <a:ext uri="{FF2B5EF4-FFF2-40B4-BE49-F238E27FC236}">
                  <a16:creationId xmlns:a16="http://schemas.microsoft.com/office/drawing/2014/main" id="{997C9E6D-7F6D-C240-B3EB-440707AA5417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8" name="Oval 3357">
              <a:extLst>
                <a:ext uri="{FF2B5EF4-FFF2-40B4-BE49-F238E27FC236}">
                  <a16:creationId xmlns:a16="http://schemas.microsoft.com/office/drawing/2014/main" id="{0C5F74F9-3E7F-044D-9516-5F91854916F2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59" name="Oval 3358">
              <a:extLst>
                <a:ext uri="{FF2B5EF4-FFF2-40B4-BE49-F238E27FC236}">
                  <a16:creationId xmlns:a16="http://schemas.microsoft.com/office/drawing/2014/main" id="{6DA7BD15-E684-4D44-B404-EF6B208A6293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0" name="Oval 3359">
              <a:extLst>
                <a:ext uri="{FF2B5EF4-FFF2-40B4-BE49-F238E27FC236}">
                  <a16:creationId xmlns:a16="http://schemas.microsoft.com/office/drawing/2014/main" id="{7A64541F-1925-B34A-8E21-D47FB1CE4B00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1" name="Oval 3360">
              <a:extLst>
                <a:ext uri="{FF2B5EF4-FFF2-40B4-BE49-F238E27FC236}">
                  <a16:creationId xmlns:a16="http://schemas.microsoft.com/office/drawing/2014/main" id="{F811337D-7368-AB48-BADE-EA0B2609868F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2" name="Oval 3361">
              <a:extLst>
                <a:ext uri="{FF2B5EF4-FFF2-40B4-BE49-F238E27FC236}">
                  <a16:creationId xmlns:a16="http://schemas.microsoft.com/office/drawing/2014/main" id="{8BF19190-C4C0-A348-9495-496C6B86061F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3" name="Oval 3362">
              <a:extLst>
                <a:ext uri="{FF2B5EF4-FFF2-40B4-BE49-F238E27FC236}">
                  <a16:creationId xmlns:a16="http://schemas.microsoft.com/office/drawing/2014/main" id="{96C09CF4-478E-BA42-9EB0-3261F08E9683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4" name="Oval 3363">
              <a:extLst>
                <a:ext uri="{FF2B5EF4-FFF2-40B4-BE49-F238E27FC236}">
                  <a16:creationId xmlns:a16="http://schemas.microsoft.com/office/drawing/2014/main" id="{C6AF05FA-A7AD-2F4C-929D-F35E3B404763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5" name="Oval 3364">
              <a:extLst>
                <a:ext uri="{FF2B5EF4-FFF2-40B4-BE49-F238E27FC236}">
                  <a16:creationId xmlns:a16="http://schemas.microsoft.com/office/drawing/2014/main" id="{B3486B1F-5EEB-9D4B-BC69-823FA72A8A9A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6" name="Oval 3365">
              <a:extLst>
                <a:ext uri="{FF2B5EF4-FFF2-40B4-BE49-F238E27FC236}">
                  <a16:creationId xmlns:a16="http://schemas.microsoft.com/office/drawing/2014/main" id="{BFB39FA7-CEAE-4045-8A2A-99F65D88671B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67" name="Freeform 3366">
              <a:extLst>
                <a:ext uri="{FF2B5EF4-FFF2-40B4-BE49-F238E27FC236}">
                  <a16:creationId xmlns:a16="http://schemas.microsoft.com/office/drawing/2014/main" id="{B1816ABC-07A8-1E41-A06D-04CBD47F9427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8" name="Freeform 3367">
              <a:extLst>
                <a:ext uri="{FF2B5EF4-FFF2-40B4-BE49-F238E27FC236}">
                  <a16:creationId xmlns:a16="http://schemas.microsoft.com/office/drawing/2014/main" id="{41F3103B-0242-AB4A-90F8-80225FB594A6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69" name="Group 3368">
            <a:extLst>
              <a:ext uri="{FF2B5EF4-FFF2-40B4-BE49-F238E27FC236}">
                <a16:creationId xmlns:a16="http://schemas.microsoft.com/office/drawing/2014/main" id="{235D5A12-86AE-2A46-B95B-0FAE22F90113}"/>
              </a:ext>
            </a:extLst>
          </p:cNvPr>
          <p:cNvGrpSpPr/>
          <p:nvPr/>
        </p:nvGrpSpPr>
        <p:grpSpPr>
          <a:xfrm rot="3390803">
            <a:off x="6543224" y="5823287"/>
            <a:ext cx="686823" cy="439136"/>
            <a:chOff x="5871652" y="6279397"/>
            <a:chExt cx="686823" cy="439136"/>
          </a:xfrm>
        </p:grpSpPr>
        <p:sp>
          <p:nvSpPr>
            <p:cNvPr id="3370" name="Freeform 3369">
              <a:extLst>
                <a:ext uri="{FF2B5EF4-FFF2-40B4-BE49-F238E27FC236}">
                  <a16:creationId xmlns:a16="http://schemas.microsoft.com/office/drawing/2014/main" id="{0F39D3D7-13B2-6D49-8466-29A7ECD7EEBF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1" name="Freeform 3370">
              <a:extLst>
                <a:ext uri="{FF2B5EF4-FFF2-40B4-BE49-F238E27FC236}">
                  <a16:creationId xmlns:a16="http://schemas.microsoft.com/office/drawing/2014/main" id="{2AB1FA2D-EF3E-D444-92B9-4B20B9225A50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2" name="Freeform 3371">
              <a:extLst>
                <a:ext uri="{FF2B5EF4-FFF2-40B4-BE49-F238E27FC236}">
                  <a16:creationId xmlns:a16="http://schemas.microsoft.com/office/drawing/2014/main" id="{6059E93A-459A-D64B-8675-B10E1AC83FA2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3" name="Rectangle 3372">
              <a:extLst>
                <a:ext uri="{FF2B5EF4-FFF2-40B4-BE49-F238E27FC236}">
                  <a16:creationId xmlns:a16="http://schemas.microsoft.com/office/drawing/2014/main" id="{5AD9FFFB-1604-A94B-AD6B-6F2F36CA6A9F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3374" name="Oval 3373">
              <a:extLst>
                <a:ext uri="{FF2B5EF4-FFF2-40B4-BE49-F238E27FC236}">
                  <a16:creationId xmlns:a16="http://schemas.microsoft.com/office/drawing/2014/main" id="{90EC5D25-979D-834E-A054-2088B81BEF46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5" name="Oval 3374">
              <a:extLst>
                <a:ext uri="{FF2B5EF4-FFF2-40B4-BE49-F238E27FC236}">
                  <a16:creationId xmlns:a16="http://schemas.microsoft.com/office/drawing/2014/main" id="{C265E578-592D-C147-BE2C-A83D7B6AA03A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6" name="Oval 3375">
              <a:extLst>
                <a:ext uri="{FF2B5EF4-FFF2-40B4-BE49-F238E27FC236}">
                  <a16:creationId xmlns:a16="http://schemas.microsoft.com/office/drawing/2014/main" id="{8E775BE3-2FC2-AF4A-A6A0-4B741CE73DF2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7" name="Oval 3376">
              <a:extLst>
                <a:ext uri="{FF2B5EF4-FFF2-40B4-BE49-F238E27FC236}">
                  <a16:creationId xmlns:a16="http://schemas.microsoft.com/office/drawing/2014/main" id="{727BB64B-C98E-0346-847F-D4C13A4AE175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8" name="Oval 3377">
              <a:extLst>
                <a:ext uri="{FF2B5EF4-FFF2-40B4-BE49-F238E27FC236}">
                  <a16:creationId xmlns:a16="http://schemas.microsoft.com/office/drawing/2014/main" id="{AE6F81B8-6CD1-4640-8015-C6D12A1C5054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9" name="Oval 3378">
              <a:extLst>
                <a:ext uri="{FF2B5EF4-FFF2-40B4-BE49-F238E27FC236}">
                  <a16:creationId xmlns:a16="http://schemas.microsoft.com/office/drawing/2014/main" id="{2821957A-1DC6-BD43-84CB-6AAB75A1ED92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0" name="Oval 3379">
              <a:extLst>
                <a:ext uri="{FF2B5EF4-FFF2-40B4-BE49-F238E27FC236}">
                  <a16:creationId xmlns:a16="http://schemas.microsoft.com/office/drawing/2014/main" id="{820E1BF7-A0EF-9E42-98F7-0BC66FF93AB9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1" name="Oval 3380">
              <a:extLst>
                <a:ext uri="{FF2B5EF4-FFF2-40B4-BE49-F238E27FC236}">
                  <a16:creationId xmlns:a16="http://schemas.microsoft.com/office/drawing/2014/main" id="{629EA822-7F01-4342-9030-8B3C76D7AC77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2" name="Oval 3381">
              <a:extLst>
                <a:ext uri="{FF2B5EF4-FFF2-40B4-BE49-F238E27FC236}">
                  <a16:creationId xmlns:a16="http://schemas.microsoft.com/office/drawing/2014/main" id="{4A631CFA-F973-A041-9822-53A0F3EC07E5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3" name="Oval 3382">
              <a:extLst>
                <a:ext uri="{FF2B5EF4-FFF2-40B4-BE49-F238E27FC236}">
                  <a16:creationId xmlns:a16="http://schemas.microsoft.com/office/drawing/2014/main" id="{E4032D98-8CE4-0244-AF11-31624AE7FC7F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4" name="Oval 3383">
              <a:extLst>
                <a:ext uri="{FF2B5EF4-FFF2-40B4-BE49-F238E27FC236}">
                  <a16:creationId xmlns:a16="http://schemas.microsoft.com/office/drawing/2014/main" id="{DD204C3D-0AB8-A741-A2E4-297BE5B9387B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5" name="Oval 3384">
              <a:extLst>
                <a:ext uri="{FF2B5EF4-FFF2-40B4-BE49-F238E27FC236}">
                  <a16:creationId xmlns:a16="http://schemas.microsoft.com/office/drawing/2014/main" id="{92E9AFE8-7E6B-B949-AA59-5D35C555BBA1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6" name="Oval 3385">
              <a:extLst>
                <a:ext uri="{FF2B5EF4-FFF2-40B4-BE49-F238E27FC236}">
                  <a16:creationId xmlns:a16="http://schemas.microsoft.com/office/drawing/2014/main" id="{E3886CE0-7153-074D-A5EE-B1FEFF9E9390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7" name="Oval 3386">
              <a:extLst>
                <a:ext uri="{FF2B5EF4-FFF2-40B4-BE49-F238E27FC236}">
                  <a16:creationId xmlns:a16="http://schemas.microsoft.com/office/drawing/2014/main" id="{6BBEB621-6474-2E4E-ADD3-1A46F1628A6E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8" name="Oval 3387">
              <a:extLst>
                <a:ext uri="{FF2B5EF4-FFF2-40B4-BE49-F238E27FC236}">
                  <a16:creationId xmlns:a16="http://schemas.microsoft.com/office/drawing/2014/main" id="{DC4BC3B8-4BC1-A84D-A6CF-2002AFBB62A2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89" name="Oval 3388">
              <a:extLst>
                <a:ext uri="{FF2B5EF4-FFF2-40B4-BE49-F238E27FC236}">
                  <a16:creationId xmlns:a16="http://schemas.microsoft.com/office/drawing/2014/main" id="{DC1C7C49-58CD-064E-835B-8BA3F2B059E8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0" name="Oval 3389">
              <a:extLst>
                <a:ext uri="{FF2B5EF4-FFF2-40B4-BE49-F238E27FC236}">
                  <a16:creationId xmlns:a16="http://schemas.microsoft.com/office/drawing/2014/main" id="{63D23D6A-C5AA-0A42-983B-550EABCA7C5D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1" name="Oval 3390">
              <a:extLst>
                <a:ext uri="{FF2B5EF4-FFF2-40B4-BE49-F238E27FC236}">
                  <a16:creationId xmlns:a16="http://schemas.microsoft.com/office/drawing/2014/main" id="{D9B68F96-6875-BD46-A6F9-AF6BF678F3DE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2" name="Oval 3391">
              <a:extLst>
                <a:ext uri="{FF2B5EF4-FFF2-40B4-BE49-F238E27FC236}">
                  <a16:creationId xmlns:a16="http://schemas.microsoft.com/office/drawing/2014/main" id="{8923DB6A-F818-D04F-AAF1-23D5EA6C34C6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3" name="Oval 3392">
              <a:extLst>
                <a:ext uri="{FF2B5EF4-FFF2-40B4-BE49-F238E27FC236}">
                  <a16:creationId xmlns:a16="http://schemas.microsoft.com/office/drawing/2014/main" id="{975A84E0-2533-6446-B54F-EAED2F876361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4" name="Oval 3393">
              <a:extLst>
                <a:ext uri="{FF2B5EF4-FFF2-40B4-BE49-F238E27FC236}">
                  <a16:creationId xmlns:a16="http://schemas.microsoft.com/office/drawing/2014/main" id="{6DD478CC-E798-9D4B-B220-FE09C3CEC7CF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5" name="Oval 3394">
              <a:extLst>
                <a:ext uri="{FF2B5EF4-FFF2-40B4-BE49-F238E27FC236}">
                  <a16:creationId xmlns:a16="http://schemas.microsoft.com/office/drawing/2014/main" id="{7173BAF4-5EB4-854B-B6E1-81A9477E0A29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6" name="Oval 3395">
              <a:extLst>
                <a:ext uri="{FF2B5EF4-FFF2-40B4-BE49-F238E27FC236}">
                  <a16:creationId xmlns:a16="http://schemas.microsoft.com/office/drawing/2014/main" id="{00C865EC-533F-7149-AAB9-2C37639ACE8B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7" name="Oval 3396">
              <a:extLst>
                <a:ext uri="{FF2B5EF4-FFF2-40B4-BE49-F238E27FC236}">
                  <a16:creationId xmlns:a16="http://schemas.microsoft.com/office/drawing/2014/main" id="{1D3A429F-322B-5B41-BDC3-DFA187A4F72B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8" name="Oval 3397">
              <a:extLst>
                <a:ext uri="{FF2B5EF4-FFF2-40B4-BE49-F238E27FC236}">
                  <a16:creationId xmlns:a16="http://schemas.microsoft.com/office/drawing/2014/main" id="{D4641A89-E358-9F41-94BC-A47B0445CBB2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99" name="Oval 3398">
              <a:extLst>
                <a:ext uri="{FF2B5EF4-FFF2-40B4-BE49-F238E27FC236}">
                  <a16:creationId xmlns:a16="http://schemas.microsoft.com/office/drawing/2014/main" id="{A5AD2E13-FC6D-FA4F-9D3A-5BC3935E08C5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0" name="Oval 3399">
              <a:extLst>
                <a:ext uri="{FF2B5EF4-FFF2-40B4-BE49-F238E27FC236}">
                  <a16:creationId xmlns:a16="http://schemas.microsoft.com/office/drawing/2014/main" id="{64B13423-34C4-7343-A5F5-90B82F6ED47B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1" name="Oval 3400">
              <a:extLst>
                <a:ext uri="{FF2B5EF4-FFF2-40B4-BE49-F238E27FC236}">
                  <a16:creationId xmlns:a16="http://schemas.microsoft.com/office/drawing/2014/main" id="{CDE5FC2A-D99C-AD40-B378-20674145F2E3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2" name="Oval 3401">
              <a:extLst>
                <a:ext uri="{FF2B5EF4-FFF2-40B4-BE49-F238E27FC236}">
                  <a16:creationId xmlns:a16="http://schemas.microsoft.com/office/drawing/2014/main" id="{7EFC5A72-D691-4A45-953C-0423D89DF418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3" name="Oval 3402">
              <a:extLst>
                <a:ext uri="{FF2B5EF4-FFF2-40B4-BE49-F238E27FC236}">
                  <a16:creationId xmlns:a16="http://schemas.microsoft.com/office/drawing/2014/main" id="{823F3169-D7ED-CD42-AA4F-5EB59E9835F5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4" name="Oval 3403">
              <a:extLst>
                <a:ext uri="{FF2B5EF4-FFF2-40B4-BE49-F238E27FC236}">
                  <a16:creationId xmlns:a16="http://schemas.microsoft.com/office/drawing/2014/main" id="{19AAD904-3706-0E4F-9B40-E21925859F8A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5" name="Oval 3404">
              <a:extLst>
                <a:ext uri="{FF2B5EF4-FFF2-40B4-BE49-F238E27FC236}">
                  <a16:creationId xmlns:a16="http://schemas.microsoft.com/office/drawing/2014/main" id="{5D76B661-5188-6447-89AC-75A5A73F662D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6" name="Oval 3405">
              <a:extLst>
                <a:ext uri="{FF2B5EF4-FFF2-40B4-BE49-F238E27FC236}">
                  <a16:creationId xmlns:a16="http://schemas.microsoft.com/office/drawing/2014/main" id="{524669AA-C3D9-FE4D-8A27-1CCDE6589AD1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7" name="Oval 3406">
              <a:extLst>
                <a:ext uri="{FF2B5EF4-FFF2-40B4-BE49-F238E27FC236}">
                  <a16:creationId xmlns:a16="http://schemas.microsoft.com/office/drawing/2014/main" id="{4700C1B3-9076-7440-9506-9F330692C82B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8" name="Oval 3407">
              <a:extLst>
                <a:ext uri="{FF2B5EF4-FFF2-40B4-BE49-F238E27FC236}">
                  <a16:creationId xmlns:a16="http://schemas.microsoft.com/office/drawing/2014/main" id="{EAFFAB3C-5101-8742-AE06-D706A8F4751E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09" name="Oval 3408">
              <a:extLst>
                <a:ext uri="{FF2B5EF4-FFF2-40B4-BE49-F238E27FC236}">
                  <a16:creationId xmlns:a16="http://schemas.microsoft.com/office/drawing/2014/main" id="{C28FCF48-1B82-3947-9A87-104C83DF8052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0" name="Oval 3409">
              <a:extLst>
                <a:ext uri="{FF2B5EF4-FFF2-40B4-BE49-F238E27FC236}">
                  <a16:creationId xmlns:a16="http://schemas.microsoft.com/office/drawing/2014/main" id="{C3FB2196-777B-0549-ADD5-F0F5DD9FD8BC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1" name="Oval 3410">
              <a:extLst>
                <a:ext uri="{FF2B5EF4-FFF2-40B4-BE49-F238E27FC236}">
                  <a16:creationId xmlns:a16="http://schemas.microsoft.com/office/drawing/2014/main" id="{FA27BC71-230C-5F40-8EB2-6B6B88EE7EB3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2" name="Oval 3411">
              <a:extLst>
                <a:ext uri="{FF2B5EF4-FFF2-40B4-BE49-F238E27FC236}">
                  <a16:creationId xmlns:a16="http://schemas.microsoft.com/office/drawing/2014/main" id="{449D01F9-453E-B743-AD82-3038895E0C13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3" name="Oval 3412">
              <a:extLst>
                <a:ext uri="{FF2B5EF4-FFF2-40B4-BE49-F238E27FC236}">
                  <a16:creationId xmlns:a16="http://schemas.microsoft.com/office/drawing/2014/main" id="{678D1D76-2B5D-364A-9D80-C15545EDFB99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4" name="Oval 3413">
              <a:extLst>
                <a:ext uri="{FF2B5EF4-FFF2-40B4-BE49-F238E27FC236}">
                  <a16:creationId xmlns:a16="http://schemas.microsoft.com/office/drawing/2014/main" id="{72D46F67-07F2-7643-9230-D06FD0268195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5" name="Oval 3414">
              <a:extLst>
                <a:ext uri="{FF2B5EF4-FFF2-40B4-BE49-F238E27FC236}">
                  <a16:creationId xmlns:a16="http://schemas.microsoft.com/office/drawing/2014/main" id="{6215E934-F2C5-404E-9F1A-4B416B128C44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6" name="Oval 3415">
              <a:extLst>
                <a:ext uri="{FF2B5EF4-FFF2-40B4-BE49-F238E27FC236}">
                  <a16:creationId xmlns:a16="http://schemas.microsoft.com/office/drawing/2014/main" id="{401017FA-AA7D-7A4D-A68D-DACD82747E3F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7" name="Oval 3416">
              <a:extLst>
                <a:ext uri="{FF2B5EF4-FFF2-40B4-BE49-F238E27FC236}">
                  <a16:creationId xmlns:a16="http://schemas.microsoft.com/office/drawing/2014/main" id="{BB3DB975-F521-E643-B4C9-CD7064C79FD0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8" name="Oval 3417">
              <a:extLst>
                <a:ext uri="{FF2B5EF4-FFF2-40B4-BE49-F238E27FC236}">
                  <a16:creationId xmlns:a16="http://schemas.microsoft.com/office/drawing/2014/main" id="{AA065466-F2C9-E04A-858A-1C4DD11D6451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19" name="Oval 3418">
              <a:extLst>
                <a:ext uri="{FF2B5EF4-FFF2-40B4-BE49-F238E27FC236}">
                  <a16:creationId xmlns:a16="http://schemas.microsoft.com/office/drawing/2014/main" id="{44246ED1-084A-324C-BEBA-D52FE71BDE8F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0" name="Oval 3419">
              <a:extLst>
                <a:ext uri="{FF2B5EF4-FFF2-40B4-BE49-F238E27FC236}">
                  <a16:creationId xmlns:a16="http://schemas.microsoft.com/office/drawing/2014/main" id="{3F141A88-E3E4-4843-91EC-B7419F2625A6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1" name="Oval 3420">
              <a:extLst>
                <a:ext uri="{FF2B5EF4-FFF2-40B4-BE49-F238E27FC236}">
                  <a16:creationId xmlns:a16="http://schemas.microsoft.com/office/drawing/2014/main" id="{A36F20E7-D57E-8A40-BC81-AFE9534C19AC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2" name="Oval 3421">
              <a:extLst>
                <a:ext uri="{FF2B5EF4-FFF2-40B4-BE49-F238E27FC236}">
                  <a16:creationId xmlns:a16="http://schemas.microsoft.com/office/drawing/2014/main" id="{C410C6A7-5BEF-4345-B12A-5092D76FA3D9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3" name="Oval 3422">
              <a:extLst>
                <a:ext uri="{FF2B5EF4-FFF2-40B4-BE49-F238E27FC236}">
                  <a16:creationId xmlns:a16="http://schemas.microsoft.com/office/drawing/2014/main" id="{7121D549-554B-F544-A4CB-37BC5FC07ED4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4" name="Oval 3423">
              <a:extLst>
                <a:ext uri="{FF2B5EF4-FFF2-40B4-BE49-F238E27FC236}">
                  <a16:creationId xmlns:a16="http://schemas.microsoft.com/office/drawing/2014/main" id="{B14147A0-1D03-5946-972B-10024A10EE57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5" name="Oval 3424">
              <a:extLst>
                <a:ext uri="{FF2B5EF4-FFF2-40B4-BE49-F238E27FC236}">
                  <a16:creationId xmlns:a16="http://schemas.microsoft.com/office/drawing/2014/main" id="{BC7467EE-6775-D446-BB79-90E13F1435C0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6" name="Oval 3425">
              <a:extLst>
                <a:ext uri="{FF2B5EF4-FFF2-40B4-BE49-F238E27FC236}">
                  <a16:creationId xmlns:a16="http://schemas.microsoft.com/office/drawing/2014/main" id="{4FE77A93-F989-6844-BBF1-AA08ABAADF6A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7" name="Oval 3426">
              <a:extLst>
                <a:ext uri="{FF2B5EF4-FFF2-40B4-BE49-F238E27FC236}">
                  <a16:creationId xmlns:a16="http://schemas.microsoft.com/office/drawing/2014/main" id="{D93DF6B4-9CA3-0041-90B0-E2AABB9794BC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8" name="Oval 3427">
              <a:extLst>
                <a:ext uri="{FF2B5EF4-FFF2-40B4-BE49-F238E27FC236}">
                  <a16:creationId xmlns:a16="http://schemas.microsoft.com/office/drawing/2014/main" id="{29A37043-9339-4E4E-A211-D853BA7AECF9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29" name="Oval 3428">
              <a:extLst>
                <a:ext uri="{FF2B5EF4-FFF2-40B4-BE49-F238E27FC236}">
                  <a16:creationId xmlns:a16="http://schemas.microsoft.com/office/drawing/2014/main" id="{B834DF24-948D-3343-9B50-130C9A215F84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0" name="Oval 3429">
              <a:extLst>
                <a:ext uri="{FF2B5EF4-FFF2-40B4-BE49-F238E27FC236}">
                  <a16:creationId xmlns:a16="http://schemas.microsoft.com/office/drawing/2014/main" id="{13B3177F-CC13-8642-A5B0-D5A8219A44C6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1" name="Oval 3430">
              <a:extLst>
                <a:ext uri="{FF2B5EF4-FFF2-40B4-BE49-F238E27FC236}">
                  <a16:creationId xmlns:a16="http://schemas.microsoft.com/office/drawing/2014/main" id="{93F6F145-0ECD-334D-ADB2-45B8EE8B3ABC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2" name="Oval 3431">
              <a:extLst>
                <a:ext uri="{FF2B5EF4-FFF2-40B4-BE49-F238E27FC236}">
                  <a16:creationId xmlns:a16="http://schemas.microsoft.com/office/drawing/2014/main" id="{35B89DA6-22B8-3246-BE95-E6DF2D64788A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3" name="Oval 3432">
              <a:extLst>
                <a:ext uri="{FF2B5EF4-FFF2-40B4-BE49-F238E27FC236}">
                  <a16:creationId xmlns:a16="http://schemas.microsoft.com/office/drawing/2014/main" id="{69183B55-E074-5243-B374-7776C659A9CF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4" name="Oval 3433">
              <a:extLst>
                <a:ext uri="{FF2B5EF4-FFF2-40B4-BE49-F238E27FC236}">
                  <a16:creationId xmlns:a16="http://schemas.microsoft.com/office/drawing/2014/main" id="{21949160-6378-0645-940F-B3E0C07A4F3F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5" name="Oval 3434">
              <a:extLst>
                <a:ext uri="{FF2B5EF4-FFF2-40B4-BE49-F238E27FC236}">
                  <a16:creationId xmlns:a16="http://schemas.microsoft.com/office/drawing/2014/main" id="{EDE1E470-E425-F847-A172-79A3E5E3EAAF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6" name="Oval 3435">
              <a:extLst>
                <a:ext uri="{FF2B5EF4-FFF2-40B4-BE49-F238E27FC236}">
                  <a16:creationId xmlns:a16="http://schemas.microsoft.com/office/drawing/2014/main" id="{FB7E3A7B-C67E-DA4D-A78A-9AB14AD1641F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7" name="Oval 3436">
              <a:extLst>
                <a:ext uri="{FF2B5EF4-FFF2-40B4-BE49-F238E27FC236}">
                  <a16:creationId xmlns:a16="http://schemas.microsoft.com/office/drawing/2014/main" id="{C5577F99-A535-3A42-ACA7-63694C6449DD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8" name="Oval 3437">
              <a:extLst>
                <a:ext uri="{FF2B5EF4-FFF2-40B4-BE49-F238E27FC236}">
                  <a16:creationId xmlns:a16="http://schemas.microsoft.com/office/drawing/2014/main" id="{E5860228-AD8D-3B45-8EA1-C91E328B7365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39" name="Oval 3438">
              <a:extLst>
                <a:ext uri="{FF2B5EF4-FFF2-40B4-BE49-F238E27FC236}">
                  <a16:creationId xmlns:a16="http://schemas.microsoft.com/office/drawing/2014/main" id="{4324D5EF-304C-0444-93AF-3802738EE17A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0" name="Oval 3439">
              <a:extLst>
                <a:ext uri="{FF2B5EF4-FFF2-40B4-BE49-F238E27FC236}">
                  <a16:creationId xmlns:a16="http://schemas.microsoft.com/office/drawing/2014/main" id="{18E77D9C-EF19-7F4D-B4F7-858BF1E65EC3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1" name="Oval 3440">
              <a:extLst>
                <a:ext uri="{FF2B5EF4-FFF2-40B4-BE49-F238E27FC236}">
                  <a16:creationId xmlns:a16="http://schemas.microsoft.com/office/drawing/2014/main" id="{7FC4C932-E031-CD42-BBD5-877CD53D5164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2" name="Oval 3441">
              <a:extLst>
                <a:ext uri="{FF2B5EF4-FFF2-40B4-BE49-F238E27FC236}">
                  <a16:creationId xmlns:a16="http://schemas.microsoft.com/office/drawing/2014/main" id="{4EBCD469-3F6A-A247-A039-237638B7A914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3" name="Oval 3442">
              <a:extLst>
                <a:ext uri="{FF2B5EF4-FFF2-40B4-BE49-F238E27FC236}">
                  <a16:creationId xmlns:a16="http://schemas.microsoft.com/office/drawing/2014/main" id="{5D6163E4-128D-F945-AF24-24844DE94209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4" name="Oval 3443">
              <a:extLst>
                <a:ext uri="{FF2B5EF4-FFF2-40B4-BE49-F238E27FC236}">
                  <a16:creationId xmlns:a16="http://schemas.microsoft.com/office/drawing/2014/main" id="{01115764-401A-4F4D-A777-75F120697B4B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5" name="Oval 3444">
              <a:extLst>
                <a:ext uri="{FF2B5EF4-FFF2-40B4-BE49-F238E27FC236}">
                  <a16:creationId xmlns:a16="http://schemas.microsoft.com/office/drawing/2014/main" id="{19C41E74-F5E3-794F-B9EE-D385B9EF19D7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6" name="Oval 3445">
              <a:extLst>
                <a:ext uri="{FF2B5EF4-FFF2-40B4-BE49-F238E27FC236}">
                  <a16:creationId xmlns:a16="http://schemas.microsoft.com/office/drawing/2014/main" id="{CF08B3F6-4968-1141-A44D-4F250BBDB08D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7" name="Oval 3446">
              <a:extLst>
                <a:ext uri="{FF2B5EF4-FFF2-40B4-BE49-F238E27FC236}">
                  <a16:creationId xmlns:a16="http://schemas.microsoft.com/office/drawing/2014/main" id="{F746607D-0603-D048-9D9B-7221D720C26A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8" name="Oval 3447">
              <a:extLst>
                <a:ext uri="{FF2B5EF4-FFF2-40B4-BE49-F238E27FC236}">
                  <a16:creationId xmlns:a16="http://schemas.microsoft.com/office/drawing/2014/main" id="{868D8468-A099-134A-A471-362A25D8A18A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49" name="Oval 3448">
              <a:extLst>
                <a:ext uri="{FF2B5EF4-FFF2-40B4-BE49-F238E27FC236}">
                  <a16:creationId xmlns:a16="http://schemas.microsoft.com/office/drawing/2014/main" id="{FCF71DF9-440C-4844-84CD-4AD81196B852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0" name="Oval 3449">
              <a:extLst>
                <a:ext uri="{FF2B5EF4-FFF2-40B4-BE49-F238E27FC236}">
                  <a16:creationId xmlns:a16="http://schemas.microsoft.com/office/drawing/2014/main" id="{BDDFA6FA-5916-AA41-B88F-9A6930140B8A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1" name="Oval 3450">
              <a:extLst>
                <a:ext uri="{FF2B5EF4-FFF2-40B4-BE49-F238E27FC236}">
                  <a16:creationId xmlns:a16="http://schemas.microsoft.com/office/drawing/2014/main" id="{2D94A6AC-4DAA-4648-BEBE-415C20FC1A63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2" name="Oval 3451">
              <a:extLst>
                <a:ext uri="{FF2B5EF4-FFF2-40B4-BE49-F238E27FC236}">
                  <a16:creationId xmlns:a16="http://schemas.microsoft.com/office/drawing/2014/main" id="{CBD9AD9E-616A-C74E-B976-A6DDA02CE4F8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3" name="Oval 3452">
              <a:extLst>
                <a:ext uri="{FF2B5EF4-FFF2-40B4-BE49-F238E27FC236}">
                  <a16:creationId xmlns:a16="http://schemas.microsoft.com/office/drawing/2014/main" id="{9803215D-37FD-5847-93C2-4525254963A7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4" name="Oval 3453">
              <a:extLst>
                <a:ext uri="{FF2B5EF4-FFF2-40B4-BE49-F238E27FC236}">
                  <a16:creationId xmlns:a16="http://schemas.microsoft.com/office/drawing/2014/main" id="{4F347A73-08AF-BD48-B201-60564D952C95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5" name="Oval 3454">
              <a:extLst>
                <a:ext uri="{FF2B5EF4-FFF2-40B4-BE49-F238E27FC236}">
                  <a16:creationId xmlns:a16="http://schemas.microsoft.com/office/drawing/2014/main" id="{B2929E3E-9338-EE4C-AFB0-A5DA7AE2BD0F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6" name="Oval 3455">
              <a:extLst>
                <a:ext uri="{FF2B5EF4-FFF2-40B4-BE49-F238E27FC236}">
                  <a16:creationId xmlns:a16="http://schemas.microsoft.com/office/drawing/2014/main" id="{9DCF5E38-A36B-3943-942A-4AFBE0D34B44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7" name="Oval 3456">
              <a:extLst>
                <a:ext uri="{FF2B5EF4-FFF2-40B4-BE49-F238E27FC236}">
                  <a16:creationId xmlns:a16="http://schemas.microsoft.com/office/drawing/2014/main" id="{F97C740C-092D-6E4E-B901-B2A75550C8CE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8" name="Oval 3457">
              <a:extLst>
                <a:ext uri="{FF2B5EF4-FFF2-40B4-BE49-F238E27FC236}">
                  <a16:creationId xmlns:a16="http://schemas.microsoft.com/office/drawing/2014/main" id="{904E422B-40AC-F848-AE17-86CB56B3590D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59" name="Oval 3458">
              <a:extLst>
                <a:ext uri="{FF2B5EF4-FFF2-40B4-BE49-F238E27FC236}">
                  <a16:creationId xmlns:a16="http://schemas.microsoft.com/office/drawing/2014/main" id="{E22C2236-9D6E-6548-8EB3-FFB1C1B0D136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0" name="Oval 3459">
              <a:extLst>
                <a:ext uri="{FF2B5EF4-FFF2-40B4-BE49-F238E27FC236}">
                  <a16:creationId xmlns:a16="http://schemas.microsoft.com/office/drawing/2014/main" id="{A5727E05-04EB-D44B-BD81-312037FC699C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1" name="Oval 3460">
              <a:extLst>
                <a:ext uri="{FF2B5EF4-FFF2-40B4-BE49-F238E27FC236}">
                  <a16:creationId xmlns:a16="http://schemas.microsoft.com/office/drawing/2014/main" id="{CD7A124C-1F31-E845-B93C-2E1EE3BB1B1D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2" name="Oval 3461">
              <a:extLst>
                <a:ext uri="{FF2B5EF4-FFF2-40B4-BE49-F238E27FC236}">
                  <a16:creationId xmlns:a16="http://schemas.microsoft.com/office/drawing/2014/main" id="{41DDE3E9-AF67-8B4C-B885-515D679B9CA2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3" name="Oval 3462">
              <a:extLst>
                <a:ext uri="{FF2B5EF4-FFF2-40B4-BE49-F238E27FC236}">
                  <a16:creationId xmlns:a16="http://schemas.microsoft.com/office/drawing/2014/main" id="{1E749FA6-BE1D-B947-9751-24EFDA1187FE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4" name="Oval 3463">
              <a:extLst>
                <a:ext uri="{FF2B5EF4-FFF2-40B4-BE49-F238E27FC236}">
                  <a16:creationId xmlns:a16="http://schemas.microsoft.com/office/drawing/2014/main" id="{4B4762C0-3D2C-7648-939F-934365E6BD5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5" name="Oval 3464">
              <a:extLst>
                <a:ext uri="{FF2B5EF4-FFF2-40B4-BE49-F238E27FC236}">
                  <a16:creationId xmlns:a16="http://schemas.microsoft.com/office/drawing/2014/main" id="{FCF51208-A958-634A-BEAF-430601647F7E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6" name="Oval 3465">
              <a:extLst>
                <a:ext uri="{FF2B5EF4-FFF2-40B4-BE49-F238E27FC236}">
                  <a16:creationId xmlns:a16="http://schemas.microsoft.com/office/drawing/2014/main" id="{96B2DC1F-E3CF-214F-9760-FDDADBEF829E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7" name="Oval 3466">
              <a:extLst>
                <a:ext uri="{FF2B5EF4-FFF2-40B4-BE49-F238E27FC236}">
                  <a16:creationId xmlns:a16="http://schemas.microsoft.com/office/drawing/2014/main" id="{FD86DA25-2296-9046-B86C-EF40F5A2F013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8" name="Oval 3467">
              <a:extLst>
                <a:ext uri="{FF2B5EF4-FFF2-40B4-BE49-F238E27FC236}">
                  <a16:creationId xmlns:a16="http://schemas.microsoft.com/office/drawing/2014/main" id="{78221AC5-30AD-A044-8C20-CBF24B125B3D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69" name="Oval 3468">
              <a:extLst>
                <a:ext uri="{FF2B5EF4-FFF2-40B4-BE49-F238E27FC236}">
                  <a16:creationId xmlns:a16="http://schemas.microsoft.com/office/drawing/2014/main" id="{116B2693-570C-9143-AC17-9480BF7F136D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0" name="Oval 3469">
              <a:extLst>
                <a:ext uri="{FF2B5EF4-FFF2-40B4-BE49-F238E27FC236}">
                  <a16:creationId xmlns:a16="http://schemas.microsoft.com/office/drawing/2014/main" id="{B67A6889-4855-2F44-BDE0-71843BAE5FB6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1" name="Oval 3470">
              <a:extLst>
                <a:ext uri="{FF2B5EF4-FFF2-40B4-BE49-F238E27FC236}">
                  <a16:creationId xmlns:a16="http://schemas.microsoft.com/office/drawing/2014/main" id="{A0E855CC-5E7F-194C-90FD-D6A23D9F0C73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2" name="Oval 3471">
              <a:extLst>
                <a:ext uri="{FF2B5EF4-FFF2-40B4-BE49-F238E27FC236}">
                  <a16:creationId xmlns:a16="http://schemas.microsoft.com/office/drawing/2014/main" id="{FBB9A7C7-B7EA-7F49-A868-B50180D22F50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3" name="Oval 3472">
              <a:extLst>
                <a:ext uri="{FF2B5EF4-FFF2-40B4-BE49-F238E27FC236}">
                  <a16:creationId xmlns:a16="http://schemas.microsoft.com/office/drawing/2014/main" id="{976DC6B9-3B45-724B-A097-5429DA42921B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4" name="Oval 3473">
              <a:extLst>
                <a:ext uri="{FF2B5EF4-FFF2-40B4-BE49-F238E27FC236}">
                  <a16:creationId xmlns:a16="http://schemas.microsoft.com/office/drawing/2014/main" id="{85C2CE4D-EC83-3D49-AA09-B195FA42BC86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5" name="Oval 3474">
              <a:extLst>
                <a:ext uri="{FF2B5EF4-FFF2-40B4-BE49-F238E27FC236}">
                  <a16:creationId xmlns:a16="http://schemas.microsoft.com/office/drawing/2014/main" id="{401C5245-ACE1-5F42-9CFC-07B11BC79F6B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6" name="Oval 3475">
              <a:extLst>
                <a:ext uri="{FF2B5EF4-FFF2-40B4-BE49-F238E27FC236}">
                  <a16:creationId xmlns:a16="http://schemas.microsoft.com/office/drawing/2014/main" id="{46E5D63A-1095-FD45-993B-AFC6A33B5D36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7" name="Oval 3476">
              <a:extLst>
                <a:ext uri="{FF2B5EF4-FFF2-40B4-BE49-F238E27FC236}">
                  <a16:creationId xmlns:a16="http://schemas.microsoft.com/office/drawing/2014/main" id="{8DB4140F-BF14-DE42-95A2-7962945696F6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8" name="Oval 3477">
              <a:extLst>
                <a:ext uri="{FF2B5EF4-FFF2-40B4-BE49-F238E27FC236}">
                  <a16:creationId xmlns:a16="http://schemas.microsoft.com/office/drawing/2014/main" id="{312A4255-7FF6-8F46-9155-6EC87E990B7C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9" name="Oval 3478">
              <a:extLst>
                <a:ext uri="{FF2B5EF4-FFF2-40B4-BE49-F238E27FC236}">
                  <a16:creationId xmlns:a16="http://schemas.microsoft.com/office/drawing/2014/main" id="{FE32D7CD-E020-454B-97D6-02ECD068E4BE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0" name="Oval 3479">
              <a:extLst>
                <a:ext uri="{FF2B5EF4-FFF2-40B4-BE49-F238E27FC236}">
                  <a16:creationId xmlns:a16="http://schemas.microsoft.com/office/drawing/2014/main" id="{2E4247BF-3335-644D-81EF-9EBD88F82CD3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1" name="Oval 3480">
              <a:extLst>
                <a:ext uri="{FF2B5EF4-FFF2-40B4-BE49-F238E27FC236}">
                  <a16:creationId xmlns:a16="http://schemas.microsoft.com/office/drawing/2014/main" id="{1284C571-AFB8-6E4B-9985-479DE95ED9DD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2" name="Oval 3481">
              <a:extLst>
                <a:ext uri="{FF2B5EF4-FFF2-40B4-BE49-F238E27FC236}">
                  <a16:creationId xmlns:a16="http://schemas.microsoft.com/office/drawing/2014/main" id="{B3C99A38-2316-B347-923B-7606F504D0FE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3" name="Oval 3482">
              <a:extLst>
                <a:ext uri="{FF2B5EF4-FFF2-40B4-BE49-F238E27FC236}">
                  <a16:creationId xmlns:a16="http://schemas.microsoft.com/office/drawing/2014/main" id="{815F70DE-A312-4340-9DA7-B17A617D3BB5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4" name="Oval 3483">
              <a:extLst>
                <a:ext uri="{FF2B5EF4-FFF2-40B4-BE49-F238E27FC236}">
                  <a16:creationId xmlns:a16="http://schemas.microsoft.com/office/drawing/2014/main" id="{103B3584-A91E-5D41-A00A-2DFCEE44AA6C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5" name="Oval 3484">
              <a:extLst>
                <a:ext uri="{FF2B5EF4-FFF2-40B4-BE49-F238E27FC236}">
                  <a16:creationId xmlns:a16="http://schemas.microsoft.com/office/drawing/2014/main" id="{91C7475D-ED57-AA40-A8D9-CF8B34F62649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6" name="Oval 3485">
              <a:extLst>
                <a:ext uri="{FF2B5EF4-FFF2-40B4-BE49-F238E27FC236}">
                  <a16:creationId xmlns:a16="http://schemas.microsoft.com/office/drawing/2014/main" id="{29FB4864-707B-634D-A0A9-8401450F7B41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7" name="Freeform 3486">
              <a:extLst>
                <a:ext uri="{FF2B5EF4-FFF2-40B4-BE49-F238E27FC236}">
                  <a16:creationId xmlns:a16="http://schemas.microsoft.com/office/drawing/2014/main" id="{C263BD82-725A-3042-B1C0-996B2969B3E8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8" name="Freeform 3487">
              <a:extLst>
                <a:ext uri="{FF2B5EF4-FFF2-40B4-BE49-F238E27FC236}">
                  <a16:creationId xmlns:a16="http://schemas.microsoft.com/office/drawing/2014/main" id="{15803B25-835C-A54C-8FD0-D1B56BC4A16F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89" name="Group 3488">
            <a:extLst>
              <a:ext uri="{FF2B5EF4-FFF2-40B4-BE49-F238E27FC236}">
                <a16:creationId xmlns:a16="http://schemas.microsoft.com/office/drawing/2014/main" id="{529A65E9-1967-D44F-BC29-600C73B9C80C}"/>
              </a:ext>
            </a:extLst>
          </p:cNvPr>
          <p:cNvGrpSpPr/>
          <p:nvPr/>
        </p:nvGrpSpPr>
        <p:grpSpPr>
          <a:xfrm rot="1434984">
            <a:off x="6263184" y="5944288"/>
            <a:ext cx="686823" cy="439136"/>
            <a:chOff x="5871652" y="6279397"/>
            <a:chExt cx="686823" cy="439136"/>
          </a:xfrm>
        </p:grpSpPr>
        <p:sp>
          <p:nvSpPr>
            <p:cNvPr id="3490" name="Freeform 3489">
              <a:extLst>
                <a:ext uri="{FF2B5EF4-FFF2-40B4-BE49-F238E27FC236}">
                  <a16:creationId xmlns:a16="http://schemas.microsoft.com/office/drawing/2014/main" id="{F9F3850C-F6AC-C644-91E3-60A4C3E2A661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1" name="Freeform 3490">
              <a:extLst>
                <a:ext uri="{FF2B5EF4-FFF2-40B4-BE49-F238E27FC236}">
                  <a16:creationId xmlns:a16="http://schemas.microsoft.com/office/drawing/2014/main" id="{7EECBDD1-8C16-AC47-A5C3-6F01D11AED65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2" name="Freeform 3491">
              <a:extLst>
                <a:ext uri="{FF2B5EF4-FFF2-40B4-BE49-F238E27FC236}">
                  <a16:creationId xmlns:a16="http://schemas.microsoft.com/office/drawing/2014/main" id="{80CD601D-89DB-F045-9E39-266F0BB710D5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3" name="Rectangle 3492">
              <a:extLst>
                <a:ext uri="{FF2B5EF4-FFF2-40B4-BE49-F238E27FC236}">
                  <a16:creationId xmlns:a16="http://schemas.microsoft.com/office/drawing/2014/main" id="{F08A9CB4-5288-4B4F-81D7-C728C203CCED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3494" name="Oval 3493">
              <a:extLst>
                <a:ext uri="{FF2B5EF4-FFF2-40B4-BE49-F238E27FC236}">
                  <a16:creationId xmlns:a16="http://schemas.microsoft.com/office/drawing/2014/main" id="{74E96A51-199B-4E41-945C-97F725F0A6A8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5" name="Oval 3494">
              <a:extLst>
                <a:ext uri="{FF2B5EF4-FFF2-40B4-BE49-F238E27FC236}">
                  <a16:creationId xmlns:a16="http://schemas.microsoft.com/office/drawing/2014/main" id="{A1B4A530-473C-9A4D-ADDA-7F15E35E2783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6" name="Oval 3495">
              <a:extLst>
                <a:ext uri="{FF2B5EF4-FFF2-40B4-BE49-F238E27FC236}">
                  <a16:creationId xmlns:a16="http://schemas.microsoft.com/office/drawing/2014/main" id="{82E988A2-C2BC-9244-81B6-B2D2BF58026D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7" name="Oval 3496">
              <a:extLst>
                <a:ext uri="{FF2B5EF4-FFF2-40B4-BE49-F238E27FC236}">
                  <a16:creationId xmlns:a16="http://schemas.microsoft.com/office/drawing/2014/main" id="{9482EA41-9F94-4941-BF89-6335AC49ED08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8" name="Oval 3497">
              <a:extLst>
                <a:ext uri="{FF2B5EF4-FFF2-40B4-BE49-F238E27FC236}">
                  <a16:creationId xmlns:a16="http://schemas.microsoft.com/office/drawing/2014/main" id="{F63E9548-0740-354B-8662-AE0588D0F757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9" name="Oval 3498">
              <a:extLst>
                <a:ext uri="{FF2B5EF4-FFF2-40B4-BE49-F238E27FC236}">
                  <a16:creationId xmlns:a16="http://schemas.microsoft.com/office/drawing/2014/main" id="{759E1423-8670-6C47-8F4A-9415F448A38A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0" name="Oval 3499">
              <a:extLst>
                <a:ext uri="{FF2B5EF4-FFF2-40B4-BE49-F238E27FC236}">
                  <a16:creationId xmlns:a16="http://schemas.microsoft.com/office/drawing/2014/main" id="{BF8BE9F2-1EAB-7B4C-B081-1A334868AD91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1" name="Oval 3500">
              <a:extLst>
                <a:ext uri="{FF2B5EF4-FFF2-40B4-BE49-F238E27FC236}">
                  <a16:creationId xmlns:a16="http://schemas.microsoft.com/office/drawing/2014/main" id="{B014B939-D04C-8A48-ABAB-DC98A97D029F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2" name="Oval 3501">
              <a:extLst>
                <a:ext uri="{FF2B5EF4-FFF2-40B4-BE49-F238E27FC236}">
                  <a16:creationId xmlns:a16="http://schemas.microsoft.com/office/drawing/2014/main" id="{90154C8A-6B8A-334D-8953-CEC5B42FFDC3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3" name="Oval 3502">
              <a:extLst>
                <a:ext uri="{FF2B5EF4-FFF2-40B4-BE49-F238E27FC236}">
                  <a16:creationId xmlns:a16="http://schemas.microsoft.com/office/drawing/2014/main" id="{1F9D02D2-53F3-1148-864F-5F2F775644D4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4" name="Oval 3503">
              <a:extLst>
                <a:ext uri="{FF2B5EF4-FFF2-40B4-BE49-F238E27FC236}">
                  <a16:creationId xmlns:a16="http://schemas.microsoft.com/office/drawing/2014/main" id="{76D5F925-F8BD-C143-88BD-D91F75395BE0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5" name="Oval 3504">
              <a:extLst>
                <a:ext uri="{FF2B5EF4-FFF2-40B4-BE49-F238E27FC236}">
                  <a16:creationId xmlns:a16="http://schemas.microsoft.com/office/drawing/2014/main" id="{69460840-8BBB-374B-A009-F3636867CB7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6" name="Oval 3505">
              <a:extLst>
                <a:ext uri="{FF2B5EF4-FFF2-40B4-BE49-F238E27FC236}">
                  <a16:creationId xmlns:a16="http://schemas.microsoft.com/office/drawing/2014/main" id="{0ED0018B-AD3D-2249-A3B5-7A4529340B90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7" name="Oval 3506">
              <a:extLst>
                <a:ext uri="{FF2B5EF4-FFF2-40B4-BE49-F238E27FC236}">
                  <a16:creationId xmlns:a16="http://schemas.microsoft.com/office/drawing/2014/main" id="{9F225DC9-DD63-CF4D-95B2-BC355E55F9E2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8" name="Oval 3507">
              <a:extLst>
                <a:ext uri="{FF2B5EF4-FFF2-40B4-BE49-F238E27FC236}">
                  <a16:creationId xmlns:a16="http://schemas.microsoft.com/office/drawing/2014/main" id="{5572BB4B-28DD-3042-B704-7D1EE81CCE4E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9" name="Oval 3508">
              <a:extLst>
                <a:ext uri="{FF2B5EF4-FFF2-40B4-BE49-F238E27FC236}">
                  <a16:creationId xmlns:a16="http://schemas.microsoft.com/office/drawing/2014/main" id="{A21344DF-F754-B34E-9932-7435DDB14D83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0" name="Oval 3509">
              <a:extLst>
                <a:ext uri="{FF2B5EF4-FFF2-40B4-BE49-F238E27FC236}">
                  <a16:creationId xmlns:a16="http://schemas.microsoft.com/office/drawing/2014/main" id="{A440A69A-C853-2345-B051-7F998FEAD975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1" name="Oval 3510">
              <a:extLst>
                <a:ext uri="{FF2B5EF4-FFF2-40B4-BE49-F238E27FC236}">
                  <a16:creationId xmlns:a16="http://schemas.microsoft.com/office/drawing/2014/main" id="{1DA5D67A-98C2-244B-97EC-9CE2D3FC4BBA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2" name="Oval 3511">
              <a:extLst>
                <a:ext uri="{FF2B5EF4-FFF2-40B4-BE49-F238E27FC236}">
                  <a16:creationId xmlns:a16="http://schemas.microsoft.com/office/drawing/2014/main" id="{E5AFD6FE-2DA2-2C43-BF45-B9B7573AEFFD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3" name="Oval 3512">
              <a:extLst>
                <a:ext uri="{FF2B5EF4-FFF2-40B4-BE49-F238E27FC236}">
                  <a16:creationId xmlns:a16="http://schemas.microsoft.com/office/drawing/2014/main" id="{705CE668-6FEA-0B49-B178-09B47008C4EE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4" name="Oval 3513">
              <a:extLst>
                <a:ext uri="{FF2B5EF4-FFF2-40B4-BE49-F238E27FC236}">
                  <a16:creationId xmlns:a16="http://schemas.microsoft.com/office/drawing/2014/main" id="{F10C7295-EB62-EC4C-AE3B-D1558ABAC26C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5" name="Oval 3514">
              <a:extLst>
                <a:ext uri="{FF2B5EF4-FFF2-40B4-BE49-F238E27FC236}">
                  <a16:creationId xmlns:a16="http://schemas.microsoft.com/office/drawing/2014/main" id="{19F2CF5E-499C-8A4A-9475-A046F98D6124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6" name="Oval 3515">
              <a:extLst>
                <a:ext uri="{FF2B5EF4-FFF2-40B4-BE49-F238E27FC236}">
                  <a16:creationId xmlns:a16="http://schemas.microsoft.com/office/drawing/2014/main" id="{5EE502A9-6ABF-2E45-BDE0-F6DC7ECB5D7B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7" name="Oval 3516">
              <a:extLst>
                <a:ext uri="{FF2B5EF4-FFF2-40B4-BE49-F238E27FC236}">
                  <a16:creationId xmlns:a16="http://schemas.microsoft.com/office/drawing/2014/main" id="{216170D6-E3F1-EA4B-905D-64773C299481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8" name="Oval 3517">
              <a:extLst>
                <a:ext uri="{FF2B5EF4-FFF2-40B4-BE49-F238E27FC236}">
                  <a16:creationId xmlns:a16="http://schemas.microsoft.com/office/drawing/2014/main" id="{ED672F6C-FA56-DA4B-A9E2-47C3EAC95747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9" name="Oval 3518">
              <a:extLst>
                <a:ext uri="{FF2B5EF4-FFF2-40B4-BE49-F238E27FC236}">
                  <a16:creationId xmlns:a16="http://schemas.microsoft.com/office/drawing/2014/main" id="{0C7C9DC4-4AC8-D049-9027-D3EFE85F6D91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0" name="Oval 3519">
              <a:extLst>
                <a:ext uri="{FF2B5EF4-FFF2-40B4-BE49-F238E27FC236}">
                  <a16:creationId xmlns:a16="http://schemas.microsoft.com/office/drawing/2014/main" id="{477603DD-51F2-964D-999A-1AF262B6546D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1" name="Oval 3520">
              <a:extLst>
                <a:ext uri="{FF2B5EF4-FFF2-40B4-BE49-F238E27FC236}">
                  <a16:creationId xmlns:a16="http://schemas.microsoft.com/office/drawing/2014/main" id="{84662F39-7FF9-924E-B7E3-8DE047CEA868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2" name="Oval 3521">
              <a:extLst>
                <a:ext uri="{FF2B5EF4-FFF2-40B4-BE49-F238E27FC236}">
                  <a16:creationId xmlns:a16="http://schemas.microsoft.com/office/drawing/2014/main" id="{557D46F8-5158-8746-9484-8FBA8239CE2B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3" name="Oval 3522">
              <a:extLst>
                <a:ext uri="{FF2B5EF4-FFF2-40B4-BE49-F238E27FC236}">
                  <a16:creationId xmlns:a16="http://schemas.microsoft.com/office/drawing/2014/main" id="{F83586F1-E85E-3045-A0D6-BF536F59D3C2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4" name="Oval 3523">
              <a:extLst>
                <a:ext uri="{FF2B5EF4-FFF2-40B4-BE49-F238E27FC236}">
                  <a16:creationId xmlns:a16="http://schemas.microsoft.com/office/drawing/2014/main" id="{9B29EC12-D37A-E844-A2C3-AA83C1366E0B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5" name="Oval 3524">
              <a:extLst>
                <a:ext uri="{FF2B5EF4-FFF2-40B4-BE49-F238E27FC236}">
                  <a16:creationId xmlns:a16="http://schemas.microsoft.com/office/drawing/2014/main" id="{75D60FB6-DC22-7E40-BE55-A5CE2DED4D25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6" name="Oval 3525">
              <a:extLst>
                <a:ext uri="{FF2B5EF4-FFF2-40B4-BE49-F238E27FC236}">
                  <a16:creationId xmlns:a16="http://schemas.microsoft.com/office/drawing/2014/main" id="{3F1FE28D-8319-5D40-830D-12CB2983AB37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7" name="Oval 3526">
              <a:extLst>
                <a:ext uri="{FF2B5EF4-FFF2-40B4-BE49-F238E27FC236}">
                  <a16:creationId xmlns:a16="http://schemas.microsoft.com/office/drawing/2014/main" id="{12B14535-CCBE-8048-84FF-1699F337BA38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8" name="Oval 3527">
              <a:extLst>
                <a:ext uri="{FF2B5EF4-FFF2-40B4-BE49-F238E27FC236}">
                  <a16:creationId xmlns:a16="http://schemas.microsoft.com/office/drawing/2014/main" id="{BA3EF5C2-0454-3543-AFD6-6FCFF2890CB9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9" name="Oval 3528">
              <a:extLst>
                <a:ext uri="{FF2B5EF4-FFF2-40B4-BE49-F238E27FC236}">
                  <a16:creationId xmlns:a16="http://schemas.microsoft.com/office/drawing/2014/main" id="{2CCB6040-9B05-184E-97E1-EAD71AA5022C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0" name="Oval 3529">
              <a:extLst>
                <a:ext uri="{FF2B5EF4-FFF2-40B4-BE49-F238E27FC236}">
                  <a16:creationId xmlns:a16="http://schemas.microsoft.com/office/drawing/2014/main" id="{EA6DDD9E-08EE-C449-A089-2F3C1C9FA8A6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1" name="Oval 3530">
              <a:extLst>
                <a:ext uri="{FF2B5EF4-FFF2-40B4-BE49-F238E27FC236}">
                  <a16:creationId xmlns:a16="http://schemas.microsoft.com/office/drawing/2014/main" id="{471CBEC8-166C-2043-ABD9-969444B97612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2" name="Oval 3531">
              <a:extLst>
                <a:ext uri="{FF2B5EF4-FFF2-40B4-BE49-F238E27FC236}">
                  <a16:creationId xmlns:a16="http://schemas.microsoft.com/office/drawing/2014/main" id="{DADDA293-3D24-CE47-B13B-B8D359D2D333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3" name="Oval 3532">
              <a:extLst>
                <a:ext uri="{FF2B5EF4-FFF2-40B4-BE49-F238E27FC236}">
                  <a16:creationId xmlns:a16="http://schemas.microsoft.com/office/drawing/2014/main" id="{F7149C16-6772-9840-8180-6D95250E44FD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4" name="Oval 3533">
              <a:extLst>
                <a:ext uri="{FF2B5EF4-FFF2-40B4-BE49-F238E27FC236}">
                  <a16:creationId xmlns:a16="http://schemas.microsoft.com/office/drawing/2014/main" id="{FFBE80E5-957E-0346-8CE4-ACEA7A284E4F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5" name="Oval 3534">
              <a:extLst>
                <a:ext uri="{FF2B5EF4-FFF2-40B4-BE49-F238E27FC236}">
                  <a16:creationId xmlns:a16="http://schemas.microsoft.com/office/drawing/2014/main" id="{9D261CB2-599D-B44E-BCD2-9F945FFB0811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6" name="Oval 3535">
              <a:extLst>
                <a:ext uri="{FF2B5EF4-FFF2-40B4-BE49-F238E27FC236}">
                  <a16:creationId xmlns:a16="http://schemas.microsoft.com/office/drawing/2014/main" id="{7A513A3E-953E-6540-8C1D-1D89C17CCD17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7" name="Oval 3536">
              <a:extLst>
                <a:ext uri="{FF2B5EF4-FFF2-40B4-BE49-F238E27FC236}">
                  <a16:creationId xmlns:a16="http://schemas.microsoft.com/office/drawing/2014/main" id="{43E5E10D-65F5-B845-9D40-B0B8CB0C8BCA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8" name="Oval 3537">
              <a:extLst>
                <a:ext uri="{FF2B5EF4-FFF2-40B4-BE49-F238E27FC236}">
                  <a16:creationId xmlns:a16="http://schemas.microsoft.com/office/drawing/2014/main" id="{1935CE7D-8D46-C04A-B833-FFDA5211A330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9" name="Oval 3538">
              <a:extLst>
                <a:ext uri="{FF2B5EF4-FFF2-40B4-BE49-F238E27FC236}">
                  <a16:creationId xmlns:a16="http://schemas.microsoft.com/office/drawing/2014/main" id="{42D0D28F-8A97-F34B-8842-C7A0A4C3A577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0" name="Oval 3539">
              <a:extLst>
                <a:ext uri="{FF2B5EF4-FFF2-40B4-BE49-F238E27FC236}">
                  <a16:creationId xmlns:a16="http://schemas.microsoft.com/office/drawing/2014/main" id="{F8B35E39-E816-9246-AE50-344DAF979AA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1" name="Oval 3540">
              <a:extLst>
                <a:ext uri="{FF2B5EF4-FFF2-40B4-BE49-F238E27FC236}">
                  <a16:creationId xmlns:a16="http://schemas.microsoft.com/office/drawing/2014/main" id="{F0FFB8F2-8D08-3044-A606-C67462FECBD5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2" name="Oval 3541">
              <a:extLst>
                <a:ext uri="{FF2B5EF4-FFF2-40B4-BE49-F238E27FC236}">
                  <a16:creationId xmlns:a16="http://schemas.microsoft.com/office/drawing/2014/main" id="{3B6FCDAC-E95B-DF44-B50E-9AD589081245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3" name="Oval 3542">
              <a:extLst>
                <a:ext uri="{FF2B5EF4-FFF2-40B4-BE49-F238E27FC236}">
                  <a16:creationId xmlns:a16="http://schemas.microsoft.com/office/drawing/2014/main" id="{377DB122-4479-0E48-8D72-0EC2CE96D363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4" name="Oval 3543">
              <a:extLst>
                <a:ext uri="{FF2B5EF4-FFF2-40B4-BE49-F238E27FC236}">
                  <a16:creationId xmlns:a16="http://schemas.microsoft.com/office/drawing/2014/main" id="{43C40B71-EFDE-4640-85E8-B0FEE7B38678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5" name="Oval 3544">
              <a:extLst>
                <a:ext uri="{FF2B5EF4-FFF2-40B4-BE49-F238E27FC236}">
                  <a16:creationId xmlns:a16="http://schemas.microsoft.com/office/drawing/2014/main" id="{6035265F-AF12-7943-A1D8-2D9CB99DD791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6" name="Oval 3545">
              <a:extLst>
                <a:ext uri="{FF2B5EF4-FFF2-40B4-BE49-F238E27FC236}">
                  <a16:creationId xmlns:a16="http://schemas.microsoft.com/office/drawing/2014/main" id="{A28091F1-B4E1-EB43-A769-E25910331B4C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7" name="Oval 3546">
              <a:extLst>
                <a:ext uri="{FF2B5EF4-FFF2-40B4-BE49-F238E27FC236}">
                  <a16:creationId xmlns:a16="http://schemas.microsoft.com/office/drawing/2014/main" id="{A427F3C7-4D59-A449-9323-CD12DB8F7009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8" name="Oval 3547">
              <a:extLst>
                <a:ext uri="{FF2B5EF4-FFF2-40B4-BE49-F238E27FC236}">
                  <a16:creationId xmlns:a16="http://schemas.microsoft.com/office/drawing/2014/main" id="{44EFFC1E-FE66-9C4D-B96D-CB68D26B98AE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9" name="Oval 3548">
              <a:extLst>
                <a:ext uri="{FF2B5EF4-FFF2-40B4-BE49-F238E27FC236}">
                  <a16:creationId xmlns:a16="http://schemas.microsoft.com/office/drawing/2014/main" id="{F72CBE3F-557C-B442-9104-D5C297ADB508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0" name="Oval 3549">
              <a:extLst>
                <a:ext uri="{FF2B5EF4-FFF2-40B4-BE49-F238E27FC236}">
                  <a16:creationId xmlns:a16="http://schemas.microsoft.com/office/drawing/2014/main" id="{443F1EA6-B3F5-A74F-BFDC-23960349A66C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1" name="Oval 3550">
              <a:extLst>
                <a:ext uri="{FF2B5EF4-FFF2-40B4-BE49-F238E27FC236}">
                  <a16:creationId xmlns:a16="http://schemas.microsoft.com/office/drawing/2014/main" id="{62AE2F9A-2FF7-214C-A830-F5D245E21E23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2" name="Oval 3551">
              <a:extLst>
                <a:ext uri="{FF2B5EF4-FFF2-40B4-BE49-F238E27FC236}">
                  <a16:creationId xmlns:a16="http://schemas.microsoft.com/office/drawing/2014/main" id="{5B6A9AFF-293D-4B47-BCBA-D86B0BDB2A6F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3" name="Oval 3552">
              <a:extLst>
                <a:ext uri="{FF2B5EF4-FFF2-40B4-BE49-F238E27FC236}">
                  <a16:creationId xmlns:a16="http://schemas.microsoft.com/office/drawing/2014/main" id="{9281F20B-09C5-C747-B129-4B91B5A6EEEC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4" name="Oval 3553">
              <a:extLst>
                <a:ext uri="{FF2B5EF4-FFF2-40B4-BE49-F238E27FC236}">
                  <a16:creationId xmlns:a16="http://schemas.microsoft.com/office/drawing/2014/main" id="{B8264613-2515-9E48-92BE-601931C209D5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5" name="Oval 3554">
              <a:extLst>
                <a:ext uri="{FF2B5EF4-FFF2-40B4-BE49-F238E27FC236}">
                  <a16:creationId xmlns:a16="http://schemas.microsoft.com/office/drawing/2014/main" id="{35A5A0C9-F1C2-A544-91D0-45A64A31BE2D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6" name="Oval 3555">
              <a:extLst>
                <a:ext uri="{FF2B5EF4-FFF2-40B4-BE49-F238E27FC236}">
                  <a16:creationId xmlns:a16="http://schemas.microsoft.com/office/drawing/2014/main" id="{B35ED2C5-5265-9F48-99B4-3248CD48D118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7" name="Oval 3556">
              <a:extLst>
                <a:ext uri="{FF2B5EF4-FFF2-40B4-BE49-F238E27FC236}">
                  <a16:creationId xmlns:a16="http://schemas.microsoft.com/office/drawing/2014/main" id="{6D88BAF1-86C1-8E4E-AAD5-C781810C2976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8" name="Oval 3557">
              <a:extLst>
                <a:ext uri="{FF2B5EF4-FFF2-40B4-BE49-F238E27FC236}">
                  <a16:creationId xmlns:a16="http://schemas.microsoft.com/office/drawing/2014/main" id="{00A647D6-D5B0-7C4A-A29B-2D47A89B2EC8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9" name="Oval 3558">
              <a:extLst>
                <a:ext uri="{FF2B5EF4-FFF2-40B4-BE49-F238E27FC236}">
                  <a16:creationId xmlns:a16="http://schemas.microsoft.com/office/drawing/2014/main" id="{87D3D18C-119C-CC4C-8384-400E432040D6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0" name="Oval 3559">
              <a:extLst>
                <a:ext uri="{FF2B5EF4-FFF2-40B4-BE49-F238E27FC236}">
                  <a16:creationId xmlns:a16="http://schemas.microsoft.com/office/drawing/2014/main" id="{CA125FEF-8CDB-894D-A4E9-6BDC8156DC8D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1" name="Oval 3560">
              <a:extLst>
                <a:ext uri="{FF2B5EF4-FFF2-40B4-BE49-F238E27FC236}">
                  <a16:creationId xmlns:a16="http://schemas.microsoft.com/office/drawing/2014/main" id="{8645AC54-88A9-9048-930C-6836FF483A3E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2" name="Oval 3561">
              <a:extLst>
                <a:ext uri="{FF2B5EF4-FFF2-40B4-BE49-F238E27FC236}">
                  <a16:creationId xmlns:a16="http://schemas.microsoft.com/office/drawing/2014/main" id="{862398A8-4201-4444-BCC1-82D25D5726E8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3" name="Oval 3562">
              <a:extLst>
                <a:ext uri="{FF2B5EF4-FFF2-40B4-BE49-F238E27FC236}">
                  <a16:creationId xmlns:a16="http://schemas.microsoft.com/office/drawing/2014/main" id="{85D717EB-B026-B947-B5DA-E2526FC0A580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4" name="Oval 3563">
              <a:extLst>
                <a:ext uri="{FF2B5EF4-FFF2-40B4-BE49-F238E27FC236}">
                  <a16:creationId xmlns:a16="http://schemas.microsoft.com/office/drawing/2014/main" id="{F3445B0E-ED82-5D4C-A36F-1B015B642FDC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5" name="Oval 3564">
              <a:extLst>
                <a:ext uri="{FF2B5EF4-FFF2-40B4-BE49-F238E27FC236}">
                  <a16:creationId xmlns:a16="http://schemas.microsoft.com/office/drawing/2014/main" id="{05EAF667-1077-794D-ACC7-D793E3A38AE6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6" name="Oval 3565">
              <a:extLst>
                <a:ext uri="{FF2B5EF4-FFF2-40B4-BE49-F238E27FC236}">
                  <a16:creationId xmlns:a16="http://schemas.microsoft.com/office/drawing/2014/main" id="{44650E28-3188-3645-8230-DCFD590BC9CD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7" name="Oval 3566">
              <a:extLst>
                <a:ext uri="{FF2B5EF4-FFF2-40B4-BE49-F238E27FC236}">
                  <a16:creationId xmlns:a16="http://schemas.microsoft.com/office/drawing/2014/main" id="{657C1467-AB73-014F-A230-A7B8776C6C20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8" name="Oval 3567">
              <a:extLst>
                <a:ext uri="{FF2B5EF4-FFF2-40B4-BE49-F238E27FC236}">
                  <a16:creationId xmlns:a16="http://schemas.microsoft.com/office/drawing/2014/main" id="{6F3E3079-EA73-B74D-A158-F56540F02494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9" name="Oval 3568">
              <a:extLst>
                <a:ext uri="{FF2B5EF4-FFF2-40B4-BE49-F238E27FC236}">
                  <a16:creationId xmlns:a16="http://schemas.microsoft.com/office/drawing/2014/main" id="{F0380734-99A3-D34D-B44B-B5F26156709A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0" name="Oval 3569">
              <a:extLst>
                <a:ext uri="{FF2B5EF4-FFF2-40B4-BE49-F238E27FC236}">
                  <a16:creationId xmlns:a16="http://schemas.microsoft.com/office/drawing/2014/main" id="{A9F98A77-9BE1-4545-9874-B6E2EC56E1D0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1" name="Oval 3570">
              <a:extLst>
                <a:ext uri="{FF2B5EF4-FFF2-40B4-BE49-F238E27FC236}">
                  <a16:creationId xmlns:a16="http://schemas.microsoft.com/office/drawing/2014/main" id="{55421A34-A8EC-C147-B3D0-7DA77DE5247F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2" name="Oval 3571">
              <a:extLst>
                <a:ext uri="{FF2B5EF4-FFF2-40B4-BE49-F238E27FC236}">
                  <a16:creationId xmlns:a16="http://schemas.microsoft.com/office/drawing/2014/main" id="{4E78BEB6-B8EF-CA49-8924-1FDA9428E648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3" name="Oval 3572">
              <a:extLst>
                <a:ext uri="{FF2B5EF4-FFF2-40B4-BE49-F238E27FC236}">
                  <a16:creationId xmlns:a16="http://schemas.microsoft.com/office/drawing/2014/main" id="{1CC88596-C73D-ED49-A4A6-1801638CE8FA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4" name="Oval 3573">
              <a:extLst>
                <a:ext uri="{FF2B5EF4-FFF2-40B4-BE49-F238E27FC236}">
                  <a16:creationId xmlns:a16="http://schemas.microsoft.com/office/drawing/2014/main" id="{CB644593-D7A9-B34A-A1D9-823271CC9F29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5" name="Oval 3574">
              <a:extLst>
                <a:ext uri="{FF2B5EF4-FFF2-40B4-BE49-F238E27FC236}">
                  <a16:creationId xmlns:a16="http://schemas.microsoft.com/office/drawing/2014/main" id="{BBA7DCE5-13BA-964A-8CC8-0992092FB1B1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6" name="Oval 3575">
              <a:extLst>
                <a:ext uri="{FF2B5EF4-FFF2-40B4-BE49-F238E27FC236}">
                  <a16:creationId xmlns:a16="http://schemas.microsoft.com/office/drawing/2014/main" id="{15762FD2-1DD2-9C4D-8548-6BB6B05487EC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7" name="Oval 3576">
              <a:extLst>
                <a:ext uri="{FF2B5EF4-FFF2-40B4-BE49-F238E27FC236}">
                  <a16:creationId xmlns:a16="http://schemas.microsoft.com/office/drawing/2014/main" id="{933EE7B4-8745-DA40-9FA1-C58FD5DE3701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8" name="Oval 3577">
              <a:extLst>
                <a:ext uri="{FF2B5EF4-FFF2-40B4-BE49-F238E27FC236}">
                  <a16:creationId xmlns:a16="http://schemas.microsoft.com/office/drawing/2014/main" id="{E579A8A3-86DC-A544-BAAF-BBE7A17B3167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9" name="Oval 3578">
              <a:extLst>
                <a:ext uri="{FF2B5EF4-FFF2-40B4-BE49-F238E27FC236}">
                  <a16:creationId xmlns:a16="http://schemas.microsoft.com/office/drawing/2014/main" id="{0071BA40-C451-5B40-A21E-5726585463F1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0" name="Oval 3579">
              <a:extLst>
                <a:ext uri="{FF2B5EF4-FFF2-40B4-BE49-F238E27FC236}">
                  <a16:creationId xmlns:a16="http://schemas.microsoft.com/office/drawing/2014/main" id="{910D4525-EE7B-2E47-ADB7-F8D051F469DE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1" name="Oval 3580">
              <a:extLst>
                <a:ext uri="{FF2B5EF4-FFF2-40B4-BE49-F238E27FC236}">
                  <a16:creationId xmlns:a16="http://schemas.microsoft.com/office/drawing/2014/main" id="{B6498030-D2EF-3E48-B28B-88BA43559CA0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2" name="Oval 3581">
              <a:extLst>
                <a:ext uri="{FF2B5EF4-FFF2-40B4-BE49-F238E27FC236}">
                  <a16:creationId xmlns:a16="http://schemas.microsoft.com/office/drawing/2014/main" id="{E28772DB-2C35-704C-8716-EE56D32588D4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3" name="Oval 3582">
              <a:extLst>
                <a:ext uri="{FF2B5EF4-FFF2-40B4-BE49-F238E27FC236}">
                  <a16:creationId xmlns:a16="http://schemas.microsoft.com/office/drawing/2014/main" id="{14ACA176-593E-0E44-A145-42B9F71466BD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4" name="Oval 3583">
              <a:extLst>
                <a:ext uri="{FF2B5EF4-FFF2-40B4-BE49-F238E27FC236}">
                  <a16:creationId xmlns:a16="http://schemas.microsoft.com/office/drawing/2014/main" id="{D0CE4790-5592-074D-BBC6-8B5320F4783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5" name="Oval 3584">
              <a:extLst>
                <a:ext uri="{FF2B5EF4-FFF2-40B4-BE49-F238E27FC236}">
                  <a16:creationId xmlns:a16="http://schemas.microsoft.com/office/drawing/2014/main" id="{140802C9-35DC-CF4E-BA8F-1AEDEBF1461D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6" name="Oval 3585">
              <a:extLst>
                <a:ext uri="{FF2B5EF4-FFF2-40B4-BE49-F238E27FC236}">
                  <a16:creationId xmlns:a16="http://schemas.microsoft.com/office/drawing/2014/main" id="{8C61B7AE-C153-784C-A3DE-0EB442B10D20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7" name="Oval 3586">
              <a:extLst>
                <a:ext uri="{FF2B5EF4-FFF2-40B4-BE49-F238E27FC236}">
                  <a16:creationId xmlns:a16="http://schemas.microsoft.com/office/drawing/2014/main" id="{AD1AE96E-BD1D-AC45-A8E7-A8F0BBBCF1FD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8" name="Oval 3587">
              <a:extLst>
                <a:ext uri="{FF2B5EF4-FFF2-40B4-BE49-F238E27FC236}">
                  <a16:creationId xmlns:a16="http://schemas.microsoft.com/office/drawing/2014/main" id="{8155EA31-2084-7D49-9089-AA5FD6DF5421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89" name="Oval 3588">
              <a:extLst>
                <a:ext uri="{FF2B5EF4-FFF2-40B4-BE49-F238E27FC236}">
                  <a16:creationId xmlns:a16="http://schemas.microsoft.com/office/drawing/2014/main" id="{7EC6699C-8A42-BB4B-B4A1-8A2C1F01C567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0" name="Oval 3589">
              <a:extLst>
                <a:ext uri="{FF2B5EF4-FFF2-40B4-BE49-F238E27FC236}">
                  <a16:creationId xmlns:a16="http://schemas.microsoft.com/office/drawing/2014/main" id="{CD415C4C-CBEB-984C-950F-E0DE39ADD239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1" name="Oval 3590">
              <a:extLst>
                <a:ext uri="{FF2B5EF4-FFF2-40B4-BE49-F238E27FC236}">
                  <a16:creationId xmlns:a16="http://schemas.microsoft.com/office/drawing/2014/main" id="{AAB22BA9-4F17-144E-82A1-6BD7AE2CAA1B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2" name="Oval 3591">
              <a:extLst>
                <a:ext uri="{FF2B5EF4-FFF2-40B4-BE49-F238E27FC236}">
                  <a16:creationId xmlns:a16="http://schemas.microsoft.com/office/drawing/2014/main" id="{E1C74362-2DAD-2147-91A7-3C575E6F29B3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3" name="Oval 3592">
              <a:extLst>
                <a:ext uri="{FF2B5EF4-FFF2-40B4-BE49-F238E27FC236}">
                  <a16:creationId xmlns:a16="http://schemas.microsoft.com/office/drawing/2014/main" id="{C62C6A3E-E497-A642-81B0-2374DC7610E6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4" name="Oval 3593">
              <a:extLst>
                <a:ext uri="{FF2B5EF4-FFF2-40B4-BE49-F238E27FC236}">
                  <a16:creationId xmlns:a16="http://schemas.microsoft.com/office/drawing/2014/main" id="{D7ACF0AD-5CE3-7649-8F27-8BF5F9924706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5" name="Oval 3594">
              <a:extLst>
                <a:ext uri="{FF2B5EF4-FFF2-40B4-BE49-F238E27FC236}">
                  <a16:creationId xmlns:a16="http://schemas.microsoft.com/office/drawing/2014/main" id="{6CEF4F16-AABE-3446-8E6A-004EC8560845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6" name="Oval 3595">
              <a:extLst>
                <a:ext uri="{FF2B5EF4-FFF2-40B4-BE49-F238E27FC236}">
                  <a16:creationId xmlns:a16="http://schemas.microsoft.com/office/drawing/2014/main" id="{9785CB89-B85E-9946-95E6-262EC23CF5B2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7" name="Oval 3596">
              <a:extLst>
                <a:ext uri="{FF2B5EF4-FFF2-40B4-BE49-F238E27FC236}">
                  <a16:creationId xmlns:a16="http://schemas.microsoft.com/office/drawing/2014/main" id="{0B9ACECF-FC35-D147-BDA0-487A992105B7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8" name="Oval 3597">
              <a:extLst>
                <a:ext uri="{FF2B5EF4-FFF2-40B4-BE49-F238E27FC236}">
                  <a16:creationId xmlns:a16="http://schemas.microsoft.com/office/drawing/2014/main" id="{39C7245D-44CF-8748-BB0C-A899E887D2B0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99" name="Oval 3598">
              <a:extLst>
                <a:ext uri="{FF2B5EF4-FFF2-40B4-BE49-F238E27FC236}">
                  <a16:creationId xmlns:a16="http://schemas.microsoft.com/office/drawing/2014/main" id="{59D91062-7488-C44A-8722-B9C268AD3608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0" name="Oval 3599">
              <a:extLst>
                <a:ext uri="{FF2B5EF4-FFF2-40B4-BE49-F238E27FC236}">
                  <a16:creationId xmlns:a16="http://schemas.microsoft.com/office/drawing/2014/main" id="{C59129EB-6B1A-6447-B3D4-9A4DB701CB03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1" name="Oval 3600">
              <a:extLst>
                <a:ext uri="{FF2B5EF4-FFF2-40B4-BE49-F238E27FC236}">
                  <a16:creationId xmlns:a16="http://schemas.microsoft.com/office/drawing/2014/main" id="{E1174F33-2A9B-AD44-807D-9E008A24CA58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2" name="Oval 3601">
              <a:extLst>
                <a:ext uri="{FF2B5EF4-FFF2-40B4-BE49-F238E27FC236}">
                  <a16:creationId xmlns:a16="http://schemas.microsoft.com/office/drawing/2014/main" id="{C200C036-454A-8643-82C5-E476163EA3BE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3" name="Oval 3602">
              <a:extLst>
                <a:ext uri="{FF2B5EF4-FFF2-40B4-BE49-F238E27FC236}">
                  <a16:creationId xmlns:a16="http://schemas.microsoft.com/office/drawing/2014/main" id="{F0B736EE-0DA2-3642-A915-95A0F3C805C9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4" name="Oval 3603">
              <a:extLst>
                <a:ext uri="{FF2B5EF4-FFF2-40B4-BE49-F238E27FC236}">
                  <a16:creationId xmlns:a16="http://schemas.microsoft.com/office/drawing/2014/main" id="{7D6FB3F1-8F57-2147-900A-EC3386A9EC26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5" name="Oval 3604">
              <a:extLst>
                <a:ext uri="{FF2B5EF4-FFF2-40B4-BE49-F238E27FC236}">
                  <a16:creationId xmlns:a16="http://schemas.microsoft.com/office/drawing/2014/main" id="{57980952-A795-D44F-BC4F-C5B4E96FC294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6" name="Oval 3605">
              <a:extLst>
                <a:ext uri="{FF2B5EF4-FFF2-40B4-BE49-F238E27FC236}">
                  <a16:creationId xmlns:a16="http://schemas.microsoft.com/office/drawing/2014/main" id="{1863E767-66C4-4D43-B4EA-A535E5307B5B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07" name="Freeform 3606">
              <a:extLst>
                <a:ext uri="{FF2B5EF4-FFF2-40B4-BE49-F238E27FC236}">
                  <a16:creationId xmlns:a16="http://schemas.microsoft.com/office/drawing/2014/main" id="{D15A90DA-8CBC-C049-AF40-A9AB1F231FD2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8" name="Freeform 3607">
              <a:extLst>
                <a:ext uri="{FF2B5EF4-FFF2-40B4-BE49-F238E27FC236}">
                  <a16:creationId xmlns:a16="http://schemas.microsoft.com/office/drawing/2014/main" id="{46C389AF-05A4-1541-B1FA-D0BB7EA7C7A0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94AC28E-EAC6-2F45-9A27-58B89C4CFD9B}"/>
              </a:ext>
            </a:extLst>
          </p:cNvPr>
          <p:cNvGrpSpPr/>
          <p:nvPr/>
        </p:nvGrpSpPr>
        <p:grpSpPr>
          <a:xfrm>
            <a:off x="8011409" y="5099136"/>
            <a:ext cx="1023378" cy="764553"/>
            <a:chOff x="8011409" y="5099136"/>
            <a:chExt cx="1023378" cy="764553"/>
          </a:xfrm>
        </p:grpSpPr>
        <p:grpSp>
          <p:nvGrpSpPr>
            <p:cNvPr id="3609" name="Group 3608">
              <a:extLst>
                <a:ext uri="{FF2B5EF4-FFF2-40B4-BE49-F238E27FC236}">
                  <a16:creationId xmlns:a16="http://schemas.microsoft.com/office/drawing/2014/main" id="{7F6D0F78-F589-D349-9F83-5097BBDE52F1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3610" name="Freeform 3609">
                <a:extLst>
                  <a:ext uri="{FF2B5EF4-FFF2-40B4-BE49-F238E27FC236}">
                    <a16:creationId xmlns:a16="http://schemas.microsoft.com/office/drawing/2014/main" id="{2D7CEA95-5546-9842-B211-A1002E04DD36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1" name="Freeform 3610">
                <a:extLst>
                  <a:ext uri="{FF2B5EF4-FFF2-40B4-BE49-F238E27FC236}">
                    <a16:creationId xmlns:a16="http://schemas.microsoft.com/office/drawing/2014/main" id="{4EECFBC9-AC55-E24D-A82D-0824E9C4668B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2" name="Freeform 3611">
                <a:extLst>
                  <a:ext uri="{FF2B5EF4-FFF2-40B4-BE49-F238E27FC236}">
                    <a16:creationId xmlns:a16="http://schemas.microsoft.com/office/drawing/2014/main" id="{D82C1B23-2FB5-B548-AB6B-40FD33C13C1C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3" name="Rectangle 3612">
                <a:extLst>
                  <a:ext uri="{FF2B5EF4-FFF2-40B4-BE49-F238E27FC236}">
                    <a16:creationId xmlns:a16="http://schemas.microsoft.com/office/drawing/2014/main" id="{C7CE770C-ADCA-8542-8143-576492FB62A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614" name="Oval 3613">
                <a:extLst>
                  <a:ext uri="{FF2B5EF4-FFF2-40B4-BE49-F238E27FC236}">
                    <a16:creationId xmlns:a16="http://schemas.microsoft.com/office/drawing/2014/main" id="{396C878A-A0DB-D34F-AE26-32F97B0A2FB6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5" name="Oval 3614">
                <a:extLst>
                  <a:ext uri="{FF2B5EF4-FFF2-40B4-BE49-F238E27FC236}">
                    <a16:creationId xmlns:a16="http://schemas.microsoft.com/office/drawing/2014/main" id="{359AAECC-EE36-314B-AD86-F37788A0E03C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6" name="Oval 3615">
                <a:extLst>
                  <a:ext uri="{FF2B5EF4-FFF2-40B4-BE49-F238E27FC236}">
                    <a16:creationId xmlns:a16="http://schemas.microsoft.com/office/drawing/2014/main" id="{ACC93CDA-E1AE-AD4E-8CA9-2ABD66FDCE5D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7" name="Oval 3616">
                <a:extLst>
                  <a:ext uri="{FF2B5EF4-FFF2-40B4-BE49-F238E27FC236}">
                    <a16:creationId xmlns:a16="http://schemas.microsoft.com/office/drawing/2014/main" id="{42D8524D-D659-FF48-AA28-BCCCFD60162B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8" name="Oval 3617">
                <a:extLst>
                  <a:ext uri="{FF2B5EF4-FFF2-40B4-BE49-F238E27FC236}">
                    <a16:creationId xmlns:a16="http://schemas.microsoft.com/office/drawing/2014/main" id="{E0E5901D-069E-8646-8A88-3A7FF04E576B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9" name="Oval 3618">
                <a:extLst>
                  <a:ext uri="{FF2B5EF4-FFF2-40B4-BE49-F238E27FC236}">
                    <a16:creationId xmlns:a16="http://schemas.microsoft.com/office/drawing/2014/main" id="{380A5AFD-6B46-724F-9E20-F8364981EEC3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0" name="Oval 3619">
                <a:extLst>
                  <a:ext uri="{FF2B5EF4-FFF2-40B4-BE49-F238E27FC236}">
                    <a16:creationId xmlns:a16="http://schemas.microsoft.com/office/drawing/2014/main" id="{0B3F199C-FA3B-6840-B971-253836701ABA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1" name="Oval 3620">
                <a:extLst>
                  <a:ext uri="{FF2B5EF4-FFF2-40B4-BE49-F238E27FC236}">
                    <a16:creationId xmlns:a16="http://schemas.microsoft.com/office/drawing/2014/main" id="{8A91B1F9-8D19-7044-9031-7B13A54B7767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2" name="Oval 3621">
                <a:extLst>
                  <a:ext uri="{FF2B5EF4-FFF2-40B4-BE49-F238E27FC236}">
                    <a16:creationId xmlns:a16="http://schemas.microsoft.com/office/drawing/2014/main" id="{0CCD5F35-EE74-644B-BF7A-E9D9F6F62A40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3" name="Oval 3622">
                <a:extLst>
                  <a:ext uri="{FF2B5EF4-FFF2-40B4-BE49-F238E27FC236}">
                    <a16:creationId xmlns:a16="http://schemas.microsoft.com/office/drawing/2014/main" id="{070B1BF4-420F-9C4E-9FE9-762D4F2ED50B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4" name="Oval 3623">
                <a:extLst>
                  <a:ext uri="{FF2B5EF4-FFF2-40B4-BE49-F238E27FC236}">
                    <a16:creationId xmlns:a16="http://schemas.microsoft.com/office/drawing/2014/main" id="{8B5A0C84-10BA-C84F-AC3C-FB39D9E33BAF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5" name="Oval 3624">
                <a:extLst>
                  <a:ext uri="{FF2B5EF4-FFF2-40B4-BE49-F238E27FC236}">
                    <a16:creationId xmlns:a16="http://schemas.microsoft.com/office/drawing/2014/main" id="{031148C8-96B4-864E-A23D-5A4D68E0CD31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6" name="Oval 3625">
                <a:extLst>
                  <a:ext uri="{FF2B5EF4-FFF2-40B4-BE49-F238E27FC236}">
                    <a16:creationId xmlns:a16="http://schemas.microsoft.com/office/drawing/2014/main" id="{AFAC4D5C-AE64-BF4B-B756-FAC870F2995A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7" name="Oval 3626">
                <a:extLst>
                  <a:ext uri="{FF2B5EF4-FFF2-40B4-BE49-F238E27FC236}">
                    <a16:creationId xmlns:a16="http://schemas.microsoft.com/office/drawing/2014/main" id="{429C7A55-3AF9-7B4C-9E99-223E2D93F5E4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8" name="Oval 3627">
                <a:extLst>
                  <a:ext uri="{FF2B5EF4-FFF2-40B4-BE49-F238E27FC236}">
                    <a16:creationId xmlns:a16="http://schemas.microsoft.com/office/drawing/2014/main" id="{475A1B3A-42F7-7947-A206-0CA50F055561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9" name="Oval 3628">
                <a:extLst>
                  <a:ext uri="{FF2B5EF4-FFF2-40B4-BE49-F238E27FC236}">
                    <a16:creationId xmlns:a16="http://schemas.microsoft.com/office/drawing/2014/main" id="{128083D2-5937-FD4C-8637-2EC65D19F1B0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0" name="Oval 3629">
                <a:extLst>
                  <a:ext uri="{FF2B5EF4-FFF2-40B4-BE49-F238E27FC236}">
                    <a16:creationId xmlns:a16="http://schemas.microsoft.com/office/drawing/2014/main" id="{D3353E46-7C78-F544-9416-14F00112F6E2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1" name="Oval 3630">
                <a:extLst>
                  <a:ext uri="{FF2B5EF4-FFF2-40B4-BE49-F238E27FC236}">
                    <a16:creationId xmlns:a16="http://schemas.microsoft.com/office/drawing/2014/main" id="{6237A512-866C-B741-B364-CC2BB2420C56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2" name="Oval 3631">
                <a:extLst>
                  <a:ext uri="{FF2B5EF4-FFF2-40B4-BE49-F238E27FC236}">
                    <a16:creationId xmlns:a16="http://schemas.microsoft.com/office/drawing/2014/main" id="{44E1E897-D8BB-B644-A7B7-8A34FAE7BF06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3" name="Oval 3632">
                <a:extLst>
                  <a:ext uri="{FF2B5EF4-FFF2-40B4-BE49-F238E27FC236}">
                    <a16:creationId xmlns:a16="http://schemas.microsoft.com/office/drawing/2014/main" id="{A38249CD-BF70-BE41-AE6C-7680D8787227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4" name="Oval 3633">
                <a:extLst>
                  <a:ext uri="{FF2B5EF4-FFF2-40B4-BE49-F238E27FC236}">
                    <a16:creationId xmlns:a16="http://schemas.microsoft.com/office/drawing/2014/main" id="{F0058AB8-121C-0246-9748-594ED75D193B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5" name="Oval 3634">
                <a:extLst>
                  <a:ext uri="{FF2B5EF4-FFF2-40B4-BE49-F238E27FC236}">
                    <a16:creationId xmlns:a16="http://schemas.microsoft.com/office/drawing/2014/main" id="{5F01F12C-530F-2A41-869D-574DB62291C5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6" name="Oval 3635">
                <a:extLst>
                  <a:ext uri="{FF2B5EF4-FFF2-40B4-BE49-F238E27FC236}">
                    <a16:creationId xmlns:a16="http://schemas.microsoft.com/office/drawing/2014/main" id="{24BC3F7C-41C3-2940-A789-39EBD353EF8A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7" name="Oval 3636">
                <a:extLst>
                  <a:ext uri="{FF2B5EF4-FFF2-40B4-BE49-F238E27FC236}">
                    <a16:creationId xmlns:a16="http://schemas.microsoft.com/office/drawing/2014/main" id="{50849728-1A79-A844-ABBF-BCDCF483256E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8" name="Oval 3637">
                <a:extLst>
                  <a:ext uri="{FF2B5EF4-FFF2-40B4-BE49-F238E27FC236}">
                    <a16:creationId xmlns:a16="http://schemas.microsoft.com/office/drawing/2014/main" id="{7AA574AC-48E6-1545-B7D4-63D227CEBDC5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9" name="Oval 3638">
                <a:extLst>
                  <a:ext uri="{FF2B5EF4-FFF2-40B4-BE49-F238E27FC236}">
                    <a16:creationId xmlns:a16="http://schemas.microsoft.com/office/drawing/2014/main" id="{C73A3B23-C505-5444-9E63-3033788A114E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0" name="Oval 3639">
                <a:extLst>
                  <a:ext uri="{FF2B5EF4-FFF2-40B4-BE49-F238E27FC236}">
                    <a16:creationId xmlns:a16="http://schemas.microsoft.com/office/drawing/2014/main" id="{6EF2BC1B-34DA-B547-9F2A-5BB133CD94E3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1" name="Oval 3640">
                <a:extLst>
                  <a:ext uri="{FF2B5EF4-FFF2-40B4-BE49-F238E27FC236}">
                    <a16:creationId xmlns:a16="http://schemas.microsoft.com/office/drawing/2014/main" id="{7AFB7769-E353-0C47-8872-0118AABC53E5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2" name="Oval 3641">
                <a:extLst>
                  <a:ext uri="{FF2B5EF4-FFF2-40B4-BE49-F238E27FC236}">
                    <a16:creationId xmlns:a16="http://schemas.microsoft.com/office/drawing/2014/main" id="{7E7BC4B2-0D56-4D49-8F16-23F747BC457B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3" name="Oval 3642">
                <a:extLst>
                  <a:ext uri="{FF2B5EF4-FFF2-40B4-BE49-F238E27FC236}">
                    <a16:creationId xmlns:a16="http://schemas.microsoft.com/office/drawing/2014/main" id="{3AE2A32D-7E82-424C-8D9E-09D5D360343D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4" name="Oval 3643">
                <a:extLst>
                  <a:ext uri="{FF2B5EF4-FFF2-40B4-BE49-F238E27FC236}">
                    <a16:creationId xmlns:a16="http://schemas.microsoft.com/office/drawing/2014/main" id="{78A2A14A-CCC2-674D-AEAB-D366CC03EA13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5" name="Oval 3644">
                <a:extLst>
                  <a:ext uri="{FF2B5EF4-FFF2-40B4-BE49-F238E27FC236}">
                    <a16:creationId xmlns:a16="http://schemas.microsoft.com/office/drawing/2014/main" id="{5AEDA944-F708-EA41-8B2A-FDAE503A8372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6" name="Oval 3645">
                <a:extLst>
                  <a:ext uri="{FF2B5EF4-FFF2-40B4-BE49-F238E27FC236}">
                    <a16:creationId xmlns:a16="http://schemas.microsoft.com/office/drawing/2014/main" id="{ED70AEC8-F549-4942-8CD8-5B65326A0C48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7" name="Oval 3646">
                <a:extLst>
                  <a:ext uri="{FF2B5EF4-FFF2-40B4-BE49-F238E27FC236}">
                    <a16:creationId xmlns:a16="http://schemas.microsoft.com/office/drawing/2014/main" id="{6E32C285-67D5-0740-990F-5E0DE38680C1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8" name="Oval 3647">
                <a:extLst>
                  <a:ext uri="{FF2B5EF4-FFF2-40B4-BE49-F238E27FC236}">
                    <a16:creationId xmlns:a16="http://schemas.microsoft.com/office/drawing/2014/main" id="{A5A59565-B42A-DC48-98D8-676C0822FD34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9" name="Oval 3648">
                <a:extLst>
                  <a:ext uri="{FF2B5EF4-FFF2-40B4-BE49-F238E27FC236}">
                    <a16:creationId xmlns:a16="http://schemas.microsoft.com/office/drawing/2014/main" id="{0F7C3C07-C1B6-AD4A-8D32-5FD12DE75845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0" name="Oval 3649">
                <a:extLst>
                  <a:ext uri="{FF2B5EF4-FFF2-40B4-BE49-F238E27FC236}">
                    <a16:creationId xmlns:a16="http://schemas.microsoft.com/office/drawing/2014/main" id="{62DBC352-0809-8342-9469-734E67907F9F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1" name="Oval 3650">
                <a:extLst>
                  <a:ext uri="{FF2B5EF4-FFF2-40B4-BE49-F238E27FC236}">
                    <a16:creationId xmlns:a16="http://schemas.microsoft.com/office/drawing/2014/main" id="{0429ABC0-477B-9647-8096-C2107C1FCEC5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2" name="Oval 3651">
                <a:extLst>
                  <a:ext uri="{FF2B5EF4-FFF2-40B4-BE49-F238E27FC236}">
                    <a16:creationId xmlns:a16="http://schemas.microsoft.com/office/drawing/2014/main" id="{CB61F5E8-CB5F-3042-81FD-ACC985AF47E1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3" name="Oval 3652">
                <a:extLst>
                  <a:ext uri="{FF2B5EF4-FFF2-40B4-BE49-F238E27FC236}">
                    <a16:creationId xmlns:a16="http://schemas.microsoft.com/office/drawing/2014/main" id="{974B0C00-9503-014C-B4BC-D240EFCA84F3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4" name="Oval 3653">
                <a:extLst>
                  <a:ext uri="{FF2B5EF4-FFF2-40B4-BE49-F238E27FC236}">
                    <a16:creationId xmlns:a16="http://schemas.microsoft.com/office/drawing/2014/main" id="{1127E67C-EBE0-4E4C-9653-35DAC03AD748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5" name="Oval 3654">
                <a:extLst>
                  <a:ext uri="{FF2B5EF4-FFF2-40B4-BE49-F238E27FC236}">
                    <a16:creationId xmlns:a16="http://schemas.microsoft.com/office/drawing/2014/main" id="{36346AEB-0DEA-D24A-84F8-32779B95E9C3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6" name="Oval 3655">
                <a:extLst>
                  <a:ext uri="{FF2B5EF4-FFF2-40B4-BE49-F238E27FC236}">
                    <a16:creationId xmlns:a16="http://schemas.microsoft.com/office/drawing/2014/main" id="{AFFEFEF5-2A10-904B-9064-EA2CAE3D14A2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7" name="Oval 3656">
                <a:extLst>
                  <a:ext uri="{FF2B5EF4-FFF2-40B4-BE49-F238E27FC236}">
                    <a16:creationId xmlns:a16="http://schemas.microsoft.com/office/drawing/2014/main" id="{82986A9D-66B6-4243-A692-DEAEECE8D169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8" name="Oval 3657">
                <a:extLst>
                  <a:ext uri="{FF2B5EF4-FFF2-40B4-BE49-F238E27FC236}">
                    <a16:creationId xmlns:a16="http://schemas.microsoft.com/office/drawing/2014/main" id="{CB8E843B-AF75-F147-B726-C8E5DE7E4A73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9" name="Oval 3658">
                <a:extLst>
                  <a:ext uri="{FF2B5EF4-FFF2-40B4-BE49-F238E27FC236}">
                    <a16:creationId xmlns:a16="http://schemas.microsoft.com/office/drawing/2014/main" id="{9B577684-C334-984F-BADA-9B68582CCA3A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0" name="Oval 3659">
                <a:extLst>
                  <a:ext uri="{FF2B5EF4-FFF2-40B4-BE49-F238E27FC236}">
                    <a16:creationId xmlns:a16="http://schemas.microsoft.com/office/drawing/2014/main" id="{9F8921D9-7B00-D245-9E7B-0622CC813A6D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1" name="Oval 3660">
                <a:extLst>
                  <a:ext uri="{FF2B5EF4-FFF2-40B4-BE49-F238E27FC236}">
                    <a16:creationId xmlns:a16="http://schemas.microsoft.com/office/drawing/2014/main" id="{A676FB8A-40B0-0D41-9E05-6986689982BD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2" name="Oval 3661">
                <a:extLst>
                  <a:ext uri="{FF2B5EF4-FFF2-40B4-BE49-F238E27FC236}">
                    <a16:creationId xmlns:a16="http://schemas.microsoft.com/office/drawing/2014/main" id="{F349573D-CD97-1243-AFD9-76F91237C672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3" name="Oval 3662">
                <a:extLst>
                  <a:ext uri="{FF2B5EF4-FFF2-40B4-BE49-F238E27FC236}">
                    <a16:creationId xmlns:a16="http://schemas.microsoft.com/office/drawing/2014/main" id="{B3B29898-341B-CC41-A0C6-5BF00982F232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4" name="Oval 3663">
                <a:extLst>
                  <a:ext uri="{FF2B5EF4-FFF2-40B4-BE49-F238E27FC236}">
                    <a16:creationId xmlns:a16="http://schemas.microsoft.com/office/drawing/2014/main" id="{52D30F99-15CE-5D49-A25F-1D86C4BC937D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5" name="Oval 3664">
                <a:extLst>
                  <a:ext uri="{FF2B5EF4-FFF2-40B4-BE49-F238E27FC236}">
                    <a16:creationId xmlns:a16="http://schemas.microsoft.com/office/drawing/2014/main" id="{FBC70781-87C0-7341-9357-DF91DAB50436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6" name="Oval 3665">
                <a:extLst>
                  <a:ext uri="{FF2B5EF4-FFF2-40B4-BE49-F238E27FC236}">
                    <a16:creationId xmlns:a16="http://schemas.microsoft.com/office/drawing/2014/main" id="{89945FD6-96BE-C947-B4F4-B8B992F14F14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7" name="Oval 3666">
                <a:extLst>
                  <a:ext uri="{FF2B5EF4-FFF2-40B4-BE49-F238E27FC236}">
                    <a16:creationId xmlns:a16="http://schemas.microsoft.com/office/drawing/2014/main" id="{FC9C9340-52C2-3547-855A-5D2F7FD23C6E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8" name="Oval 3667">
                <a:extLst>
                  <a:ext uri="{FF2B5EF4-FFF2-40B4-BE49-F238E27FC236}">
                    <a16:creationId xmlns:a16="http://schemas.microsoft.com/office/drawing/2014/main" id="{C52E641D-1418-3149-9E9F-051BABC8A8BD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9" name="Oval 3668">
                <a:extLst>
                  <a:ext uri="{FF2B5EF4-FFF2-40B4-BE49-F238E27FC236}">
                    <a16:creationId xmlns:a16="http://schemas.microsoft.com/office/drawing/2014/main" id="{AE3E037B-0A30-634B-AC57-F2256B868783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0" name="Oval 3669">
                <a:extLst>
                  <a:ext uri="{FF2B5EF4-FFF2-40B4-BE49-F238E27FC236}">
                    <a16:creationId xmlns:a16="http://schemas.microsoft.com/office/drawing/2014/main" id="{CDAE0F93-9208-7542-B17B-320A92E3EF2B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1" name="Oval 3670">
                <a:extLst>
                  <a:ext uri="{FF2B5EF4-FFF2-40B4-BE49-F238E27FC236}">
                    <a16:creationId xmlns:a16="http://schemas.microsoft.com/office/drawing/2014/main" id="{61C078A3-7F05-1544-8254-9CF8D8D43D01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2" name="Oval 3671">
                <a:extLst>
                  <a:ext uri="{FF2B5EF4-FFF2-40B4-BE49-F238E27FC236}">
                    <a16:creationId xmlns:a16="http://schemas.microsoft.com/office/drawing/2014/main" id="{047DE6E0-61A1-8344-9642-D917E4804592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3" name="Oval 3672">
                <a:extLst>
                  <a:ext uri="{FF2B5EF4-FFF2-40B4-BE49-F238E27FC236}">
                    <a16:creationId xmlns:a16="http://schemas.microsoft.com/office/drawing/2014/main" id="{A3713E98-EC66-A64E-87FA-C66C914A845D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4" name="Oval 3673">
                <a:extLst>
                  <a:ext uri="{FF2B5EF4-FFF2-40B4-BE49-F238E27FC236}">
                    <a16:creationId xmlns:a16="http://schemas.microsoft.com/office/drawing/2014/main" id="{0841F95D-F53D-F640-B823-B99AA1059AE3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5" name="Oval 3674">
                <a:extLst>
                  <a:ext uri="{FF2B5EF4-FFF2-40B4-BE49-F238E27FC236}">
                    <a16:creationId xmlns:a16="http://schemas.microsoft.com/office/drawing/2014/main" id="{C5CF060D-9BC0-C947-87B3-E2070254859A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6" name="Oval 3675">
                <a:extLst>
                  <a:ext uri="{FF2B5EF4-FFF2-40B4-BE49-F238E27FC236}">
                    <a16:creationId xmlns:a16="http://schemas.microsoft.com/office/drawing/2014/main" id="{4080FE10-AE7F-4B46-9D71-DBDC8A45D751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7" name="Oval 3676">
                <a:extLst>
                  <a:ext uri="{FF2B5EF4-FFF2-40B4-BE49-F238E27FC236}">
                    <a16:creationId xmlns:a16="http://schemas.microsoft.com/office/drawing/2014/main" id="{46A17B90-1079-CF45-98DF-410DFA6AE9BC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8" name="Oval 3677">
                <a:extLst>
                  <a:ext uri="{FF2B5EF4-FFF2-40B4-BE49-F238E27FC236}">
                    <a16:creationId xmlns:a16="http://schemas.microsoft.com/office/drawing/2014/main" id="{1E951CEA-8892-074E-868D-1E5E0E009740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9" name="Oval 3678">
                <a:extLst>
                  <a:ext uri="{FF2B5EF4-FFF2-40B4-BE49-F238E27FC236}">
                    <a16:creationId xmlns:a16="http://schemas.microsoft.com/office/drawing/2014/main" id="{92E28A9D-19DA-F549-8323-E31CC1DFF14D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0" name="Oval 3679">
                <a:extLst>
                  <a:ext uri="{FF2B5EF4-FFF2-40B4-BE49-F238E27FC236}">
                    <a16:creationId xmlns:a16="http://schemas.microsoft.com/office/drawing/2014/main" id="{8140DF71-AAD3-FE4F-B5B3-C8E0B7751B45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1" name="Oval 3680">
                <a:extLst>
                  <a:ext uri="{FF2B5EF4-FFF2-40B4-BE49-F238E27FC236}">
                    <a16:creationId xmlns:a16="http://schemas.microsoft.com/office/drawing/2014/main" id="{A0DF09C1-E641-804C-B945-70766FB977FC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2" name="Oval 3681">
                <a:extLst>
                  <a:ext uri="{FF2B5EF4-FFF2-40B4-BE49-F238E27FC236}">
                    <a16:creationId xmlns:a16="http://schemas.microsoft.com/office/drawing/2014/main" id="{0B30AEB2-4B66-F94B-85CC-C830449475E3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3" name="Oval 3682">
                <a:extLst>
                  <a:ext uri="{FF2B5EF4-FFF2-40B4-BE49-F238E27FC236}">
                    <a16:creationId xmlns:a16="http://schemas.microsoft.com/office/drawing/2014/main" id="{11CAC31C-2ED1-6D4D-838D-F8970F31BF91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4" name="Oval 3683">
                <a:extLst>
                  <a:ext uri="{FF2B5EF4-FFF2-40B4-BE49-F238E27FC236}">
                    <a16:creationId xmlns:a16="http://schemas.microsoft.com/office/drawing/2014/main" id="{DCDF14F5-D386-204B-854B-04A43CC5CE14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5" name="Oval 3684">
                <a:extLst>
                  <a:ext uri="{FF2B5EF4-FFF2-40B4-BE49-F238E27FC236}">
                    <a16:creationId xmlns:a16="http://schemas.microsoft.com/office/drawing/2014/main" id="{1815CDC2-2788-BA4F-839E-8133260D0EC0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6" name="Oval 3685">
                <a:extLst>
                  <a:ext uri="{FF2B5EF4-FFF2-40B4-BE49-F238E27FC236}">
                    <a16:creationId xmlns:a16="http://schemas.microsoft.com/office/drawing/2014/main" id="{534411BB-AA89-B944-89FF-30122BB9844A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7" name="Oval 3686">
                <a:extLst>
                  <a:ext uri="{FF2B5EF4-FFF2-40B4-BE49-F238E27FC236}">
                    <a16:creationId xmlns:a16="http://schemas.microsoft.com/office/drawing/2014/main" id="{B2F81394-1DEF-6E47-BF2D-0620614300DF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8" name="Oval 3687">
                <a:extLst>
                  <a:ext uri="{FF2B5EF4-FFF2-40B4-BE49-F238E27FC236}">
                    <a16:creationId xmlns:a16="http://schemas.microsoft.com/office/drawing/2014/main" id="{5AC3854A-34C5-2F49-B3F6-C4D27B3F9757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9" name="Oval 3688">
                <a:extLst>
                  <a:ext uri="{FF2B5EF4-FFF2-40B4-BE49-F238E27FC236}">
                    <a16:creationId xmlns:a16="http://schemas.microsoft.com/office/drawing/2014/main" id="{824D6EDD-7DF3-0545-B30C-20B8F8DDD8CE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0" name="Oval 3689">
                <a:extLst>
                  <a:ext uri="{FF2B5EF4-FFF2-40B4-BE49-F238E27FC236}">
                    <a16:creationId xmlns:a16="http://schemas.microsoft.com/office/drawing/2014/main" id="{D931EABD-08E1-2849-B40D-63D598327073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1" name="Oval 3690">
                <a:extLst>
                  <a:ext uri="{FF2B5EF4-FFF2-40B4-BE49-F238E27FC236}">
                    <a16:creationId xmlns:a16="http://schemas.microsoft.com/office/drawing/2014/main" id="{35E2204D-F999-F040-98E2-DA194B978C3C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2" name="Oval 3691">
                <a:extLst>
                  <a:ext uri="{FF2B5EF4-FFF2-40B4-BE49-F238E27FC236}">
                    <a16:creationId xmlns:a16="http://schemas.microsoft.com/office/drawing/2014/main" id="{55518D77-D096-A949-A11C-2B946DC5B2DE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3" name="Oval 3692">
                <a:extLst>
                  <a:ext uri="{FF2B5EF4-FFF2-40B4-BE49-F238E27FC236}">
                    <a16:creationId xmlns:a16="http://schemas.microsoft.com/office/drawing/2014/main" id="{EA0E0FBA-B012-644A-A1DF-DAEF3699503C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4" name="Oval 3693">
                <a:extLst>
                  <a:ext uri="{FF2B5EF4-FFF2-40B4-BE49-F238E27FC236}">
                    <a16:creationId xmlns:a16="http://schemas.microsoft.com/office/drawing/2014/main" id="{9D226456-7E01-2D48-AC2D-810118B013D6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5" name="Oval 3694">
                <a:extLst>
                  <a:ext uri="{FF2B5EF4-FFF2-40B4-BE49-F238E27FC236}">
                    <a16:creationId xmlns:a16="http://schemas.microsoft.com/office/drawing/2014/main" id="{7B544119-5A44-F643-BD6A-8780736F708C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6" name="Oval 3695">
                <a:extLst>
                  <a:ext uri="{FF2B5EF4-FFF2-40B4-BE49-F238E27FC236}">
                    <a16:creationId xmlns:a16="http://schemas.microsoft.com/office/drawing/2014/main" id="{745F5799-5CBF-9B4E-88E0-7335DB181D7A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7" name="Oval 3696">
                <a:extLst>
                  <a:ext uri="{FF2B5EF4-FFF2-40B4-BE49-F238E27FC236}">
                    <a16:creationId xmlns:a16="http://schemas.microsoft.com/office/drawing/2014/main" id="{3A7FF625-ECA3-7342-90AB-6206DDA6780B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8" name="Oval 3697">
                <a:extLst>
                  <a:ext uri="{FF2B5EF4-FFF2-40B4-BE49-F238E27FC236}">
                    <a16:creationId xmlns:a16="http://schemas.microsoft.com/office/drawing/2014/main" id="{539391C3-EED7-5A42-A3DC-4E7595125C8F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9" name="Oval 3698">
                <a:extLst>
                  <a:ext uri="{FF2B5EF4-FFF2-40B4-BE49-F238E27FC236}">
                    <a16:creationId xmlns:a16="http://schemas.microsoft.com/office/drawing/2014/main" id="{857D0624-A19B-7C4F-BBC0-F478533E407E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0" name="Oval 3699">
                <a:extLst>
                  <a:ext uri="{FF2B5EF4-FFF2-40B4-BE49-F238E27FC236}">
                    <a16:creationId xmlns:a16="http://schemas.microsoft.com/office/drawing/2014/main" id="{8D0D30CE-0DA3-3A42-AB89-63E2D507863D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1" name="Oval 3700">
                <a:extLst>
                  <a:ext uri="{FF2B5EF4-FFF2-40B4-BE49-F238E27FC236}">
                    <a16:creationId xmlns:a16="http://schemas.microsoft.com/office/drawing/2014/main" id="{8787DDBA-C0E7-2B45-BA5E-548E143DF98A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2" name="Oval 3701">
                <a:extLst>
                  <a:ext uri="{FF2B5EF4-FFF2-40B4-BE49-F238E27FC236}">
                    <a16:creationId xmlns:a16="http://schemas.microsoft.com/office/drawing/2014/main" id="{B26D7B7C-793B-AC49-9B43-1EDD081CBF63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3" name="Oval 3702">
                <a:extLst>
                  <a:ext uri="{FF2B5EF4-FFF2-40B4-BE49-F238E27FC236}">
                    <a16:creationId xmlns:a16="http://schemas.microsoft.com/office/drawing/2014/main" id="{C8CFA216-EEA2-0047-9AB8-8DA63D5E0648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4" name="Oval 3703">
                <a:extLst>
                  <a:ext uri="{FF2B5EF4-FFF2-40B4-BE49-F238E27FC236}">
                    <a16:creationId xmlns:a16="http://schemas.microsoft.com/office/drawing/2014/main" id="{1AAE1B0E-9ABB-0249-AB06-C1FA553ED3F4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5" name="Oval 3704">
                <a:extLst>
                  <a:ext uri="{FF2B5EF4-FFF2-40B4-BE49-F238E27FC236}">
                    <a16:creationId xmlns:a16="http://schemas.microsoft.com/office/drawing/2014/main" id="{D022B8FA-9671-F14E-83C5-1D906FD2B31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6" name="Oval 3705">
                <a:extLst>
                  <a:ext uri="{FF2B5EF4-FFF2-40B4-BE49-F238E27FC236}">
                    <a16:creationId xmlns:a16="http://schemas.microsoft.com/office/drawing/2014/main" id="{599BAC40-2F87-544D-95B2-6A45F7C7558D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7" name="Oval 3706">
                <a:extLst>
                  <a:ext uri="{FF2B5EF4-FFF2-40B4-BE49-F238E27FC236}">
                    <a16:creationId xmlns:a16="http://schemas.microsoft.com/office/drawing/2014/main" id="{15DD81D4-559C-FD49-9F23-FEDF8EB74F34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8" name="Oval 3707">
                <a:extLst>
                  <a:ext uri="{FF2B5EF4-FFF2-40B4-BE49-F238E27FC236}">
                    <a16:creationId xmlns:a16="http://schemas.microsoft.com/office/drawing/2014/main" id="{229F0674-5A54-0443-B7C2-AF5F54510B66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9" name="Oval 3708">
                <a:extLst>
                  <a:ext uri="{FF2B5EF4-FFF2-40B4-BE49-F238E27FC236}">
                    <a16:creationId xmlns:a16="http://schemas.microsoft.com/office/drawing/2014/main" id="{CB171B59-403F-FB49-8650-5485681729FB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0" name="Oval 3709">
                <a:extLst>
                  <a:ext uri="{FF2B5EF4-FFF2-40B4-BE49-F238E27FC236}">
                    <a16:creationId xmlns:a16="http://schemas.microsoft.com/office/drawing/2014/main" id="{4123C399-2C99-AC48-A2E3-37C8B52112B1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1" name="Oval 3710">
                <a:extLst>
                  <a:ext uri="{FF2B5EF4-FFF2-40B4-BE49-F238E27FC236}">
                    <a16:creationId xmlns:a16="http://schemas.microsoft.com/office/drawing/2014/main" id="{3FEF41B9-9A94-064C-999B-B5B8D66D469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2" name="Oval 3711">
                <a:extLst>
                  <a:ext uri="{FF2B5EF4-FFF2-40B4-BE49-F238E27FC236}">
                    <a16:creationId xmlns:a16="http://schemas.microsoft.com/office/drawing/2014/main" id="{21B8BEE9-75CC-114C-BB19-87AA64A345C0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3" name="Oval 3712">
                <a:extLst>
                  <a:ext uri="{FF2B5EF4-FFF2-40B4-BE49-F238E27FC236}">
                    <a16:creationId xmlns:a16="http://schemas.microsoft.com/office/drawing/2014/main" id="{E07DA159-C6AF-AC48-ABF4-6D0AA660F7F7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4" name="Oval 3713">
                <a:extLst>
                  <a:ext uri="{FF2B5EF4-FFF2-40B4-BE49-F238E27FC236}">
                    <a16:creationId xmlns:a16="http://schemas.microsoft.com/office/drawing/2014/main" id="{DEBB9F74-F5B8-C547-9A6C-C44B5171820C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5" name="Oval 3714">
                <a:extLst>
                  <a:ext uri="{FF2B5EF4-FFF2-40B4-BE49-F238E27FC236}">
                    <a16:creationId xmlns:a16="http://schemas.microsoft.com/office/drawing/2014/main" id="{71D00A47-E643-0F4C-97D6-FB50BFA22666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6" name="Oval 3715">
                <a:extLst>
                  <a:ext uri="{FF2B5EF4-FFF2-40B4-BE49-F238E27FC236}">
                    <a16:creationId xmlns:a16="http://schemas.microsoft.com/office/drawing/2014/main" id="{1EFB93E3-20BD-024C-BDF3-FEF46129938E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7" name="Oval 3716">
                <a:extLst>
                  <a:ext uri="{FF2B5EF4-FFF2-40B4-BE49-F238E27FC236}">
                    <a16:creationId xmlns:a16="http://schemas.microsoft.com/office/drawing/2014/main" id="{9E187551-0101-334D-896E-5E15EBCFD26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8" name="Oval 3717">
                <a:extLst>
                  <a:ext uri="{FF2B5EF4-FFF2-40B4-BE49-F238E27FC236}">
                    <a16:creationId xmlns:a16="http://schemas.microsoft.com/office/drawing/2014/main" id="{F3184931-8E7F-3843-BC52-14B4B5D81F4F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9" name="Oval 3718">
                <a:extLst>
                  <a:ext uri="{FF2B5EF4-FFF2-40B4-BE49-F238E27FC236}">
                    <a16:creationId xmlns:a16="http://schemas.microsoft.com/office/drawing/2014/main" id="{FAA98906-A2B7-E24D-ABD7-991E9A049C76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0" name="Oval 3719">
                <a:extLst>
                  <a:ext uri="{FF2B5EF4-FFF2-40B4-BE49-F238E27FC236}">
                    <a16:creationId xmlns:a16="http://schemas.microsoft.com/office/drawing/2014/main" id="{4F6088B2-69BD-2E47-9700-FC4AC2BD314F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1" name="Oval 3720">
                <a:extLst>
                  <a:ext uri="{FF2B5EF4-FFF2-40B4-BE49-F238E27FC236}">
                    <a16:creationId xmlns:a16="http://schemas.microsoft.com/office/drawing/2014/main" id="{2064B0BE-E513-644F-8808-2422AA843680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2" name="Oval 3721">
                <a:extLst>
                  <a:ext uri="{FF2B5EF4-FFF2-40B4-BE49-F238E27FC236}">
                    <a16:creationId xmlns:a16="http://schemas.microsoft.com/office/drawing/2014/main" id="{B71CB523-D89F-BC47-8CC9-09F328C2526C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3" name="Oval 3722">
                <a:extLst>
                  <a:ext uri="{FF2B5EF4-FFF2-40B4-BE49-F238E27FC236}">
                    <a16:creationId xmlns:a16="http://schemas.microsoft.com/office/drawing/2014/main" id="{7982FBF7-AD98-7B47-8D3E-AEC63EE1703B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4" name="Oval 3723">
                <a:extLst>
                  <a:ext uri="{FF2B5EF4-FFF2-40B4-BE49-F238E27FC236}">
                    <a16:creationId xmlns:a16="http://schemas.microsoft.com/office/drawing/2014/main" id="{1789CBB1-0240-A34D-B63B-285094E3E875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5" name="Oval 3724">
                <a:extLst>
                  <a:ext uri="{FF2B5EF4-FFF2-40B4-BE49-F238E27FC236}">
                    <a16:creationId xmlns:a16="http://schemas.microsoft.com/office/drawing/2014/main" id="{592453D1-19D6-CB48-918A-8396743F6667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6" name="Oval 3725">
                <a:extLst>
                  <a:ext uri="{FF2B5EF4-FFF2-40B4-BE49-F238E27FC236}">
                    <a16:creationId xmlns:a16="http://schemas.microsoft.com/office/drawing/2014/main" id="{697B07B1-B7DF-894F-9890-9B51709F2B90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7" name="Freeform 3726">
                <a:extLst>
                  <a:ext uri="{FF2B5EF4-FFF2-40B4-BE49-F238E27FC236}">
                    <a16:creationId xmlns:a16="http://schemas.microsoft.com/office/drawing/2014/main" id="{063F558B-E68C-7545-BDFE-E495990E06EB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28" name="Freeform 3727">
                <a:extLst>
                  <a:ext uri="{FF2B5EF4-FFF2-40B4-BE49-F238E27FC236}">
                    <a16:creationId xmlns:a16="http://schemas.microsoft.com/office/drawing/2014/main" id="{7EED78E2-1945-4042-B509-2B7A5E76CE1A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29" name="Group 3728">
              <a:extLst>
                <a:ext uri="{FF2B5EF4-FFF2-40B4-BE49-F238E27FC236}">
                  <a16:creationId xmlns:a16="http://schemas.microsoft.com/office/drawing/2014/main" id="{9707BF66-F287-DE42-BFF9-E8035C6D258C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3730" name="Freeform 3729">
                <a:extLst>
                  <a:ext uri="{FF2B5EF4-FFF2-40B4-BE49-F238E27FC236}">
                    <a16:creationId xmlns:a16="http://schemas.microsoft.com/office/drawing/2014/main" id="{9E1F38A8-C8D7-1245-A71B-35AF0EC9D021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31" name="Freeform 3730">
                <a:extLst>
                  <a:ext uri="{FF2B5EF4-FFF2-40B4-BE49-F238E27FC236}">
                    <a16:creationId xmlns:a16="http://schemas.microsoft.com/office/drawing/2014/main" id="{DC926738-7FC5-6E4B-97C5-D165354AE386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2" name="Freeform 3731">
                <a:extLst>
                  <a:ext uri="{FF2B5EF4-FFF2-40B4-BE49-F238E27FC236}">
                    <a16:creationId xmlns:a16="http://schemas.microsoft.com/office/drawing/2014/main" id="{EC4863AA-7DD1-9445-92B3-5D969030A4E5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33" name="Rectangle 3732">
                <a:extLst>
                  <a:ext uri="{FF2B5EF4-FFF2-40B4-BE49-F238E27FC236}">
                    <a16:creationId xmlns:a16="http://schemas.microsoft.com/office/drawing/2014/main" id="{2D4D0F9F-81F8-D747-A69D-992C2EB40AE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734" name="Oval 3733">
                <a:extLst>
                  <a:ext uri="{FF2B5EF4-FFF2-40B4-BE49-F238E27FC236}">
                    <a16:creationId xmlns:a16="http://schemas.microsoft.com/office/drawing/2014/main" id="{82C417D5-E8DD-8A4E-83CF-AD33D917D857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5" name="Oval 3734">
                <a:extLst>
                  <a:ext uri="{FF2B5EF4-FFF2-40B4-BE49-F238E27FC236}">
                    <a16:creationId xmlns:a16="http://schemas.microsoft.com/office/drawing/2014/main" id="{552E7FBD-1B17-BB4B-A2CA-E91631694295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6" name="Oval 3735">
                <a:extLst>
                  <a:ext uri="{FF2B5EF4-FFF2-40B4-BE49-F238E27FC236}">
                    <a16:creationId xmlns:a16="http://schemas.microsoft.com/office/drawing/2014/main" id="{E4E15503-E4EB-9C41-8AAF-307F8FC8343D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7" name="Oval 3736">
                <a:extLst>
                  <a:ext uri="{FF2B5EF4-FFF2-40B4-BE49-F238E27FC236}">
                    <a16:creationId xmlns:a16="http://schemas.microsoft.com/office/drawing/2014/main" id="{06B45CF4-755B-784C-A394-2D73374845E3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8" name="Oval 3737">
                <a:extLst>
                  <a:ext uri="{FF2B5EF4-FFF2-40B4-BE49-F238E27FC236}">
                    <a16:creationId xmlns:a16="http://schemas.microsoft.com/office/drawing/2014/main" id="{8F4C2236-CD2F-244E-835B-8DAA11491D54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9" name="Oval 3738">
                <a:extLst>
                  <a:ext uri="{FF2B5EF4-FFF2-40B4-BE49-F238E27FC236}">
                    <a16:creationId xmlns:a16="http://schemas.microsoft.com/office/drawing/2014/main" id="{025E05AA-67D6-6B48-966E-5B763E5571E0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0" name="Oval 3739">
                <a:extLst>
                  <a:ext uri="{FF2B5EF4-FFF2-40B4-BE49-F238E27FC236}">
                    <a16:creationId xmlns:a16="http://schemas.microsoft.com/office/drawing/2014/main" id="{2CED3E6F-30BF-D04C-82E7-5B580622F7D0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1" name="Oval 3740">
                <a:extLst>
                  <a:ext uri="{FF2B5EF4-FFF2-40B4-BE49-F238E27FC236}">
                    <a16:creationId xmlns:a16="http://schemas.microsoft.com/office/drawing/2014/main" id="{AE356D0C-D9EF-E245-8FFF-8B74A27C9272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2" name="Oval 3741">
                <a:extLst>
                  <a:ext uri="{FF2B5EF4-FFF2-40B4-BE49-F238E27FC236}">
                    <a16:creationId xmlns:a16="http://schemas.microsoft.com/office/drawing/2014/main" id="{42F920EC-50DD-F44E-8ED9-138BFB9DC6BC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3" name="Oval 3742">
                <a:extLst>
                  <a:ext uri="{FF2B5EF4-FFF2-40B4-BE49-F238E27FC236}">
                    <a16:creationId xmlns:a16="http://schemas.microsoft.com/office/drawing/2014/main" id="{D2A1F426-11FE-6144-B8F4-72B932E24B50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4" name="Oval 3743">
                <a:extLst>
                  <a:ext uri="{FF2B5EF4-FFF2-40B4-BE49-F238E27FC236}">
                    <a16:creationId xmlns:a16="http://schemas.microsoft.com/office/drawing/2014/main" id="{E1D3102A-A1FD-434C-A773-E6B237D38CD0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5" name="Oval 3744">
                <a:extLst>
                  <a:ext uri="{FF2B5EF4-FFF2-40B4-BE49-F238E27FC236}">
                    <a16:creationId xmlns:a16="http://schemas.microsoft.com/office/drawing/2014/main" id="{CD1A9035-0E96-7D47-ACC6-622CB47E9051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6" name="Oval 3745">
                <a:extLst>
                  <a:ext uri="{FF2B5EF4-FFF2-40B4-BE49-F238E27FC236}">
                    <a16:creationId xmlns:a16="http://schemas.microsoft.com/office/drawing/2014/main" id="{075CCF9C-9173-994E-B102-23ABCDBD3491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7" name="Oval 3746">
                <a:extLst>
                  <a:ext uri="{FF2B5EF4-FFF2-40B4-BE49-F238E27FC236}">
                    <a16:creationId xmlns:a16="http://schemas.microsoft.com/office/drawing/2014/main" id="{2DCDC2CF-9BF4-0643-B1C0-99EB67B3C076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8" name="Oval 3747">
                <a:extLst>
                  <a:ext uri="{FF2B5EF4-FFF2-40B4-BE49-F238E27FC236}">
                    <a16:creationId xmlns:a16="http://schemas.microsoft.com/office/drawing/2014/main" id="{AFC80FBC-8BCB-8449-A136-C4B7B27B69EB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9" name="Oval 3748">
                <a:extLst>
                  <a:ext uri="{FF2B5EF4-FFF2-40B4-BE49-F238E27FC236}">
                    <a16:creationId xmlns:a16="http://schemas.microsoft.com/office/drawing/2014/main" id="{61A25105-7A19-EE44-A1AF-FF0A796FF54E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0" name="Oval 3749">
                <a:extLst>
                  <a:ext uri="{FF2B5EF4-FFF2-40B4-BE49-F238E27FC236}">
                    <a16:creationId xmlns:a16="http://schemas.microsoft.com/office/drawing/2014/main" id="{36F1C727-6E9D-6F44-B126-87D36D6F3A47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1" name="Oval 3750">
                <a:extLst>
                  <a:ext uri="{FF2B5EF4-FFF2-40B4-BE49-F238E27FC236}">
                    <a16:creationId xmlns:a16="http://schemas.microsoft.com/office/drawing/2014/main" id="{DAC432F4-A30F-DA42-B634-73E50168A9A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2" name="Oval 3751">
                <a:extLst>
                  <a:ext uri="{FF2B5EF4-FFF2-40B4-BE49-F238E27FC236}">
                    <a16:creationId xmlns:a16="http://schemas.microsoft.com/office/drawing/2014/main" id="{05FD11B7-B6BC-CF45-BAF6-0BBA7F980870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3" name="Oval 3752">
                <a:extLst>
                  <a:ext uri="{FF2B5EF4-FFF2-40B4-BE49-F238E27FC236}">
                    <a16:creationId xmlns:a16="http://schemas.microsoft.com/office/drawing/2014/main" id="{BC3EFD84-D2F6-624A-9A32-7DB72ECF3983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4" name="Oval 3753">
                <a:extLst>
                  <a:ext uri="{FF2B5EF4-FFF2-40B4-BE49-F238E27FC236}">
                    <a16:creationId xmlns:a16="http://schemas.microsoft.com/office/drawing/2014/main" id="{1DE1D0F3-7DAF-0740-9539-F666F0743DFE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5" name="Oval 3754">
                <a:extLst>
                  <a:ext uri="{FF2B5EF4-FFF2-40B4-BE49-F238E27FC236}">
                    <a16:creationId xmlns:a16="http://schemas.microsoft.com/office/drawing/2014/main" id="{2500BABF-861F-474D-AC30-FF2FBB513DD1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6" name="Oval 3755">
                <a:extLst>
                  <a:ext uri="{FF2B5EF4-FFF2-40B4-BE49-F238E27FC236}">
                    <a16:creationId xmlns:a16="http://schemas.microsoft.com/office/drawing/2014/main" id="{9E7A84E1-5A93-EA43-80D1-308CE9C0061E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7" name="Oval 3756">
                <a:extLst>
                  <a:ext uri="{FF2B5EF4-FFF2-40B4-BE49-F238E27FC236}">
                    <a16:creationId xmlns:a16="http://schemas.microsoft.com/office/drawing/2014/main" id="{1D650562-55D5-8944-A2F9-F096E3B8FB9F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8" name="Oval 3757">
                <a:extLst>
                  <a:ext uri="{FF2B5EF4-FFF2-40B4-BE49-F238E27FC236}">
                    <a16:creationId xmlns:a16="http://schemas.microsoft.com/office/drawing/2014/main" id="{612E06DF-1856-7A4B-9730-E5DE94EF23C8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9" name="Oval 3758">
                <a:extLst>
                  <a:ext uri="{FF2B5EF4-FFF2-40B4-BE49-F238E27FC236}">
                    <a16:creationId xmlns:a16="http://schemas.microsoft.com/office/drawing/2014/main" id="{CDF63B9F-DFE4-CA48-B946-58BE76BB7C57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0" name="Oval 3759">
                <a:extLst>
                  <a:ext uri="{FF2B5EF4-FFF2-40B4-BE49-F238E27FC236}">
                    <a16:creationId xmlns:a16="http://schemas.microsoft.com/office/drawing/2014/main" id="{C828BBE3-6822-944E-8E35-13EE3E27A1AD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1" name="Oval 3760">
                <a:extLst>
                  <a:ext uri="{FF2B5EF4-FFF2-40B4-BE49-F238E27FC236}">
                    <a16:creationId xmlns:a16="http://schemas.microsoft.com/office/drawing/2014/main" id="{6EEB22F7-74A9-3E47-B658-83CB18F36CF8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2" name="Oval 3761">
                <a:extLst>
                  <a:ext uri="{FF2B5EF4-FFF2-40B4-BE49-F238E27FC236}">
                    <a16:creationId xmlns:a16="http://schemas.microsoft.com/office/drawing/2014/main" id="{049109E3-6217-4C48-A0CB-8C0BD6176C78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3" name="Oval 3762">
                <a:extLst>
                  <a:ext uri="{FF2B5EF4-FFF2-40B4-BE49-F238E27FC236}">
                    <a16:creationId xmlns:a16="http://schemas.microsoft.com/office/drawing/2014/main" id="{D417889A-3CC2-8B48-A9B2-92F38AD443A3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4" name="Oval 3763">
                <a:extLst>
                  <a:ext uri="{FF2B5EF4-FFF2-40B4-BE49-F238E27FC236}">
                    <a16:creationId xmlns:a16="http://schemas.microsoft.com/office/drawing/2014/main" id="{FD00E358-CC07-0349-9382-488CF30D6213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5" name="Oval 3764">
                <a:extLst>
                  <a:ext uri="{FF2B5EF4-FFF2-40B4-BE49-F238E27FC236}">
                    <a16:creationId xmlns:a16="http://schemas.microsoft.com/office/drawing/2014/main" id="{67338D2F-6CAE-4046-B21D-E4EBEBAA3501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6" name="Oval 3765">
                <a:extLst>
                  <a:ext uri="{FF2B5EF4-FFF2-40B4-BE49-F238E27FC236}">
                    <a16:creationId xmlns:a16="http://schemas.microsoft.com/office/drawing/2014/main" id="{C06AB639-1C78-F84B-BA93-E148BA41267D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7" name="Oval 3766">
                <a:extLst>
                  <a:ext uri="{FF2B5EF4-FFF2-40B4-BE49-F238E27FC236}">
                    <a16:creationId xmlns:a16="http://schemas.microsoft.com/office/drawing/2014/main" id="{B88DB98C-CEBC-F943-AF21-9D9E0ED57612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8" name="Oval 3767">
                <a:extLst>
                  <a:ext uri="{FF2B5EF4-FFF2-40B4-BE49-F238E27FC236}">
                    <a16:creationId xmlns:a16="http://schemas.microsoft.com/office/drawing/2014/main" id="{3C3C3E34-D0DB-654C-8E58-D432492ABB33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9" name="Oval 3768">
                <a:extLst>
                  <a:ext uri="{FF2B5EF4-FFF2-40B4-BE49-F238E27FC236}">
                    <a16:creationId xmlns:a16="http://schemas.microsoft.com/office/drawing/2014/main" id="{0E39868F-B0E5-C54F-9A50-64FC2E92173E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0" name="Oval 3769">
                <a:extLst>
                  <a:ext uri="{FF2B5EF4-FFF2-40B4-BE49-F238E27FC236}">
                    <a16:creationId xmlns:a16="http://schemas.microsoft.com/office/drawing/2014/main" id="{1655D0D2-C625-5745-BF26-21BECD208F60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1" name="Oval 3770">
                <a:extLst>
                  <a:ext uri="{FF2B5EF4-FFF2-40B4-BE49-F238E27FC236}">
                    <a16:creationId xmlns:a16="http://schemas.microsoft.com/office/drawing/2014/main" id="{01887B59-4A19-3941-AD31-4D73080596BA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2" name="Oval 3771">
                <a:extLst>
                  <a:ext uri="{FF2B5EF4-FFF2-40B4-BE49-F238E27FC236}">
                    <a16:creationId xmlns:a16="http://schemas.microsoft.com/office/drawing/2014/main" id="{4ADAAD50-F989-D04F-A1DE-6A8785DBB88E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3" name="Oval 3772">
                <a:extLst>
                  <a:ext uri="{FF2B5EF4-FFF2-40B4-BE49-F238E27FC236}">
                    <a16:creationId xmlns:a16="http://schemas.microsoft.com/office/drawing/2014/main" id="{206736E7-A559-1940-BDDA-FE15666C88E2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4" name="Oval 3773">
                <a:extLst>
                  <a:ext uri="{FF2B5EF4-FFF2-40B4-BE49-F238E27FC236}">
                    <a16:creationId xmlns:a16="http://schemas.microsoft.com/office/drawing/2014/main" id="{035B6B56-7894-2346-A3D0-9157A43B51B0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5" name="Oval 3774">
                <a:extLst>
                  <a:ext uri="{FF2B5EF4-FFF2-40B4-BE49-F238E27FC236}">
                    <a16:creationId xmlns:a16="http://schemas.microsoft.com/office/drawing/2014/main" id="{0457C511-1DA7-2C44-AC46-4B5408060C40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6" name="Oval 3775">
                <a:extLst>
                  <a:ext uri="{FF2B5EF4-FFF2-40B4-BE49-F238E27FC236}">
                    <a16:creationId xmlns:a16="http://schemas.microsoft.com/office/drawing/2014/main" id="{802DDAA0-5F43-F04F-A02C-54023B3CDE2F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7" name="Oval 3776">
                <a:extLst>
                  <a:ext uri="{FF2B5EF4-FFF2-40B4-BE49-F238E27FC236}">
                    <a16:creationId xmlns:a16="http://schemas.microsoft.com/office/drawing/2014/main" id="{4144E8D7-E55E-9740-913D-8ADCF82C1607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8" name="Oval 3777">
                <a:extLst>
                  <a:ext uri="{FF2B5EF4-FFF2-40B4-BE49-F238E27FC236}">
                    <a16:creationId xmlns:a16="http://schemas.microsoft.com/office/drawing/2014/main" id="{FFCEFCF1-F609-7A4F-B791-2D4E17A34F20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9" name="Oval 3778">
                <a:extLst>
                  <a:ext uri="{FF2B5EF4-FFF2-40B4-BE49-F238E27FC236}">
                    <a16:creationId xmlns:a16="http://schemas.microsoft.com/office/drawing/2014/main" id="{1553B80C-EE40-AA4D-9EDA-855CBF616E4E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0" name="Oval 3779">
                <a:extLst>
                  <a:ext uri="{FF2B5EF4-FFF2-40B4-BE49-F238E27FC236}">
                    <a16:creationId xmlns:a16="http://schemas.microsoft.com/office/drawing/2014/main" id="{73D8A0A6-8674-8A4A-B186-60236B915A6E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1" name="Oval 3780">
                <a:extLst>
                  <a:ext uri="{FF2B5EF4-FFF2-40B4-BE49-F238E27FC236}">
                    <a16:creationId xmlns:a16="http://schemas.microsoft.com/office/drawing/2014/main" id="{0DC64103-3266-7146-AEB0-B55BCA804A29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2" name="Oval 3781">
                <a:extLst>
                  <a:ext uri="{FF2B5EF4-FFF2-40B4-BE49-F238E27FC236}">
                    <a16:creationId xmlns:a16="http://schemas.microsoft.com/office/drawing/2014/main" id="{67E95314-68B3-8A4F-A276-057F56D5AFC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3" name="Oval 3782">
                <a:extLst>
                  <a:ext uri="{FF2B5EF4-FFF2-40B4-BE49-F238E27FC236}">
                    <a16:creationId xmlns:a16="http://schemas.microsoft.com/office/drawing/2014/main" id="{12F66F59-ED34-A442-A6DC-414502FEDC09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4" name="Oval 3783">
                <a:extLst>
                  <a:ext uri="{FF2B5EF4-FFF2-40B4-BE49-F238E27FC236}">
                    <a16:creationId xmlns:a16="http://schemas.microsoft.com/office/drawing/2014/main" id="{3A7B5F83-F725-CA49-9FF3-77531B08E065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5" name="Oval 3784">
                <a:extLst>
                  <a:ext uri="{FF2B5EF4-FFF2-40B4-BE49-F238E27FC236}">
                    <a16:creationId xmlns:a16="http://schemas.microsoft.com/office/drawing/2014/main" id="{554E050A-F0A1-D940-9113-37DFBE4A10FA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6" name="Oval 3785">
                <a:extLst>
                  <a:ext uri="{FF2B5EF4-FFF2-40B4-BE49-F238E27FC236}">
                    <a16:creationId xmlns:a16="http://schemas.microsoft.com/office/drawing/2014/main" id="{D3A000C9-4301-214B-904E-51E57CE314A6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7" name="Oval 3786">
                <a:extLst>
                  <a:ext uri="{FF2B5EF4-FFF2-40B4-BE49-F238E27FC236}">
                    <a16:creationId xmlns:a16="http://schemas.microsoft.com/office/drawing/2014/main" id="{4FABF784-EFD6-0F4F-B1FD-6E49F638424A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8" name="Oval 3787">
                <a:extLst>
                  <a:ext uri="{FF2B5EF4-FFF2-40B4-BE49-F238E27FC236}">
                    <a16:creationId xmlns:a16="http://schemas.microsoft.com/office/drawing/2014/main" id="{367E6A6B-3D25-4348-A09D-8D87BB419CD1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9" name="Oval 3788">
                <a:extLst>
                  <a:ext uri="{FF2B5EF4-FFF2-40B4-BE49-F238E27FC236}">
                    <a16:creationId xmlns:a16="http://schemas.microsoft.com/office/drawing/2014/main" id="{F91B00C0-31A5-3A43-B0B6-8929B81D5C09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0" name="Oval 3789">
                <a:extLst>
                  <a:ext uri="{FF2B5EF4-FFF2-40B4-BE49-F238E27FC236}">
                    <a16:creationId xmlns:a16="http://schemas.microsoft.com/office/drawing/2014/main" id="{0B564D41-F503-774C-9B21-E8B2ED1A0DD9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1" name="Oval 3790">
                <a:extLst>
                  <a:ext uri="{FF2B5EF4-FFF2-40B4-BE49-F238E27FC236}">
                    <a16:creationId xmlns:a16="http://schemas.microsoft.com/office/drawing/2014/main" id="{746C5CFE-C039-6146-883D-118A16F9FE72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2" name="Oval 3791">
                <a:extLst>
                  <a:ext uri="{FF2B5EF4-FFF2-40B4-BE49-F238E27FC236}">
                    <a16:creationId xmlns:a16="http://schemas.microsoft.com/office/drawing/2014/main" id="{78BC7886-C173-1744-8BBD-78AD8915C424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3" name="Oval 3792">
                <a:extLst>
                  <a:ext uri="{FF2B5EF4-FFF2-40B4-BE49-F238E27FC236}">
                    <a16:creationId xmlns:a16="http://schemas.microsoft.com/office/drawing/2014/main" id="{5109B188-54B0-5B48-88DD-7C10E96B576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4" name="Oval 3793">
                <a:extLst>
                  <a:ext uri="{FF2B5EF4-FFF2-40B4-BE49-F238E27FC236}">
                    <a16:creationId xmlns:a16="http://schemas.microsoft.com/office/drawing/2014/main" id="{5D4E3901-4A1E-EF4E-BAAF-7062402DBA9B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5" name="Oval 3794">
                <a:extLst>
                  <a:ext uri="{FF2B5EF4-FFF2-40B4-BE49-F238E27FC236}">
                    <a16:creationId xmlns:a16="http://schemas.microsoft.com/office/drawing/2014/main" id="{B9AB1DC2-7774-5B4B-8A25-F385DA9867FB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6" name="Oval 3795">
                <a:extLst>
                  <a:ext uri="{FF2B5EF4-FFF2-40B4-BE49-F238E27FC236}">
                    <a16:creationId xmlns:a16="http://schemas.microsoft.com/office/drawing/2014/main" id="{A1E0A13B-C67D-5D4D-961D-BF1C7A83FDAC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7" name="Oval 3796">
                <a:extLst>
                  <a:ext uri="{FF2B5EF4-FFF2-40B4-BE49-F238E27FC236}">
                    <a16:creationId xmlns:a16="http://schemas.microsoft.com/office/drawing/2014/main" id="{D0FF84B7-58D4-8144-B972-C0E9809DE752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8" name="Oval 3797">
                <a:extLst>
                  <a:ext uri="{FF2B5EF4-FFF2-40B4-BE49-F238E27FC236}">
                    <a16:creationId xmlns:a16="http://schemas.microsoft.com/office/drawing/2014/main" id="{CFB69A73-8050-9C4B-A694-F193580E4312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9" name="Oval 3798">
                <a:extLst>
                  <a:ext uri="{FF2B5EF4-FFF2-40B4-BE49-F238E27FC236}">
                    <a16:creationId xmlns:a16="http://schemas.microsoft.com/office/drawing/2014/main" id="{ADFAEAD1-C22A-7045-B95B-C56F52AD5B94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0" name="Oval 3799">
                <a:extLst>
                  <a:ext uri="{FF2B5EF4-FFF2-40B4-BE49-F238E27FC236}">
                    <a16:creationId xmlns:a16="http://schemas.microsoft.com/office/drawing/2014/main" id="{5814E025-163A-644A-B3E8-71774C6FB949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1" name="Oval 3800">
                <a:extLst>
                  <a:ext uri="{FF2B5EF4-FFF2-40B4-BE49-F238E27FC236}">
                    <a16:creationId xmlns:a16="http://schemas.microsoft.com/office/drawing/2014/main" id="{B9B84DE2-20EA-1942-83AD-84AFD8CABFCA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2" name="Oval 3801">
                <a:extLst>
                  <a:ext uri="{FF2B5EF4-FFF2-40B4-BE49-F238E27FC236}">
                    <a16:creationId xmlns:a16="http://schemas.microsoft.com/office/drawing/2014/main" id="{CF983677-C5BF-7644-B6A4-A5C677C0D51E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3" name="Oval 3802">
                <a:extLst>
                  <a:ext uri="{FF2B5EF4-FFF2-40B4-BE49-F238E27FC236}">
                    <a16:creationId xmlns:a16="http://schemas.microsoft.com/office/drawing/2014/main" id="{FC004318-5704-B642-B885-0B3B2C97D35B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4" name="Oval 3803">
                <a:extLst>
                  <a:ext uri="{FF2B5EF4-FFF2-40B4-BE49-F238E27FC236}">
                    <a16:creationId xmlns:a16="http://schemas.microsoft.com/office/drawing/2014/main" id="{58A0062E-56FB-7E4A-BDD6-A0EF0E770589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5" name="Oval 3804">
                <a:extLst>
                  <a:ext uri="{FF2B5EF4-FFF2-40B4-BE49-F238E27FC236}">
                    <a16:creationId xmlns:a16="http://schemas.microsoft.com/office/drawing/2014/main" id="{D07BF143-4054-4449-85CD-45827A34B75D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6" name="Oval 3805">
                <a:extLst>
                  <a:ext uri="{FF2B5EF4-FFF2-40B4-BE49-F238E27FC236}">
                    <a16:creationId xmlns:a16="http://schemas.microsoft.com/office/drawing/2014/main" id="{032D9509-6B25-BF47-8EFF-80769E81DB07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7" name="Oval 3806">
                <a:extLst>
                  <a:ext uri="{FF2B5EF4-FFF2-40B4-BE49-F238E27FC236}">
                    <a16:creationId xmlns:a16="http://schemas.microsoft.com/office/drawing/2014/main" id="{3BC59750-EF01-194E-9560-EA89553533A4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8" name="Oval 3807">
                <a:extLst>
                  <a:ext uri="{FF2B5EF4-FFF2-40B4-BE49-F238E27FC236}">
                    <a16:creationId xmlns:a16="http://schemas.microsoft.com/office/drawing/2014/main" id="{BD71450F-5E7E-DD44-89AE-FDA833FDD2A8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9" name="Oval 3808">
                <a:extLst>
                  <a:ext uri="{FF2B5EF4-FFF2-40B4-BE49-F238E27FC236}">
                    <a16:creationId xmlns:a16="http://schemas.microsoft.com/office/drawing/2014/main" id="{004F5620-8306-8F46-8AA7-E590DEFB5798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0" name="Oval 3809">
                <a:extLst>
                  <a:ext uri="{FF2B5EF4-FFF2-40B4-BE49-F238E27FC236}">
                    <a16:creationId xmlns:a16="http://schemas.microsoft.com/office/drawing/2014/main" id="{22E7E354-CF50-8D4A-B189-E17FFD1C6486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1" name="Oval 3810">
                <a:extLst>
                  <a:ext uri="{FF2B5EF4-FFF2-40B4-BE49-F238E27FC236}">
                    <a16:creationId xmlns:a16="http://schemas.microsoft.com/office/drawing/2014/main" id="{F6EB61B6-FD2E-8E47-92FE-A72F8646C675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2" name="Oval 3811">
                <a:extLst>
                  <a:ext uri="{FF2B5EF4-FFF2-40B4-BE49-F238E27FC236}">
                    <a16:creationId xmlns:a16="http://schemas.microsoft.com/office/drawing/2014/main" id="{439DFEAD-E5B3-0C43-AF12-05BD24737F79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3" name="Oval 3812">
                <a:extLst>
                  <a:ext uri="{FF2B5EF4-FFF2-40B4-BE49-F238E27FC236}">
                    <a16:creationId xmlns:a16="http://schemas.microsoft.com/office/drawing/2014/main" id="{AA5E0549-39EC-564F-B8EA-838B328462BB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4" name="Oval 3813">
                <a:extLst>
                  <a:ext uri="{FF2B5EF4-FFF2-40B4-BE49-F238E27FC236}">
                    <a16:creationId xmlns:a16="http://schemas.microsoft.com/office/drawing/2014/main" id="{CF3A7062-4093-394F-8D17-056B932B3B08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5" name="Oval 3814">
                <a:extLst>
                  <a:ext uri="{FF2B5EF4-FFF2-40B4-BE49-F238E27FC236}">
                    <a16:creationId xmlns:a16="http://schemas.microsoft.com/office/drawing/2014/main" id="{043F18AC-3AB3-1942-89F6-8C4CB43DFDC6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6" name="Oval 3815">
                <a:extLst>
                  <a:ext uri="{FF2B5EF4-FFF2-40B4-BE49-F238E27FC236}">
                    <a16:creationId xmlns:a16="http://schemas.microsoft.com/office/drawing/2014/main" id="{B534416F-5E87-2044-861A-D246513AADD3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7" name="Oval 3816">
                <a:extLst>
                  <a:ext uri="{FF2B5EF4-FFF2-40B4-BE49-F238E27FC236}">
                    <a16:creationId xmlns:a16="http://schemas.microsoft.com/office/drawing/2014/main" id="{A45DBAE5-1F92-7943-B4D0-F2BEC9EBD126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8" name="Oval 3817">
                <a:extLst>
                  <a:ext uri="{FF2B5EF4-FFF2-40B4-BE49-F238E27FC236}">
                    <a16:creationId xmlns:a16="http://schemas.microsoft.com/office/drawing/2014/main" id="{BED4FDCA-3FF5-3E41-9257-DE1C45DC3697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9" name="Oval 3818">
                <a:extLst>
                  <a:ext uri="{FF2B5EF4-FFF2-40B4-BE49-F238E27FC236}">
                    <a16:creationId xmlns:a16="http://schemas.microsoft.com/office/drawing/2014/main" id="{679EF4C2-2858-154D-A4C7-F07B41CAEF58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0" name="Oval 3819">
                <a:extLst>
                  <a:ext uri="{FF2B5EF4-FFF2-40B4-BE49-F238E27FC236}">
                    <a16:creationId xmlns:a16="http://schemas.microsoft.com/office/drawing/2014/main" id="{7DBD6E7F-E546-EA4E-A94D-1F7F7D3900F5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1" name="Oval 3820">
                <a:extLst>
                  <a:ext uri="{FF2B5EF4-FFF2-40B4-BE49-F238E27FC236}">
                    <a16:creationId xmlns:a16="http://schemas.microsoft.com/office/drawing/2014/main" id="{A0BD47CE-9105-444B-A4D2-67307647160E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2" name="Oval 3821">
                <a:extLst>
                  <a:ext uri="{FF2B5EF4-FFF2-40B4-BE49-F238E27FC236}">
                    <a16:creationId xmlns:a16="http://schemas.microsoft.com/office/drawing/2014/main" id="{9D649BCC-94A4-644F-8BEC-FC8618FC9F40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3" name="Oval 3822">
                <a:extLst>
                  <a:ext uri="{FF2B5EF4-FFF2-40B4-BE49-F238E27FC236}">
                    <a16:creationId xmlns:a16="http://schemas.microsoft.com/office/drawing/2014/main" id="{5F8A58C4-3D91-A449-BBFB-AD421FD7C042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4" name="Oval 3823">
                <a:extLst>
                  <a:ext uri="{FF2B5EF4-FFF2-40B4-BE49-F238E27FC236}">
                    <a16:creationId xmlns:a16="http://schemas.microsoft.com/office/drawing/2014/main" id="{C661F104-2CC9-4740-AE75-DEF3D56B7337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5" name="Oval 3824">
                <a:extLst>
                  <a:ext uri="{FF2B5EF4-FFF2-40B4-BE49-F238E27FC236}">
                    <a16:creationId xmlns:a16="http://schemas.microsoft.com/office/drawing/2014/main" id="{A33028B7-384D-1C47-AA67-708245E04D7F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6" name="Oval 3825">
                <a:extLst>
                  <a:ext uri="{FF2B5EF4-FFF2-40B4-BE49-F238E27FC236}">
                    <a16:creationId xmlns:a16="http://schemas.microsoft.com/office/drawing/2014/main" id="{C692D344-D675-6942-8CCB-8F36D4A15EA7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7" name="Oval 3826">
                <a:extLst>
                  <a:ext uri="{FF2B5EF4-FFF2-40B4-BE49-F238E27FC236}">
                    <a16:creationId xmlns:a16="http://schemas.microsoft.com/office/drawing/2014/main" id="{9F6FD2DC-B1AA-7344-96BA-C70B78D1BA6A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8" name="Oval 3827">
                <a:extLst>
                  <a:ext uri="{FF2B5EF4-FFF2-40B4-BE49-F238E27FC236}">
                    <a16:creationId xmlns:a16="http://schemas.microsoft.com/office/drawing/2014/main" id="{5AA914B9-49E3-8842-A45D-4B83F8F18DB2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9" name="Oval 3828">
                <a:extLst>
                  <a:ext uri="{FF2B5EF4-FFF2-40B4-BE49-F238E27FC236}">
                    <a16:creationId xmlns:a16="http://schemas.microsoft.com/office/drawing/2014/main" id="{7EFC6B15-4378-B247-8ACF-D9D058257227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0" name="Oval 3829">
                <a:extLst>
                  <a:ext uri="{FF2B5EF4-FFF2-40B4-BE49-F238E27FC236}">
                    <a16:creationId xmlns:a16="http://schemas.microsoft.com/office/drawing/2014/main" id="{11E0232A-A582-8140-BD42-00FD6C3E0C5F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1" name="Oval 3830">
                <a:extLst>
                  <a:ext uri="{FF2B5EF4-FFF2-40B4-BE49-F238E27FC236}">
                    <a16:creationId xmlns:a16="http://schemas.microsoft.com/office/drawing/2014/main" id="{48DE4BD2-238A-5C40-86B0-D39E8B023B3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2" name="Oval 3831">
                <a:extLst>
                  <a:ext uri="{FF2B5EF4-FFF2-40B4-BE49-F238E27FC236}">
                    <a16:creationId xmlns:a16="http://schemas.microsoft.com/office/drawing/2014/main" id="{5BC67DCC-5CB9-454D-BB6B-1643E1F990CB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3" name="Oval 3832">
                <a:extLst>
                  <a:ext uri="{FF2B5EF4-FFF2-40B4-BE49-F238E27FC236}">
                    <a16:creationId xmlns:a16="http://schemas.microsoft.com/office/drawing/2014/main" id="{1B2582F0-C03E-C14E-B686-C49C98C654EA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4" name="Oval 3833">
                <a:extLst>
                  <a:ext uri="{FF2B5EF4-FFF2-40B4-BE49-F238E27FC236}">
                    <a16:creationId xmlns:a16="http://schemas.microsoft.com/office/drawing/2014/main" id="{D016D4FF-B831-2442-9595-755BF2919BD7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5" name="Oval 3834">
                <a:extLst>
                  <a:ext uri="{FF2B5EF4-FFF2-40B4-BE49-F238E27FC236}">
                    <a16:creationId xmlns:a16="http://schemas.microsoft.com/office/drawing/2014/main" id="{80F7A296-DDA6-CE4E-8FEA-AF206188552B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6" name="Oval 3835">
                <a:extLst>
                  <a:ext uri="{FF2B5EF4-FFF2-40B4-BE49-F238E27FC236}">
                    <a16:creationId xmlns:a16="http://schemas.microsoft.com/office/drawing/2014/main" id="{BA1AD02D-CE30-FD40-836B-C4973C81CFF6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7" name="Oval 3836">
                <a:extLst>
                  <a:ext uri="{FF2B5EF4-FFF2-40B4-BE49-F238E27FC236}">
                    <a16:creationId xmlns:a16="http://schemas.microsoft.com/office/drawing/2014/main" id="{82FF2DAF-E5CF-664F-8BC0-F8C1D76728D6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8" name="Oval 3837">
                <a:extLst>
                  <a:ext uri="{FF2B5EF4-FFF2-40B4-BE49-F238E27FC236}">
                    <a16:creationId xmlns:a16="http://schemas.microsoft.com/office/drawing/2014/main" id="{C81DAB81-953D-044F-9292-44C836BD81AF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9" name="Oval 3838">
                <a:extLst>
                  <a:ext uri="{FF2B5EF4-FFF2-40B4-BE49-F238E27FC236}">
                    <a16:creationId xmlns:a16="http://schemas.microsoft.com/office/drawing/2014/main" id="{5F2F4DAE-AE8F-E149-B713-C36B83938266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0" name="Oval 3839">
                <a:extLst>
                  <a:ext uri="{FF2B5EF4-FFF2-40B4-BE49-F238E27FC236}">
                    <a16:creationId xmlns:a16="http://schemas.microsoft.com/office/drawing/2014/main" id="{67007D1E-47F1-E84A-8857-30BC116EA305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1" name="Oval 3840">
                <a:extLst>
                  <a:ext uri="{FF2B5EF4-FFF2-40B4-BE49-F238E27FC236}">
                    <a16:creationId xmlns:a16="http://schemas.microsoft.com/office/drawing/2014/main" id="{7AC69DFA-7B8A-2848-B9CB-3071BDEC5221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2" name="Oval 3841">
                <a:extLst>
                  <a:ext uri="{FF2B5EF4-FFF2-40B4-BE49-F238E27FC236}">
                    <a16:creationId xmlns:a16="http://schemas.microsoft.com/office/drawing/2014/main" id="{9B5EC8A7-99C6-604D-AC9E-33719DB87D71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3" name="Oval 3842">
                <a:extLst>
                  <a:ext uri="{FF2B5EF4-FFF2-40B4-BE49-F238E27FC236}">
                    <a16:creationId xmlns:a16="http://schemas.microsoft.com/office/drawing/2014/main" id="{AD33E4F4-63A0-BA4F-8AA5-D73D74146197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4" name="Oval 3843">
                <a:extLst>
                  <a:ext uri="{FF2B5EF4-FFF2-40B4-BE49-F238E27FC236}">
                    <a16:creationId xmlns:a16="http://schemas.microsoft.com/office/drawing/2014/main" id="{9EB4E8AC-9F80-1D41-B7C1-E52C20E5616F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5" name="Oval 3844">
                <a:extLst>
                  <a:ext uri="{FF2B5EF4-FFF2-40B4-BE49-F238E27FC236}">
                    <a16:creationId xmlns:a16="http://schemas.microsoft.com/office/drawing/2014/main" id="{CF7B36F3-7E36-F840-B5BA-E1F588100D8C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6" name="Oval 3845">
                <a:extLst>
                  <a:ext uri="{FF2B5EF4-FFF2-40B4-BE49-F238E27FC236}">
                    <a16:creationId xmlns:a16="http://schemas.microsoft.com/office/drawing/2014/main" id="{F8AEF1CC-A836-8F41-A83B-F0A4E648914E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7" name="Freeform 3846">
                <a:extLst>
                  <a:ext uri="{FF2B5EF4-FFF2-40B4-BE49-F238E27FC236}">
                    <a16:creationId xmlns:a16="http://schemas.microsoft.com/office/drawing/2014/main" id="{7AB237E6-3A6E-3540-883C-38EC8E244EE6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8" name="Freeform 3847">
                <a:extLst>
                  <a:ext uri="{FF2B5EF4-FFF2-40B4-BE49-F238E27FC236}">
                    <a16:creationId xmlns:a16="http://schemas.microsoft.com/office/drawing/2014/main" id="{03931D21-8633-FB4D-9F40-4EADFB73F5E8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849" name="Group 3848">
              <a:extLst>
                <a:ext uri="{FF2B5EF4-FFF2-40B4-BE49-F238E27FC236}">
                  <a16:creationId xmlns:a16="http://schemas.microsoft.com/office/drawing/2014/main" id="{8BE9465D-9328-6F4F-AFB7-A05C980E10A1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3850" name="Freeform 3849">
                <a:extLst>
                  <a:ext uri="{FF2B5EF4-FFF2-40B4-BE49-F238E27FC236}">
                    <a16:creationId xmlns:a16="http://schemas.microsoft.com/office/drawing/2014/main" id="{14AA2654-785B-7F4D-96FE-B13A6B32F360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1" name="Freeform 3850">
                <a:extLst>
                  <a:ext uri="{FF2B5EF4-FFF2-40B4-BE49-F238E27FC236}">
                    <a16:creationId xmlns:a16="http://schemas.microsoft.com/office/drawing/2014/main" id="{03EADD8A-3676-BF4A-927A-28F99B205241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2" name="Freeform 3851">
                <a:extLst>
                  <a:ext uri="{FF2B5EF4-FFF2-40B4-BE49-F238E27FC236}">
                    <a16:creationId xmlns:a16="http://schemas.microsoft.com/office/drawing/2014/main" id="{202E4BA4-B7AB-564C-B414-C6E797F41E26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3" name="Rectangle 3852">
                <a:extLst>
                  <a:ext uri="{FF2B5EF4-FFF2-40B4-BE49-F238E27FC236}">
                    <a16:creationId xmlns:a16="http://schemas.microsoft.com/office/drawing/2014/main" id="{D3FC2442-125A-DE4D-8CAC-26FFFD99A952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854" name="Oval 3853">
                <a:extLst>
                  <a:ext uri="{FF2B5EF4-FFF2-40B4-BE49-F238E27FC236}">
                    <a16:creationId xmlns:a16="http://schemas.microsoft.com/office/drawing/2014/main" id="{555B5613-B86D-1F42-A06B-FC47B220E0C6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5" name="Oval 3854">
                <a:extLst>
                  <a:ext uri="{FF2B5EF4-FFF2-40B4-BE49-F238E27FC236}">
                    <a16:creationId xmlns:a16="http://schemas.microsoft.com/office/drawing/2014/main" id="{B29B4F55-D658-B241-A478-28A978BF75E6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6" name="Oval 3855">
                <a:extLst>
                  <a:ext uri="{FF2B5EF4-FFF2-40B4-BE49-F238E27FC236}">
                    <a16:creationId xmlns:a16="http://schemas.microsoft.com/office/drawing/2014/main" id="{76F2D20F-DF67-B044-8980-F595ABC7BB33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7" name="Oval 3856">
                <a:extLst>
                  <a:ext uri="{FF2B5EF4-FFF2-40B4-BE49-F238E27FC236}">
                    <a16:creationId xmlns:a16="http://schemas.microsoft.com/office/drawing/2014/main" id="{B210221D-62CE-7943-914D-50052DE2B32F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8" name="Oval 3857">
                <a:extLst>
                  <a:ext uri="{FF2B5EF4-FFF2-40B4-BE49-F238E27FC236}">
                    <a16:creationId xmlns:a16="http://schemas.microsoft.com/office/drawing/2014/main" id="{AC7EAD2F-F899-514F-8CFD-C9A28E2ECAD5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9" name="Oval 3858">
                <a:extLst>
                  <a:ext uri="{FF2B5EF4-FFF2-40B4-BE49-F238E27FC236}">
                    <a16:creationId xmlns:a16="http://schemas.microsoft.com/office/drawing/2014/main" id="{2D6C124A-6E24-4946-B70B-28CF1C3A7D3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0" name="Oval 3859">
                <a:extLst>
                  <a:ext uri="{FF2B5EF4-FFF2-40B4-BE49-F238E27FC236}">
                    <a16:creationId xmlns:a16="http://schemas.microsoft.com/office/drawing/2014/main" id="{DD90F3DC-1254-1543-AC32-CA8916791099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1" name="Oval 3860">
                <a:extLst>
                  <a:ext uri="{FF2B5EF4-FFF2-40B4-BE49-F238E27FC236}">
                    <a16:creationId xmlns:a16="http://schemas.microsoft.com/office/drawing/2014/main" id="{179F76E8-8D1A-B341-A72E-C2EB5F401B35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2" name="Oval 3861">
                <a:extLst>
                  <a:ext uri="{FF2B5EF4-FFF2-40B4-BE49-F238E27FC236}">
                    <a16:creationId xmlns:a16="http://schemas.microsoft.com/office/drawing/2014/main" id="{768FB1D8-DBA3-3F48-B453-F2C60DB108BD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3" name="Oval 3862">
                <a:extLst>
                  <a:ext uri="{FF2B5EF4-FFF2-40B4-BE49-F238E27FC236}">
                    <a16:creationId xmlns:a16="http://schemas.microsoft.com/office/drawing/2014/main" id="{079D1461-1D62-8749-A16A-F61781D0528B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4" name="Oval 3863">
                <a:extLst>
                  <a:ext uri="{FF2B5EF4-FFF2-40B4-BE49-F238E27FC236}">
                    <a16:creationId xmlns:a16="http://schemas.microsoft.com/office/drawing/2014/main" id="{9B688DA6-1752-E940-BF6B-C47A70023E57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5" name="Oval 3864">
                <a:extLst>
                  <a:ext uri="{FF2B5EF4-FFF2-40B4-BE49-F238E27FC236}">
                    <a16:creationId xmlns:a16="http://schemas.microsoft.com/office/drawing/2014/main" id="{4CFFA98A-BB74-DF4B-915C-5B713777603E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6" name="Oval 3865">
                <a:extLst>
                  <a:ext uri="{FF2B5EF4-FFF2-40B4-BE49-F238E27FC236}">
                    <a16:creationId xmlns:a16="http://schemas.microsoft.com/office/drawing/2014/main" id="{BD841D5F-B6A7-F149-A22B-E1CFB3539922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7" name="Oval 3866">
                <a:extLst>
                  <a:ext uri="{FF2B5EF4-FFF2-40B4-BE49-F238E27FC236}">
                    <a16:creationId xmlns:a16="http://schemas.microsoft.com/office/drawing/2014/main" id="{BA8EBAE4-DEC5-1A46-996A-B257B9BD9492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8" name="Oval 3867">
                <a:extLst>
                  <a:ext uri="{FF2B5EF4-FFF2-40B4-BE49-F238E27FC236}">
                    <a16:creationId xmlns:a16="http://schemas.microsoft.com/office/drawing/2014/main" id="{66D2CF4C-33C5-DC4C-961B-BCD43E7F802C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9" name="Oval 3868">
                <a:extLst>
                  <a:ext uri="{FF2B5EF4-FFF2-40B4-BE49-F238E27FC236}">
                    <a16:creationId xmlns:a16="http://schemas.microsoft.com/office/drawing/2014/main" id="{DDAF2E1B-628B-AB4A-9703-A9E25B65A19C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0" name="Oval 3869">
                <a:extLst>
                  <a:ext uri="{FF2B5EF4-FFF2-40B4-BE49-F238E27FC236}">
                    <a16:creationId xmlns:a16="http://schemas.microsoft.com/office/drawing/2014/main" id="{B5FAE1AF-DFDE-BC48-AFD4-9E1510CC5A0A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1" name="Oval 3870">
                <a:extLst>
                  <a:ext uri="{FF2B5EF4-FFF2-40B4-BE49-F238E27FC236}">
                    <a16:creationId xmlns:a16="http://schemas.microsoft.com/office/drawing/2014/main" id="{22DC6690-6A4C-F94B-82E8-08D4898A3616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2" name="Oval 3871">
                <a:extLst>
                  <a:ext uri="{FF2B5EF4-FFF2-40B4-BE49-F238E27FC236}">
                    <a16:creationId xmlns:a16="http://schemas.microsoft.com/office/drawing/2014/main" id="{93A08E8D-4135-4947-9B3B-98ED2BD8FA9F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3" name="Oval 3872">
                <a:extLst>
                  <a:ext uri="{FF2B5EF4-FFF2-40B4-BE49-F238E27FC236}">
                    <a16:creationId xmlns:a16="http://schemas.microsoft.com/office/drawing/2014/main" id="{AD813674-1500-9B4A-9EB0-773F3846D194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4" name="Oval 3873">
                <a:extLst>
                  <a:ext uri="{FF2B5EF4-FFF2-40B4-BE49-F238E27FC236}">
                    <a16:creationId xmlns:a16="http://schemas.microsoft.com/office/drawing/2014/main" id="{5039401A-2053-B94C-89B7-DF80E46F8E05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5" name="Oval 3874">
                <a:extLst>
                  <a:ext uri="{FF2B5EF4-FFF2-40B4-BE49-F238E27FC236}">
                    <a16:creationId xmlns:a16="http://schemas.microsoft.com/office/drawing/2014/main" id="{0F7520D7-F895-BD4F-AE4F-2E397CC43A9E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6" name="Oval 3875">
                <a:extLst>
                  <a:ext uri="{FF2B5EF4-FFF2-40B4-BE49-F238E27FC236}">
                    <a16:creationId xmlns:a16="http://schemas.microsoft.com/office/drawing/2014/main" id="{16E70954-B5D6-1F48-9B0D-6A218F33D3B3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7" name="Oval 3876">
                <a:extLst>
                  <a:ext uri="{FF2B5EF4-FFF2-40B4-BE49-F238E27FC236}">
                    <a16:creationId xmlns:a16="http://schemas.microsoft.com/office/drawing/2014/main" id="{FD5A3813-9D44-3942-9810-B6B42C33037C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8" name="Oval 3877">
                <a:extLst>
                  <a:ext uri="{FF2B5EF4-FFF2-40B4-BE49-F238E27FC236}">
                    <a16:creationId xmlns:a16="http://schemas.microsoft.com/office/drawing/2014/main" id="{16CD6200-7C43-D24E-A0AC-C3565B7F911D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9" name="Oval 3878">
                <a:extLst>
                  <a:ext uri="{FF2B5EF4-FFF2-40B4-BE49-F238E27FC236}">
                    <a16:creationId xmlns:a16="http://schemas.microsoft.com/office/drawing/2014/main" id="{120BE44D-8671-DA4B-BEA3-3778D6055E90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0" name="Oval 3879">
                <a:extLst>
                  <a:ext uri="{FF2B5EF4-FFF2-40B4-BE49-F238E27FC236}">
                    <a16:creationId xmlns:a16="http://schemas.microsoft.com/office/drawing/2014/main" id="{61E78FD2-F1F1-F744-BA89-2CC5EE476141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1" name="Oval 3880">
                <a:extLst>
                  <a:ext uri="{FF2B5EF4-FFF2-40B4-BE49-F238E27FC236}">
                    <a16:creationId xmlns:a16="http://schemas.microsoft.com/office/drawing/2014/main" id="{A9D3F9FE-1971-0A4C-8B24-C9252C721FC7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2" name="Oval 3881">
                <a:extLst>
                  <a:ext uri="{FF2B5EF4-FFF2-40B4-BE49-F238E27FC236}">
                    <a16:creationId xmlns:a16="http://schemas.microsoft.com/office/drawing/2014/main" id="{410CE3B6-8840-3E4B-A854-1FC2623C0958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3" name="Oval 3882">
                <a:extLst>
                  <a:ext uri="{FF2B5EF4-FFF2-40B4-BE49-F238E27FC236}">
                    <a16:creationId xmlns:a16="http://schemas.microsoft.com/office/drawing/2014/main" id="{950B188E-2C62-BA4E-87D6-4DB44D4641CC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4" name="Oval 3883">
                <a:extLst>
                  <a:ext uri="{FF2B5EF4-FFF2-40B4-BE49-F238E27FC236}">
                    <a16:creationId xmlns:a16="http://schemas.microsoft.com/office/drawing/2014/main" id="{E843669B-9981-0048-8C62-948E7444B347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5" name="Oval 3884">
                <a:extLst>
                  <a:ext uri="{FF2B5EF4-FFF2-40B4-BE49-F238E27FC236}">
                    <a16:creationId xmlns:a16="http://schemas.microsoft.com/office/drawing/2014/main" id="{183B938A-8070-584B-8F16-6E3335894F0B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6" name="Oval 3885">
                <a:extLst>
                  <a:ext uri="{FF2B5EF4-FFF2-40B4-BE49-F238E27FC236}">
                    <a16:creationId xmlns:a16="http://schemas.microsoft.com/office/drawing/2014/main" id="{7596F6F2-D791-644E-88BF-7F3D58142218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7" name="Oval 3886">
                <a:extLst>
                  <a:ext uri="{FF2B5EF4-FFF2-40B4-BE49-F238E27FC236}">
                    <a16:creationId xmlns:a16="http://schemas.microsoft.com/office/drawing/2014/main" id="{9513E4C8-67A6-5F45-A9AE-FCC72C4FF5F0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8" name="Oval 3887">
                <a:extLst>
                  <a:ext uri="{FF2B5EF4-FFF2-40B4-BE49-F238E27FC236}">
                    <a16:creationId xmlns:a16="http://schemas.microsoft.com/office/drawing/2014/main" id="{FE5A4D51-AC69-794F-B7CB-67D1DC523BF4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9" name="Oval 3888">
                <a:extLst>
                  <a:ext uri="{FF2B5EF4-FFF2-40B4-BE49-F238E27FC236}">
                    <a16:creationId xmlns:a16="http://schemas.microsoft.com/office/drawing/2014/main" id="{66E5BE56-BD7A-0A4B-ACCA-AF941292A6BC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0" name="Oval 3889">
                <a:extLst>
                  <a:ext uri="{FF2B5EF4-FFF2-40B4-BE49-F238E27FC236}">
                    <a16:creationId xmlns:a16="http://schemas.microsoft.com/office/drawing/2014/main" id="{E31C9E60-DAB0-5741-9161-576FB0DC0B72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1" name="Oval 3890">
                <a:extLst>
                  <a:ext uri="{FF2B5EF4-FFF2-40B4-BE49-F238E27FC236}">
                    <a16:creationId xmlns:a16="http://schemas.microsoft.com/office/drawing/2014/main" id="{16D1AB8F-9E96-0F45-A04D-6E1CD7A15D29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2" name="Oval 3891">
                <a:extLst>
                  <a:ext uri="{FF2B5EF4-FFF2-40B4-BE49-F238E27FC236}">
                    <a16:creationId xmlns:a16="http://schemas.microsoft.com/office/drawing/2014/main" id="{AFB8E887-3C8E-2346-95A2-EDA4A4C18657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3" name="Oval 3892">
                <a:extLst>
                  <a:ext uri="{FF2B5EF4-FFF2-40B4-BE49-F238E27FC236}">
                    <a16:creationId xmlns:a16="http://schemas.microsoft.com/office/drawing/2014/main" id="{F1704B02-4D94-3F4D-90FC-7589ACDE9B6D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4" name="Oval 3893">
                <a:extLst>
                  <a:ext uri="{FF2B5EF4-FFF2-40B4-BE49-F238E27FC236}">
                    <a16:creationId xmlns:a16="http://schemas.microsoft.com/office/drawing/2014/main" id="{DCB47CBF-FDF4-D941-A607-11E6BA1073D3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5" name="Oval 3894">
                <a:extLst>
                  <a:ext uri="{FF2B5EF4-FFF2-40B4-BE49-F238E27FC236}">
                    <a16:creationId xmlns:a16="http://schemas.microsoft.com/office/drawing/2014/main" id="{06BDCBA5-931F-F144-8FCE-89CFF27A84DA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6" name="Oval 3895">
                <a:extLst>
                  <a:ext uri="{FF2B5EF4-FFF2-40B4-BE49-F238E27FC236}">
                    <a16:creationId xmlns:a16="http://schemas.microsoft.com/office/drawing/2014/main" id="{D564C77A-1009-534F-AD7A-D7C1F19FF9AF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7" name="Oval 3896">
                <a:extLst>
                  <a:ext uri="{FF2B5EF4-FFF2-40B4-BE49-F238E27FC236}">
                    <a16:creationId xmlns:a16="http://schemas.microsoft.com/office/drawing/2014/main" id="{3C486034-2F80-4A42-B206-85DF54161F4B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8" name="Oval 3897">
                <a:extLst>
                  <a:ext uri="{FF2B5EF4-FFF2-40B4-BE49-F238E27FC236}">
                    <a16:creationId xmlns:a16="http://schemas.microsoft.com/office/drawing/2014/main" id="{A24DC60F-8886-A641-A9C0-DA245F3BEA45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9" name="Oval 3898">
                <a:extLst>
                  <a:ext uri="{FF2B5EF4-FFF2-40B4-BE49-F238E27FC236}">
                    <a16:creationId xmlns:a16="http://schemas.microsoft.com/office/drawing/2014/main" id="{06ADD4DF-795D-A348-AA8B-72C3C3599368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0" name="Oval 3899">
                <a:extLst>
                  <a:ext uri="{FF2B5EF4-FFF2-40B4-BE49-F238E27FC236}">
                    <a16:creationId xmlns:a16="http://schemas.microsoft.com/office/drawing/2014/main" id="{92B29A83-9FB5-3B43-B84C-A5A53F9F728B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1" name="Oval 3900">
                <a:extLst>
                  <a:ext uri="{FF2B5EF4-FFF2-40B4-BE49-F238E27FC236}">
                    <a16:creationId xmlns:a16="http://schemas.microsoft.com/office/drawing/2014/main" id="{E06B9F6F-FFA5-7747-8DCA-43537E4A9D8C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2" name="Oval 3901">
                <a:extLst>
                  <a:ext uri="{FF2B5EF4-FFF2-40B4-BE49-F238E27FC236}">
                    <a16:creationId xmlns:a16="http://schemas.microsoft.com/office/drawing/2014/main" id="{FAF4A64C-CACA-E142-A017-B3DAE6CE17BF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3" name="Oval 3902">
                <a:extLst>
                  <a:ext uri="{FF2B5EF4-FFF2-40B4-BE49-F238E27FC236}">
                    <a16:creationId xmlns:a16="http://schemas.microsoft.com/office/drawing/2014/main" id="{4E6209BD-55C6-8E45-9825-DE844C508488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4" name="Oval 3903">
                <a:extLst>
                  <a:ext uri="{FF2B5EF4-FFF2-40B4-BE49-F238E27FC236}">
                    <a16:creationId xmlns:a16="http://schemas.microsoft.com/office/drawing/2014/main" id="{EBF9668A-BA96-D04C-B377-8A2AB14B6EE1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5" name="Oval 3904">
                <a:extLst>
                  <a:ext uri="{FF2B5EF4-FFF2-40B4-BE49-F238E27FC236}">
                    <a16:creationId xmlns:a16="http://schemas.microsoft.com/office/drawing/2014/main" id="{DC8D2A66-5BA5-5845-B7D8-641EE78848DE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6" name="Oval 3905">
                <a:extLst>
                  <a:ext uri="{FF2B5EF4-FFF2-40B4-BE49-F238E27FC236}">
                    <a16:creationId xmlns:a16="http://schemas.microsoft.com/office/drawing/2014/main" id="{4391783B-E55C-3743-B575-69A5ADF06F4D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7" name="Oval 3906">
                <a:extLst>
                  <a:ext uri="{FF2B5EF4-FFF2-40B4-BE49-F238E27FC236}">
                    <a16:creationId xmlns:a16="http://schemas.microsoft.com/office/drawing/2014/main" id="{AB2AAC2F-5871-C244-9656-579E40C97811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8" name="Oval 3907">
                <a:extLst>
                  <a:ext uri="{FF2B5EF4-FFF2-40B4-BE49-F238E27FC236}">
                    <a16:creationId xmlns:a16="http://schemas.microsoft.com/office/drawing/2014/main" id="{C377FB3F-477D-FA4E-835B-CCBA9C52CDA1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9" name="Oval 3908">
                <a:extLst>
                  <a:ext uri="{FF2B5EF4-FFF2-40B4-BE49-F238E27FC236}">
                    <a16:creationId xmlns:a16="http://schemas.microsoft.com/office/drawing/2014/main" id="{CCAF8433-F7EE-F54F-B989-4D34B44DFAA1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0" name="Oval 3909">
                <a:extLst>
                  <a:ext uri="{FF2B5EF4-FFF2-40B4-BE49-F238E27FC236}">
                    <a16:creationId xmlns:a16="http://schemas.microsoft.com/office/drawing/2014/main" id="{16F515EF-33A1-FA4E-9951-A5F27DDBDC8E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1" name="Oval 3910">
                <a:extLst>
                  <a:ext uri="{FF2B5EF4-FFF2-40B4-BE49-F238E27FC236}">
                    <a16:creationId xmlns:a16="http://schemas.microsoft.com/office/drawing/2014/main" id="{C0660411-FC6D-A442-B83D-C1B1794058DC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2" name="Oval 3911">
                <a:extLst>
                  <a:ext uri="{FF2B5EF4-FFF2-40B4-BE49-F238E27FC236}">
                    <a16:creationId xmlns:a16="http://schemas.microsoft.com/office/drawing/2014/main" id="{13E86A38-EACE-094A-A794-2E4A3E526C6D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3" name="Oval 3912">
                <a:extLst>
                  <a:ext uri="{FF2B5EF4-FFF2-40B4-BE49-F238E27FC236}">
                    <a16:creationId xmlns:a16="http://schemas.microsoft.com/office/drawing/2014/main" id="{3B71C6FE-BF84-E64A-A460-39F571AFBA8F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4" name="Oval 3913">
                <a:extLst>
                  <a:ext uri="{FF2B5EF4-FFF2-40B4-BE49-F238E27FC236}">
                    <a16:creationId xmlns:a16="http://schemas.microsoft.com/office/drawing/2014/main" id="{4083425F-337A-2844-A092-F94CBCBB050E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5" name="Oval 3914">
                <a:extLst>
                  <a:ext uri="{FF2B5EF4-FFF2-40B4-BE49-F238E27FC236}">
                    <a16:creationId xmlns:a16="http://schemas.microsoft.com/office/drawing/2014/main" id="{E4D1DC4F-30F0-5349-A593-0A9AC17667E1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6" name="Oval 3915">
                <a:extLst>
                  <a:ext uri="{FF2B5EF4-FFF2-40B4-BE49-F238E27FC236}">
                    <a16:creationId xmlns:a16="http://schemas.microsoft.com/office/drawing/2014/main" id="{9057EC8C-9C3B-2642-A3FE-478D9A02E9B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7" name="Oval 3916">
                <a:extLst>
                  <a:ext uri="{FF2B5EF4-FFF2-40B4-BE49-F238E27FC236}">
                    <a16:creationId xmlns:a16="http://schemas.microsoft.com/office/drawing/2014/main" id="{83573292-C299-AE43-8332-15AEB4EFC17A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8" name="Oval 3917">
                <a:extLst>
                  <a:ext uri="{FF2B5EF4-FFF2-40B4-BE49-F238E27FC236}">
                    <a16:creationId xmlns:a16="http://schemas.microsoft.com/office/drawing/2014/main" id="{DF2C4089-94FD-6948-BE24-483803416E72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9" name="Oval 3918">
                <a:extLst>
                  <a:ext uri="{FF2B5EF4-FFF2-40B4-BE49-F238E27FC236}">
                    <a16:creationId xmlns:a16="http://schemas.microsoft.com/office/drawing/2014/main" id="{7A549CDA-1161-B241-8C30-A6DDCCA2F0A7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0" name="Oval 3919">
                <a:extLst>
                  <a:ext uri="{FF2B5EF4-FFF2-40B4-BE49-F238E27FC236}">
                    <a16:creationId xmlns:a16="http://schemas.microsoft.com/office/drawing/2014/main" id="{90FD57F7-9A0C-DF43-AB49-17605EA3CC2B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1" name="Oval 3920">
                <a:extLst>
                  <a:ext uri="{FF2B5EF4-FFF2-40B4-BE49-F238E27FC236}">
                    <a16:creationId xmlns:a16="http://schemas.microsoft.com/office/drawing/2014/main" id="{85801B0B-DDAD-EC4F-B8B6-C4F7C759A29E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2" name="Oval 3921">
                <a:extLst>
                  <a:ext uri="{FF2B5EF4-FFF2-40B4-BE49-F238E27FC236}">
                    <a16:creationId xmlns:a16="http://schemas.microsoft.com/office/drawing/2014/main" id="{C690DA0E-FDB7-4C48-83D5-554CC713CA70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3" name="Oval 3922">
                <a:extLst>
                  <a:ext uri="{FF2B5EF4-FFF2-40B4-BE49-F238E27FC236}">
                    <a16:creationId xmlns:a16="http://schemas.microsoft.com/office/drawing/2014/main" id="{79A0D19E-F592-614B-954E-F8E3C5A7B68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4" name="Oval 3923">
                <a:extLst>
                  <a:ext uri="{FF2B5EF4-FFF2-40B4-BE49-F238E27FC236}">
                    <a16:creationId xmlns:a16="http://schemas.microsoft.com/office/drawing/2014/main" id="{2F7CEFE1-38AB-9942-B528-6D01F12608F9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5" name="Oval 3924">
                <a:extLst>
                  <a:ext uri="{FF2B5EF4-FFF2-40B4-BE49-F238E27FC236}">
                    <a16:creationId xmlns:a16="http://schemas.microsoft.com/office/drawing/2014/main" id="{8EC230AD-E0EC-BB41-B2B3-94D7644F74F1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6" name="Oval 3925">
                <a:extLst>
                  <a:ext uri="{FF2B5EF4-FFF2-40B4-BE49-F238E27FC236}">
                    <a16:creationId xmlns:a16="http://schemas.microsoft.com/office/drawing/2014/main" id="{5FFC53B1-42DB-764A-8DD5-30061D51DE3E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7" name="Oval 3926">
                <a:extLst>
                  <a:ext uri="{FF2B5EF4-FFF2-40B4-BE49-F238E27FC236}">
                    <a16:creationId xmlns:a16="http://schemas.microsoft.com/office/drawing/2014/main" id="{2B5EDD62-1960-DF45-9561-B05B7F2573D8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8" name="Oval 3927">
                <a:extLst>
                  <a:ext uri="{FF2B5EF4-FFF2-40B4-BE49-F238E27FC236}">
                    <a16:creationId xmlns:a16="http://schemas.microsoft.com/office/drawing/2014/main" id="{442613ED-B5B9-5E4E-A5AD-6110340CBA6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9" name="Oval 3928">
                <a:extLst>
                  <a:ext uri="{FF2B5EF4-FFF2-40B4-BE49-F238E27FC236}">
                    <a16:creationId xmlns:a16="http://schemas.microsoft.com/office/drawing/2014/main" id="{C543ED79-79EB-0A4B-B2B1-DBECD68E049E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0" name="Oval 3929">
                <a:extLst>
                  <a:ext uri="{FF2B5EF4-FFF2-40B4-BE49-F238E27FC236}">
                    <a16:creationId xmlns:a16="http://schemas.microsoft.com/office/drawing/2014/main" id="{21C76A5A-9109-D84C-A334-BC1638B31A24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1" name="Oval 3930">
                <a:extLst>
                  <a:ext uri="{FF2B5EF4-FFF2-40B4-BE49-F238E27FC236}">
                    <a16:creationId xmlns:a16="http://schemas.microsoft.com/office/drawing/2014/main" id="{9EA76905-6719-0B40-8A46-9174C3687AD2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2" name="Oval 3931">
                <a:extLst>
                  <a:ext uri="{FF2B5EF4-FFF2-40B4-BE49-F238E27FC236}">
                    <a16:creationId xmlns:a16="http://schemas.microsoft.com/office/drawing/2014/main" id="{368460D9-837A-BD46-B5B3-ED87A21A5A30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3" name="Oval 3932">
                <a:extLst>
                  <a:ext uri="{FF2B5EF4-FFF2-40B4-BE49-F238E27FC236}">
                    <a16:creationId xmlns:a16="http://schemas.microsoft.com/office/drawing/2014/main" id="{EAF3AD92-FC51-9649-B556-46CB0BD61EA3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4" name="Oval 3933">
                <a:extLst>
                  <a:ext uri="{FF2B5EF4-FFF2-40B4-BE49-F238E27FC236}">
                    <a16:creationId xmlns:a16="http://schemas.microsoft.com/office/drawing/2014/main" id="{5D2FE4A8-5EFD-6A47-A166-95882C5AEB2C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5" name="Oval 3934">
                <a:extLst>
                  <a:ext uri="{FF2B5EF4-FFF2-40B4-BE49-F238E27FC236}">
                    <a16:creationId xmlns:a16="http://schemas.microsoft.com/office/drawing/2014/main" id="{49980D63-406E-7F4E-837D-2C0FC3C99C96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6" name="Oval 3935">
                <a:extLst>
                  <a:ext uri="{FF2B5EF4-FFF2-40B4-BE49-F238E27FC236}">
                    <a16:creationId xmlns:a16="http://schemas.microsoft.com/office/drawing/2014/main" id="{E6BB4E0D-A6A4-1746-BEC0-5153102CB666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7" name="Oval 3936">
                <a:extLst>
                  <a:ext uri="{FF2B5EF4-FFF2-40B4-BE49-F238E27FC236}">
                    <a16:creationId xmlns:a16="http://schemas.microsoft.com/office/drawing/2014/main" id="{D6885A2F-225D-5A4D-A6C8-4F9D12604B41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8" name="Oval 3937">
                <a:extLst>
                  <a:ext uri="{FF2B5EF4-FFF2-40B4-BE49-F238E27FC236}">
                    <a16:creationId xmlns:a16="http://schemas.microsoft.com/office/drawing/2014/main" id="{36010922-26DA-8143-9A93-1554DB1628F6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9" name="Oval 3938">
                <a:extLst>
                  <a:ext uri="{FF2B5EF4-FFF2-40B4-BE49-F238E27FC236}">
                    <a16:creationId xmlns:a16="http://schemas.microsoft.com/office/drawing/2014/main" id="{2A4E5E21-38EE-F34A-95A6-8596D512114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0" name="Oval 3939">
                <a:extLst>
                  <a:ext uri="{FF2B5EF4-FFF2-40B4-BE49-F238E27FC236}">
                    <a16:creationId xmlns:a16="http://schemas.microsoft.com/office/drawing/2014/main" id="{BC4A1C9D-C9C4-5444-9E2D-508382BCC2BD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1" name="Oval 3940">
                <a:extLst>
                  <a:ext uri="{FF2B5EF4-FFF2-40B4-BE49-F238E27FC236}">
                    <a16:creationId xmlns:a16="http://schemas.microsoft.com/office/drawing/2014/main" id="{31C9496D-C2CF-CB4A-8CC2-60E21050A114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2" name="Oval 3941">
                <a:extLst>
                  <a:ext uri="{FF2B5EF4-FFF2-40B4-BE49-F238E27FC236}">
                    <a16:creationId xmlns:a16="http://schemas.microsoft.com/office/drawing/2014/main" id="{84C71C7B-B07D-5F40-A68E-A1A55243B717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3" name="Oval 3942">
                <a:extLst>
                  <a:ext uri="{FF2B5EF4-FFF2-40B4-BE49-F238E27FC236}">
                    <a16:creationId xmlns:a16="http://schemas.microsoft.com/office/drawing/2014/main" id="{5573EA39-6F8F-2445-B80D-9039300B398C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4" name="Oval 3943">
                <a:extLst>
                  <a:ext uri="{FF2B5EF4-FFF2-40B4-BE49-F238E27FC236}">
                    <a16:creationId xmlns:a16="http://schemas.microsoft.com/office/drawing/2014/main" id="{CC56AA2B-CD21-E14E-90A8-9078CBD79AAA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5" name="Oval 3944">
                <a:extLst>
                  <a:ext uri="{FF2B5EF4-FFF2-40B4-BE49-F238E27FC236}">
                    <a16:creationId xmlns:a16="http://schemas.microsoft.com/office/drawing/2014/main" id="{7A870A74-1F25-1149-9343-8BE1D7112E8F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6" name="Oval 3945">
                <a:extLst>
                  <a:ext uri="{FF2B5EF4-FFF2-40B4-BE49-F238E27FC236}">
                    <a16:creationId xmlns:a16="http://schemas.microsoft.com/office/drawing/2014/main" id="{B8C5ACBD-B0FD-7C4C-8861-5E98FA01D102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7" name="Oval 3946">
                <a:extLst>
                  <a:ext uri="{FF2B5EF4-FFF2-40B4-BE49-F238E27FC236}">
                    <a16:creationId xmlns:a16="http://schemas.microsoft.com/office/drawing/2014/main" id="{5F21E514-D0B0-204D-B70F-EA5337314EC3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8" name="Oval 3947">
                <a:extLst>
                  <a:ext uri="{FF2B5EF4-FFF2-40B4-BE49-F238E27FC236}">
                    <a16:creationId xmlns:a16="http://schemas.microsoft.com/office/drawing/2014/main" id="{5D9600B1-2BDE-6B47-ABFB-52E0F04695C6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9" name="Oval 3948">
                <a:extLst>
                  <a:ext uri="{FF2B5EF4-FFF2-40B4-BE49-F238E27FC236}">
                    <a16:creationId xmlns:a16="http://schemas.microsoft.com/office/drawing/2014/main" id="{853AA878-91C1-2A46-AB29-6A09E4FEFF7C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0" name="Oval 3949">
                <a:extLst>
                  <a:ext uri="{FF2B5EF4-FFF2-40B4-BE49-F238E27FC236}">
                    <a16:creationId xmlns:a16="http://schemas.microsoft.com/office/drawing/2014/main" id="{51F8E388-4633-2646-9311-0C9E626F13D9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1" name="Oval 3950">
                <a:extLst>
                  <a:ext uri="{FF2B5EF4-FFF2-40B4-BE49-F238E27FC236}">
                    <a16:creationId xmlns:a16="http://schemas.microsoft.com/office/drawing/2014/main" id="{E61137C5-7717-174D-AD3D-CD8F2BB76CC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2" name="Oval 3951">
                <a:extLst>
                  <a:ext uri="{FF2B5EF4-FFF2-40B4-BE49-F238E27FC236}">
                    <a16:creationId xmlns:a16="http://schemas.microsoft.com/office/drawing/2014/main" id="{8A802109-21B2-DA40-804C-8E0D6BE4B6EA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3" name="Oval 3952">
                <a:extLst>
                  <a:ext uri="{FF2B5EF4-FFF2-40B4-BE49-F238E27FC236}">
                    <a16:creationId xmlns:a16="http://schemas.microsoft.com/office/drawing/2014/main" id="{08AE43BF-125C-7B4D-80C3-E3982857DF29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4" name="Oval 3953">
                <a:extLst>
                  <a:ext uri="{FF2B5EF4-FFF2-40B4-BE49-F238E27FC236}">
                    <a16:creationId xmlns:a16="http://schemas.microsoft.com/office/drawing/2014/main" id="{9833105A-279A-7748-8766-55167E0377EC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5" name="Oval 3954">
                <a:extLst>
                  <a:ext uri="{FF2B5EF4-FFF2-40B4-BE49-F238E27FC236}">
                    <a16:creationId xmlns:a16="http://schemas.microsoft.com/office/drawing/2014/main" id="{2F23833C-E877-3643-A1DD-FB63469A605E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6" name="Oval 3955">
                <a:extLst>
                  <a:ext uri="{FF2B5EF4-FFF2-40B4-BE49-F238E27FC236}">
                    <a16:creationId xmlns:a16="http://schemas.microsoft.com/office/drawing/2014/main" id="{17C57FCB-C155-104B-837A-9A49CF01A5E9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7" name="Oval 3956">
                <a:extLst>
                  <a:ext uri="{FF2B5EF4-FFF2-40B4-BE49-F238E27FC236}">
                    <a16:creationId xmlns:a16="http://schemas.microsoft.com/office/drawing/2014/main" id="{EE4B092E-8800-D840-A6DB-BD70D87B1184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8" name="Oval 3957">
                <a:extLst>
                  <a:ext uri="{FF2B5EF4-FFF2-40B4-BE49-F238E27FC236}">
                    <a16:creationId xmlns:a16="http://schemas.microsoft.com/office/drawing/2014/main" id="{F2EA3A61-4CE5-1D4B-8B2D-C939129EFF8A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9" name="Oval 3958">
                <a:extLst>
                  <a:ext uri="{FF2B5EF4-FFF2-40B4-BE49-F238E27FC236}">
                    <a16:creationId xmlns:a16="http://schemas.microsoft.com/office/drawing/2014/main" id="{BEF18337-2622-C74F-8208-8C7BA38025EC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0" name="Oval 3959">
                <a:extLst>
                  <a:ext uri="{FF2B5EF4-FFF2-40B4-BE49-F238E27FC236}">
                    <a16:creationId xmlns:a16="http://schemas.microsoft.com/office/drawing/2014/main" id="{CF9A25FF-B00A-0847-8403-EE76B241DA0B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1" name="Oval 3960">
                <a:extLst>
                  <a:ext uri="{FF2B5EF4-FFF2-40B4-BE49-F238E27FC236}">
                    <a16:creationId xmlns:a16="http://schemas.microsoft.com/office/drawing/2014/main" id="{6F481DC0-368C-8049-948A-B6F68F54942B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2" name="Oval 3961">
                <a:extLst>
                  <a:ext uri="{FF2B5EF4-FFF2-40B4-BE49-F238E27FC236}">
                    <a16:creationId xmlns:a16="http://schemas.microsoft.com/office/drawing/2014/main" id="{066A8C29-01C9-1142-B47A-917E5D5ED9E7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3" name="Oval 3962">
                <a:extLst>
                  <a:ext uri="{FF2B5EF4-FFF2-40B4-BE49-F238E27FC236}">
                    <a16:creationId xmlns:a16="http://schemas.microsoft.com/office/drawing/2014/main" id="{E2C46A7E-4151-E243-B505-A1E532273C71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4" name="Oval 3963">
                <a:extLst>
                  <a:ext uri="{FF2B5EF4-FFF2-40B4-BE49-F238E27FC236}">
                    <a16:creationId xmlns:a16="http://schemas.microsoft.com/office/drawing/2014/main" id="{C130F508-DBE7-044F-A2F4-8F537817D29B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5" name="Oval 3964">
                <a:extLst>
                  <a:ext uri="{FF2B5EF4-FFF2-40B4-BE49-F238E27FC236}">
                    <a16:creationId xmlns:a16="http://schemas.microsoft.com/office/drawing/2014/main" id="{C8576E6F-0268-664B-8FDF-BE748CC2568E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6" name="Oval 3965">
                <a:extLst>
                  <a:ext uri="{FF2B5EF4-FFF2-40B4-BE49-F238E27FC236}">
                    <a16:creationId xmlns:a16="http://schemas.microsoft.com/office/drawing/2014/main" id="{8C22557A-5AC9-2149-AEBD-95EBA71D1838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7" name="Freeform 3966">
                <a:extLst>
                  <a:ext uri="{FF2B5EF4-FFF2-40B4-BE49-F238E27FC236}">
                    <a16:creationId xmlns:a16="http://schemas.microsoft.com/office/drawing/2014/main" id="{DA22A4B1-F713-0C4F-8E30-5FE90D8B41F6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68" name="Freeform 3967">
                <a:extLst>
                  <a:ext uri="{FF2B5EF4-FFF2-40B4-BE49-F238E27FC236}">
                    <a16:creationId xmlns:a16="http://schemas.microsoft.com/office/drawing/2014/main" id="{FB7D7D27-40A0-4C40-9BC3-836C9249E49F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69" name="Group 3968">
              <a:extLst>
                <a:ext uri="{FF2B5EF4-FFF2-40B4-BE49-F238E27FC236}">
                  <a16:creationId xmlns:a16="http://schemas.microsoft.com/office/drawing/2014/main" id="{F8671F98-4694-4644-9638-D566471EBCAC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3970" name="Freeform 3969">
                <a:extLst>
                  <a:ext uri="{FF2B5EF4-FFF2-40B4-BE49-F238E27FC236}">
                    <a16:creationId xmlns:a16="http://schemas.microsoft.com/office/drawing/2014/main" id="{458B2E96-2BE8-164C-B10C-9762786F791E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71" name="Freeform 3970">
                <a:extLst>
                  <a:ext uri="{FF2B5EF4-FFF2-40B4-BE49-F238E27FC236}">
                    <a16:creationId xmlns:a16="http://schemas.microsoft.com/office/drawing/2014/main" id="{34EA1CC0-8B3A-4149-907E-9B70BBC882E3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2" name="Freeform 3971">
                <a:extLst>
                  <a:ext uri="{FF2B5EF4-FFF2-40B4-BE49-F238E27FC236}">
                    <a16:creationId xmlns:a16="http://schemas.microsoft.com/office/drawing/2014/main" id="{009D3836-D5C7-2649-BDD3-57AF094B285B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73" name="Rectangle 3972">
                <a:extLst>
                  <a:ext uri="{FF2B5EF4-FFF2-40B4-BE49-F238E27FC236}">
                    <a16:creationId xmlns:a16="http://schemas.microsoft.com/office/drawing/2014/main" id="{37937431-A5B0-374C-A576-60DBDD6C2D09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974" name="Oval 3973">
                <a:extLst>
                  <a:ext uri="{FF2B5EF4-FFF2-40B4-BE49-F238E27FC236}">
                    <a16:creationId xmlns:a16="http://schemas.microsoft.com/office/drawing/2014/main" id="{1A1A9631-E085-0246-BC04-638155D7A895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5" name="Oval 3974">
                <a:extLst>
                  <a:ext uri="{FF2B5EF4-FFF2-40B4-BE49-F238E27FC236}">
                    <a16:creationId xmlns:a16="http://schemas.microsoft.com/office/drawing/2014/main" id="{99A24044-A483-774F-A48F-A1BD68FD548E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6" name="Oval 3975">
                <a:extLst>
                  <a:ext uri="{FF2B5EF4-FFF2-40B4-BE49-F238E27FC236}">
                    <a16:creationId xmlns:a16="http://schemas.microsoft.com/office/drawing/2014/main" id="{6A8D98B6-F75A-3141-A7FC-EC89A1D32827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7" name="Oval 3976">
                <a:extLst>
                  <a:ext uri="{FF2B5EF4-FFF2-40B4-BE49-F238E27FC236}">
                    <a16:creationId xmlns:a16="http://schemas.microsoft.com/office/drawing/2014/main" id="{C306172F-1DBD-E845-9609-B552157D36F9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8" name="Oval 3977">
                <a:extLst>
                  <a:ext uri="{FF2B5EF4-FFF2-40B4-BE49-F238E27FC236}">
                    <a16:creationId xmlns:a16="http://schemas.microsoft.com/office/drawing/2014/main" id="{34866978-9D84-1B44-9AE5-6CC200C1CE34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9" name="Oval 3978">
                <a:extLst>
                  <a:ext uri="{FF2B5EF4-FFF2-40B4-BE49-F238E27FC236}">
                    <a16:creationId xmlns:a16="http://schemas.microsoft.com/office/drawing/2014/main" id="{1CB63258-472D-9D4C-AA98-9997C899D7CD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0" name="Oval 3979">
                <a:extLst>
                  <a:ext uri="{FF2B5EF4-FFF2-40B4-BE49-F238E27FC236}">
                    <a16:creationId xmlns:a16="http://schemas.microsoft.com/office/drawing/2014/main" id="{F2B58247-328C-3847-899F-187F7C5A26BD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1" name="Oval 3980">
                <a:extLst>
                  <a:ext uri="{FF2B5EF4-FFF2-40B4-BE49-F238E27FC236}">
                    <a16:creationId xmlns:a16="http://schemas.microsoft.com/office/drawing/2014/main" id="{47B9F6EE-0CA1-564A-B25C-B3B8CFAFC4A5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2" name="Oval 3981">
                <a:extLst>
                  <a:ext uri="{FF2B5EF4-FFF2-40B4-BE49-F238E27FC236}">
                    <a16:creationId xmlns:a16="http://schemas.microsoft.com/office/drawing/2014/main" id="{AB1E221B-C9C7-7049-82E7-ED555CA8D403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3" name="Oval 3982">
                <a:extLst>
                  <a:ext uri="{FF2B5EF4-FFF2-40B4-BE49-F238E27FC236}">
                    <a16:creationId xmlns:a16="http://schemas.microsoft.com/office/drawing/2014/main" id="{39E9F95F-6AE3-B042-A3C5-4924748BC52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4" name="Oval 3983">
                <a:extLst>
                  <a:ext uri="{FF2B5EF4-FFF2-40B4-BE49-F238E27FC236}">
                    <a16:creationId xmlns:a16="http://schemas.microsoft.com/office/drawing/2014/main" id="{072869BD-1C9B-8E43-BC62-6F134E3425F4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5" name="Oval 3984">
                <a:extLst>
                  <a:ext uri="{FF2B5EF4-FFF2-40B4-BE49-F238E27FC236}">
                    <a16:creationId xmlns:a16="http://schemas.microsoft.com/office/drawing/2014/main" id="{5E383255-80ED-AB4C-91AE-47C443C749A6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6" name="Oval 3985">
                <a:extLst>
                  <a:ext uri="{FF2B5EF4-FFF2-40B4-BE49-F238E27FC236}">
                    <a16:creationId xmlns:a16="http://schemas.microsoft.com/office/drawing/2014/main" id="{3842E066-90C3-B147-8BC0-9FCFB0B78C9D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7" name="Oval 3986">
                <a:extLst>
                  <a:ext uri="{FF2B5EF4-FFF2-40B4-BE49-F238E27FC236}">
                    <a16:creationId xmlns:a16="http://schemas.microsoft.com/office/drawing/2014/main" id="{8AD0C4EB-4968-FA4F-9FF2-50F81A3CC49C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8" name="Oval 3987">
                <a:extLst>
                  <a:ext uri="{FF2B5EF4-FFF2-40B4-BE49-F238E27FC236}">
                    <a16:creationId xmlns:a16="http://schemas.microsoft.com/office/drawing/2014/main" id="{40E644C7-AC7B-DF4D-9D51-AB2D92925231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9" name="Oval 3988">
                <a:extLst>
                  <a:ext uri="{FF2B5EF4-FFF2-40B4-BE49-F238E27FC236}">
                    <a16:creationId xmlns:a16="http://schemas.microsoft.com/office/drawing/2014/main" id="{BE5EFC9C-0879-A84D-BEF4-C3432F53EBA2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0" name="Oval 3989">
                <a:extLst>
                  <a:ext uri="{FF2B5EF4-FFF2-40B4-BE49-F238E27FC236}">
                    <a16:creationId xmlns:a16="http://schemas.microsoft.com/office/drawing/2014/main" id="{B5C2C29F-2107-C546-A1AA-4C9A054D5610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1" name="Oval 3990">
                <a:extLst>
                  <a:ext uri="{FF2B5EF4-FFF2-40B4-BE49-F238E27FC236}">
                    <a16:creationId xmlns:a16="http://schemas.microsoft.com/office/drawing/2014/main" id="{EC3BD3B7-AF7C-A84F-AF76-E17C0F3E7123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2" name="Oval 3991">
                <a:extLst>
                  <a:ext uri="{FF2B5EF4-FFF2-40B4-BE49-F238E27FC236}">
                    <a16:creationId xmlns:a16="http://schemas.microsoft.com/office/drawing/2014/main" id="{C7AB6599-0531-444F-80B0-EF3E5C283798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3" name="Oval 3992">
                <a:extLst>
                  <a:ext uri="{FF2B5EF4-FFF2-40B4-BE49-F238E27FC236}">
                    <a16:creationId xmlns:a16="http://schemas.microsoft.com/office/drawing/2014/main" id="{D35F5ED6-7ECD-5F43-A9C7-5B2BC0CE2B96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4" name="Oval 3993">
                <a:extLst>
                  <a:ext uri="{FF2B5EF4-FFF2-40B4-BE49-F238E27FC236}">
                    <a16:creationId xmlns:a16="http://schemas.microsoft.com/office/drawing/2014/main" id="{2C790292-8E6E-F544-A4E3-BF1F92A6F20B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5" name="Oval 3994">
                <a:extLst>
                  <a:ext uri="{FF2B5EF4-FFF2-40B4-BE49-F238E27FC236}">
                    <a16:creationId xmlns:a16="http://schemas.microsoft.com/office/drawing/2014/main" id="{1A6CA7D8-0524-9D4E-92FC-F4312D6D8428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6" name="Oval 3995">
                <a:extLst>
                  <a:ext uri="{FF2B5EF4-FFF2-40B4-BE49-F238E27FC236}">
                    <a16:creationId xmlns:a16="http://schemas.microsoft.com/office/drawing/2014/main" id="{E7B0F811-16AC-2A48-B0E8-4D1D56CF0AF7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7" name="Oval 3996">
                <a:extLst>
                  <a:ext uri="{FF2B5EF4-FFF2-40B4-BE49-F238E27FC236}">
                    <a16:creationId xmlns:a16="http://schemas.microsoft.com/office/drawing/2014/main" id="{728E81EA-4713-0F49-8C6C-31D3CE265D8F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8" name="Oval 3997">
                <a:extLst>
                  <a:ext uri="{FF2B5EF4-FFF2-40B4-BE49-F238E27FC236}">
                    <a16:creationId xmlns:a16="http://schemas.microsoft.com/office/drawing/2014/main" id="{F43AED2F-6D4B-8748-9F83-86CBBF5E2EC4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9" name="Oval 3998">
                <a:extLst>
                  <a:ext uri="{FF2B5EF4-FFF2-40B4-BE49-F238E27FC236}">
                    <a16:creationId xmlns:a16="http://schemas.microsoft.com/office/drawing/2014/main" id="{B0F43686-CC68-6146-91EF-06A2DA258377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0" name="Oval 3999">
                <a:extLst>
                  <a:ext uri="{FF2B5EF4-FFF2-40B4-BE49-F238E27FC236}">
                    <a16:creationId xmlns:a16="http://schemas.microsoft.com/office/drawing/2014/main" id="{6812C6C1-4EDC-E142-A636-8DAAB55EB2DA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1" name="Oval 4000">
                <a:extLst>
                  <a:ext uri="{FF2B5EF4-FFF2-40B4-BE49-F238E27FC236}">
                    <a16:creationId xmlns:a16="http://schemas.microsoft.com/office/drawing/2014/main" id="{760B373A-D1A1-7040-AB65-573BA533EDD2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2" name="Oval 4001">
                <a:extLst>
                  <a:ext uri="{FF2B5EF4-FFF2-40B4-BE49-F238E27FC236}">
                    <a16:creationId xmlns:a16="http://schemas.microsoft.com/office/drawing/2014/main" id="{3536C8DC-DDE8-6F42-839E-071CF8555D54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3" name="Oval 4002">
                <a:extLst>
                  <a:ext uri="{FF2B5EF4-FFF2-40B4-BE49-F238E27FC236}">
                    <a16:creationId xmlns:a16="http://schemas.microsoft.com/office/drawing/2014/main" id="{29220A14-5CBA-8749-9129-D4136050DFA1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4" name="Oval 4003">
                <a:extLst>
                  <a:ext uri="{FF2B5EF4-FFF2-40B4-BE49-F238E27FC236}">
                    <a16:creationId xmlns:a16="http://schemas.microsoft.com/office/drawing/2014/main" id="{0D46ADBE-A89A-244A-9901-9A0C3B127F81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5" name="Oval 4004">
                <a:extLst>
                  <a:ext uri="{FF2B5EF4-FFF2-40B4-BE49-F238E27FC236}">
                    <a16:creationId xmlns:a16="http://schemas.microsoft.com/office/drawing/2014/main" id="{50225A3D-2835-D043-84BE-3FB2D321157C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6" name="Oval 4005">
                <a:extLst>
                  <a:ext uri="{FF2B5EF4-FFF2-40B4-BE49-F238E27FC236}">
                    <a16:creationId xmlns:a16="http://schemas.microsoft.com/office/drawing/2014/main" id="{78AA4394-341F-2147-B0CE-B34AB88A8DBE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7" name="Oval 4006">
                <a:extLst>
                  <a:ext uri="{FF2B5EF4-FFF2-40B4-BE49-F238E27FC236}">
                    <a16:creationId xmlns:a16="http://schemas.microsoft.com/office/drawing/2014/main" id="{43EA8C8D-DDD4-C94A-8065-827EE709753D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8" name="Oval 4007">
                <a:extLst>
                  <a:ext uri="{FF2B5EF4-FFF2-40B4-BE49-F238E27FC236}">
                    <a16:creationId xmlns:a16="http://schemas.microsoft.com/office/drawing/2014/main" id="{B0B8600E-93C8-F64A-9A01-5DAE4C58CBF1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9" name="Oval 4008">
                <a:extLst>
                  <a:ext uri="{FF2B5EF4-FFF2-40B4-BE49-F238E27FC236}">
                    <a16:creationId xmlns:a16="http://schemas.microsoft.com/office/drawing/2014/main" id="{3BEE04AA-9500-4C4F-9F6D-B4471135CA59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0" name="Oval 4009">
                <a:extLst>
                  <a:ext uri="{FF2B5EF4-FFF2-40B4-BE49-F238E27FC236}">
                    <a16:creationId xmlns:a16="http://schemas.microsoft.com/office/drawing/2014/main" id="{8BF838AF-5AF0-3944-9B32-559F30B425C3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1" name="Oval 4010">
                <a:extLst>
                  <a:ext uri="{FF2B5EF4-FFF2-40B4-BE49-F238E27FC236}">
                    <a16:creationId xmlns:a16="http://schemas.microsoft.com/office/drawing/2014/main" id="{0697770C-0132-9F48-AFED-49AEB8E916F6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2" name="Oval 4011">
                <a:extLst>
                  <a:ext uri="{FF2B5EF4-FFF2-40B4-BE49-F238E27FC236}">
                    <a16:creationId xmlns:a16="http://schemas.microsoft.com/office/drawing/2014/main" id="{DC0EE8BA-CE52-EE47-90CF-E7F69B46A363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3" name="Oval 4012">
                <a:extLst>
                  <a:ext uri="{FF2B5EF4-FFF2-40B4-BE49-F238E27FC236}">
                    <a16:creationId xmlns:a16="http://schemas.microsoft.com/office/drawing/2014/main" id="{4347288A-F0F0-174D-9BCC-4E020C8586BC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4" name="Oval 4013">
                <a:extLst>
                  <a:ext uri="{FF2B5EF4-FFF2-40B4-BE49-F238E27FC236}">
                    <a16:creationId xmlns:a16="http://schemas.microsoft.com/office/drawing/2014/main" id="{AC9BCA9A-4569-E74D-BB66-75CE0D32A869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5" name="Oval 4014">
                <a:extLst>
                  <a:ext uri="{FF2B5EF4-FFF2-40B4-BE49-F238E27FC236}">
                    <a16:creationId xmlns:a16="http://schemas.microsoft.com/office/drawing/2014/main" id="{E04D5974-70CC-0342-AAD4-BDF6A92936C2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6" name="Oval 4015">
                <a:extLst>
                  <a:ext uri="{FF2B5EF4-FFF2-40B4-BE49-F238E27FC236}">
                    <a16:creationId xmlns:a16="http://schemas.microsoft.com/office/drawing/2014/main" id="{33524325-1B2E-2645-BE3A-D23E157BDE17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7" name="Oval 4016">
                <a:extLst>
                  <a:ext uri="{FF2B5EF4-FFF2-40B4-BE49-F238E27FC236}">
                    <a16:creationId xmlns:a16="http://schemas.microsoft.com/office/drawing/2014/main" id="{2D87639B-055B-324C-B852-F0E3873EE88C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8" name="Oval 4017">
                <a:extLst>
                  <a:ext uri="{FF2B5EF4-FFF2-40B4-BE49-F238E27FC236}">
                    <a16:creationId xmlns:a16="http://schemas.microsoft.com/office/drawing/2014/main" id="{D860DDB7-091F-DC4B-AD37-038145BB7534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9" name="Oval 4018">
                <a:extLst>
                  <a:ext uri="{FF2B5EF4-FFF2-40B4-BE49-F238E27FC236}">
                    <a16:creationId xmlns:a16="http://schemas.microsoft.com/office/drawing/2014/main" id="{3AB8DA08-A95B-9A47-B3F5-C51427A2325B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0" name="Oval 4019">
                <a:extLst>
                  <a:ext uri="{FF2B5EF4-FFF2-40B4-BE49-F238E27FC236}">
                    <a16:creationId xmlns:a16="http://schemas.microsoft.com/office/drawing/2014/main" id="{3DC6376C-A05E-4446-930F-FCD04ACA4D3C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1" name="Oval 4020">
                <a:extLst>
                  <a:ext uri="{FF2B5EF4-FFF2-40B4-BE49-F238E27FC236}">
                    <a16:creationId xmlns:a16="http://schemas.microsoft.com/office/drawing/2014/main" id="{CFE4B164-EF10-AF4A-9C40-96FAD23E26C4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2" name="Oval 4021">
                <a:extLst>
                  <a:ext uri="{FF2B5EF4-FFF2-40B4-BE49-F238E27FC236}">
                    <a16:creationId xmlns:a16="http://schemas.microsoft.com/office/drawing/2014/main" id="{DB53487C-EB7F-8449-9E87-B193DC86D7C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3" name="Oval 4022">
                <a:extLst>
                  <a:ext uri="{FF2B5EF4-FFF2-40B4-BE49-F238E27FC236}">
                    <a16:creationId xmlns:a16="http://schemas.microsoft.com/office/drawing/2014/main" id="{0862829C-7A39-6844-8B55-0B5593FBDAA4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4" name="Oval 4023">
                <a:extLst>
                  <a:ext uri="{FF2B5EF4-FFF2-40B4-BE49-F238E27FC236}">
                    <a16:creationId xmlns:a16="http://schemas.microsoft.com/office/drawing/2014/main" id="{972B8F9C-5DBD-8F43-8CD3-397547ADF4A7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5" name="Oval 4024">
                <a:extLst>
                  <a:ext uri="{FF2B5EF4-FFF2-40B4-BE49-F238E27FC236}">
                    <a16:creationId xmlns:a16="http://schemas.microsoft.com/office/drawing/2014/main" id="{49B7E88A-741A-0343-9454-076DCF8936AA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6" name="Oval 4025">
                <a:extLst>
                  <a:ext uri="{FF2B5EF4-FFF2-40B4-BE49-F238E27FC236}">
                    <a16:creationId xmlns:a16="http://schemas.microsoft.com/office/drawing/2014/main" id="{5196D0AE-EF23-9544-9970-ECF3E4089EE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7" name="Oval 4026">
                <a:extLst>
                  <a:ext uri="{FF2B5EF4-FFF2-40B4-BE49-F238E27FC236}">
                    <a16:creationId xmlns:a16="http://schemas.microsoft.com/office/drawing/2014/main" id="{30C4A31A-09B1-A948-975E-83D3B1BE31FB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8" name="Oval 4027">
                <a:extLst>
                  <a:ext uri="{FF2B5EF4-FFF2-40B4-BE49-F238E27FC236}">
                    <a16:creationId xmlns:a16="http://schemas.microsoft.com/office/drawing/2014/main" id="{AB410DD2-50CC-264D-B8C1-754E34B702A2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9" name="Oval 4028">
                <a:extLst>
                  <a:ext uri="{FF2B5EF4-FFF2-40B4-BE49-F238E27FC236}">
                    <a16:creationId xmlns:a16="http://schemas.microsoft.com/office/drawing/2014/main" id="{9A047138-B94D-DE43-B0C8-5FB99795468E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0" name="Oval 4029">
                <a:extLst>
                  <a:ext uri="{FF2B5EF4-FFF2-40B4-BE49-F238E27FC236}">
                    <a16:creationId xmlns:a16="http://schemas.microsoft.com/office/drawing/2014/main" id="{7DC09473-9CF0-5F42-9FA1-36DE04BE794B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1" name="Oval 4030">
                <a:extLst>
                  <a:ext uri="{FF2B5EF4-FFF2-40B4-BE49-F238E27FC236}">
                    <a16:creationId xmlns:a16="http://schemas.microsoft.com/office/drawing/2014/main" id="{BE84A5F6-01D3-1B44-A5DB-44EEAB0A60CF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2" name="Oval 4031">
                <a:extLst>
                  <a:ext uri="{FF2B5EF4-FFF2-40B4-BE49-F238E27FC236}">
                    <a16:creationId xmlns:a16="http://schemas.microsoft.com/office/drawing/2014/main" id="{2A8E61BD-3565-AC42-8EC9-139150829848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3" name="Oval 4032">
                <a:extLst>
                  <a:ext uri="{FF2B5EF4-FFF2-40B4-BE49-F238E27FC236}">
                    <a16:creationId xmlns:a16="http://schemas.microsoft.com/office/drawing/2014/main" id="{10AD0B7B-E9F4-8D46-9F09-EB48983461CF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4" name="Oval 4033">
                <a:extLst>
                  <a:ext uri="{FF2B5EF4-FFF2-40B4-BE49-F238E27FC236}">
                    <a16:creationId xmlns:a16="http://schemas.microsoft.com/office/drawing/2014/main" id="{E1F510DA-AF17-E345-BB22-0E18BCDFA594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5" name="Oval 4034">
                <a:extLst>
                  <a:ext uri="{FF2B5EF4-FFF2-40B4-BE49-F238E27FC236}">
                    <a16:creationId xmlns:a16="http://schemas.microsoft.com/office/drawing/2014/main" id="{BE02CA83-B272-BF43-BF99-AE882574566D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6" name="Oval 4035">
                <a:extLst>
                  <a:ext uri="{FF2B5EF4-FFF2-40B4-BE49-F238E27FC236}">
                    <a16:creationId xmlns:a16="http://schemas.microsoft.com/office/drawing/2014/main" id="{AC70F88C-DAF8-E940-9CE7-4BD0BA827984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7" name="Oval 4036">
                <a:extLst>
                  <a:ext uri="{FF2B5EF4-FFF2-40B4-BE49-F238E27FC236}">
                    <a16:creationId xmlns:a16="http://schemas.microsoft.com/office/drawing/2014/main" id="{56D2D139-6234-A146-863A-97BC6D300068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8" name="Oval 4037">
                <a:extLst>
                  <a:ext uri="{FF2B5EF4-FFF2-40B4-BE49-F238E27FC236}">
                    <a16:creationId xmlns:a16="http://schemas.microsoft.com/office/drawing/2014/main" id="{873230CE-34BF-044E-AF06-7E8A91DAE2EA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9" name="Oval 4038">
                <a:extLst>
                  <a:ext uri="{FF2B5EF4-FFF2-40B4-BE49-F238E27FC236}">
                    <a16:creationId xmlns:a16="http://schemas.microsoft.com/office/drawing/2014/main" id="{E679BDF4-275E-3244-A199-6D0B48D1F579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0" name="Oval 4039">
                <a:extLst>
                  <a:ext uri="{FF2B5EF4-FFF2-40B4-BE49-F238E27FC236}">
                    <a16:creationId xmlns:a16="http://schemas.microsoft.com/office/drawing/2014/main" id="{5C3023D9-77DD-9C42-9458-3F1570A7A942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1" name="Oval 4040">
                <a:extLst>
                  <a:ext uri="{FF2B5EF4-FFF2-40B4-BE49-F238E27FC236}">
                    <a16:creationId xmlns:a16="http://schemas.microsoft.com/office/drawing/2014/main" id="{90561A91-4343-8D48-B9F9-8F46329AD9B0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2" name="Oval 4041">
                <a:extLst>
                  <a:ext uri="{FF2B5EF4-FFF2-40B4-BE49-F238E27FC236}">
                    <a16:creationId xmlns:a16="http://schemas.microsoft.com/office/drawing/2014/main" id="{95152CC8-1672-8348-A54C-35727A89250A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3" name="Oval 4042">
                <a:extLst>
                  <a:ext uri="{FF2B5EF4-FFF2-40B4-BE49-F238E27FC236}">
                    <a16:creationId xmlns:a16="http://schemas.microsoft.com/office/drawing/2014/main" id="{F6915327-92F7-7A4E-821A-5BC0887AC9AA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4" name="Oval 4043">
                <a:extLst>
                  <a:ext uri="{FF2B5EF4-FFF2-40B4-BE49-F238E27FC236}">
                    <a16:creationId xmlns:a16="http://schemas.microsoft.com/office/drawing/2014/main" id="{036D0DA6-26A1-D34E-B549-95A42130B2B0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5" name="Oval 4044">
                <a:extLst>
                  <a:ext uri="{FF2B5EF4-FFF2-40B4-BE49-F238E27FC236}">
                    <a16:creationId xmlns:a16="http://schemas.microsoft.com/office/drawing/2014/main" id="{16ECD444-5227-B040-9D6B-916F7914C0EB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6" name="Oval 4045">
                <a:extLst>
                  <a:ext uri="{FF2B5EF4-FFF2-40B4-BE49-F238E27FC236}">
                    <a16:creationId xmlns:a16="http://schemas.microsoft.com/office/drawing/2014/main" id="{636C4F2E-C40E-A94D-BB24-0A09377E2AF4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7" name="Oval 4046">
                <a:extLst>
                  <a:ext uri="{FF2B5EF4-FFF2-40B4-BE49-F238E27FC236}">
                    <a16:creationId xmlns:a16="http://schemas.microsoft.com/office/drawing/2014/main" id="{FD33378E-C766-074E-B305-F2C9C71256B7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8" name="Oval 4047">
                <a:extLst>
                  <a:ext uri="{FF2B5EF4-FFF2-40B4-BE49-F238E27FC236}">
                    <a16:creationId xmlns:a16="http://schemas.microsoft.com/office/drawing/2014/main" id="{0B17C1E0-544F-814B-8163-B1DF81D6898F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9" name="Oval 4048">
                <a:extLst>
                  <a:ext uri="{FF2B5EF4-FFF2-40B4-BE49-F238E27FC236}">
                    <a16:creationId xmlns:a16="http://schemas.microsoft.com/office/drawing/2014/main" id="{E06F46CC-7815-3645-9204-268BC523D44D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0" name="Oval 4049">
                <a:extLst>
                  <a:ext uri="{FF2B5EF4-FFF2-40B4-BE49-F238E27FC236}">
                    <a16:creationId xmlns:a16="http://schemas.microsoft.com/office/drawing/2014/main" id="{86A4643E-6349-954A-BF75-6E97CAB95EB3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1" name="Oval 4050">
                <a:extLst>
                  <a:ext uri="{FF2B5EF4-FFF2-40B4-BE49-F238E27FC236}">
                    <a16:creationId xmlns:a16="http://schemas.microsoft.com/office/drawing/2014/main" id="{11789439-D9A5-7344-8DC9-E69196490815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2" name="Oval 4051">
                <a:extLst>
                  <a:ext uri="{FF2B5EF4-FFF2-40B4-BE49-F238E27FC236}">
                    <a16:creationId xmlns:a16="http://schemas.microsoft.com/office/drawing/2014/main" id="{83CAFFBA-D2B3-D94B-9D77-E367601096E6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3" name="Oval 4052">
                <a:extLst>
                  <a:ext uri="{FF2B5EF4-FFF2-40B4-BE49-F238E27FC236}">
                    <a16:creationId xmlns:a16="http://schemas.microsoft.com/office/drawing/2014/main" id="{4CB82B69-F42F-004E-8F97-97A25B406958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4" name="Oval 4053">
                <a:extLst>
                  <a:ext uri="{FF2B5EF4-FFF2-40B4-BE49-F238E27FC236}">
                    <a16:creationId xmlns:a16="http://schemas.microsoft.com/office/drawing/2014/main" id="{7004CDE4-F7EF-8E4F-AB95-66CDDCD8F1D1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5" name="Oval 4054">
                <a:extLst>
                  <a:ext uri="{FF2B5EF4-FFF2-40B4-BE49-F238E27FC236}">
                    <a16:creationId xmlns:a16="http://schemas.microsoft.com/office/drawing/2014/main" id="{378ABE2F-0E63-C246-81A2-B385882254BE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6" name="Oval 4055">
                <a:extLst>
                  <a:ext uri="{FF2B5EF4-FFF2-40B4-BE49-F238E27FC236}">
                    <a16:creationId xmlns:a16="http://schemas.microsoft.com/office/drawing/2014/main" id="{C2F800C5-0AAD-BC48-8FA6-66622DCD8B07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7" name="Oval 4056">
                <a:extLst>
                  <a:ext uri="{FF2B5EF4-FFF2-40B4-BE49-F238E27FC236}">
                    <a16:creationId xmlns:a16="http://schemas.microsoft.com/office/drawing/2014/main" id="{CA67388F-DF7F-C942-A249-C6D2CDBF3259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8" name="Oval 4057">
                <a:extLst>
                  <a:ext uri="{FF2B5EF4-FFF2-40B4-BE49-F238E27FC236}">
                    <a16:creationId xmlns:a16="http://schemas.microsoft.com/office/drawing/2014/main" id="{5FA0C854-5BFF-B54D-AEE5-74220A297874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9" name="Oval 4058">
                <a:extLst>
                  <a:ext uri="{FF2B5EF4-FFF2-40B4-BE49-F238E27FC236}">
                    <a16:creationId xmlns:a16="http://schemas.microsoft.com/office/drawing/2014/main" id="{2B890D1E-3DC9-6549-B9A4-958F6D76E331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0" name="Oval 4059">
                <a:extLst>
                  <a:ext uri="{FF2B5EF4-FFF2-40B4-BE49-F238E27FC236}">
                    <a16:creationId xmlns:a16="http://schemas.microsoft.com/office/drawing/2014/main" id="{A763C0E2-F04D-4C4E-AE7E-30C64A5C0455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1" name="Oval 4060">
                <a:extLst>
                  <a:ext uri="{FF2B5EF4-FFF2-40B4-BE49-F238E27FC236}">
                    <a16:creationId xmlns:a16="http://schemas.microsoft.com/office/drawing/2014/main" id="{340B9413-AF34-DD45-84B3-E24C83ED0550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2" name="Oval 4061">
                <a:extLst>
                  <a:ext uri="{FF2B5EF4-FFF2-40B4-BE49-F238E27FC236}">
                    <a16:creationId xmlns:a16="http://schemas.microsoft.com/office/drawing/2014/main" id="{549E9FF4-600F-6C49-9C5C-DB618C1332CD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3" name="Oval 4062">
                <a:extLst>
                  <a:ext uri="{FF2B5EF4-FFF2-40B4-BE49-F238E27FC236}">
                    <a16:creationId xmlns:a16="http://schemas.microsoft.com/office/drawing/2014/main" id="{C584FF1A-7A87-5F43-9D39-020C256C6FFC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4" name="Oval 4063">
                <a:extLst>
                  <a:ext uri="{FF2B5EF4-FFF2-40B4-BE49-F238E27FC236}">
                    <a16:creationId xmlns:a16="http://schemas.microsoft.com/office/drawing/2014/main" id="{41FC07D7-DC46-914D-AD33-F8EB46815C14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5" name="Oval 4064">
                <a:extLst>
                  <a:ext uri="{FF2B5EF4-FFF2-40B4-BE49-F238E27FC236}">
                    <a16:creationId xmlns:a16="http://schemas.microsoft.com/office/drawing/2014/main" id="{4F8BA972-7DB7-C740-B25B-AB5995BEC67C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6" name="Oval 4065">
                <a:extLst>
                  <a:ext uri="{FF2B5EF4-FFF2-40B4-BE49-F238E27FC236}">
                    <a16:creationId xmlns:a16="http://schemas.microsoft.com/office/drawing/2014/main" id="{098A06E1-61AA-8047-BF32-78B59E3763EA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7" name="Oval 4066">
                <a:extLst>
                  <a:ext uri="{FF2B5EF4-FFF2-40B4-BE49-F238E27FC236}">
                    <a16:creationId xmlns:a16="http://schemas.microsoft.com/office/drawing/2014/main" id="{7D489E3C-FCA9-5246-96C5-71D7E5A49113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8" name="Oval 4067">
                <a:extLst>
                  <a:ext uri="{FF2B5EF4-FFF2-40B4-BE49-F238E27FC236}">
                    <a16:creationId xmlns:a16="http://schemas.microsoft.com/office/drawing/2014/main" id="{C0CA80B4-DF05-FE40-8DD0-7D8BF409521E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9" name="Oval 4068">
                <a:extLst>
                  <a:ext uri="{FF2B5EF4-FFF2-40B4-BE49-F238E27FC236}">
                    <a16:creationId xmlns:a16="http://schemas.microsoft.com/office/drawing/2014/main" id="{7F195B59-444B-324E-858D-993D2F08C717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0" name="Oval 4069">
                <a:extLst>
                  <a:ext uri="{FF2B5EF4-FFF2-40B4-BE49-F238E27FC236}">
                    <a16:creationId xmlns:a16="http://schemas.microsoft.com/office/drawing/2014/main" id="{D0CC909B-DD5C-064B-8A03-07A553C5C653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1" name="Oval 4070">
                <a:extLst>
                  <a:ext uri="{FF2B5EF4-FFF2-40B4-BE49-F238E27FC236}">
                    <a16:creationId xmlns:a16="http://schemas.microsoft.com/office/drawing/2014/main" id="{E7202387-A841-A549-9B69-874DFCC5E7F9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2" name="Oval 4071">
                <a:extLst>
                  <a:ext uri="{FF2B5EF4-FFF2-40B4-BE49-F238E27FC236}">
                    <a16:creationId xmlns:a16="http://schemas.microsoft.com/office/drawing/2014/main" id="{A0A9D27B-94B7-0F42-8187-B970A0E162B6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3" name="Oval 4072">
                <a:extLst>
                  <a:ext uri="{FF2B5EF4-FFF2-40B4-BE49-F238E27FC236}">
                    <a16:creationId xmlns:a16="http://schemas.microsoft.com/office/drawing/2014/main" id="{B0720590-1745-E245-8416-8E0AE880601B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4" name="Oval 4073">
                <a:extLst>
                  <a:ext uri="{FF2B5EF4-FFF2-40B4-BE49-F238E27FC236}">
                    <a16:creationId xmlns:a16="http://schemas.microsoft.com/office/drawing/2014/main" id="{CD387A5B-14BC-E34B-BEE3-13A6902F22B7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5" name="Oval 4074">
                <a:extLst>
                  <a:ext uri="{FF2B5EF4-FFF2-40B4-BE49-F238E27FC236}">
                    <a16:creationId xmlns:a16="http://schemas.microsoft.com/office/drawing/2014/main" id="{50D6DCB4-07D4-1D4D-BC8A-B825640A02DC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6" name="Oval 4075">
                <a:extLst>
                  <a:ext uri="{FF2B5EF4-FFF2-40B4-BE49-F238E27FC236}">
                    <a16:creationId xmlns:a16="http://schemas.microsoft.com/office/drawing/2014/main" id="{92CBE20B-560E-D745-9254-9CA3C11F4743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7" name="Oval 4076">
                <a:extLst>
                  <a:ext uri="{FF2B5EF4-FFF2-40B4-BE49-F238E27FC236}">
                    <a16:creationId xmlns:a16="http://schemas.microsoft.com/office/drawing/2014/main" id="{57F9E986-DE1E-4442-97A0-ED68BA78C13B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8" name="Oval 4077">
                <a:extLst>
                  <a:ext uri="{FF2B5EF4-FFF2-40B4-BE49-F238E27FC236}">
                    <a16:creationId xmlns:a16="http://schemas.microsoft.com/office/drawing/2014/main" id="{78365B61-F930-E648-B04E-525DE1231447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9" name="Oval 4078">
                <a:extLst>
                  <a:ext uri="{FF2B5EF4-FFF2-40B4-BE49-F238E27FC236}">
                    <a16:creationId xmlns:a16="http://schemas.microsoft.com/office/drawing/2014/main" id="{709BC101-88D2-564D-ADAA-79EC6AB8395B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0" name="Oval 4079">
                <a:extLst>
                  <a:ext uri="{FF2B5EF4-FFF2-40B4-BE49-F238E27FC236}">
                    <a16:creationId xmlns:a16="http://schemas.microsoft.com/office/drawing/2014/main" id="{46A36A47-2976-2245-BED0-0596AD68604E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1" name="Oval 4080">
                <a:extLst>
                  <a:ext uri="{FF2B5EF4-FFF2-40B4-BE49-F238E27FC236}">
                    <a16:creationId xmlns:a16="http://schemas.microsoft.com/office/drawing/2014/main" id="{ED3D27D0-4442-074C-8D4B-A39F91676C32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2" name="Oval 4081">
                <a:extLst>
                  <a:ext uri="{FF2B5EF4-FFF2-40B4-BE49-F238E27FC236}">
                    <a16:creationId xmlns:a16="http://schemas.microsoft.com/office/drawing/2014/main" id="{CF768B44-D7C6-9A41-9CF1-CF3A25091912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3" name="Oval 4082">
                <a:extLst>
                  <a:ext uri="{FF2B5EF4-FFF2-40B4-BE49-F238E27FC236}">
                    <a16:creationId xmlns:a16="http://schemas.microsoft.com/office/drawing/2014/main" id="{11255B22-0666-7447-9CC3-B06E7DF51A2B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4" name="Oval 4083">
                <a:extLst>
                  <a:ext uri="{FF2B5EF4-FFF2-40B4-BE49-F238E27FC236}">
                    <a16:creationId xmlns:a16="http://schemas.microsoft.com/office/drawing/2014/main" id="{A80CF763-773D-7B48-BF87-03DA611A870F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5" name="Oval 4084">
                <a:extLst>
                  <a:ext uri="{FF2B5EF4-FFF2-40B4-BE49-F238E27FC236}">
                    <a16:creationId xmlns:a16="http://schemas.microsoft.com/office/drawing/2014/main" id="{17522F10-3BC5-5A45-8DD0-9A8F79F161CC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6" name="Oval 4085">
                <a:extLst>
                  <a:ext uri="{FF2B5EF4-FFF2-40B4-BE49-F238E27FC236}">
                    <a16:creationId xmlns:a16="http://schemas.microsoft.com/office/drawing/2014/main" id="{9D4A2D9E-EAE4-5B4E-8AE4-E40E5B766B33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7" name="Freeform 4086">
                <a:extLst>
                  <a:ext uri="{FF2B5EF4-FFF2-40B4-BE49-F238E27FC236}">
                    <a16:creationId xmlns:a16="http://schemas.microsoft.com/office/drawing/2014/main" id="{CCA99392-C75A-0149-A275-80A9E39E75D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88" name="Freeform 4087">
                <a:extLst>
                  <a:ext uri="{FF2B5EF4-FFF2-40B4-BE49-F238E27FC236}">
                    <a16:creationId xmlns:a16="http://schemas.microsoft.com/office/drawing/2014/main" id="{6106CA4F-16C6-AE4E-9767-88233EE31D90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80068080-0B6A-BC46-B9D2-1887B00821B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1225" name="Rectangle 1224">
                <a:extLst>
                  <a:ext uri="{FF2B5EF4-FFF2-40B4-BE49-F238E27FC236}">
                    <a16:creationId xmlns:a16="http://schemas.microsoft.com/office/drawing/2014/main" id="{45030F46-0041-574D-8DB7-74B263CC00E8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6" name="Rectangle 1225">
                <a:extLst>
                  <a:ext uri="{FF2B5EF4-FFF2-40B4-BE49-F238E27FC236}">
                    <a16:creationId xmlns:a16="http://schemas.microsoft.com/office/drawing/2014/main" id="{18575527-A7DF-8B44-97D7-5EB6101A952E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7" name="Rectangle 1226">
                <a:extLst>
                  <a:ext uri="{FF2B5EF4-FFF2-40B4-BE49-F238E27FC236}">
                    <a16:creationId xmlns:a16="http://schemas.microsoft.com/office/drawing/2014/main" id="{7D6AE1B6-F28B-EF4A-85E3-496C7E7237C8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8" name="Rectangle 1227">
                <a:extLst>
                  <a:ext uri="{FF2B5EF4-FFF2-40B4-BE49-F238E27FC236}">
                    <a16:creationId xmlns:a16="http://schemas.microsoft.com/office/drawing/2014/main" id="{2E0D4D4C-0060-BE4F-B289-3B57CCE7B9D8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9" name="Rectangle 1228">
                <a:extLst>
                  <a:ext uri="{FF2B5EF4-FFF2-40B4-BE49-F238E27FC236}">
                    <a16:creationId xmlns:a16="http://schemas.microsoft.com/office/drawing/2014/main" id="{2EC9D6FC-AAA0-2349-BA19-245CAE350494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0" name="Rectangle 1229">
                <a:extLst>
                  <a:ext uri="{FF2B5EF4-FFF2-40B4-BE49-F238E27FC236}">
                    <a16:creationId xmlns:a16="http://schemas.microsoft.com/office/drawing/2014/main" id="{5284FA68-8146-3448-B770-B8066CC8B35F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1" name="Rectangle 1230">
                <a:extLst>
                  <a:ext uri="{FF2B5EF4-FFF2-40B4-BE49-F238E27FC236}">
                    <a16:creationId xmlns:a16="http://schemas.microsoft.com/office/drawing/2014/main" id="{8E7D332D-AF7F-934E-97C5-EE2F2DC6DFB4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2" name="Rectangle 1231">
                <a:extLst>
                  <a:ext uri="{FF2B5EF4-FFF2-40B4-BE49-F238E27FC236}">
                    <a16:creationId xmlns:a16="http://schemas.microsoft.com/office/drawing/2014/main" id="{F059DE8C-5D55-E444-960B-5408CC8BB0F1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3" name="Rectangle 1232">
                <a:extLst>
                  <a:ext uri="{FF2B5EF4-FFF2-40B4-BE49-F238E27FC236}">
                    <a16:creationId xmlns:a16="http://schemas.microsoft.com/office/drawing/2014/main" id="{B400D6C9-95A5-4F43-B885-CD504E0211C6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4089" name="Group 4088">
            <a:extLst>
              <a:ext uri="{FF2B5EF4-FFF2-40B4-BE49-F238E27FC236}">
                <a16:creationId xmlns:a16="http://schemas.microsoft.com/office/drawing/2014/main" id="{36EEB97D-D5CD-DF42-B406-9D797E3E06C7}"/>
              </a:ext>
            </a:extLst>
          </p:cNvPr>
          <p:cNvGrpSpPr/>
          <p:nvPr/>
        </p:nvGrpSpPr>
        <p:grpSpPr>
          <a:xfrm rot="5400000">
            <a:off x="8005623" y="6105539"/>
            <a:ext cx="561574" cy="394357"/>
            <a:chOff x="5871652" y="6279397"/>
            <a:chExt cx="686823" cy="439136"/>
          </a:xfrm>
        </p:grpSpPr>
        <p:sp>
          <p:nvSpPr>
            <p:cNvPr id="4090" name="Freeform 4089">
              <a:extLst>
                <a:ext uri="{FF2B5EF4-FFF2-40B4-BE49-F238E27FC236}">
                  <a16:creationId xmlns:a16="http://schemas.microsoft.com/office/drawing/2014/main" id="{1C4F6F82-B1F7-6A4D-9857-313A2C1D1D54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1" name="Freeform 4090">
              <a:extLst>
                <a:ext uri="{FF2B5EF4-FFF2-40B4-BE49-F238E27FC236}">
                  <a16:creationId xmlns:a16="http://schemas.microsoft.com/office/drawing/2014/main" id="{3B52AB8F-64FC-2A49-84F9-2D879AEF4CB6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2" name="Freeform 4091">
              <a:extLst>
                <a:ext uri="{FF2B5EF4-FFF2-40B4-BE49-F238E27FC236}">
                  <a16:creationId xmlns:a16="http://schemas.microsoft.com/office/drawing/2014/main" id="{6066C476-F18A-644F-86AB-B34008BF94DD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3" name="Rectangle 4092">
              <a:extLst>
                <a:ext uri="{FF2B5EF4-FFF2-40B4-BE49-F238E27FC236}">
                  <a16:creationId xmlns:a16="http://schemas.microsoft.com/office/drawing/2014/main" id="{30A1EDA0-5D5D-0F41-9338-9CFD51AF845A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4094" name="Oval 4093">
              <a:extLst>
                <a:ext uri="{FF2B5EF4-FFF2-40B4-BE49-F238E27FC236}">
                  <a16:creationId xmlns:a16="http://schemas.microsoft.com/office/drawing/2014/main" id="{B9D8F278-005B-0648-A650-5BFDF14D4381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5" name="Oval 4094">
              <a:extLst>
                <a:ext uri="{FF2B5EF4-FFF2-40B4-BE49-F238E27FC236}">
                  <a16:creationId xmlns:a16="http://schemas.microsoft.com/office/drawing/2014/main" id="{9288767F-7810-3C4F-91CE-2251BA304BE1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6" name="Oval 4095">
              <a:extLst>
                <a:ext uri="{FF2B5EF4-FFF2-40B4-BE49-F238E27FC236}">
                  <a16:creationId xmlns:a16="http://schemas.microsoft.com/office/drawing/2014/main" id="{78A910FA-811D-CF41-B2D6-74BE8A9E1D47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7" name="Oval 4096">
              <a:extLst>
                <a:ext uri="{FF2B5EF4-FFF2-40B4-BE49-F238E27FC236}">
                  <a16:creationId xmlns:a16="http://schemas.microsoft.com/office/drawing/2014/main" id="{DA3183A3-DFCA-3245-A044-0DBCDE5E3EB4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8" name="Oval 4097">
              <a:extLst>
                <a:ext uri="{FF2B5EF4-FFF2-40B4-BE49-F238E27FC236}">
                  <a16:creationId xmlns:a16="http://schemas.microsoft.com/office/drawing/2014/main" id="{A1C7B823-B6C0-CA40-85D8-08070B2A7997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99" name="Oval 4098">
              <a:extLst>
                <a:ext uri="{FF2B5EF4-FFF2-40B4-BE49-F238E27FC236}">
                  <a16:creationId xmlns:a16="http://schemas.microsoft.com/office/drawing/2014/main" id="{022825B6-3831-5143-9B37-84BE145938B2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0" name="Oval 4099">
              <a:extLst>
                <a:ext uri="{FF2B5EF4-FFF2-40B4-BE49-F238E27FC236}">
                  <a16:creationId xmlns:a16="http://schemas.microsoft.com/office/drawing/2014/main" id="{CDBD0E62-FF03-A241-A38F-55BCC2EF9858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1" name="Oval 4100">
              <a:extLst>
                <a:ext uri="{FF2B5EF4-FFF2-40B4-BE49-F238E27FC236}">
                  <a16:creationId xmlns:a16="http://schemas.microsoft.com/office/drawing/2014/main" id="{C7A9405D-A18B-A245-8B20-245D285E1905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2" name="Oval 4101">
              <a:extLst>
                <a:ext uri="{FF2B5EF4-FFF2-40B4-BE49-F238E27FC236}">
                  <a16:creationId xmlns:a16="http://schemas.microsoft.com/office/drawing/2014/main" id="{11AA6A9F-BBD5-A147-8F70-4727B5EBE1C5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3" name="Oval 4102">
              <a:extLst>
                <a:ext uri="{FF2B5EF4-FFF2-40B4-BE49-F238E27FC236}">
                  <a16:creationId xmlns:a16="http://schemas.microsoft.com/office/drawing/2014/main" id="{60C07CA0-0B57-FA43-AB78-83DF988BE0E2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4" name="Oval 4103">
              <a:extLst>
                <a:ext uri="{FF2B5EF4-FFF2-40B4-BE49-F238E27FC236}">
                  <a16:creationId xmlns:a16="http://schemas.microsoft.com/office/drawing/2014/main" id="{B3F8B534-9EE9-CE48-AAE1-C65321783F93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5" name="Oval 4104">
              <a:extLst>
                <a:ext uri="{FF2B5EF4-FFF2-40B4-BE49-F238E27FC236}">
                  <a16:creationId xmlns:a16="http://schemas.microsoft.com/office/drawing/2014/main" id="{61AD600B-F6E5-FF49-8097-25DCC9E7C409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6" name="Oval 4105">
              <a:extLst>
                <a:ext uri="{FF2B5EF4-FFF2-40B4-BE49-F238E27FC236}">
                  <a16:creationId xmlns:a16="http://schemas.microsoft.com/office/drawing/2014/main" id="{0FD166E6-095F-8D40-B406-DBDAC1B893D8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7" name="Oval 4106">
              <a:extLst>
                <a:ext uri="{FF2B5EF4-FFF2-40B4-BE49-F238E27FC236}">
                  <a16:creationId xmlns:a16="http://schemas.microsoft.com/office/drawing/2014/main" id="{A7131DA2-D26B-244C-A5CC-602D06E0CF65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8" name="Oval 4107">
              <a:extLst>
                <a:ext uri="{FF2B5EF4-FFF2-40B4-BE49-F238E27FC236}">
                  <a16:creationId xmlns:a16="http://schemas.microsoft.com/office/drawing/2014/main" id="{5E9DD2B2-659A-7E4C-8C25-9DFD15D1733B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09" name="Oval 4108">
              <a:extLst>
                <a:ext uri="{FF2B5EF4-FFF2-40B4-BE49-F238E27FC236}">
                  <a16:creationId xmlns:a16="http://schemas.microsoft.com/office/drawing/2014/main" id="{E605D991-BB5E-DB41-9A8B-795CAE30B3DE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0" name="Oval 4109">
              <a:extLst>
                <a:ext uri="{FF2B5EF4-FFF2-40B4-BE49-F238E27FC236}">
                  <a16:creationId xmlns:a16="http://schemas.microsoft.com/office/drawing/2014/main" id="{720D889A-F52F-114C-92DD-F4B875B8AD84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1" name="Oval 4110">
              <a:extLst>
                <a:ext uri="{FF2B5EF4-FFF2-40B4-BE49-F238E27FC236}">
                  <a16:creationId xmlns:a16="http://schemas.microsoft.com/office/drawing/2014/main" id="{EEAFE8E0-B42C-D94B-BB2E-9B8E2877A03B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2" name="Oval 4111">
              <a:extLst>
                <a:ext uri="{FF2B5EF4-FFF2-40B4-BE49-F238E27FC236}">
                  <a16:creationId xmlns:a16="http://schemas.microsoft.com/office/drawing/2014/main" id="{5F70F9C4-9AEA-A04B-9794-9C80F4AC2D76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3" name="Oval 4112">
              <a:extLst>
                <a:ext uri="{FF2B5EF4-FFF2-40B4-BE49-F238E27FC236}">
                  <a16:creationId xmlns:a16="http://schemas.microsoft.com/office/drawing/2014/main" id="{6DD4BB80-1D72-5C47-9613-CD6831E3E00B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4" name="Oval 4113">
              <a:extLst>
                <a:ext uri="{FF2B5EF4-FFF2-40B4-BE49-F238E27FC236}">
                  <a16:creationId xmlns:a16="http://schemas.microsoft.com/office/drawing/2014/main" id="{37D065BC-40F6-2A4C-BD42-70B5E19F84C4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5" name="Oval 4114">
              <a:extLst>
                <a:ext uri="{FF2B5EF4-FFF2-40B4-BE49-F238E27FC236}">
                  <a16:creationId xmlns:a16="http://schemas.microsoft.com/office/drawing/2014/main" id="{A61D8ADB-9BA9-8448-A2EF-A25EF5EF2194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6" name="Oval 4115">
              <a:extLst>
                <a:ext uri="{FF2B5EF4-FFF2-40B4-BE49-F238E27FC236}">
                  <a16:creationId xmlns:a16="http://schemas.microsoft.com/office/drawing/2014/main" id="{2CC5FC0E-1C63-FB4E-A887-8B4C979B1AB5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7" name="Oval 4116">
              <a:extLst>
                <a:ext uri="{FF2B5EF4-FFF2-40B4-BE49-F238E27FC236}">
                  <a16:creationId xmlns:a16="http://schemas.microsoft.com/office/drawing/2014/main" id="{F07EC696-6130-6E45-84F3-364E09798FCD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8" name="Oval 4117">
              <a:extLst>
                <a:ext uri="{FF2B5EF4-FFF2-40B4-BE49-F238E27FC236}">
                  <a16:creationId xmlns:a16="http://schemas.microsoft.com/office/drawing/2014/main" id="{1368943C-3AB4-4848-9AEE-121B3ECFEDB0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19" name="Oval 4118">
              <a:extLst>
                <a:ext uri="{FF2B5EF4-FFF2-40B4-BE49-F238E27FC236}">
                  <a16:creationId xmlns:a16="http://schemas.microsoft.com/office/drawing/2014/main" id="{A6CD311F-27A3-F945-A271-E37C82B1C8C3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0" name="Oval 4119">
              <a:extLst>
                <a:ext uri="{FF2B5EF4-FFF2-40B4-BE49-F238E27FC236}">
                  <a16:creationId xmlns:a16="http://schemas.microsoft.com/office/drawing/2014/main" id="{5AECEB3A-D472-8D4E-920B-F1F69C07162C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1" name="Oval 4120">
              <a:extLst>
                <a:ext uri="{FF2B5EF4-FFF2-40B4-BE49-F238E27FC236}">
                  <a16:creationId xmlns:a16="http://schemas.microsoft.com/office/drawing/2014/main" id="{40036DBD-417F-E640-83AA-8E90F7982100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2" name="Oval 4121">
              <a:extLst>
                <a:ext uri="{FF2B5EF4-FFF2-40B4-BE49-F238E27FC236}">
                  <a16:creationId xmlns:a16="http://schemas.microsoft.com/office/drawing/2014/main" id="{55BC288E-F363-4E40-B3F7-25E54852F10B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3" name="Oval 4122">
              <a:extLst>
                <a:ext uri="{FF2B5EF4-FFF2-40B4-BE49-F238E27FC236}">
                  <a16:creationId xmlns:a16="http://schemas.microsoft.com/office/drawing/2014/main" id="{CCCEE31A-4B4F-8840-BBB2-150003DC7DDE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4" name="Oval 4123">
              <a:extLst>
                <a:ext uri="{FF2B5EF4-FFF2-40B4-BE49-F238E27FC236}">
                  <a16:creationId xmlns:a16="http://schemas.microsoft.com/office/drawing/2014/main" id="{5D360B6C-5292-9A4C-9410-165A13D18511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5" name="Oval 4124">
              <a:extLst>
                <a:ext uri="{FF2B5EF4-FFF2-40B4-BE49-F238E27FC236}">
                  <a16:creationId xmlns:a16="http://schemas.microsoft.com/office/drawing/2014/main" id="{8AE526FD-BF95-F342-BE55-6E18B0188A1E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6" name="Oval 4125">
              <a:extLst>
                <a:ext uri="{FF2B5EF4-FFF2-40B4-BE49-F238E27FC236}">
                  <a16:creationId xmlns:a16="http://schemas.microsoft.com/office/drawing/2014/main" id="{58D13C81-65F6-DA43-B312-3ACE86643E8E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7" name="Oval 4126">
              <a:extLst>
                <a:ext uri="{FF2B5EF4-FFF2-40B4-BE49-F238E27FC236}">
                  <a16:creationId xmlns:a16="http://schemas.microsoft.com/office/drawing/2014/main" id="{94630310-E759-9C40-B7A8-C7F3621B3688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8" name="Oval 4127">
              <a:extLst>
                <a:ext uri="{FF2B5EF4-FFF2-40B4-BE49-F238E27FC236}">
                  <a16:creationId xmlns:a16="http://schemas.microsoft.com/office/drawing/2014/main" id="{332A2CFE-9C4A-4449-BC5F-F568483A5B24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9" name="Oval 4128">
              <a:extLst>
                <a:ext uri="{FF2B5EF4-FFF2-40B4-BE49-F238E27FC236}">
                  <a16:creationId xmlns:a16="http://schemas.microsoft.com/office/drawing/2014/main" id="{3DB0AACF-B0A6-3C4E-BD73-0EDEF541C6A9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0" name="Oval 4129">
              <a:extLst>
                <a:ext uri="{FF2B5EF4-FFF2-40B4-BE49-F238E27FC236}">
                  <a16:creationId xmlns:a16="http://schemas.microsoft.com/office/drawing/2014/main" id="{F13D080D-A6FE-E64E-BC37-4D9D160070BA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1" name="Oval 4130">
              <a:extLst>
                <a:ext uri="{FF2B5EF4-FFF2-40B4-BE49-F238E27FC236}">
                  <a16:creationId xmlns:a16="http://schemas.microsoft.com/office/drawing/2014/main" id="{21561F03-9984-0A4E-A4D1-C04484C88881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2" name="Oval 4131">
              <a:extLst>
                <a:ext uri="{FF2B5EF4-FFF2-40B4-BE49-F238E27FC236}">
                  <a16:creationId xmlns:a16="http://schemas.microsoft.com/office/drawing/2014/main" id="{3AAAD933-5D1B-A948-97D1-D6EFF87F4337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3" name="Oval 4132">
              <a:extLst>
                <a:ext uri="{FF2B5EF4-FFF2-40B4-BE49-F238E27FC236}">
                  <a16:creationId xmlns:a16="http://schemas.microsoft.com/office/drawing/2014/main" id="{8294A9D4-0395-684A-A7C3-0F25479A88C9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4" name="Oval 4133">
              <a:extLst>
                <a:ext uri="{FF2B5EF4-FFF2-40B4-BE49-F238E27FC236}">
                  <a16:creationId xmlns:a16="http://schemas.microsoft.com/office/drawing/2014/main" id="{545AF48C-F3B2-614B-AD1F-824BD95CC831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5" name="Oval 4134">
              <a:extLst>
                <a:ext uri="{FF2B5EF4-FFF2-40B4-BE49-F238E27FC236}">
                  <a16:creationId xmlns:a16="http://schemas.microsoft.com/office/drawing/2014/main" id="{5401A4E6-8892-B349-B8CB-C58635B2AB8E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6" name="Oval 4135">
              <a:extLst>
                <a:ext uri="{FF2B5EF4-FFF2-40B4-BE49-F238E27FC236}">
                  <a16:creationId xmlns:a16="http://schemas.microsoft.com/office/drawing/2014/main" id="{0042EE75-DC6B-7446-AEDC-8D7A717AABD7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7" name="Oval 4136">
              <a:extLst>
                <a:ext uri="{FF2B5EF4-FFF2-40B4-BE49-F238E27FC236}">
                  <a16:creationId xmlns:a16="http://schemas.microsoft.com/office/drawing/2014/main" id="{63E1B4BB-A968-9241-B129-D08874753AE9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8" name="Oval 4137">
              <a:extLst>
                <a:ext uri="{FF2B5EF4-FFF2-40B4-BE49-F238E27FC236}">
                  <a16:creationId xmlns:a16="http://schemas.microsoft.com/office/drawing/2014/main" id="{1774E376-1470-F845-B6CC-0D7931A784E2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39" name="Oval 4138">
              <a:extLst>
                <a:ext uri="{FF2B5EF4-FFF2-40B4-BE49-F238E27FC236}">
                  <a16:creationId xmlns:a16="http://schemas.microsoft.com/office/drawing/2014/main" id="{3B7488CC-7462-0447-9E4F-1DCC25859940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0" name="Oval 4139">
              <a:extLst>
                <a:ext uri="{FF2B5EF4-FFF2-40B4-BE49-F238E27FC236}">
                  <a16:creationId xmlns:a16="http://schemas.microsoft.com/office/drawing/2014/main" id="{2D00D4BD-ED6C-8C4D-B83F-6EF3C3CD7F8E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1" name="Oval 4140">
              <a:extLst>
                <a:ext uri="{FF2B5EF4-FFF2-40B4-BE49-F238E27FC236}">
                  <a16:creationId xmlns:a16="http://schemas.microsoft.com/office/drawing/2014/main" id="{B8386AEA-7283-0742-95EA-DEA0065E6040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2" name="Oval 4141">
              <a:extLst>
                <a:ext uri="{FF2B5EF4-FFF2-40B4-BE49-F238E27FC236}">
                  <a16:creationId xmlns:a16="http://schemas.microsoft.com/office/drawing/2014/main" id="{50D15FAA-7928-F74A-86B4-13F6B6DFA966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3" name="Oval 4142">
              <a:extLst>
                <a:ext uri="{FF2B5EF4-FFF2-40B4-BE49-F238E27FC236}">
                  <a16:creationId xmlns:a16="http://schemas.microsoft.com/office/drawing/2014/main" id="{2FE840D8-FCA9-DB4D-A665-DEDB588E70C7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4" name="Oval 4143">
              <a:extLst>
                <a:ext uri="{FF2B5EF4-FFF2-40B4-BE49-F238E27FC236}">
                  <a16:creationId xmlns:a16="http://schemas.microsoft.com/office/drawing/2014/main" id="{D4A0F2DE-D375-9E4B-84C4-20A03469CF46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5" name="Oval 4144">
              <a:extLst>
                <a:ext uri="{FF2B5EF4-FFF2-40B4-BE49-F238E27FC236}">
                  <a16:creationId xmlns:a16="http://schemas.microsoft.com/office/drawing/2014/main" id="{FB94AF33-119D-D94E-86BB-6CC4049FB43A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6" name="Oval 4145">
              <a:extLst>
                <a:ext uri="{FF2B5EF4-FFF2-40B4-BE49-F238E27FC236}">
                  <a16:creationId xmlns:a16="http://schemas.microsoft.com/office/drawing/2014/main" id="{7127968E-BE00-7A47-8962-5AE524142324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7" name="Oval 4146">
              <a:extLst>
                <a:ext uri="{FF2B5EF4-FFF2-40B4-BE49-F238E27FC236}">
                  <a16:creationId xmlns:a16="http://schemas.microsoft.com/office/drawing/2014/main" id="{2319A974-8DCF-754B-B005-8C035B8E2B5A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8" name="Oval 4147">
              <a:extLst>
                <a:ext uri="{FF2B5EF4-FFF2-40B4-BE49-F238E27FC236}">
                  <a16:creationId xmlns:a16="http://schemas.microsoft.com/office/drawing/2014/main" id="{3618278F-1841-544C-BB62-B0FFC8228E5A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49" name="Oval 4148">
              <a:extLst>
                <a:ext uri="{FF2B5EF4-FFF2-40B4-BE49-F238E27FC236}">
                  <a16:creationId xmlns:a16="http://schemas.microsoft.com/office/drawing/2014/main" id="{B3D442CD-0500-4042-9DAD-6DA0C4796E0F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0" name="Oval 4149">
              <a:extLst>
                <a:ext uri="{FF2B5EF4-FFF2-40B4-BE49-F238E27FC236}">
                  <a16:creationId xmlns:a16="http://schemas.microsoft.com/office/drawing/2014/main" id="{79308DD1-8CF9-474C-84EC-993CFC26799F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1" name="Oval 4150">
              <a:extLst>
                <a:ext uri="{FF2B5EF4-FFF2-40B4-BE49-F238E27FC236}">
                  <a16:creationId xmlns:a16="http://schemas.microsoft.com/office/drawing/2014/main" id="{F1795CCE-114D-B74B-B419-827FD3B8C0A1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2" name="Oval 4151">
              <a:extLst>
                <a:ext uri="{FF2B5EF4-FFF2-40B4-BE49-F238E27FC236}">
                  <a16:creationId xmlns:a16="http://schemas.microsoft.com/office/drawing/2014/main" id="{A963B220-E48D-244E-B9D6-BD85D6C0E269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3" name="Oval 4152">
              <a:extLst>
                <a:ext uri="{FF2B5EF4-FFF2-40B4-BE49-F238E27FC236}">
                  <a16:creationId xmlns:a16="http://schemas.microsoft.com/office/drawing/2014/main" id="{EF08B2A9-5D20-AD45-A840-966A3DEACB71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4" name="Oval 4153">
              <a:extLst>
                <a:ext uri="{FF2B5EF4-FFF2-40B4-BE49-F238E27FC236}">
                  <a16:creationId xmlns:a16="http://schemas.microsoft.com/office/drawing/2014/main" id="{219A24DF-AB03-C748-AC9A-6627C0D82849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5" name="Oval 4154">
              <a:extLst>
                <a:ext uri="{FF2B5EF4-FFF2-40B4-BE49-F238E27FC236}">
                  <a16:creationId xmlns:a16="http://schemas.microsoft.com/office/drawing/2014/main" id="{03638E46-F8C2-0F4C-A5E4-D27F5FC1E0ED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6" name="Oval 4155">
              <a:extLst>
                <a:ext uri="{FF2B5EF4-FFF2-40B4-BE49-F238E27FC236}">
                  <a16:creationId xmlns:a16="http://schemas.microsoft.com/office/drawing/2014/main" id="{7F18CFDA-AD26-A544-83B1-DBC10EDA7C02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7" name="Oval 4156">
              <a:extLst>
                <a:ext uri="{FF2B5EF4-FFF2-40B4-BE49-F238E27FC236}">
                  <a16:creationId xmlns:a16="http://schemas.microsoft.com/office/drawing/2014/main" id="{560EFE20-39E5-F74E-952E-4462B82BDDF5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8" name="Oval 4157">
              <a:extLst>
                <a:ext uri="{FF2B5EF4-FFF2-40B4-BE49-F238E27FC236}">
                  <a16:creationId xmlns:a16="http://schemas.microsoft.com/office/drawing/2014/main" id="{449543B8-7CBD-C94B-B493-01069D600707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59" name="Oval 4158">
              <a:extLst>
                <a:ext uri="{FF2B5EF4-FFF2-40B4-BE49-F238E27FC236}">
                  <a16:creationId xmlns:a16="http://schemas.microsoft.com/office/drawing/2014/main" id="{D1CA05C3-5A00-1B40-8D3E-645C82CC5255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0" name="Oval 4159">
              <a:extLst>
                <a:ext uri="{FF2B5EF4-FFF2-40B4-BE49-F238E27FC236}">
                  <a16:creationId xmlns:a16="http://schemas.microsoft.com/office/drawing/2014/main" id="{A133DC0D-53A0-EF45-B3DF-9F01680694A0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1" name="Oval 4160">
              <a:extLst>
                <a:ext uri="{FF2B5EF4-FFF2-40B4-BE49-F238E27FC236}">
                  <a16:creationId xmlns:a16="http://schemas.microsoft.com/office/drawing/2014/main" id="{9B4779FC-528E-4D42-B484-D42735960F18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2" name="Oval 4161">
              <a:extLst>
                <a:ext uri="{FF2B5EF4-FFF2-40B4-BE49-F238E27FC236}">
                  <a16:creationId xmlns:a16="http://schemas.microsoft.com/office/drawing/2014/main" id="{A99D5E61-38A2-C74E-A812-360D096CD031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3" name="Oval 4162">
              <a:extLst>
                <a:ext uri="{FF2B5EF4-FFF2-40B4-BE49-F238E27FC236}">
                  <a16:creationId xmlns:a16="http://schemas.microsoft.com/office/drawing/2014/main" id="{3B3B0724-FE11-8948-B5DE-20FD16EC051C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4" name="Oval 4163">
              <a:extLst>
                <a:ext uri="{FF2B5EF4-FFF2-40B4-BE49-F238E27FC236}">
                  <a16:creationId xmlns:a16="http://schemas.microsoft.com/office/drawing/2014/main" id="{00835893-9678-9848-A2EC-27AA4E199D05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5" name="Oval 4164">
              <a:extLst>
                <a:ext uri="{FF2B5EF4-FFF2-40B4-BE49-F238E27FC236}">
                  <a16:creationId xmlns:a16="http://schemas.microsoft.com/office/drawing/2014/main" id="{718BBAB3-C07A-0F4E-AFA3-E88E3A9EB69B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6" name="Oval 4165">
              <a:extLst>
                <a:ext uri="{FF2B5EF4-FFF2-40B4-BE49-F238E27FC236}">
                  <a16:creationId xmlns:a16="http://schemas.microsoft.com/office/drawing/2014/main" id="{D4DBBCCC-CA61-5644-882A-D3FECD865F6F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7" name="Oval 4166">
              <a:extLst>
                <a:ext uri="{FF2B5EF4-FFF2-40B4-BE49-F238E27FC236}">
                  <a16:creationId xmlns:a16="http://schemas.microsoft.com/office/drawing/2014/main" id="{63BDF6A6-646C-D64F-A45D-E68893CA6DAC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8" name="Oval 4167">
              <a:extLst>
                <a:ext uri="{FF2B5EF4-FFF2-40B4-BE49-F238E27FC236}">
                  <a16:creationId xmlns:a16="http://schemas.microsoft.com/office/drawing/2014/main" id="{4D661AA4-FDF5-DA43-B6CA-F328594FA683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69" name="Oval 4168">
              <a:extLst>
                <a:ext uri="{FF2B5EF4-FFF2-40B4-BE49-F238E27FC236}">
                  <a16:creationId xmlns:a16="http://schemas.microsoft.com/office/drawing/2014/main" id="{03A0147C-7DE0-4445-8C4C-210515A3022B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0" name="Oval 4169">
              <a:extLst>
                <a:ext uri="{FF2B5EF4-FFF2-40B4-BE49-F238E27FC236}">
                  <a16:creationId xmlns:a16="http://schemas.microsoft.com/office/drawing/2014/main" id="{D3847F6C-AE1F-B64B-AC77-553A3A07636F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1" name="Oval 4170">
              <a:extLst>
                <a:ext uri="{FF2B5EF4-FFF2-40B4-BE49-F238E27FC236}">
                  <a16:creationId xmlns:a16="http://schemas.microsoft.com/office/drawing/2014/main" id="{71AA82DA-DD2E-0C46-AFBF-9EFE6678D2DF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2" name="Oval 4171">
              <a:extLst>
                <a:ext uri="{FF2B5EF4-FFF2-40B4-BE49-F238E27FC236}">
                  <a16:creationId xmlns:a16="http://schemas.microsoft.com/office/drawing/2014/main" id="{3E424866-FAD0-0F47-8D5A-3778D11659C4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3" name="Oval 4172">
              <a:extLst>
                <a:ext uri="{FF2B5EF4-FFF2-40B4-BE49-F238E27FC236}">
                  <a16:creationId xmlns:a16="http://schemas.microsoft.com/office/drawing/2014/main" id="{001F24C9-9BF9-DB43-8424-F06EA8C07094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4" name="Oval 4173">
              <a:extLst>
                <a:ext uri="{FF2B5EF4-FFF2-40B4-BE49-F238E27FC236}">
                  <a16:creationId xmlns:a16="http://schemas.microsoft.com/office/drawing/2014/main" id="{FC73A47F-F7E5-F344-9038-F4EBC4EB640D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5" name="Oval 4174">
              <a:extLst>
                <a:ext uri="{FF2B5EF4-FFF2-40B4-BE49-F238E27FC236}">
                  <a16:creationId xmlns:a16="http://schemas.microsoft.com/office/drawing/2014/main" id="{F08BBA9E-40FD-A04E-8D23-7D047CCBBF7B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6" name="Oval 4175">
              <a:extLst>
                <a:ext uri="{FF2B5EF4-FFF2-40B4-BE49-F238E27FC236}">
                  <a16:creationId xmlns:a16="http://schemas.microsoft.com/office/drawing/2014/main" id="{F590DFED-0F50-E84E-83F3-0A2C7C3A1A63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7" name="Oval 4176">
              <a:extLst>
                <a:ext uri="{FF2B5EF4-FFF2-40B4-BE49-F238E27FC236}">
                  <a16:creationId xmlns:a16="http://schemas.microsoft.com/office/drawing/2014/main" id="{450DE2E7-7E3B-7744-A7E0-E4CB172E4983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8" name="Oval 4177">
              <a:extLst>
                <a:ext uri="{FF2B5EF4-FFF2-40B4-BE49-F238E27FC236}">
                  <a16:creationId xmlns:a16="http://schemas.microsoft.com/office/drawing/2014/main" id="{956882C1-42A4-9743-9B40-D5F95B651CC1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79" name="Oval 4178">
              <a:extLst>
                <a:ext uri="{FF2B5EF4-FFF2-40B4-BE49-F238E27FC236}">
                  <a16:creationId xmlns:a16="http://schemas.microsoft.com/office/drawing/2014/main" id="{CE1CB55E-7A81-E248-B771-962214FE0BF0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0" name="Oval 4179">
              <a:extLst>
                <a:ext uri="{FF2B5EF4-FFF2-40B4-BE49-F238E27FC236}">
                  <a16:creationId xmlns:a16="http://schemas.microsoft.com/office/drawing/2014/main" id="{79A26120-7C0C-F04B-9739-261C187F2157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1" name="Oval 4180">
              <a:extLst>
                <a:ext uri="{FF2B5EF4-FFF2-40B4-BE49-F238E27FC236}">
                  <a16:creationId xmlns:a16="http://schemas.microsoft.com/office/drawing/2014/main" id="{79E24521-5A8F-1145-82B2-D1B35BE6A719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2" name="Oval 4181">
              <a:extLst>
                <a:ext uri="{FF2B5EF4-FFF2-40B4-BE49-F238E27FC236}">
                  <a16:creationId xmlns:a16="http://schemas.microsoft.com/office/drawing/2014/main" id="{A4AF878F-B343-D44E-9207-F6B140E67ECE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3" name="Oval 4182">
              <a:extLst>
                <a:ext uri="{FF2B5EF4-FFF2-40B4-BE49-F238E27FC236}">
                  <a16:creationId xmlns:a16="http://schemas.microsoft.com/office/drawing/2014/main" id="{55696905-F8C2-274F-A9F3-DD2DF065F75F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4" name="Oval 4183">
              <a:extLst>
                <a:ext uri="{FF2B5EF4-FFF2-40B4-BE49-F238E27FC236}">
                  <a16:creationId xmlns:a16="http://schemas.microsoft.com/office/drawing/2014/main" id="{3C46D446-0BD3-0148-BBBD-907437FABB56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5" name="Oval 4184">
              <a:extLst>
                <a:ext uri="{FF2B5EF4-FFF2-40B4-BE49-F238E27FC236}">
                  <a16:creationId xmlns:a16="http://schemas.microsoft.com/office/drawing/2014/main" id="{2A2D42C8-1C09-F447-982A-C5816BDAC028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6" name="Oval 4185">
              <a:extLst>
                <a:ext uri="{FF2B5EF4-FFF2-40B4-BE49-F238E27FC236}">
                  <a16:creationId xmlns:a16="http://schemas.microsoft.com/office/drawing/2014/main" id="{6F55B4F3-6453-AE44-972D-B335DEB8E7DC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7" name="Oval 4186">
              <a:extLst>
                <a:ext uri="{FF2B5EF4-FFF2-40B4-BE49-F238E27FC236}">
                  <a16:creationId xmlns:a16="http://schemas.microsoft.com/office/drawing/2014/main" id="{4596D571-58AF-CE46-B9C9-2A590E2D6F91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8" name="Oval 4187">
              <a:extLst>
                <a:ext uri="{FF2B5EF4-FFF2-40B4-BE49-F238E27FC236}">
                  <a16:creationId xmlns:a16="http://schemas.microsoft.com/office/drawing/2014/main" id="{1D399550-D9C0-4A4A-995F-ECE2E8E36609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89" name="Oval 4188">
              <a:extLst>
                <a:ext uri="{FF2B5EF4-FFF2-40B4-BE49-F238E27FC236}">
                  <a16:creationId xmlns:a16="http://schemas.microsoft.com/office/drawing/2014/main" id="{B0153E83-D851-F245-9ED4-75BC4EB8D939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0" name="Oval 4189">
              <a:extLst>
                <a:ext uri="{FF2B5EF4-FFF2-40B4-BE49-F238E27FC236}">
                  <a16:creationId xmlns:a16="http://schemas.microsoft.com/office/drawing/2014/main" id="{FE17B7C9-D22D-0848-B2B9-718F0AE6D685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1" name="Oval 4190">
              <a:extLst>
                <a:ext uri="{FF2B5EF4-FFF2-40B4-BE49-F238E27FC236}">
                  <a16:creationId xmlns:a16="http://schemas.microsoft.com/office/drawing/2014/main" id="{526E70BE-AFED-E949-8EF7-0DE82E61342B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2" name="Oval 4191">
              <a:extLst>
                <a:ext uri="{FF2B5EF4-FFF2-40B4-BE49-F238E27FC236}">
                  <a16:creationId xmlns:a16="http://schemas.microsoft.com/office/drawing/2014/main" id="{98BD1BFC-003C-BD4B-B6E7-BA60812580DB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3" name="Oval 4192">
              <a:extLst>
                <a:ext uri="{FF2B5EF4-FFF2-40B4-BE49-F238E27FC236}">
                  <a16:creationId xmlns:a16="http://schemas.microsoft.com/office/drawing/2014/main" id="{B155EA25-1FCE-F141-9A19-2D28F7EC438C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4" name="Oval 4193">
              <a:extLst>
                <a:ext uri="{FF2B5EF4-FFF2-40B4-BE49-F238E27FC236}">
                  <a16:creationId xmlns:a16="http://schemas.microsoft.com/office/drawing/2014/main" id="{3A89DD03-6C11-5C47-941C-BF874517647F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5" name="Oval 4194">
              <a:extLst>
                <a:ext uri="{FF2B5EF4-FFF2-40B4-BE49-F238E27FC236}">
                  <a16:creationId xmlns:a16="http://schemas.microsoft.com/office/drawing/2014/main" id="{F81DD12B-D370-F749-8405-E81E699EC8A7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6" name="Oval 4195">
              <a:extLst>
                <a:ext uri="{FF2B5EF4-FFF2-40B4-BE49-F238E27FC236}">
                  <a16:creationId xmlns:a16="http://schemas.microsoft.com/office/drawing/2014/main" id="{CC5CC7EC-01FF-EE49-BC97-4DFB717FD43E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7" name="Oval 4196">
              <a:extLst>
                <a:ext uri="{FF2B5EF4-FFF2-40B4-BE49-F238E27FC236}">
                  <a16:creationId xmlns:a16="http://schemas.microsoft.com/office/drawing/2014/main" id="{EEECAB28-4FF5-6049-9ED0-71BA88314A0F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8" name="Oval 4197">
              <a:extLst>
                <a:ext uri="{FF2B5EF4-FFF2-40B4-BE49-F238E27FC236}">
                  <a16:creationId xmlns:a16="http://schemas.microsoft.com/office/drawing/2014/main" id="{76AF8FE8-A1D0-824F-990B-BF200D9EF7AF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99" name="Oval 4198">
              <a:extLst>
                <a:ext uri="{FF2B5EF4-FFF2-40B4-BE49-F238E27FC236}">
                  <a16:creationId xmlns:a16="http://schemas.microsoft.com/office/drawing/2014/main" id="{4D6C12EB-4915-1143-B8CA-92DEAA80BD58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0" name="Oval 4199">
              <a:extLst>
                <a:ext uri="{FF2B5EF4-FFF2-40B4-BE49-F238E27FC236}">
                  <a16:creationId xmlns:a16="http://schemas.microsoft.com/office/drawing/2014/main" id="{1799FDF3-9580-AE4C-8208-17864E144B41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1" name="Oval 4200">
              <a:extLst>
                <a:ext uri="{FF2B5EF4-FFF2-40B4-BE49-F238E27FC236}">
                  <a16:creationId xmlns:a16="http://schemas.microsoft.com/office/drawing/2014/main" id="{A5221348-095E-364E-9A0D-00C27AA1EBB0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2" name="Oval 4201">
              <a:extLst>
                <a:ext uri="{FF2B5EF4-FFF2-40B4-BE49-F238E27FC236}">
                  <a16:creationId xmlns:a16="http://schemas.microsoft.com/office/drawing/2014/main" id="{73F58D12-B9DE-1143-A5EF-2CB5AEE98490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3" name="Oval 4202">
              <a:extLst>
                <a:ext uri="{FF2B5EF4-FFF2-40B4-BE49-F238E27FC236}">
                  <a16:creationId xmlns:a16="http://schemas.microsoft.com/office/drawing/2014/main" id="{92461BB3-D469-B547-B3A2-8E3E039DAFD5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4" name="Oval 4203">
              <a:extLst>
                <a:ext uri="{FF2B5EF4-FFF2-40B4-BE49-F238E27FC236}">
                  <a16:creationId xmlns:a16="http://schemas.microsoft.com/office/drawing/2014/main" id="{10E47E13-9385-4D40-AF95-E7D7BDBC8932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5" name="Oval 4204">
              <a:extLst>
                <a:ext uri="{FF2B5EF4-FFF2-40B4-BE49-F238E27FC236}">
                  <a16:creationId xmlns:a16="http://schemas.microsoft.com/office/drawing/2014/main" id="{DC4CA669-D4A9-E643-9E7A-635D083921B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6" name="Oval 4205">
              <a:extLst>
                <a:ext uri="{FF2B5EF4-FFF2-40B4-BE49-F238E27FC236}">
                  <a16:creationId xmlns:a16="http://schemas.microsoft.com/office/drawing/2014/main" id="{D341134C-34C1-BF4E-B1A8-4B93FF062A1C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07" name="Freeform 4206">
              <a:extLst>
                <a:ext uri="{FF2B5EF4-FFF2-40B4-BE49-F238E27FC236}">
                  <a16:creationId xmlns:a16="http://schemas.microsoft.com/office/drawing/2014/main" id="{89423CF3-BE48-1F44-8582-EF0176F7E084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8" name="Freeform 4207">
              <a:extLst>
                <a:ext uri="{FF2B5EF4-FFF2-40B4-BE49-F238E27FC236}">
                  <a16:creationId xmlns:a16="http://schemas.microsoft.com/office/drawing/2014/main" id="{10AE2295-F11D-E84B-940F-4D3ED294471E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09" name="Group 4208">
            <a:extLst>
              <a:ext uri="{FF2B5EF4-FFF2-40B4-BE49-F238E27FC236}">
                <a16:creationId xmlns:a16="http://schemas.microsoft.com/office/drawing/2014/main" id="{9C30B712-1DD0-5E44-A343-93A55E37D1CA}"/>
              </a:ext>
            </a:extLst>
          </p:cNvPr>
          <p:cNvGrpSpPr/>
          <p:nvPr/>
        </p:nvGrpSpPr>
        <p:grpSpPr>
          <a:xfrm rot="4409643">
            <a:off x="7808445" y="6053463"/>
            <a:ext cx="561574" cy="394357"/>
            <a:chOff x="5871652" y="6279397"/>
            <a:chExt cx="686823" cy="439136"/>
          </a:xfrm>
        </p:grpSpPr>
        <p:sp>
          <p:nvSpPr>
            <p:cNvPr id="4210" name="Freeform 4209">
              <a:extLst>
                <a:ext uri="{FF2B5EF4-FFF2-40B4-BE49-F238E27FC236}">
                  <a16:creationId xmlns:a16="http://schemas.microsoft.com/office/drawing/2014/main" id="{F6653397-DFC1-7241-9555-6E02935DA346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1" name="Freeform 4210">
              <a:extLst>
                <a:ext uri="{FF2B5EF4-FFF2-40B4-BE49-F238E27FC236}">
                  <a16:creationId xmlns:a16="http://schemas.microsoft.com/office/drawing/2014/main" id="{76876704-ED0C-2D42-A298-7761F29B82F5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2" name="Freeform 4211">
              <a:extLst>
                <a:ext uri="{FF2B5EF4-FFF2-40B4-BE49-F238E27FC236}">
                  <a16:creationId xmlns:a16="http://schemas.microsoft.com/office/drawing/2014/main" id="{154C6018-A420-764B-8A57-40823AD5E261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3" name="Rectangle 4212">
              <a:extLst>
                <a:ext uri="{FF2B5EF4-FFF2-40B4-BE49-F238E27FC236}">
                  <a16:creationId xmlns:a16="http://schemas.microsoft.com/office/drawing/2014/main" id="{2DAA016A-0A65-AC43-AEBE-87747A2E7B6C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4214" name="Oval 4213">
              <a:extLst>
                <a:ext uri="{FF2B5EF4-FFF2-40B4-BE49-F238E27FC236}">
                  <a16:creationId xmlns:a16="http://schemas.microsoft.com/office/drawing/2014/main" id="{379FA836-F561-604A-A9AB-7E7B1909BE17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5" name="Oval 4214">
              <a:extLst>
                <a:ext uri="{FF2B5EF4-FFF2-40B4-BE49-F238E27FC236}">
                  <a16:creationId xmlns:a16="http://schemas.microsoft.com/office/drawing/2014/main" id="{20DB480E-8650-C041-A612-6765B6619FEB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6" name="Oval 4215">
              <a:extLst>
                <a:ext uri="{FF2B5EF4-FFF2-40B4-BE49-F238E27FC236}">
                  <a16:creationId xmlns:a16="http://schemas.microsoft.com/office/drawing/2014/main" id="{477F15AE-B149-C64A-B4AA-1E5508026DEF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7" name="Oval 4216">
              <a:extLst>
                <a:ext uri="{FF2B5EF4-FFF2-40B4-BE49-F238E27FC236}">
                  <a16:creationId xmlns:a16="http://schemas.microsoft.com/office/drawing/2014/main" id="{A3682D45-9467-DD41-8F4C-7B9397306C66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8" name="Oval 4217">
              <a:extLst>
                <a:ext uri="{FF2B5EF4-FFF2-40B4-BE49-F238E27FC236}">
                  <a16:creationId xmlns:a16="http://schemas.microsoft.com/office/drawing/2014/main" id="{86985750-0089-3348-90CF-7576FA276A1D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19" name="Oval 4218">
              <a:extLst>
                <a:ext uri="{FF2B5EF4-FFF2-40B4-BE49-F238E27FC236}">
                  <a16:creationId xmlns:a16="http://schemas.microsoft.com/office/drawing/2014/main" id="{E3618B3D-CFDA-3D4C-B56E-CE21724D486E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0" name="Oval 4219">
              <a:extLst>
                <a:ext uri="{FF2B5EF4-FFF2-40B4-BE49-F238E27FC236}">
                  <a16:creationId xmlns:a16="http://schemas.microsoft.com/office/drawing/2014/main" id="{D07DC42C-3DA3-FD44-97DA-B2844FB934BE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1" name="Oval 4220">
              <a:extLst>
                <a:ext uri="{FF2B5EF4-FFF2-40B4-BE49-F238E27FC236}">
                  <a16:creationId xmlns:a16="http://schemas.microsoft.com/office/drawing/2014/main" id="{3C5525DF-1DF8-5144-B200-773F72EE79E5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2" name="Oval 4221">
              <a:extLst>
                <a:ext uri="{FF2B5EF4-FFF2-40B4-BE49-F238E27FC236}">
                  <a16:creationId xmlns:a16="http://schemas.microsoft.com/office/drawing/2014/main" id="{0DEC40C4-BEB6-3440-B14E-9F239887FEC0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3" name="Oval 4222">
              <a:extLst>
                <a:ext uri="{FF2B5EF4-FFF2-40B4-BE49-F238E27FC236}">
                  <a16:creationId xmlns:a16="http://schemas.microsoft.com/office/drawing/2014/main" id="{3058838F-F10D-B945-B11F-AC7992447B20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4" name="Oval 4223">
              <a:extLst>
                <a:ext uri="{FF2B5EF4-FFF2-40B4-BE49-F238E27FC236}">
                  <a16:creationId xmlns:a16="http://schemas.microsoft.com/office/drawing/2014/main" id="{6B751874-0B36-0742-87AD-BA2D7A6F736E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5" name="Oval 4224">
              <a:extLst>
                <a:ext uri="{FF2B5EF4-FFF2-40B4-BE49-F238E27FC236}">
                  <a16:creationId xmlns:a16="http://schemas.microsoft.com/office/drawing/2014/main" id="{A319A823-6256-5944-9A5C-954503003866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6" name="Oval 4225">
              <a:extLst>
                <a:ext uri="{FF2B5EF4-FFF2-40B4-BE49-F238E27FC236}">
                  <a16:creationId xmlns:a16="http://schemas.microsoft.com/office/drawing/2014/main" id="{3FBDBF5D-11E5-CC40-B9A0-A7C9BA2DE302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7" name="Oval 4226">
              <a:extLst>
                <a:ext uri="{FF2B5EF4-FFF2-40B4-BE49-F238E27FC236}">
                  <a16:creationId xmlns:a16="http://schemas.microsoft.com/office/drawing/2014/main" id="{159A2A4F-1CF4-EF42-BCF7-9D3E3001F036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8" name="Oval 4227">
              <a:extLst>
                <a:ext uri="{FF2B5EF4-FFF2-40B4-BE49-F238E27FC236}">
                  <a16:creationId xmlns:a16="http://schemas.microsoft.com/office/drawing/2014/main" id="{B015E57B-9F03-D947-9681-6982AED63ED8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29" name="Oval 4228">
              <a:extLst>
                <a:ext uri="{FF2B5EF4-FFF2-40B4-BE49-F238E27FC236}">
                  <a16:creationId xmlns:a16="http://schemas.microsoft.com/office/drawing/2014/main" id="{04BF891C-5346-2B4A-9699-BAE10EDBEBC1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0" name="Oval 4229">
              <a:extLst>
                <a:ext uri="{FF2B5EF4-FFF2-40B4-BE49-F238E27FC236}">
                  <a16:creationId xmlns:a16="http://schemas.microsoft.com/office/drawing/2014/main" id="{AF86AD2D-7712-FC4F-B6ED-A0D6B03B687D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1" name="Oval 4230">
              <a:extLst>
                <a:ext uri="{FF2B5EF4-FFF2-40B4-BE49-F238E27FC236}">
                  <a16:creationId xmlns:a16="http://schemas.microsoft.com/office/drawing/2014/main" id="{DBBFCF4F-359B-5340-B7CE-A7D699D19B62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2" name="Oval 4231">
              <a:extLst>
                <a:ext uri="{FF2B5EF4-FFF2-40B4-BE49-F238E27FC236}">
                  <a16:creationId xmlns:a16="http://schemas.microsoft.com/office/drawing/2014/main" id="{96EFBC7E-2382-DD49-B9F2-E07098F58F9C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3" name="Oval 4232">
              <a:extLst>
                <a:ext uri="{FF2B5EF4-FFF2-40B4-BE49-F238E27FC236}">
                  <a16:creationId xmlns:a16="http://schemas.microsoft.com/office/drawing/2014/main" id="{DC62B3E6-7691-D344-83AA-23918526EA98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4" name="Oval 4233">
              <a:extLst>
                <a:ext uri="{FF2B5EF4-FFF2-40B4-BE49-F238E27FC236}">
                  <a16:creationId xmlns:a16="http://schemas.microsoft.com/office/drawing/2014/main" id="{3CAB543D-A77A-BA49-A58E-5AF3736B2446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5" name="Oval 4234">
              <a:extLst>
                <a:ext uri="{FF2B5EF4-FFF2-40B4-BE49-F238E27FC236}">
                  <a16:creationId xmlns:a16="http://schemas.microsoft.com/office/drawing/2014/main" id="{6A919E34-1648-4B47-9353-C55482652DF8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6" name="Oval 4235">
              <a:extLst>
                <a:ext uri="{FF2B5EF4-FFF2-40B4-BE49-F238E27FC236}">
                  <a16:creationId xmlns:a16="http://schemas.microsoft.com/office/drawing/2014/main" id="{3AF5BBE3-73EB-AF45-AD85-5EA92E08ADE7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7" name="Oval 4236">
              <a:extLst>
                <a:ext uri="{FF2B5EF4-FFF2-40B4-BE49-F238E27FC236}">
                  <a16:creationId xmlns:a16="http://schemas.microsoft.com/office/drawing/2014/main" id="{A700A3D3-781B-5D49-B22B-532D8331C0C6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8" name="Oval 4237">
              <a:extLst>
                <a:ext uri="{FF2B5EF4-FFF2-40B4-BE49-F238E27FC236}">
                  <a16:creationId xmlns:a16="http://schemas.microsoft.com/office/drawing/2014/main" id="{2F221BFA-58FC-B24F-A061-66C057D4A45E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39" name="Oval 4238">
              <a:extLst>
                <a:ext uri="{FF2B5EF4-FFF2-40B4-BE49-F238E27FC236}">
                  <a16:creationId xmlns:a16="http://schemas.microsoft.com/office/drawing/2014/main" id="{EF60CA0C-9316-744F-AF8F-3B5FEAE025D1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0" name="Oval 4239">
              <a:extLst>
                <a:ext uri="{FF2B5EF4-FFF2-40B4-BE49-F238E27FC236}">
                  <a16:creationId xmlns:a16="http://schemas.microsoft.com/office/drawing/2014/main" id="{1E6C6DDB-E01D-854B-8315-BB213161ADDD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1" name="Oval 4240">
              <a:extLst>
                <a:ext uri="{FF2B5EF4-FFF2-40B4-BE49-F238E27FC236}">
                  <a16:creationId xmlns:a16="http://schemas.microsoft.com/office/drawing/2014/main" id="{4B43B2C0-0EFF-2A43-B6BB-29C4DA0E1BAE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2" name="Oval 4241">
              <a:extLst>
                <a:ext uri="{FF2B5EF4-FFF2-40B4-BE49-F238E27FC236}">
                  <a16:creationId xmlns:a16="http://schemas.microsoft.com/office/drawing/2014/main" id="{577FE2AA-126D-BA43-8957-129B79639275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3" name="Oval 4242">
              <a:extLst>
                <a:ext uri="{FF2B5EF4-FFF2-40B4-BE49-F238E27FC236}">
                  <a16:creationId xmlns:a16="http://schemas.microsoft.com/office/drawing/2014/main" id="{02366125-C877-C649-A90F-193635479840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4" name="Oval 4243">
              <a:extLst>
                <a:ext uri="{FF2B5EF4-FFF2-40B4-BE49-F238E27FC236}">
                  <a16:creationId xmlns:a16="http://schemas.microsoft.com/office/drawing/2014/main" id="{20539268-D103-854D-9197-2826A17472FD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5" name="Oval 4244">
              <a:extLst>
                <a:ext uri="{FF2B5EF4-FFF2-40B4-BE49-F238E27FC236}">
                  <a16:creationId xmlns:a16="http://schemas.microsoft.com/office/drawing/2014/main" id="{F1B58345-F7CF-E04F-9545-79E548A5F583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6" name="Oval 4245">
              <a:extLst>
                <a:ext uri="{FF2B5EF4-FFF2-40B4-BE49-F238E27FC236}">
                  <a16:creationId xmlns:a16="http://schemas.microsoft.com/office/drawing/2014/main" id="{88EB843B-3A30-5B43-A21B-E6D189591E45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7" name="Oval 4246">
              <a:extLst>
                <a:ext uri="{FF2B5EF4-FFF2-40B4-BE49-F238E27FC236}">
                  <a16:creationId xmlns:a16="http://schemas.microsoft.com/office/drawing/2014/main" id="{537CB1E1-E3D3-B54D-9171-2C78AA371A67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8" name="Oval 4247">
              <a:extLst>
                <a:ext uri="{FF2B5EF4-FFF2-40B4-BE49-F238E27FC236}">
                  <a16:creationId xmlns:a16="http://schemas.microsoft.com/office/drawing/2014/main" id="{5214A2E7-97E0-4A40-B6D3-BCF19CDC0601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49" name="Oval 4248">
              <a:extLst>
                <a:ext uri="{FF2B5EF4-FFF2-40B4-BE49-F238E27FC236}">
                  <a16:creationId xmlns:a16="http://schemas.microsoft.com/office/drawing/2014/main" id="{5BF4ABBD-B5CE-9D49-B794-A0670A57A8AD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0" name="Oval 4249">
              <a:extLst>
                <a:ext uri="{FF2B5EF4-FFF2-40B4-BE49-F238E27FC236}">
                  <a16:creationId xmlns:a16="http://schemas.microsoft.com/office/drawing/2014/main" id="{0AB9B50A-4579-D645-AFE6-679606377BB4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1" name="Oval 4250">
              <a:extLst>
                <a:ext uri="{FF2B5EF4-FFF2-40B4-BE49-F238E27FC236}">
                  <a16:creationId xmlns:a16="http://schemas.microsoft.com/office/drawing/2014/main" id="{7D5AE09C-9D1A-C642-9D25-52558AE73AC1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2" name="Oval 4251">
              <a:extLst>
                <a:ext uri="{FF2B5EF4-FFF2-40B4-BE49-F238E27FC236}">
                  <a16:creationId xmlns:a16="http://schemas.microsoft.com/office/drawing/2014/main" id="{15F8A855-910C-4043-A220-D622523A2E44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3" name="Oval 4252">
              <a:extLst>
                <a:ext uri="{FF2B5EF4-FFF2-40B4-BE49-F238E27FC236}">
                  <a16:creationId xmlns:a16="http://schemas.microsoft.com/office/drawing/2014/main" id="{8D989820-853F-2F4E-AE7C-ED793322D89E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4" name="Oval 4253">
              <a:extLst>
                <a:ext uri="{FF2B5EF4-FFF2-40B4-BE49-F238E27FC236}">
                  <a16:creationId xmlns:a16="http://schemas.microsoft.com/office/drawing/2014/main" id="{6ACAEF4E-67F7-6247-B5FB-294B1DECEF39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5" name="Oval 4254">
              <a:extLst>
                <a:ext uri="{FF2B5EF4-FFF2-40B4-BE49-F238E27FC236}">
                  <a16:creationId xmlns:a16="http://schemas.microsoft.com/office/drawing/2014/main" id="{7A7CB617-2C48-2C41-846D-74FF0D594282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6" name="Oval 4255">
              <a:extLst>
                <a:ext uri="{FF2B5EF4-FFF2-40B4-BE49-F238E27FC236}">
                  <a16:creationId xmlns:a16="http://schemas.microsoft.com/office/drawing/2014/main" id="{041E80A6-F082-6240-9BC9-3143EF402B41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7" name="Oval 4256">
              <a:extLst>
                <a:ext uri="{FF2B5EF4-FFF2-40B4-BE49-F238E27FC236}">
                  <a16:creationId xmlns:a16="http://schemas.microsoft.com/office/drawing/2014/main" id="{B8352DA3-1731-FB4D-856E-F398CC59E1B6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8" name="Oval 4257">
              <a:extLst>
                <a:ext uri="{FF2B5EF4-FFF2-40B4-BE49-F238E27FC236}">
                  <a16:creationId xmlns:a16="http://schemas.microsoft.com/office/drawing/2014/main" id="{2A77822A-49FD-9642-AA75-ACF3204E4CE2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59" name="Oval 4258">
              <a:extLst>
                <a:ext uri="{FF2B5EF4-FFF2-40B4-BE49-F238E27FC236}">
                  <a16:creationId xmlns:a16="http://schemas.microsoft.com/office/drawing/2014/main" id="{A159831D-9454-3541-8D5A-3E02BC0250E4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0" name="Oval 4259">
              <a:extLst>
                <a:ext uri="{FF2B5EF4-FFF2-40B4-BE49-F238E27FC236}">
                  <a16:creationId xmlns:a16="http://schemas.microsoft.com/office/drawing/2014/main" id="{F0B53991-0118-6D4A-8B4A-BDDD5C0DD43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1" name="Oval 4260">
              <a:extLst>
                <a:ext uri="{FF2B5EF4-FFF2-40B4-BE49-F238E27FC236}">
                  <a16:creationId xmlns:a16="http://schemas.microsoft.com/office/drawing/2014/main" id="{A2985035-3714-9646-92D6-8A7F98539EDC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2" name="Oval 4261">
              <a:extLst>
                <a:ext uri="{FF2B5EF4-FFF2-40B4-BE49-F238E27FC236}">
                  <a16:creationId xmlns:a16="http://schemas.microsoft.com/office/drawing/2014/main" id="{23371869-A084-C248-8512-46219D611986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3" name="Oval 4262">
              <a:extLst>
                <a:ext uri="{FF2B5EF4-FFF2-40B4-BE49-F238E27FC236}">
                  <a16:creationId xmlns:a16="http://schemas.microsoft.com/office/drawing/2014/main" id="{66AEF5D4-4787-E840-8115-59EE93F6F5C8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4" name="Oval 4263">
              <a:extLst>
                <a:ext uri="{FF2B5EF4-FFF2-40B4-BE49-F238E27FC236}">
                  <a16:creationId xmlns:a16="http://schemas.microsoft.com/office/drawing/2014/main" id="{A5E921A9-9DF5-6A4D-87AD-DE0E2338EED7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5" name="Oval 4264">
              <a:extLst>
                <a:ext uri="{FF2B5EF4-FFF2-40B4-BE49-F238E27FC236}">
                  <a16:creationId xmlns:a16="http://schemas.microsoft.com/office/drawing/2014/main" id="{0E430F3E-E4DB-1248-BC43-F2D7A4E6CA86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6" name="Oval 4265">
              <a:extLst>
                <a:ext uri="{FF2B5EF4-FFF2-40B4-BE49-F238E27FC236}">
                  <a16:creationId xmlns:a16="http://schemas.microsoft.com/office/drawing/2014/main" id="{6F34FE9F-9D4A-6145-9444-1F0ED13CAB85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7" name="Oval 4266">
              <a:extLst>
                <a:ext uri="{FF2B5EF4-FFF2-40B4-BE49-F238E27FC236}">
                  <a16:creationId xmlns:a16="http://schemas.microsoft.com/office/drawing/2014/main" id="{A64E0B9F-62C3-3649-BD99-7901F22F0A35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8" name="Oval 4267">
              <a:extLst>
                <a:ext uri="{FF2B5EF4-FFF2-40B4-BE49-F238E27FC236}">
                  <a16:creationId xmlns:a16="http://schemas.microsoft.com/office/drawing/2014/main" id="{0745DE08-5B8D-4F4C-A972-B4F81F5DB90D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69" name="Oval 4268">
              <a:extLst>
                <a:ext uri="{FF2B5EF4-FFF2-40B4-BE49-F238E27FC236}">
                  <a16:creationId xmlns:a16="http://schemas.microsoft.com/office/drawing/2014/main" id="{5D0CD39F-E6D4-274B-A79A-177153280787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0" name="Oval 4269">
              <a:extLst>
                <a:ext uri="{FF2B5EF4-FFF2-40B4-BE49-F238E27FC236}">
                  <a16:creationId xmlns:a16="http://schemas.microsoft.com/office/drawing/2014/main" id="{67148830-AA23-B547-BCD8-FB1E4C8B8D80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1" name="Oval 4270">
              <a:extLst>
                <a:ext uri="{FF2B5EF4-FFF2-40B4-BE49-F238E27FC236}">
                  <a16:creationId xmlns:a16="http://schemas.microsoft.com/office/drawing/2014/main" id="{C01BC3E4-557B-3941-8D51-6B9AA174B39F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2" name="Oval 4271">
              <a:extLst>
                <a:ext uri="{FF2B5EF4-FFF2-40B4-BE49-F238E27FC236}">
                  <a16:creationId xmlns:a16="http://schemas.microsoft.com/office/drawing/2014/main" id="{D8B9975E-9B8F-2740-98A1-7B407C912E93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3" name="Oval 4272">
              <a:extLst>
                <a:ext uri="{FF2B5EF4-FFF2-40B4-BE49-F238E27FC236}">
                  <a16:creationId xmlns:a16="http://schemas.microsoft.com/office/drawing/2014/main" id="{5BDFDC66-6ACB-434D-B9BF-9F2C761D2EB2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4" name="Oval 4273">
              <a:extLst>
                <a:ext uri="{FF2B5EF4-FFF2-40B4-BE49-F238E27FC236}">
                  <a16:creationId xmlns:a16="http://schemas.microsoft.com/office/drawing/2014/main" id="{11DB2D81-1649-884D-A5FB-35B50C624B4A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5" name="Oval 4274">
              <a:extLst>
                <a:ext uri="{FF2B5EF4-FFF2-40B4-BE49-F238E27FC236}">
                  <a16:creationId xmlns:a16="http://schemas.microsoft.com/office/drawing/2014/main" id="{3C5D6DB1-E450-C648-8B7F-01C252A6A622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6" name="Oval 4275">
              <a:extLst>
                <a:ext uri="{FF2B5EF4-FFF2-40B4-BE49-F238E27FC236}">
                  <a16:creationId xmlns:a16="http://schemas.microsoft.com/office/drawing/2014/main" id="{5052452A-8231-8443-BE7C-D384540290CC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7" name="Oval 4276">
              <a:extLst>
                <a:ext uri="{FF2B5EF4-FFF2-40B4-BE49-F238E27FC236}">
                  <a16:creationId xmlns:a16="http://schemas.microsoft.com/office/drawing/2014/main" id="{65EE68DE-EE78-A745-94CC-7FBE5585FBB6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8" name="Oval 4277">
              <a:extLst>
                <a:ext uri="{FF2B5EF4-FFF2-40B4-BE49-F238E27FC236}">
                  <a16:creationId xmlns:a16="http://schemas.microsoft.com/office/drawing/2014/main" id="{71C231DD-5B0B-FC46-8FD5-02BA742A95EA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79" name="Oval 4278">
              <a:extLst>
                <a:ext uri="{FF2B5EF4-FFF2-40B4-BE49-F238E27FC236}">
                  <a16:creationId xmlns:a16="http://schemas.microsoft.com/office/drawing/2014/main" id="{801C1611-604F-BF4D-BFF4-E0F997FE02AB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0" name="Oval 4279">
              <a:extLst>
                <a:ext uri="{FF2B5EF4-FFF2-40B4-BE49-F238E27FC236}">
                  <a16:creationId xmlns:a16="http://schemas.microsoft.com/office/drawing/2014/main" id="{C3563E44-04A0-9E49-8F42-581DD5C8538A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1" name="Oval 4280">
              <a:extLst>
                <a:ext uri="{FF2B5EF4-FFF2-40B4-BE49-F238E27FC236}">
                  <a16:creationId xmlns:a16="http://schemas.microsoft.com/office/drawing/2014/main" id="{6E7C6ED8-4198-4C4C-B303-BF0C5B0CAE17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2" name="Oval 4281">
              <a:extLst>
                <a:ext uri="{FF2B5EF4-FFF2-40B4-BE49-F238E27FC236}">
                  <a16:creationId xmlns:a16="http://schemas.microsoft.com/office/drawing/2014/main" id="{317D18A3-9FD5-D146-B0A3-B7096BE16E38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3" name="Oval 4282">
              <a:extLst>
                <a:ext uri="{FF2B5EF4-FFF2-40B4-BE49-F238E27FC236}">
                  <a16:creationId xmlns:a16="http://schemas.microsoft.com/office/drawing/2014/main" id="{5821FD0B-4478-234F-9E8D-7F60A52763BC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4" name="Oval 4283">
              <a:extLst>
                <a:ext uri="{FF2B5EF4-FFF2-40B4-BE49-F238E27FC236}">
                  <a16:creationId xmlns:a16="http://schemas.microsoft.com/office/drawing/2014/main" id="{EC92193E-9C63-7841-AA09-74865FFA00C1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5" name="Oval 4284">
              <a:extLst>
                <a:ext uri="{FF2B5EF4-FFF2-40B4-BE49-F238E27FC236}">
                  <a16:creationId xmlns:a16="http://schemas.microsoft.com/office/drawing/2014/main" id="{31BF9BE9-42CA-9E40-9812-E21727A9893A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6" name="Oval 4285">
              <a:extLst>
                <a:ext uri="{FF2B5EF4-FFF2-40B4-BE49-F238E27FC236}">
                  <a16:creationId xmlns:a16="http://schemas.microsoft.com/office/drawing/2014/main" id="{802D8BB1-0668-694C-BD5E-9DF6B2412B67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7" name="Oval 4286">
              <a:extLst>
                <a:ext uri="{FF2B5EF4-FFF2-40B4-BE49-F238E27FC236}">
                  <a16:creationId xmlns:a16="http://schemas.microsoft.com/office/drawing/2014/main" id="{87D1EBA7-5226-3440-9ED0-97CF4A5A425A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8" name="Oval 4287">
              <a:extLst>
                <a:ext uri="{FF2B5EF4-FFF2-40B4-BE49-F238E27FC236}">
                  <a16:creationId xmlns:a16="http://schemas.microsoft.com/office/drawing/2014/main" id="{F673AC17-5EF1-564D-BF35-A2ED878D799D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89" name="Oval 4288">
              <a:extLst>
                <a:ext uri="{FF2B5EF4-FFF2-40B4-BE49-F238E27FC236}">
                  <a16:creationId xmlns:a16="http://schemas.microsoft.com/office/drawing/2014/main" id="{6C5AB3E1-378D-7D4F-92A0-BEA76B418377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0" name="Oval 4289">
              <a:extLst>
                <a:ext uri="{FF2B5EF4-FFF2-40B4-BE49-F238E27FC236}">
                  <a16:creationId xmlns:a16="http://schemas.microsoft.com/office/drawing/2014/main" id="{5399DDC7-0292-6943-A235-77405707ED81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1" name="Oval 4290">
              <a:extLst>
                <a:ext uri="{FF2B5EF4-FFF2-40B4-BE49-F238E27FC236}">
                  <a16:creationId xmlns:a16="http://schemas.microsoft.com/office/drawing/2014/main" id="{2A3A73F2-7A11-864B-AD4A-8C32F094C641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2" name="Oval 4291">
              <a:extLst>
                <a:ext uri="{FF2B5EF4-FFF2-40B4-BE49-F238E27FC236}">
                  <a16:creationId xmlns:a16="http://schemas.microsoft.com/office/drawing/2014/main" id="{53EF7C84-4D9A-8D4A-AB78-E60E975DBCD7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3" name="Oval 4292">
              <a:extLst>
                <a:ext uri="{FF2B5EF4-FFF2-40B4-BE49-F238E27FC236}">
                  <a16:creationId xmlns:a16="http://schemas.microsoft.com/office/drawing/2014/main" id="{2F9D52AB-70AC-FC4E-84FE-7086254060B9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4" name="Oval 4293">
              <a:extLst>
                <a:ext uri="{FF2B5EF4-FFF2-40B4-BE49-F238E27FC236}">
                  <a16:creationId xmlns:a16="http://schemas.microsoft.com/office/drawing/2014/main" id="{04CE6DBE-71CD-D44A-9ED2-4FED6171694C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5" name="Oval 4294">
              <a:extLst>
                <a:ext uri="{FF2B5EF4-FFF2-40B4-BE49-F238E27FC236}">
                  <a16:creationId xmlns:a16="http://schemas.microsoft.com/office/drawing/2014/main" id="{9AFD4EBA-4040-214C-9826-E570EF7DA896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6" name="Oval 4295">
              <a:extLst>
                <a:ext uri="{FF2B5EF4-FFF2-40B4-BE49-F238E27FC236}">
                  <a16:creationId xmlns:a16="http://schemas.microsoft.com/office/drawing/2014/main" id="{3553F7CE-447C-254B-BCBF-97A4118F3C92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7" name="Oval 4296">
              <a:extLst>
                <a:ext uri="{FF2B5EF4-FFF2-40B4-BE49-F238E27FC236}">
                  <a16:creationId xmlns:a16="http://schemas.microsoft.com/office/drawing/2014/main" id="{FD32BF91-E215-8343-82D4-41FD59E80F11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8" name="Oval 4297">
              <a:extLst>
                <a:ext uri="{FF2B5EF4-FFF2-40B4-BE49-F238E27FC236}">
                  <a16:creationId xmlns:a16="http://schemas.microsoft.com/office/drawing/2014/main" id="{B9516BB9-C7AB-A845-8D7F-9547DDBB97DF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99" name="Oval 4298">
              <a:extLst>
                <a:ext uri="{FF2B5EF4-FFF2-40B4-BE49-F238E27FC236}">
                  <a16:creationId xmlns:a16="http://schemas.microsoft.com/office/drawing/2014/main" id="{49D0DE5F-B55E-DE43-9BA0-81D130334E2C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0" name="Oval 4299">
              <a:extLst>
                <a:ext uri="{FF2B5EF4-FFF2-40B4-BE49-F238E27FC236}">
                  <a16:creationId xmlns:a16="http://schemas.microsoft.com/office/drawing/2014/main" id="{11CA121D-E6D4-F245-9D1C-54E9D82ABBFA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1" name="Oval 4300">
              <a:extLst>
                <a:ext uri="{FF2B5EF4-FFF2-40B4-BE49-F238E27FC236}">
                  <a16:creationId xmlns:a16="http://schemas.microsoft.com/office/drawing/2014/main" id="{CE1C4321-CCDA-D44B-8071-6078B5BB8938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2" name="Oval 4301">
              <a:extLst>
                <a:ext uri="{FF2B5EF4-FFF2-40B4-BE49-F238E27FC236}">
                  <a16:creationId xmlns:a16="http://schemas.microsoft.com/office/drawing/2014/main" id="{E391E24E-6080-8F4A-93DB-DFD4FAF61A17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3" name="Oval 4302">
              <a:extLst>
                <a:ext uri="{FF2B5EF4-FFF2-40B4-BE49-F238E27FC236}">
                  <a16:creationId xmlns:a16="http://schemas.microsoft.com/office/drawing/2014/main" id="{CE9D9261-5C31-8541-8C06-134B6EFEEFAC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4" name="Oval 4303">
              <a:extLst>
                <a:ext uri="{FF2B5EF4-FFF2-40B4-BE49-F238E27FC236}">
                  <a16:creationId xmlns:a16="http://schemas.microsoft.com/office/drawing/2014/main" id="{4A48F953-9639-2F46-B702-A1FD76C2086E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5" name="Oval 4304">
              <a:extLst>
                <a:ext uri="{FF2B5EF4-FFF2-40B4-BE49-F238E27FC236}">
                  <a16:creationId xmlns:a16="http://schemas.microsoft.com/office/drawing/2014/main" id="{B3082A8A-E2D1-C44A-B089-3ACB6C52CEF5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6" name="Oval 4305">
              <a:extLst>
                <a:ext uri="{FF2B5EF4-FFF2-40B4-BE49-F238E27FC236}">
                  <a16:creationId xmlns:a16="http://schemas.microsoft.com/office/drawing/2014/main" id="{D52F902C-B16C-4B4E-905E-64FC812E70E5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7" name="Oval 4306">
              <a:extLst>
                <a:ext uri="{FF2B5EF4-FFF2-40B4-BE49-F238E27FC236}">
                  <a16:creationId xmlns:a16="http://schemas.microsoft.com/office/drawing/2014/main" id="{086AFEA8-93EC-674D-8114-4113D430B1D9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8" name="Oval 4307">
              <a:extLst>
                <a:ext uri="{FF2B5EF4-FFF2-40B4-BE49-F238E27FC236}">
                  <a16:creationId xmlns:a16="http://schemas.microsoft.com/office/drawing/2014/main" id="{FA8C227F-EDF4-AD40-B736-C840BF5B6419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09" name="Oval 4308">
              <a:extLst>
                <a:ext uri="{FF2B5EF4-FFF2-40B4-BE49-F238E27FC236}">
                  <a16:creationId xmlns:a16="http://schemas.microsoft.com/office/drawing/2014/main" id="{D6BBA140-7F18-1E4B-A242-7A04227674AD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0" name="Oval 4309">
              <a:extLst>
                <a:ext uri="{FF2B5EF4-FFF2-40B4-BE49-F238E27FC236}">
                  <a16:creationId xmlns:a16="http://schemas.microsoft.com/office/drawing/2014/main" id="{65626F35-841E-F74A-B9C5-C96D792092FA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1" name="Oval 4310">
              <a:extLst>
                <a:ext uri="{FF2B5EF4-FFF2-40B4-BE49-F238E27FC236}">
                  <a16:creationId xmlns:a16="http://schemas.microsoft.com/office/drawing/2014/main" id="{B8BCBC40-EAC0-7D4F-A050-F1F80F8F2D50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2" name="Oval 4311">
              <a:extLst>
                <a:ext uri="{FF2B5EF4-FFF2-40B4-BE49-F238E27FC236}">
                  <a16:creationId xmlns:a16="http://schemas.microsoft.com/office/drawing/2014/main" id="{1055F079-A4CF-074C-ADD3-024E4E7857D6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3" name="Oval 4312">
              <a:extLst>
                <a:ext uri="{FF2B5EF4-FFF2-40B4-BE49-F238E27FC236}">
                  <a16:creationId xmlns:a16="http://schemas.microsoft.com/office/drawing/2014/main" id="{62ADCF0E-999F-B144-AF5E-0EAAE1E0B072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4" name="Oval 4313">
              <a:extLst>
                <a:ext uri="{FF2B5EF4-FFF2-40B4-BE49-F238E27FC236}">
                  <a16:creationId xmlns:a16="http://schemas.microsoft.com/office/drawing/2014/main" id="{C601F669-43E1-534A-BBAF-BF563A497DF5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5" name="Oval 4314">
              <a:extLst>
                <a:ext uri="{FF2B5EF4-FFF2-40B4-BE49-F238E27FC236}">
                  <a16:creationId xmlns:a16="http://schemas.microsoft.com/office/drawing/2014/main" id="{BFF06C56-CE17-A949-ACD8-234A90F4F404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6" name="Oval 4315">
              <a:extLst>
                <a:ext uri="{FF2B5EF4-FFF2-40B4-BE49-F238E27FC236}">
                  <a16:creationId xmlns:a16="http://schemas.microsoft.com/office/drawing/2014/main" id="{90155829-CB7C-5B47-B6C1-5B7A85EE2DB2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7" name="Oval 4316">
              <a:extLst>
                <a:ext uri="{FF2B5EF4-FFF2-40B4-BE49-F238E27FC236}">
                  <a16:creationId xmlns:a16="http://schemas.microsoft.com/office/drawing/2014/main" id="{311A6789-367A-7945-BBC1-2C726F6FD0E7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8" name="Oval 4317">
              <a:extLst>
                <a:ext uri="{FF2B5EF4-FFF2-40B4-BE49-F238E27FC236}">
                  <a16:creationId xmlns:a16="http://schemas.microsoft.com/office/drawing/2014/main" id="{EA0AE962-527E-2B42-A494-7C69B41BC6F8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19" name="Oval 4318">
              <a:extLst>
                <a:ext uri="{FF2B5EF4-FFF2-40B4-BE49-F238E27FC236}">
                  <a16:creationId xmlns:a16="http://schemas.microsoft.com/office/drawing/2014/main" id="{297500B2-5843-2841-B51F-339F881EC286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0" name="Oval 4319">
              <a:extLst>
                <a:ext uri="{FF2B5EF4-FFF2-40B4-BE49-F238E27FC236}">
                  <a16:creationId xmlns:a16="http://schemas.microsoft.com/office/drawing/2014/main" id="{27C86822-FDDA-C148-8408-F2A60FFEA13E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1" name="Oval 4320">
              <a:extLst>
                <a:ext uri="{FF2B5EF4-FFF2-40B4-BE49-F238E27FC236}">
                  <a16:creationId xmlns:a16="http://schemas.microsoft.com/office/drawing/2014/main" id="{F6A94253-07E1-894A-8A01-95172DDB00D6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2" name="Oval 4321">
              <a:extLst>
                <a:ext uri="{FF2B5EF4-FFF2-40B4-BE49-F238E27FC236}">
                  <a16:creationId xmlns:a16="http://schemas.microsoft.com/office/drawing/2014/main" id="{C4801747-2D81-E54B-AA50-E28A7E4B08B4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3" name="Oval 4322">
              <a:extLst>
                <a:ext uri="{FF2B5EF4-FFF2-40B4-BE49-F238E27FC236}">
                  <a16:creationId xmlns:a16="http://schemas.microsoft.com/office/drawing/2014/main" id="{D10913E1-C38A-124B-940C-90A8FBF5E0DC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4" name="Oval 4323">
              <a:extLst>
                <a:ext uri="{FF2B5EF4-FFF2-40B4-BE49-F238E27FC236}">
                  <a16:creationId xmlns:a16="http://schemas.microsoft.com/office/drawing/2014/main" id="{C55708DE-2405-2647-8265-DD4C4D8790FF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5" name="Oval 4324">
              <a:extLst>
                <a:ext uri="{FF2B5EF4-FFF2-40B4-BE49-F238E27FC236}">
                  <a16:creationId xmlns:a16="http://schemas.microsoft.com/office/drawing/2014/main" id="{337B99DD-E1B0-7847-8359-F5F4D5EA81A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6" name="Oval 4325">
              <a:extLst>
                <a:ext uri="{FF2B5EF4-FFF2-40B4-BE49-F238E27FC236}">
                  <a16:creationId xmlns:a16="http://schemas.microsoft.com/office/drawing/2014/main" id="{6C7733FF-DC90-B740-BF1C-A229B70D8ADA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27" name="Freeform 4326">
              <a:extLst>
                <a:ext uri="{FF2B5EF4-FFF2-40B4-BE49-F238E27FC236}">
                  <a16:creationId xmlns:a16="http://schemas.microsoft.com/office/drawing/2014/main" id="{A97BB77D-ED29-A840-8F4F-31D910944616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8" name="Freeform 4327">
              <a:extLst>
                <a:ext uri="{FF2B5EF4-FFF2-40B4-BE49-F238E27FC236}">
                  <a16:creationId xmlns:a16="http://schemas.microsoft.com/office/drawing/2014/main" id="{0609ACC8-B920-7247-A30B-58E5B80E75A6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29" name="Group 4328">
            <a:extLst>
              <a:ext uri="{FF2B5EF4-FFF2-40B4-BE49-F238E27FC236}">
                <a16:creationId xmlns:a16="http://schemas.microsoft.com/office/drawing/2014/main" id="{C94B5719-1D5C-3A48-8D88-65A220686995}"/>
              </a:ext>
            </a:extLst>
          </p:cNvPr>
          <p:cNvGrpSpPr/>
          <p:nvPr/>
        </p:nvGrpSpPr>
        <p:grpSpPr>
          <a:xfrm rot="3029423">
            <a:off x="7621825" y="6015319"/>
            <a:ext cx="561574" cy="394357"/>
            <a:chOff x="5871652" y="6279397"/>
            <a:chExt cx="686823" cy="439136"/>
          </a:xfrm>
        </p:grpSpPr>
        <p:sp>
          <p:nvSpPr>
            <p:cNvPr id="4330" name="Freeform 4329">
              <a:extLst>
                <a:ext uri="{FF2B5EF4-FFF2-40B4-BE49-F238E27FC236}">
                  <a16:creationId xmlns:a16="http://schemas.microsoft.com/office/drawing/2014/main" id="{A9246FCA-CD38-3444-BB6C-80886D317033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1" name="Freeform 4330">
              <a:extLst>
                <a:ext uri="{FF2B5EF4-FFF2-40B4-BE49-F238E27FC236}">
                  <a16:creationId xmlns:a16="http://schemas.microsoft.com/office/drawing/2014/main" id="{A1EA0601-E6FE-D34D-B76B-1E8D84E5BAF2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2" name="Freeform 4331">
              <a:extLst>
                <a:ext uri="{FF2B5EF4-FFF2-40B4-BE49-F238E27FC236}">
                  <a16:creationId xmlns:a16="http://schemas.microsoft.com/office/drawing/2014/main" id="{7AD3841D-8292-D94F-878C-D8593B559A7B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3" name="Rectangle 4332">
              <a:extLst>
                <a:ext uri="{FF2B5EF4-FFF2-40B4-BE49-F238E27FC236}">
                  <a16:creationId xmlns:a16="http://schemas.microsoft.com/office/drawing/2014/main" id="{A80846E2-F52B-0749-B4C6-5A2D9F01C030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4334" name="Oval 4333">
              <a:extLst>
                <a:ext uri="{FF2B5EF4-FFF2-40B4-BE49-F238E27FC236}">
                  <a16:creationId xmlns:a16="http://schemas.microsoft.com/office/drawing/2014/main" id="{725E5CF7-E381-5F4E-8A71-760DC9548AA8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5" name="Oval 4334">
              <a:extLst>
                <a:ext uri="{FF2B5EF4-FFF2-40B4-BE49-F238E27FC236}">
                  <a16:creationId xmlns:a16="http://schemas.microsoft.com/office/drawing/2014/main" id="{13B16CC1-B010-B747-81AC-3D05B8141F94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6" name="Oval 4335">
              <a:extLst>
                <a:ext uri="{FF2B5EF4-FFF2-40B4-BE49-F238E27FC236}">
                  <a16:creationId xmlns:a16="http://schemas.microsoft.com/office/drawing/2014/main" id="{912F3FE5-7386-2147-A74F-3302FDE8421F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7" name="Oval 4336">
              <a:extLst>
                <a:ext uri="{FF2B5EF4-FFF2-40B4-BE49-F238E27FC236}">
                  <a16:creationId xmlns:a16="http://schemas.microsoft.com/office/drawing/2014/main" id="{A9C8229F-AF53-494B-A27F-50B41CD653D3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8" name="Oval 4337">
              <a:extLst>
                <a:ext uri="{FF2B5EF4-FFF2-40B4-BE49-F238E27FC236}">
                  <a16:creationId xmlns:a16="http://schemas.microsoft.com/office/drawing/2014/main" id="{A60B4F6C-69B5-2D46-B277-582ED831D34B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39" name="Oval 4338">
              <a:extLst>
                <a:ext uri="{FF2B5EF4-FFF2-40B4-BE49-F238E27FC236}">
                  <a16:creationId xmlns:a16="http://schemas.microsoft.com/office/drawing/2014/main" id="{3ACD11F1-3E5B-2248-8080-E1228C90C038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0" name="Oval 4339">
              <a:extLst>
                <a:ext uri="{FF2B5EF4-FFF2-40B4-BE49-F238E27FC236}">
                  <a16:creationId xmlns:a16="http://schemas.microsoft.com/office/drawing/2014/main" id="{3B3F88AE-733E-4944-B55A-6DF802E6DB02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1" name="Oval 4340">
              <a:extLst>
                <a:ext uri="{FF2B5EF4-FFF2-40B4-BE49-F238E27FC236}">
                  <a16:creationId xmlns:a16="http://schemas.microsoft.com/office/drawing/2014/main" id="{7CFEAE97-8C87-574B-A6DF-F24DA5261866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2" name="Oval 4341">
              <a:extLst>
                <a:ext uri="{FF2B5EF4-FFF2-40B4-BE49-F238E27FC236}">
                  <a16:creationId xmlns:a16="http://schemas.microsoft.com/office/drawing/2014/main" id="{DF85E082-71F6-5C4F-A540-36463C7BF6DB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3" name="Oval 4342">
              <a:extLst>
                <a:ext uri="{FF2B5EF4-FFF2-40B4-BE49-F238E27FC236}">
                  <a16:creationId xmlns:a16="http://schemas.microsoft.com/office/drawing/2014/main" id="{3F264A5F-E4FD-B548-A7FB-050263DFC773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4" name="Oval 4343">
              <a:extLst>
                <a:ext uri="{FF2B5EF4-FFF2-40B4-BE49-F238E27FC236}">
                  <a16:creationId xmlns:a16="http://schemas.microsoft.com/office/drawing/2014/main" id="{22F61516-67C0-4E41-96E4-5947851D5912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5" name="Oval 4344">
              <a:extLst>
                <a:ext uri="{FF2B5EF4-FFF2-40B4-BE49-F238E27FC236}">
                  <a16:creationId xmlns:a16="http://schemas.microsoft.com/office/drawing/2014/main" id="{2BBA5454-BE25-6641-8AA1-8F0E06BE5773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6" name="Oval 4345">
              <a:extLst>
                <a:ext uri="{FF2B5EF4-FFF2-40B4-BE49-F238E27FC236}">
                  <a16:creationId xmlns:a16="http://schemas.microsoft.com/office/drawing/2014/main" id="{C26CD60E-72D0-AF4C-B6F2-16C62DD3A03C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7" name="Oval 4346">
              <a:extLst>
                <a:ext uri="{FF2B5EF4-FFF2-40B4-BE49-F238E27FC236}">
                  <a16:creationId xmlns:a16="http://schemas.microsoft.com/office/drawing/2014/main" id="{4B99BFFB-D6E2-BA45-BF3E-47AD5BA51DBA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8" name="Oval 4347">
              <a:extLst>
                <a:ext uri="{FF2B5EF4-FFF2-40B4-BE49-F238E27FC236}">
                  <a16:creationId xmlns:a16="http://schemas.microsoft.com/office/drawing/2014/main" id="{A24B3C89-F71F-8045-81A1-89C6C31FC45D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49" name="Oval 4348">
              <a:extLst>
                <a:ext uri="{FF2B5EF4-FFF2-40B4-BE49-F238E27FC236}">
                  <a16:creationId xmlns:a16="http://schemas.microsoft.com/office/drawing/2014/main" id="{7F989423-1CE2-554C-A9BB-AD6F9E9F1B70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0" name="Oval 4349">
              <a:extLst>
                <a:ext uri="{FF2B5EF4-FFF2-40B4-BE49-F238E27FC236}">
                  <a16:creationId xmlns:a16="http://schemas.microsoft.com/office/drawing/2014/main" id="{0985B163-A145-D34E-9CF8-ABADB7F95EEB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1" name="Oval 4350">
              <a:extLst>
                <a:ext uri="{FF2B5EF4-FFF2-40B4-BE49-F238E27FC236}">
                  <a16:creationId xmlns:a16="http://schemas.microsoft.com/office/drawing/2014/main" id="{D814284C-E03E-574B-B837-548FB5A881F0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2" name="Oval 4351">
              <a:extLst>
                <a:ext uri="{FF2B5EF4-FFF2-40B4-BE49-F238E27FC236}">
                  <a16:creationId xmlns:a16="http://schemas.microsoft.com/office/drawing/2014/main" id="{C14A5396-7425-9B41-8E05-08B5FA56E34C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3" name="Oval 4352">
              <a:extLst>
                <a:ext uri="{FF2B5EF4-FFF2-40B4-BE49-F238E27FC236}">
                  <a16:creationId xmlns:a16="http://schemas.microsoft.com/office/drawing/2014/main" id="{E5669CAF-6D6B-2A44-A4E3-06D77A35DBA2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4" name="Oval 4353">
              <a:extLst>
                <a:ext uri="{FF2B5EF4-FFF2-40B4-BE49-F238E27FC236}">
                  <a16:creationId xmlns:a16="http://schemas.microsoft.com/office/drawing/2014/main" id="{4776439D-3E9A-FE48-9108-EB3214731A7E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5" name="Oval 4354">
              <a:extLst>
                <a:ext uri="{FF2B5EF4-FFF2-40B4-BE49-F238E27FC236}">
                  <a16:creationId xmlns:a16="http://schemas.microsoft.com/office/drawing/2014/main" id="{7CD5D66E-318B-1544-BEBA-07F8B7FD7C72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6" name="Oval 4355">
              <a:extLst>
                <a:ext uri="{FF2B5EF4-FFF2-40B4-BE49-F238E27FC236}">
                  <a16:creationId xmlns:a16="http://schemas.microsoft.com/office/drawing/2014/main" id="{4DD48E06-D454-994C-8EAA-F9A19903DBB2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7" name="Oval 4356">
              <a:extLst>
                <a:ext uri="{FF2B5EF4-FFF2-40B4-BE49-F238E27FC236}">
                  <a16:creationId xmlns:a16="http://schemas.microsoft.com/office/drawing/2014/main" id="{51A9388F-32D3-6A4E-9A73-AE6EA17C3F96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8" name="Oval 4357">
              <a:extLst>
                <a:ext uri="{FF2B5EF4-FFF2-40B4-BE49-F238E27FC236}">
                  <a16:creationId xmlns:a16="http://schemas.microsoft.com/office/drawing/2014/main" id="{C7886E70-2945-1149-8337-4705BF3C6C7C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59" name="Oval 4358">
              <a:extLst>
                <a:ext uri="{FF2B5EF4-FFF2-40B4-BE49-F238E27FC236}">
                  <a16:creationId xmlns:a16="http://schemas.microsoft.com/office/drawing/2014/main" id="{0E4B29A0-B554-3947-A1B9-8C655CE8AD93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0" name="Oval 4359">
              <a:extLst>
                <a:ext uri="{FF2B5EF4-FFF2-40B4-BE49-F238E27FC236}">
                  <a16:creationId xmlns:a16="http://schemas.microsoft.com/office/drawing/2014/main" id="{A8B1323F-6EF7-7249-96D4-DDECD1DC43DB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1" name="Oval 4360">
              <a:extLst>
                <a:ext uri="{FF2B5EF4-FFF2-40B4-BE49-F238E27FC236}">
                  <a16:creationId xmlns:a16="http://schemas.microsoft.com/office/drawing/2014/main" id="{38750863-F975-8946-820B-6C27810A1529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2" name="Oval 4361">
              <a:extLst>
                <a:ext uri="{FF2B5EF4-FFF2-40B4-BE49-F238E27FC236}">
                  <a16:creationId xmlns:a16="http://schemas.microsoft.com/office/drawing/2014/main" id="{A49BC8FA-A629-554C-9A7C-595DF646C4DB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3" name="Oval 4362">
              <a:extLst>
                <a:ext uri="{FF2B5EF4-FFF2-40B4-BE49-F238E27FC236}">
                  <a16:creationId xmlns:a16="http://schemas.microsoft.com/office/drawing/2014/main" id="{E5025808-E4DB-ED41-8C26-CF859B303C0B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4" name="Oval 4363">
              <a:extLst>
                <a:ext uri="{FF2B5EF4-FFF2-40B4-BE49-F238E27FC236}">
                  <a16:creationId xmlns:a16="http://schemas.microsoft.com/office/drawing/2014/main" id="{E621AC0C-0862-1745-AC17-31722CA4529E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5" name="Oval 4364">
              <a:extLst>
                <a:ext uri="{FF2B5EF4-FFF2-40B4-BE49-F238E27FC236}">
                  <a16:creationId xmlns:a16="http://schemas.microsoft.com/office/drawing/2014/main" id="{6C37D2A8-1F46-B342-9FC8-82D0612358BC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6" name="Oval 4365">
              <a:extLst>
                <a:ext uri="{FF2B5EF4-FFF2-40B4-BE49-F238E27FC236}">
                  <a16:creationId xmlns:a16="http://schemas.microsoft.com/office/drawing/2014/main" id="{F8482547-8C4A-3E43-965F-869B3BCD90E7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7" name="Oval 4366">
              <a:extLst>
                <a:ext uri="{FF2B5EF4-FFF2-40B4-BE49-F238E27FC236}">
                  <a16:creationId xmlns:a16="http://schemas.microsoft.com/office/drawing/2014/main" id="{CA83E3A9-6DEB-E94B-9C58-E8C8BA5D7B52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8" name="Oval 4367">
              <a:extLst>
                <a:ext uri="{FF2B5EF4-FFF2-40B4-BE49-F238E27FC236}">
                  <a16:creationId xmlns:a16="http://schemas.microsoft.com/office/drawing/2014/main" id="{3F870D78-30E8-9E4F-B4A1-AEE6ADE4E7A0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69" name="Oval 4368">
              <a:extLst>
                <a:ext uri="{FF2B5EF4-FFF2-40B4-BE49-F238E27FC236}">
                  <a16:creationId xmlns:a16="http://schemas.microsoft.com/office/drawing/2014/main" id="{D582843E-5B77-154A-B67C-A8E5A6A6DBF7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0" name="Oval 4369">
              <a:extLst>
                <a:ext uri="{FF2B5EF4-FFF2-40B4-BE49-F238E27FC236}">
                  <a16:creationId xmlns:a16="http://schemas.microsoft.com/office/drawing/2014/main" id="{3C4E0614-782B-104A-9A35-5E33962D8C46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1" name="Oval 4370">
              <a:extLst>
                <a:ext uri="{FF2B5EF4-FFF2-40B4-BE49-F238E27FC236}">
                  <a16:creationId xmlns:a16="http://schemas.microsoft.com/office/drawing/2014/main" id="{A31C14DB-CC8A-CC4E-9CCC-9687516DCC6A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2" name="Oval 4371">
              <a:extLst>
                <a:ext uri="{FF2B5EF4-FFF2-40B4-BE49-F238E27FC236}">
                  <a16:creationId xmlns:a16="http://schemas.microsoft.com/office/drawing/2014/main" id="{78891DC2-3186-4A4E-89A5-D32DAC224CAD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3" name="Oval 4372">
              <a:extLst>
                <a:ext uri="{FF2B5EF4-FFF2-40B4-BE49-F238E27FC236}">
                  <a16:creationId xmlns:a16="http://schemas.microsoft.com/office/drawing/2014/main" id="{E3BE78C3-BB82-4E46-9100-87C7B2EBC46D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4" name="Oval 4373">
              <a:extLst>
                <a:ext uri="{FF2B5EF4-FFF2-40B4-BE49-F238E27FC236}">
                  <a16:creationId xmlns:a16="http://schemas.microsoft.com/office/drawing/2014/main" id="{12987F7D-F9BB-4D48-AFDA-F80D54BB5BE3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5" name="Oval 4374">
              <a:extLst>
                <a:ext uri="{FF2B5EF4-FFF2-40B4-BE49-F238E27FC236}">
                  <a16:creationId xmlns:a16="http://schemas.microsoft.com/office/drawing/2014/main" id="{56D32C9E-338F-1249-84AE-8186E3B5F7CC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6" name="Oval 4375">
              <a:extLst>
                <a:ext uri="{FF2B5EF4-FFF2-40B4-BE49-F238E27FC236}">
                  <a16:creationId xmlns:a16="http://schemas.microsoft.com/office/drawing/2014/main" id="{FCDF677F-4900-8140-94C6-D5160962B964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7" name="Oval 4376">
              <a:extLst>
                <a:ext uri="{FF2B5EF4-FFF2-40B4-BE49-F238E27FC236}">
                  <a16:creationId xmlns:a16="http://schemas.microsoft.com/office/drawing/2014/main" id="{5E56F1B0-F9FC-E744-940E-07041127068A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8" name="Oval 4377">
              <a:extLst>
                <a:ext uri="{FF2B5EF4-FFF2-40B4-BE49-F238E27FC236}">
                  <a16:creationId xmlns:a16="http://schemas.microsoft.com/office/drawing/2014/main" id="{0C2A5CAA-3408-9045-9B6E-737794D6E25E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79" name="Oval 4378">
              <a:extLst>
                <a:ext uri="{FF2B5EF4-FFF2-40B4-BE49-F238E27FC236}">
                  <a16:creationId xmlns:a16="http://schemas.microsoft.com/office/drawing/2014/main" id="{6BD11E27-BEE8-C640-8506-6F1E62389D13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0" name="Oval 4379">
              <a:extLst>
                <a:ext uri="{FF2B5EF4-FFF2-40B4-BE49-F238E27FC236}">
                  <a16:creationId xmlns:a16="http://schemas.microsoft.com/office/drawing/2014/main" id="{7DA5F355-610C-4B4F-837B-16E7A7A031E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1" name="Oval 4380">
              <a:extLst>
                <a:ext uri="{FF2B5EF4-FFF2-40B4-BE49-F238E27FC236}">
                  <a16:creationId xmlns:a16="http://schemas.microsoft.com/office/drawing/2014/main" id="{5DEF42EB-A667-D84E-B69B-3C0FAACBFD18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2" name="Oval 4381">
              <a:extLst>
                <a:ext uri="{FF2B5EF4-FFF2-40B4-BE49-F238E27FC236}">
                  <a16:creationId xmlns:a16="http://schemas.microsoft.com/office/drawing/2014/main" id="{21D93978-886D-9A4B-8EB6-D84F48FBE781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3" name="Oval 4382">
              <a:extLst>
                <a:ext uri="{FF2B5EF4-FFF2-40B4-BE49-F238E27FC236}">
                  <a16:creationId xmlns:a16="http://schemas.microsoft.com/office/drawing/2014/main" id="{B52043CD-025B-5640-9AAC-B3E3DCF7EB60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4" name="Oval 4383">
              <a:extLst>
                <a:ext uri="{FF2B5EF4-FFF2-40B4-BE49-F238E27FC236}">
                  <a16:creationId xmlns:a16="http://schemas.microsoft.com/office/drawing/2014/main" id="{581E310A-4270-C24F-BE62-62F2AD6238B4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5" name="Oval 4384">
              <a:extLst>
                <a:ext uri="{FF2B5EF4-FFF2-40B4-BE49-F238E27FC236}">
                  <a16:creationId xmlns:a16="http://schemas.microsoft.com/office/drawing/2014/main" id="{99ED6943-91CC-2D4C-9F52-74589E733677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6" name="Oval 4385">
              <a:extLst>
                <a:ext uri="{FF2B5EF4-FFF2-40B4-BE49-F238E27FC236}">
                  <a16:creationId xmlns:a16="http://schemas.microsoft.com/office/drawing/2014/main" id="{2C8AA439-9191-1548-BDE1-C1712FF04F03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7" name="Oval 4386">
              <a:extLst>
                <a:ext uri="{FF2B5EF4-FFF2-40B4-BE49-F238E27FC236}">
                  <a16:creationId xmlns:a16="http://schemas.microsoft.com/office/drawing/2014/main" id="{7946EC1B-A963-384B-849A-812A70F9E395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8" name="Oval 4387">
              <a:extLst>
                <a:ext uri="{FF2B5EF4-FFF2-40B4-BE49-F238E27FC236}">
                  <a16:creationId xmlns:a16="http://schemas.microsoft.com/office/drawing/2014/main" id="{74A96C4F-9B2B-2845-9BC8-BBF50A4EFD73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89" name="Oval 4388">
              <a:extLst>
                <a:ext uri="{FF2B5EF4-FFF2-40B4-BE49-F238E27FC236}">
                  <a16:creationId xmlns:a16="http://schemas.microsoft.com/office/drawing/2014/main" id="{BF518498-AFAA-B740-AE00-08CE6AA3AD42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0" name="Oval 4389">
              <a:extLst>
                <a:ext uri="{FF2B5EF4-FFF2-40B4-BE49-F238E27FC236}">
                  <a16:creationId xmlns:a16="http://schemas.microsoft.com/office/drawing/2014/main" id="{434F7794-1D38-F342-9EE6-189D179E6975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1" name="Oval 4390">
              <a:extLst>
                <a:ext uri="{FF2B5EF4-FFF2-40B4-BE49-F238E27FC236}">
                  <a16:creationId xmlns:a16="http://schemas.microsoft.com/office/drawing/2014/main" id="{C5160FDA-E989-B749-B837-74CBF1B8ABCE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2" name="Oval 4391">
              <a:extLst>
                <a:ext uri="{FF2B5EF4-FFF2-40B4-BE49-F238E27FC236}">
                  <a16:creationId xmlns:a16="http://schemas.microsoft.com/office/drawing/2014/main" id="{14F29A55-278B-7F46-ABB2-093412C87839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3" name="Oval 4392">
              <a:extLst>
                <a:ext uri="{FF2B5EF4-FFF2-40B4-BE49-F238E27FC236}">
                  <a16:creationId xmlns:a16="http://schemas.microsoft.com/office/drawing/2014/main" id="{C8D2CFF1-A7D1-5D48-9200-0A016392E018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4" name="Oval 4393">
              <a:extLst>
                <a:ext uri="{FF2B5EF4-FFF2-40B4-BE49-F238E27FC236}">
                  <a16:creationId xmlns:a16="http://schemas.microsoft.com/office/drawing/2014/main" id="{5CFCDA02-95FF-2241-ABF7-69E8789CA51E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5" name="Oval 4394">
              <a:extLst>
                <a:ext uri="{FF2B5EF4-FFF2-40B4-BE49-F238E27FC236}">
                  <a16:creationId xmlns:a16="http://schemas.microsoft.com/office/drawing/2014/main" id="{7B3F3F22-BEF4-5B47-A249-79945F790E18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6" name="Oval 4395">
              <a:extLst>
                <a:ext uri="{FF2B5EF4-FFF2-40B4-BE49-F238E27FC236}">
                  <a16:creationId xmlns:a16="http://schemas.microsoft.com/office/drawing/2014/main" id="{E2A94752-FF7E-A845-ACAE-F00633AA1300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7" name="Oval 4396">
              <a:extLst>
                <a:ext uri="{FF2B5EF4-FFF2-40B4-BE49-F238E27FC236}">
                  <a16:creationId xmlns:a16="http://schemas.microsoft.com/office/drawing/2014/main" id="{BE17C72A-3D03-D643-A1F5-46CBE0EF1FA4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8" name="Oval 4397">
              <a:extLst>
                <a:ext uri="{FF2B5EF4-FFF2-40B4-BE49-F238E27FC236}">
                  <a16:creationId xmlns:a16="http://schemas.microsoft.com/office/drawing/2014/main" id="{1EE040F3-6677-F542-B499-81E278DAEB5B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99" name="Oval 4398">
              <a:extLst>
                <a:ext uri="{FF2B5EF4-FFF2-40B4-BE49-F238E27FC236}">
                  <a16:creationId xmlns:a16="http://schemas.microsoft.com/office/drawing/2014/main" id="{AF8F89FC-896D-7043-A7E3-A28753D35A22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0" name="Oval 4399">
              <a:extLst>
                <a:ext uri="{FF2B5EF4-FFF2-40B4-BE49-F238E27FC236}">
                  <a16:creationId xmlns:a16="http://schemas.microsoft.com/office/drawing/2014/main" id="{FFEF166F-7E13-2144-941F-70186E0C0BCB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1" name="Oval 4400">
              <a:extLst>
                <a:ext uri="{FF2B5EF4-FFF2-40B4-BE49-F238E27FC236}">
                  <a16:creationId xmlns:a16="http://schemas.microsoft.com/office/drawing/2014/main" id="{ED1E7E4B-63D4-034D-A77D-E6A980A1E7B3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2" name="Oval 4401">
              <a:extLst>
                <a:ext uri="{FF2B5EF4-FFF2-40B4-BE49-F238E27FC236}">
                  <a16:creationId xmlns:a16="http://schemas.microsoft.com/office/drawing/2014/main" id="{34BFF215-3E41-1741-BA9D-7863F8EE8882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3" name="Oval 4402">
              <a:extLst>
                <a:ext uri="{FF2B5EF4-FFF2-40B4-BE49-F238E27FC236}">
                  <a16:creationId xmlns:a16="http://schemas.microsoft.com/office/drawing/2014/main" id="{6DE3E2FC-F24A-D540-BCA8-07767E2AF7FF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4" name="Oval 4403">
              <a:extLst>
                <a:ext uri="{FF2B5EF4-FFF2-40B4-BE49-F238E27FC236}">
                  <a16:creationId xmlns:a16="http://schemas.microsoft.com/office/drawing/2014/main" id="{864BEACD-CF8B-8F48-86AD-0E6823D65BA9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5" name="Oval 4404">
              <a:extLst>
                <a:ext uri="{FF2B5EF4-FFF2-40B4-BE49-F238E27FC236}">
                  <a16:creationId xmlns:a16="http://schemas.microsoft.com/office/drawing/2014/main" id="{A996F172-3383-4B47-B96A-6EE11EA0ACFE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6" name="Oval 4405">
              <a:extLst>
                <a:ext uri="{FF2B5EF4-FFF2-40B4-BE49-F238E27FC236}">
                  <a16:creationId xmlns:a16="http://schemas.microsoft.com/office/drawing/2014/main" id="{3A24870C-B9A1-D040-8BE9-885E7893AB0C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7" name="Oval 4406">
              <a:extLst>
                <a:ext uri="{FF2B5EF4-FFF2-40B4-BE49-F238E27FC236}">
                  <a16:creationId xmlns:a16="http://schemas.microsoft.com/office/drawing/2014/main" id="{FB7E30FF-92AE-3F4E-83E8-6F245E4A2CEE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8" name="Oval 4407">
              <a:extLst>
                <a:ext uri="{FF2B5EF4-FFF2-40B4-BE49-F238E27FC236}">
                  <a16:creationId xmlns:a16="http://schemas.microsoft.com/office/drawing/2014/main" id="{3294AC30-7286-FA43-9B4B-09A83F026FE8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09" name="Oval 4408">
              <a:extLst>
                <a:ext uri="{FF2B5EF4-FFF2-40B4-BE49-F238E27FC236}">
                  <a16:creationId xmlns:a16="http://schemas.microsoft.com/office/drawing/2014/main" id="{62F2893C-2C1F-704B-B347-44E69068AD2F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0" name="Oval 4409">
              <a:extLst>
                <a:ext uri="{FF2B5EF4-FFF2-40B4-BE49-F238E27FC236}">
                  <a16:creationId xmlns:a16="http://schemas.microsoft.com/office/drawing/2014/main" id="{D7A82572-AA5F-7A45-9377-AC2DF02A6E9F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1" name="Oval 4410">
              <a:extLst>
                <a:ext uri="{FF2B5EF4-FFF2-40B4-BE49-F238E27FC236}">
                  <a16:creationId xmlns:a16="http://schemas.microsoft.com/office/drawing/2014/main" id="{8DE2960B-E2C6-254C-8551-A1FE55596445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2" name="Oval 4411">
              <a:extLst>
                <a:ext uri="{FF2B5EF4-FFF2-40B4-BE49-F238E27FC236}">
                  <a16:creationId xmlns:a16="http://schemas.microsoft.com/office/drawing/2014/main" id="{31CF8A41-F159-824D-943A-4404328E0351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3" name="Oval 4412">
              <a:extLst>
                <a:ext uri="{FF2B5EF4-FFF2-40B4-BE49-F238E27FC236}">
                  <a16:creationId xmlns:a16="http://schemas.microsoft.com/office/drawing/2014/main" id="{57606825-7610-2944-B55D-7FC412E288B6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4" name="Oval 4413">
              <a:extLst>
                <a:ext uri="{FF2B5EF4-FFF2-40B4-BE49-F238E27FC236}">
                  <a16:creationId xmlns:a16="http://schemas.microsoft.com/office/drawing/2014/main" id="{140F8604-EAAF-F64F-B36C-D2493D2362AC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5" name="Oval 4414">
              <a:extLst>
                <a:ext uri="{FF2B5EF4-FFF2-40B4-BE49-F238E27FC236}">
                  <a16:creationId xmlns:a16="http://schemas.microsoft.com/office/drawing/2014/main" id="{58966168-B905-024C-98B7-4DAF90838D89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6" name="Oval 4415">
              <a:extLst>
                <a:ext uri="{FF2B5EF4-FFF2-40B4-BE49-F238E27FC236}">
                  <a16:creationId xmlns:a16="http://schemas.microsoft.com/office/drawing/2014/main" id="{B3F0D687-6191-2F4D-BD1B-1ABBCCDB9B53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7" name="Oval 4416">
              <a:extLst>
                <a:ext uri="{FF2B5EF4-FFF2-40B4-BE49-F238E27FC236}">
                  <a16:creationId xmlns:a16="http://schemas.microsoft.com/office/drawing/2014/main" id="{49E4D116-43D3-8242-B763-E68687D9B2C0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8" name="Oval 4417">
              <a:extLst>
                <a:ext uri="{FF2B5EF4-FFF2-40B4-BE49-F238E27FC236}">
                  <a16:creationId xmlns:a16="http://schemas.microsoft.com/office/drawing/2014/main" id="{C7809F84-1D8D-D44B-B985-A49E0E318DDE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19" name="Oval 4418">
              <a:extLst>
                <a:ext uri="{FF2B5EF4-FFF2-40B4-BE49-F238E27FC236}">
                  <a16:creationId xmlns:a16="http://schemas.microsoft.com/office/drawing/2014/main" id="{7A25ED96-E478-F746-97D2-3540A1D526A5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0" name="Oval 4419">
              <a:extLst>
                <a:ext uri="{FF2B5EF4-FFF2-40B4-BE49-F238E27FC236}">
                  <a16:creationId xmlns:a16="http://schemas.microsoft.com/office/drawing/2014/main" id="{C12D8632-5B5C-EF45-8104-19F84EFB569B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1" name="Oval 4420">
              <a:extLst>
                <a:ext uri="{FF2B5EF4-FFF2-40B4-BE49-F238E27FC236}">
                  <a16:creationId xmlns:a16="http://schemas.microsoft.com/office/drawing/2014/main" id="{23A44C26-311E-9A43-9F7B-86D1FE43AAA8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2" name="Oval 4421">
              <a:extLst>
                <a:ext uri="{FF2B5EF4-FFF2-40B4-BE49-F238E27FC236}">
                  <a16:creationId xmlns:a16="http://schemas.microsoft.com/office/drawing/2014/main" id="{E4C17987-B198-1247-BAB6-225E130607C5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3" name="Oval 4422">
              <a:extLst>
                <a:ext uri="{FF2B5EF4-FFF2-40B4-BE49-F238E27FC236}">
                  <a16:creationId xmlns:a16="http://schemas.microsoft.com/office/drawing/2014/main" id="{3A75C070-CB67-BA42-80FA-84DFF7BD46FB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4" name="Oval 4423">
              <a:extLst>
                <a:ext uri="{FF2B5EF4-FFF2-40B4-BE49-F238E27FC236}">
                  <a16:creationId xmlns:a16="http://schemas.microsoft.com/office/drawing/2014/main" id="{E76D5E9C-6271-F548-AFBB-265310C234D0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5" name="Oval 4424">
              <a:extLst>
                <a:ext uri="{FF2B5EF4-FFF2-40B4-BE49-F238E27FC236}">
                  <a16:creationId xmlns:a16="http://schemas.microsoft.com/office/drawing/2014/main" id="{47F4AFBE-C39D-6A46-80D6-E480D5C51217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6" name="Oval 4425">
              <a:extLst>
                <a:ext uri="{FF2B5EF4-FFF2-40B4-BE49-F238E27FC236}">
                  <a16:creationId xmlns:a16="http://schemas.microsoft.com/office/drawing/2014/main" id="{55B1AB77-10E6-4C4A-9032-11E2E815E346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7" name="Oval 4426">
              <a:extLst>
                <a:ext uri="{FF2B5EF4-FFF2-40B4-BE49-F238E27FC236}">
                  <a16:creationId xmlns:a16="http://schemas.microsoft.com/office/drawing/2014/main" id="{F73E1954-22EB-CF4C-AA53-202CCD38AAF0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8" name="Oval 4427">
              <a:extLst>
                <a:ext uri="{FF2B5EF4-FFF2-40B4-BE49-F238E27FC236}">
                  <a16:creationId xmlns:a16="http://schemas.microsoft.com/office/drawing/2014/main" id="{8850B35B-34ED-6E49-998F-B352612437A3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29" name="Oval 4428">
              <a:extLst>
                <a:ext uri="{FF2B5EF4-FFF2-40B4-BE49-F238E27FC236}">
                  <a16:creationId xmlns:a16="http://schemas.microsoft.com/office/drawing/2014/main" id="{420A9681-918E-8842-8FAA-264C76023A8F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0" name="Oval 4429">
              <a:extLst>
                <a:ext uri="{FF2B5EF4-FFF2-40B4-BE49-F238E27FC236}">
                  <a16:creationId xmlns:a16="http://schemas.microsoft.com/office/drawing/2014/main" id="{5DD48387-2228-694A-9A85-DB8E71185060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1" name="Oval 4430">
              <a:extLst>
                <a:ext uri="{FF2B5EF4-FFF2-40B4-BE49-F238E27FC236}">
                  <a16:creationId xmlns:a16="http://schemas.microsoft.com/office/drawing/2014/main" id="{4FF625DA-4ED9-8048-99FC-1ADC83DD23CB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2" name="Oval 4431">
              <a:extLst>
                <a:ext uri="{FF2B5EF4-FFF2-40B4-BE49-F238E27FC236}">
                  <a16:creationId xmlns:a16="http://schemas.microsoft.com/office/drawing/2014/main" id="{450FD767-1192-B14A-9D0E-51CDE1B8CB86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3" name="Oval 4432">
              <a:extLst>
                <a:ext uri="{FF2B5EF4-FFF2-40B4-BE49-F238E27FC236}">
                  <a16:creationId xmlns:a16="http://schemas.microsoft.com/office/drawing/2014/main" id="{99302776-5C86-0C43-8582-88458F57124E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4" name="Oval 4433">
              <a:extLst>
                <a:ext uri="{FF2B5EF4-FFF2-40B4-BE49-F238E27FC236}">
                  <a16:creationId xmlns:a16="http://schemas.microsoft.com/office/drawing/2014/main" id="{18C52444-7A57-264F-9C14-C78D686E986F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5" name="Oval 4434">
              <a:extLst>
                <a:ext uri="{FF2B5EF4-FFF2-40B4-BE49-F238E27FC236}">
                  <a16:creationId xmlns:a16="http://schemas.microsoft.com/office/drawing/2014/main" id="{F9C416FA-415B-E64F-81CF-38980DE22088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6" name="Oval 4435">
              <a:extLst>
                <a:ext uri="{FF2B5EF4-FFF2-40B4-BE49-F238E27FC236}">
                  <a16:creationId xmlns:a16="http://schemas.microsoft.com/office/drawing/2014/main" id="{CF336C92-3190-B447-B928-598E51478C02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7" name="Oval 4436">
              <a:extLst>
                <a:ext uri="{FF2B5EF4-FFF2-40B4-BE49-F238E27FC236}">
                  <a16:creationId xmlns:a16="http://schemas.microsoft.com/office/drawing/2014/main" id="{A17C8107-464D-1841-8C59-F32BFA55B53A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8" name="Oval 4437">
              <a:extLst>
                <a:ext uri="{FF2B5EF4-FFF2-40B4-BE49-F238E27FC236}">
                  <a16:creationId xmlns:a16="http://schemas.microsoft.com/office/drawing/2014/main" id="{430C21B5-AA85-4240-B657-C90D82A261DA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39" name="Oval 4438">
              <a:extLst>
                <a:ext uri="{FF2B5EF4-FFF2-40B4-BE49-F238E27FC236}">
                  <a16:creationId xmlns:a16="http://schemas.microsoft.com/office/drawing/2014/main" id="{29B650CC-44CA-A641-A62A-55DC1B7E6148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0" name="Oval 4439">
              <a:extLst>
                <a:ext uri="{FF2B5EF4-FFF2-40B4-BE49-F238E27FC236}">
                  <a16:creationId xmlns:a16="http://schemas.microsoft.com/office/drawing/2014/main" id="{68AEB006-7C08-384A-90D2-8CFF07D0A05E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1" name="Oval 4440">
              <a:extLst>
                <a:ext uri="{FF2B5EF4-FFF2-40B4-BE49-F238E27FC236}">
                  <a16:creationId xmlns:a16="http://schemas.microsoft.com/office/drawing/2014/main" id="{799EF11A-8ABF-8F4C-A270-1EED2D469B34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2" name="Oval 4441">
              <a:extLst>
                <a:ext uri="{FF2B5EF4-FFF2-40B4-BE49-F238E27FC236}">
                  <a16:creationId xmlns:a16="http://schemas.microsoft.com/office/drawing/2014/main" id="{022B3800-F242-0B4E-85B0-72F94CBC7758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3" name="Oval 4442">
              <a:extLst>
                <a:ext uri="{FF2B5EF4-FFF2-40B4-BE49-F238E27FC236}">
                  <a16:creationId xmlns:a16="http://schemas.microsoft.com/office/drawing/2014/main" id="{7EED50F7-6C4C-1E49-B84E-7D7358EA53B8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4" name="Oval 4443">
              <a:extLst>
                <a:ext uri="{FF2B5EF4-FFF2-40B4-BE49-F238E27FC236}">
                  <a16:creationId xmlns:a16="http://schemas.microsoft.com/office/drawing/2014/main" id="{4B02E28A-F18B-0940-B657-6361BF8839A1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5" name="Oval 4444">
              <a:extLst>
                <a:ext uri="{FF2B5EF4-FFF2-40B4-BE49-F238E27FC236}">
                  <a16:creationId xmlns:a16="http://schemas.microsoft.com/office/drawing/2014/main" id="{D350D42F-E1D6-7943-B034-76E89D624101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6" name="Oval 4445">
              <a:extLst>
                <a:ext uri="{FF2B5EF4-FFF2-40B4-BE49-F238E27FC236}">
                  <a16:creationId xmlns:a16="http://schemas.microsoft.com/office/drawing/2014/main" id="{10D6677A-710C-3441-AC0F-6A5AE81A9B8E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47" name="Freeform 4446">
              <a:extLst>
                <a:ext uri="{FF2B5EF4-FFF2-40B4-BE49-F238E27FC236}">
                  <a16:creationId xmlns:a16="http://schemas.microsoft.com/office/drawing/2014/main" id="{7C337D33-9039-0E40-ABE5-0BC9595F69BF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48" name="Freeform 4447">
              <a:extLst>
                <a:ext uri="{FF2B5EF4-FFF2-40B4-BE49-F238E27FC236}">
                  <a16:creationId xmlns:a16="http://schemas.microsoft.com/office/drawing/2014/main" id="{D299F663-4421-774A-869E-DE25DDAE1C79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49" name="Group 4448">
            <a:extLst>
              <a:ext uri="{FF2B5EF4-FFF2-40B4-BE49-F238E27FC236}">
                <a16:creationId xmlns:a16="http://schemas.microsoft.com/office/drawing/2014/main" id="{D9D0F266-5185-A546-9150-0FFA0C8DEB29}"/>
              </a:ext>
            </a:extLst>
          </p:cNvPr>
          <p:cNvGrpSpPr/>
          <p:nvPr/>
        </p:nvGrpSpPr>
        <p:grpSpPr>
          <a:xfrm rot="1577575">
            <a:off x="7398568" y="6117095"/>
            <a:ext cx="561574" cy="394357"/>
            <a:chOff x="5871652" y="6279397"/>
            <a:chExt cx="686823" cy="439136"/>
          </a:xfrm>
        </p:grpSpPr>
        <p:sp>
          <p:nvSpPr>
            <p:cNvPr id="4450" name="Freeform 4449">
              <a:extLst>
                <a:ext uri="{FF2B5EF4-FFF2-40B4-BE49-F238E27FC236}">
                  <a16:creationId xmlns:a16="http://schemas.microsoft.com/office/drawing/2014/main" id="{1A53A2C6-6E0D-3742-BB2A-589C02CFE94F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51" name="Freeform 4450">
              <a:extLst>
                <a:ext uri="{FF2B5EF4-FFF2-40B4-BE49-F238E27FC236}">
                  <a16:creationId xmlns:a16="http://schemas.microsoft.com/office/drawing/2014/main" id="{B0967988-DC38-0F4D-ADBE-AB62864A0983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2" name="Freeform 4451">
              <a:extLst>
                <a:ext uri="{FF2B5EF4-FFF2-40B4-BE49-F238E27FC236}">
                  <a16:creationId xmlns:a16="http://schemas.microsoft.com/office/drawing/2014/main" id="{E972F7E2-26AC-A247-8FB8-A764A4FFEEE7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53" name="Rectangle 4452">
              <a:extLst>
                <a:ext uri="{FF2B5EF4-FFF2-40B4-BE49-F238E27FC236}">
                  <a16:creationId xmlns:a16="http://schemas.microsoft.com/office/drawing/2014/main" id="{885CCDBC-6AF3-A44B-859D-F65E14C6720E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4454" name="Oval 4453">
              <a:extLst>
                <a:ext uri="{FF2B5EF4-FFF2-40B4-BE49-F238E27FC236}">
                  <a16:creationId xmlns:a16="http://schemas.microsoft.com/office/drawing/2014/main" id="{524DB83E-0AE0-794D-B5C0-17DDEDAA2711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5" name="Oval 4454">
              <a:extLst>
                <a:ext uri="{FF2B5EF4-FFF2-40B4-BE49-F238E27FC236}">
                  <a16:creationId xmlns:a16="http://schemas.microsoft.com/office/drawing/2014/main" id="{5C3853A4-8473-9B45-B7FD-B6B4BEB3E6A1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6" name="Oval 4455">
              <a:extLst>
                <a:ext uri="{FF2B5EF4-FFF2-40B4-BE49-F238E27FC236}">
                  <a16:creationId xmlns:a16="http://schemas.microsoft.com/office/drawing/2014/main" id="{BD68256B-CAEC-5B42-B59C-C270018FEAB1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7" name="Oval 4456">
              <a:extLst>
                <a:ext uri="{FF2B5EF4-FFF2-40B4-BE49-F238E27FC236}">
                  <a16:creationId xmlns:a16="http://schemas.microsoft.com/office/drawing/2014/main" id="{9F86D6C8-A190-8040-BFF5-AEEAFB8D9754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8" name="Oval 4457">
              <a:extLst>
                <a:ext uri="{FF2B5EF4-FFF2-40B4-BE49-F238E27FC236}">
                  <a16:creationId xmlns:a16="http://schemas.microsoft.com/office/drawing/2014/main" id="{BC9D64E6-D658-FA4A-8F73-9B2C2F503A79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59" name="Oval 4458">
              <a:extLst>
                <a:ext uri="{FF2B5EF4-FFF2-40B4-BE49-F238E27FC236}">
                  <a16:creationId xmlns:a16="http://schemas.microsoft.com/office/drawing/2014/main" id="{2437F8CE-9EC7-6540-B41D-D6DA0EEA2D91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0" name="Oval 4459">
              <a:extLst>
                <a:ext uri="{FF2B5EF4-FFF2-40B4-BE49-F238E27FC236}">
                  <a16:creationId xmlns:a16="http://schemas.microsoft.com/office/drawing/2014/main" id="{24F35B89-2391-5148-9000-F96C2EC563A9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1" name="Oval 4460">
              <a:extLst>
                <a:ext uri="{FF2B5EF4-FFF2-40B4-BE49-F238E27FC236}">
                  <a16:creationId xmlns:a16="http://schemas.microsoft.com/office/drawing/2014/main" id="{9DBADD30-7B6C-E846-9311-332BC859F5B6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2" name="Oval 4461">
              <a:extLst>
                <a:ext uri="{FF2B5EF4-FFF2-40B4-BE49-F238E27FC236}">
                  <a16:creationId xmlns:a16="http://schemas.microsoft.com/office/drawing/2014/main" id="{68C82897-5530-2349-824C-6C3AE573B136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3" name="Oval 4462">
              <a:extLst>
                <a:ext uri="{FF2B5EF4-FFF2-40B4-BE49-F238E27FC236}">
                  <a16:creationId xmlns:a16="http://schemas.microsoft.com/office/drawing/2014/main" id="{BB3BA20D-6CF8-1D45-90F3-D34F8D71FB45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4" name="Oval 4463">
              <a:extLst>
                <a:ext uri="{FF2B5EF4-FFF2-40B4-BE49-F238E27FC236}">
                  <a16:creationId xmlns:a16="http://schemas.microsoft.com/office/drawing/2014/main" id="{000EB43A-1CDD-4543-B93F-BFC520117495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5" name="Oval 4464">
              <a:extLst>
                <a:ext uri="{FF2B5EF4-FFF2-40B4-BE49-F238E27FC236}">
                  <a16:creationId xmlns:a16="http://schemas.microsoft.com/office/drawing/2014/main" id="{FE4A860F-E853-0446-80FF-5E48A55EE65B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6" name="Oval 4465">
              <a:extLst>
                <a:ext uri="{FF2B5EF4-FFF2-40B4-BE49-F238E27FC236}">
                  <a16:creationId xmlns:a16="http://schemas.microsoft.com/office/drawing/2014/main" id="{3D45B65F-EA83-C446-8213-BEBE617207A9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7" name="Oval 4466">
              <a:extLst>
                <a:ext uri="{FF2B5EF4-FFF2-40B4-BE49-F238E27FC236}">
                  <a16:creationId xmlns:a16="http://schemas.microsoft.com/office/drawing/2014/main" id="{2BDE2080-64B7-5944-91CD-DF293648945B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8" name="Oval 4467">
              <a:extLst>
                <a:ext uri="{FF2B5EF4-FFF2-40B4-BE49-F238E27FC236}">
                  <a16:creationId xmlns:a16="http://schemas.microsoft.com/office/drawing/2014/main" id="{0BC755B5-4EB1-A44D-A50A-1C8FE17D14DA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69" name="Oval 4468">
              <a:extLst>
                <a:ext uri="{FF2B5EF4-FFF2-40B4-BE49-F238E27FC236}">
                  <a16:creationId xmlns:a16="http://schemas.microsoft.com/office/drawing/2014/main" id="{098B1A0D-320B-A645-B71D-242441E52ECB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0" name="Oval 4469">
              <a:extLst>
                <a:ext uri="{FF2B5EF4-FFF2-40B4-BE49-F238E27FC236}">
                  <a16:creationId xmlns:a16="http://schemas.microsoft.com/office/drawing/2014/main" id="{E7FA4D7D-526F-C74A-AC7B-7EE9F9AA17E3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1" name="Oval 4470">
              <a:extLst>
                <a:ext uri="{FF2B5EF4-FFF2-40B4-BE49-F238E27FC236}">
                  <a16:creationId xmlns:a16="http://schemas.microsoft.com/office/drawing/2014/main" id="{8A42EF0E-8047-A441-870F-5D06AAEBF6AE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2" name="Oval 4471">
              <a:extLst>
                <a:ext uri="{FF2B5EF4-FFF2-40B4-BE49-F238E27FC236}">
                  <a16:creationId xmlns:a16="http://schemas.microsoft.com/office/drawing/2014/main" id="{A5200DF8-8CAD-814B-BB4D-20CC4FF030BD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3" name="Oval 4472">
              <a:extLst>
                <a:ext uri="{FF2B5EF4-FFF2-40B4-BE49-F238E27FC236}">
                  <a16:creationId xmlns:a16="http://schemas.microsoft.com/office/drawing/2014/main" id="{32C65778-538D-B741-BCD1-8677680553A8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4" name="Oval 4473">
              <a:extLst>
                <a:ext uri="{FF2B5EF4-FFF2-40B4-BE49-F238E27FC236}">
                  <a16:creationId xmlns:a16="http://schemas.microsoft.com/office/drawing/2014/main" id="{97AF2AE6-85FF-3D4F-87CB-ABE2302E4921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5" name="Oval 4474">
              <a:extLst>
                <a:ext uri="{FF2B5EF4-FFF2-40B4-BE49-F238E27FC236}">
                  <a16:creationId xmlns:a16="http://schemas.microsoft.com/office/drawing/2014/main" id="{B7A0A0EA-742B-B447-A2FF-B55FB665698A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6" name="Oval 4475">
              <a:extLst>
                <a:ext uri="{FF2B5EF4-FFF2-40B4-BE49-F238E27FC236}">
                  <a16:creationId xmlns:a16="http://schemas.microsoft.com/office/drawing/2014/main" id="{EC24296A-54DA-3A4E-9431-A874BD31AF22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7" name="Oval 4476">
              <a:extLst>
                <a:ext uri="{FF2B5EF4-FFF2-40B4-BE49-F238E27FC236}">
                  <a16:creationId xmlns:a16="http://schemas.microsoft.com/office/drawing/2014/main" id="{448F9730-2D65-7346-A239-9DC058E2FC8B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8" name="Oval 4477">
              <a:extLst>
                <a:ext uri="{FF2B5EF4-FFF2-40B4-BE49-F238E27FC236}">
                  <a16:creationId xmlns:a16="http://schemas.microsoft.com/office/drawing/2014/main" id="{E8243BDC-0DF6-F541-B39D-88AB93F65E0D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79" name="Oval 4478">
              <a:extLst>
                <a:ext uri="{FF2B5EF4-FFF2-40B4-BE49-F238E27FC236}">
                  <a16:creationId xmlns:a16="http://schemas.microsoft.com/office/drawing/2014/main" id="{2209DE04-E117-B94F-9806-F24D016B74D6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0" name="Oval 4479">
              <a:extLst>
                <a:ext uri="{FF2B5EF4-FFF2-40B4-BE49-F238E27FC236}">
                  <a16:creationId xmlns:a16="http://schemas.microsoft.com/office/drawing/2014/main" id="{D27DB8CF-3C47-FC42-A356-34FB73196AA9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1" name="Oval 4480">
              <a:extLst>
                <a:ext uri="{FF2B5EF4-FFF2-40B4-BE49-F238E27FC236}">
                  <a16:creationId xmlns:a16="http://schemas.microsoft.com/office/drawing/2014/main" id="{07EFF6CB-D6A3-FF45-B840-C5F66F4D9214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2" name="Oval 4481">
              <a:extLst>
                <a:ext uri="{FF2B5EF4-FFF2-40B4-BE49-F238E27FC236}">
                  <a16:creationId xmlns:a16="http://schemas.microsoft.com/office/drawing/2014/main" id="{EDDD1BA7-737B-9C49-B419-6B7EBE6D3F32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3" name="Oval 4482">
              <a:extLst>
                <a:ext uri="{FF2B5EF4-FFF2-40B4-BE49-F238E27FC236}">
                  <a16:creationId xmlns:a16="http://schemas.microsoft.com/office/drawing/2014/main" id="{1106BE35-F70B-234E-8E51-4A9F6DE91A5A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4" name="Oval 4483">
              <a:extLst>
                <a:ext uri="{FF2B5EF4-FFF2-40B4-BE49-F238E27FC236}">
                  <a16:creationId xmlns:a16="http://schemas.microsoft.com/office/drawing/2014/main" id="{6989DD15-AD1D-E24A-80CA-5B925168F0FC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5" name="Oval 4484">
              <a:extLst>
                <a:ext uri="{FF2B5EF4-FFF2-40B4-BE49-F238E27FC236}">
                  <a16:creationId xmlns:a16="http://schemas.microsoft.com/office/drawing/2014/main" id="{50038796-D4A3-A241-BC45-7565BDBBAA64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6" name="Oval 4485">
              <a:extLst>
                <a:ext uri="{FF2B5EF4-FFF2-40B4-BE49-F238E27FC236}">
                  <a16:creationId xmlns:a16="http://schemas.microsoft.com/office/drawing/2014/main" id="{E11D7C1C-F2C4-634E-8F2F-64566BBE4FB0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7" name="Oval 4486">
              <a:extLst>
                <a:ext uri="{FF2B5EF4-FFF2-40B4-BE49-F238E27FC236}">
                  <a16:creationId xmlns:a16="http://schemas.microsoft.com/office/drawing/2014/main" id="{41688ACE-6AF4-B44A-B9EE-0F8A5000DC1C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8" name="Oval 4487">
              <a:extLst>
                <a:ext uri="{FF2B5EF4-FFF2-40B4-BE49-F238E27FC236}">
                  <a16:creationId xmlns:a16="http://schemas.microsoft.com/office/drawing/2014/main" id="{EC29A740-1951-C34A-B03F-90D38FE71BD3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89" name="Oval 4488">
              <a:extLst>
                <a:ext uri="{FF2B5EF4-FFF2-40B4-BE49-F238E27FC236}">
                  <a16:creationId xmlns:a16="http://schemas.microsoft.com/office/drawing/2014/main" id="{52805F5E-7501-B844-8498-7ABE03B8368E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0" name="Oval 4489">
              <a:extLst>
                <a:ext uri="{FF2B5EF4-FFF2-40B4-BE49-F238E27FC236}">
                  <a16:creationId xmlns:a16="http://schemas.microsoft.com/office/drawing/2014/main" id="{6E2CED20-D1AD-6646-998D-AAAC94C681B7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1" name="Oval 4490">
              <a:extLst>
                <a:ext uri="{FF2B5EF4-FFF2-40B4-BE49-F238E27FC236}">
                  <a16:creationId xmlns:a16="http://schemas.microsoft.com/office/drawing/2014/main" id="{ECD4D547-96FE-004F-94F4-C4707A1391F9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2" name="Oval 4491">
              <a:extLst>
                <a:ext uri="{FF2B5EF4-FFF2-40B4-BE49-F238E27FC236}">
                  <a16:creationId xmlns:a16="http://schemas.microsoft.com/office/drawing/2014/main" id="{EBA912CF-67BF-CE40-B2AD-49C58308970C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3" name="Oval 4492">
              <a:extLst>
                <a:ext uri="{FF2B5EF4-FFF2-40B4-BE49-F238E27FC236}">
                  <a16:creationId xmlns:a16="http://schemas.microsoft.com/office/drawing/2014/main" id="{FCD83259-AB07-A946-BEBC-D14F56A7874C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4" name="Oval 4493">
              <a:extLst>
                <a:ext uri="{FF2B5EF4-FFF2-40B4-BE49-F238E27FC236}">
                  <a16:creationId xmlns:a16="http://schemas.microsoft.com/office/drawing/2014/main" id="{248A5671-D38E-5B46-B8F3-95B3FEF9B30F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5" name="Oval 4494">
              <a:extLst>
                <a:ext uri="{FF2B5EF4-FFF2-40B4-BE49-F238E27FC236}">
                  <a16:creationId xmlns:a16="http://schemas.microsoft.com/office/drawing/2014/main" id="{386DF10D-642C-274E-9206-A46B3AEA5E24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6" name="Oval 4495">
              <a:extLst>
                <a:ext uri="{FF2B5EF4-FFF2-40B4-BE49-F238E27FC236}">
                  <a16:creationId xmlns:a16="http://schemas.microsoft.com/office/drawing/2014/main" id="{66D0BE5D-B529-AB44-A6EC-61CC9FF8E32F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7" name="Oval 4496">
              <a:extLst>
                <a:ext uri="{FF2B5EF4-FFF2-40B4-BE49-F238E27FC236}">
                  <a16:creationId xmlns:a16="http://schemas.microsoft.com/office/drawing/2014/main" id="{8E8F9D5E-6E89-9640-AF92-E7259CC789B5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8" name="Oval 4497">
              <a:extLst>
                <a:ext uri="{FF2B5EF4-FFF2-40B4-BE49-F238E27FC236}">
                  <a16:creationId xmlns:a16="http://schemas.microsoft.com/office/drawing/2014/main" id="{C19C4DFC-493C-A64A-B02F-E3FF1FAF6152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99" name="Oval 4498">
              <a:extLst>
                <a:ext uri="{FF2B5EF4-FFF2-40B4-BE49-F238E27FC236}">
                  <a16:creationId xmlns:a16="http://schemas.microsoft.com/office/drawing/2014/main" id="{9B36B2B7-454A-1A46-BB4C-A3FCFD53373F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0" name="Oval 4499">
              <a:extLst>
                <a:ext uri="{FF2B5EF4-FFF2-40B4-BE49-F238E27FC236}">
                  <a16:creationId xmlns:a16="http://schemas.microsoft.com/office/drawing/2014/main" id="{60A4F366-EC8F-E443-80F9-623464F29621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1" name="Oval 4500">
              <a:extLst>
                <a:ext uri="{FF2B5EF4-FFF2-40B4-BE49-F238E27FC236}">
                  <a16:creationId xmlns:a16="http://schemas.microsoft.com/office/drawing/2014/main" id="{24D6D082-4263-5A47-995D-212AED0315A1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2" name="Oval 4501">
              <a:extLst>
                <a:ext uri="{FF2B5EF4-FFF2-40B4-BE49-F238E27FC236}">
                  <a16:creationId xmlns:a16="http://schemas.microsoft.com/office/drawing/2014/main" id="{B04328D7-4E40-0E48-8377-F70AAD7A0A90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3" name="Oval 4502">
              <a:extLst>
                <a:ext uri="{FF2B5EF4-FFF2-40B4-BE49-F238E27FC236}">
                  <a16:creationId xmlns:a16="http://schemas.microsoft.com/office/drawing/2014/main" id="{A0C4FDA7-6B32-A747-8839-CFF2E4A5A89B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4" name="Oval 4503">
              <a:extLst>
                <a:ext uri="{FF2B5EF4-FFF2-40B4-BE49-F238E27FC236}">
                  <a16:creationId xmlns:a16="http://schemas.microsoft.com/office/drawing/2014/main" id="{28E8B34D-0B3E-9A47-A9C5-7B6B42093348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5" name="Oval 4504">
              <a:extLst>
                <a:ext uri="{FF2B5EF4-FFF2-40B4-BE49-F238E27FC236}">
                  <a16:creationId xmlns:a16="http://schemas.microsoft.com/office/drawing/2014/main" id="{4D36C404-042C-9249-B850-043EA1428B20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6" name="Oval 4505">
              <a:extLst>
                <a:ext uri="{FF2B5EF4-FFF2-40B4-BE49-F238E27FC236}">
                  <a16:creationId xmlns:a16="http://schemas.microsoft.com/office/drawing/2014/main" id="{C225A380-128E-374A-97F9-EC6A971A5619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7" name="Oval 4506">
              <a:extLst>
                <a:ext uri="{FF2B5EF4-FFF2-40B4-BE49-F238E27FC236}">
                  <a16:creationId xmlns:a16="http://schemas.microsoft.com/office/drawing/2014/main" id="{4BBFD0A6-2314-614D-8D5B-F9B11B8C8050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8" name="Oval 4507">
              <a:extLst>
                <a:ext uri="{FF2B5EF4-FFF2-40B4-BE49-F238E27FC236}">
                  <a16:creationId xmlns:a16="http://schemas.microsoft.com/office/drawing/2014/main" id="{ABB3767F-4C25-2546-80E7-F464928C5BC2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09" name="Oval 4508">
              <a:extLst>
                <a:ext uri="{FF2B5EF4-FFF2-40B4-BE49-F238E27FC236}">
                  <a16:creationId xmlns:a16="http://schemas.microsoft.com/office/drawing/2014/main" id="{09FA4FA1-B24D-B64F-9855-20FC685CBFD4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0" name="Oval 4509">
              <a:extLst>
                <a:ext uri="{FF2B5EF4-FFF2-40B4-BE49-F238E27FC236}">
                  <a16:creationId xmlns:a16="http://schemas.microsoft.com/office/drawing/2014/main" id="{AA41288E-F0C8-6240-BFAA-5AF3AEFEDE48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1" name="Oval 4510">
              <a:extLst>
                <a:ext uri="{FF2B5EF4-FFF2-40B4-BE49-F238E27FC236}">
                  <a16:creationId xmlns:a16="http://schemas.microsoft.com/office/drawing/2014/main" id="{6B11D987-BA40-1049-96D1-A268D584E33F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2" name="Oval 4511">
              <a:extLst>
                <a:ext uri="{FF2B5EF4-FFF2-40B4-BE49-F238E27FC236}">
                  <a16:creationId xmlns:a16="http://schemas.microsoft.com/office/drawing/2014/main" id="{87F470C6-6037-3343-B9A6-87314B89D7BE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3" name="Oval 4512">
              <a:extLst>
                <a:ext uri="{FF2B5EF4-FFF2-40B4-BE49-F238E27FC236}">
                  <a16:creationId xmlns:a16="http://schemas.microsoft.com/office/drawing/2014/main" id="{E9756BF9-DC76-2C49-953B-2CEF23B8BA5B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4" name="Oval 4513">
              <a:extLst>
                <a:ext uri="{FF2B5EF4-FFF2-40B4-BE49-F238E27FC236}">
                  <a16:creationId xmlns:a16="http://schemas.microsoft.com/office/drawing/2014/main" id="{BFCEEF94-987E-F242-8768-264BE11C78CF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5" name="Oval 4514">
              <a:extLst>
                <a:ext uri="{FF2B5EF4-FFF2-40B4-BE49-F238E27FC236}">
                  <a16:creationId xmlns:a16="http://schemas.microsoft.com/office/drawing/2014/main" id="{CA7E7864-7713-5249-94C3-EE8C4D0EA416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6" name="Oval 4515">
              <a:extLst>
                <a:ext uri="{FF2B5EF4-FFF2-40B4-BE49-F238E27FC236}">
                  <a16:creationId xmlns:a16="http://schemas.microsoft.com/office/drawing/2014/main" id="{888E090D-7861-AD4C-AA09-E83DA122343D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7" name="Oval 4516">
              <a:extLst>
                <a:ext uri="{FF2B5EF4-FFF2-40B4-BE49-F238E27FC236}">
                  <a16:creationId xmlns:a16="http://schemas.microsoft.com/office/drawing/2014/main" id="{3DDD473C-A1E8-C049-B73C-DCE5CD6A571E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8" name="Oval 4517">
              <a:extLst>
                <a:ext uri="{FF2B5EF4-FFF2-40B4-BE49-F238E27FC236}">
                  <a16:creationId xmlns:a16="http://schemas.microsoft.com/office/drawing/2014/main" id="{89756F6A-9D29-CA46-B842-07633D5D0D82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19" name="Oval 4518">
              <a:extLst>
                <a:ext uri="{FF2B5EF4-FFF2-40B4-BE49-F238E27FC236}">
                  <a16:creationId xmlns:a16="http://schemas.microsoft.com/office/drawing/2014/main" id="{E883B38F-241C-2F49-93C5-A76A8E2FFD86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0" name="Oval 4519">
              <a:extLst>
                <a:ext uri="{FF2B5EF4-FFF2-40B4-BE49-F238E27FC236}">
                  <a16:creationId xmlns:a16="http://schemas.microsoft.com/office/drawing/2014/main" id="{DFF911CF-D0F2-4E4D-9CE7-F4821E701C28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1" name="Oval 4520">
              <a:extLst>
                <a:ext uri="{FF2B5EF4-FFF2-40B4-BE49-F238E27FC236}">
                  <a16:creationId xmlns:a16="http://schemas.microsoft.com/office/drawing/2014/main" id="{3E17112B-61D1-C94A-B795-9EDA732241A6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2" name="Oval 4521">
              <a:extLst>
                <a:ext uri="{FF2B5EF4-FFF2-40B4-BE49-F238E27FC236}">
                  <a16:creationId xmlns:a16="http://schemas.microsoft.com/office/drawing/2014/main" id="{BD5DF4B2-5512-F94C-BF4E-ED5ECA808056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3" name="Oval 4522">
              <a:extLst>
                <a:ext uri="{FF2B5EF4-FFF2-40B4-BE49-F238E27FC236}">
                  <a16:creationId xmlns:a16="http://schemas.microsoft.com/office/drawing/2014/main" id="{8B144232-50F5-7947-B41F-46572E4D4165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4" name="Oval 4523">
              <a:extLst>
                <a:ext uri="{FF2B5EF4-FFF2-40B4-BE49-F238E27FC236}">
                  <a16:creationId xmlns:a16="http://schemas.microsoft.com/office/drawing/2014/main" id="{4698817B-C6A4-0642-8035-62D1B5372AEC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5" name="Oval 4524">
              <a:extLst>
                <a:ext uri="{FF2B5EF4-FFF2-40B4-BE49-F238E27FC236}">
                  <a16:creationId xmlns:a16="http://schemas.microsoft.com/office/drawing/2014/main" id="{D1D0C95F-0E26-9046-AED0-C2354935A485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6" name="Oval 4525">
              <a:extLst>
                <a:ext uri="{FF2B5EF4-FFF2-40B4-BE49-F238E27FC236}">
                  <a16:creationId xmlns:a16="http://schemas.microsoft.com/office/drawing/2014/main" id="{450DC62B-F7D8-0140-842E-739175EF6202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7" name="Oval 4526">
              <a:extLst>
                <a:ext uri="{FF2B5EF4-FFF2-40B4-BE49-F238E27FC236}">
                  <a16:creationId xmlns:a16="http://schemas.microsoft.com/office/drawing/2014/main" id="{9AA6707F-BD7C-544F-8506-CBC3D74C33E5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8" name="Oval 4527">
              <a:extLst>
                <a:ext uri="{FF2B5EF4-FFF2-40B4-BE49-F238E27FC236}">
                  <a16:creationId xmlns:a16="http://schemas.microsoft.com/office/drawing/2014/main" id="{FD35D2FB-D900-A946-A8A1-44C8C6C88C7D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29" name="Oval 4528">
              <a:extLst>
                <a:ext uri="{FF2B5EF4-FFF2-40B4-BE49-F238E27FC236}">
                  <a16:creationId xmlns:a16="http://schemas.microsoft.com/office/drawing/2014/main" id="{9CC31FDE-45C2-BB4A-88EF-08DDC1C7899C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0" name="Oval 4529">
              <a:extLst>
                <a:ext uri="{FF2B5EF4-FFF2-40B4-BE49-F238E27FC236}">
                  <a16:creationId xmlns:a16="http://schemas.microsoft.com/office/drawing/2014/main" id="{C2C107AD-6CED-B84C-9706-2C356952923C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1" name="Oval 4530">
              <a:extLst>
                <a:ext uri="{FF2B5EF4-FFF2-40B4-BE49-F238E27FC236}">
                  <a16:creationId xmlns:a16="http://schemas.microsoft.com/office/drawing/2014/main" id="{D9A06F4E-0575-A447-BCBE-2A481CF3360E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2" name="Oval 4531">
              <a:extLst>
                <a:ext uri="{FF2B5EF4-FFF2-40B4-BE49-F238E27FC236}">
                  <a16:creationId xmlns:a16="http://schemas.microsoft.com/office/drawing/2014/main" id="{55A8F4E8-1DED-114C-81EC-60AE8136D211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3" name="Oval 4532">
              <a:extLst>
                <a:ext uri="{FF2B5EF4-FFF2-40B4-BE49-F238E27FC236}">
                  <a16:creationId xmlns:a16="http://schemas.microsoft.com/office/drawing/2014/main" id="{04631142-E555-9042-ABD2-EA0B851F0B44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4" name="Oval 4533">
              <a:extLst>
                <a:ext uri="{FF2B5EF4-FFF2-40B4-BE49-F238E27FC236}">
                  <a16:creationId xmlns:a16="http://schemas.microsoft.com/office/drawing/2014/main" id="{0EBB84B3-8355-214E-8AEC-2BFAA5C40C15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5" name="Oval 4534">
              <a:extLst>
                <a:ext uri="{FF2B5EF4-FFF2-40B4-BE49-F238E27FC236}">
                  <a16:creationId xmlns:a16="http://schemas.microsoft.com/office/drawing/2014/main" id="{1A52DCA1-6DC7-8E40-8D71-46CE6590E3C7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6" name="Oval 4535">
              <a:extLst>
                <a:ext uri="{FF2B5EF4-FFF2-40B4-BE49-F238E27FC236}">
                  <a16:creationId xmlns:a16="http://schemas.microsoft.com/office/drawing/2014/main" id="{2603AA58-679B-074C-918C-960FF5046F09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7" name="Oval 4536">
              <a:extLst>
                <a:ext uri="{FF2B5EF4-FFF2-40B4-BE49-F238E27FC236}">
                  <a16:creationId xmlns:a16="http://schemas.microsoft.com/office/drawing/2014/main" id="{ADC1A729-BC29-3E4F-B89A-658D4ADE36CD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8" name="Oval 4537">
              <a:extLst>
                <a:ext uri="{FF2B5EF4-FFF2-40B4-BE49-F238E27FC236}">
                  <a16:creationId xmlns:a16="http://schemas.microsoft.com/office/drawing/2014/main" id="{383DC304-365A-AC43-A3F3-CBA470E14085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39" name="Oval 4538">
              <a:extLst>
                <a:ext uri="{FF2B5EF4-FFF2-40B4-BE49-F238E27FC236}">
                  <a16:creationId xmlns:a16="http://schemas.microsoft.com/office/drawing/2014/main" id="{456D4924-9EE3-E64C-A5B8-756BEC01848D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0" name="Oval 4539">
              <a:extLst>
                <a:ext uri="{FF2B5EF4-FFF2-40B4-BE49-F238E27FC236}">
                  <a16:creationId xmlns:a16="http://schemas.microsoft.com/office/drawing/2014/main" id="{EFC2466E-3B00-9945-BECF-B761640F6DA6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1" name="Oval 4540">
              <a:extLst>
                <a:ext uri="{FF2B5EF4-FFF2-40B4-BE49-F238E27FC236}">
                  <a16:creationId xmlns:a16="http://schemas.microsoft.com/office/drawing/2014/main" id="{FCE8511D-1223-5E4B-B227-E0900DD32C37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2" name="Oval 4541">
              <a:extLst>
                <a:ext uri="{FF2B5EF4-FFF2-40B4-BE49-F238E27FC236}">
                  <a16:creationId xmlns:a16="http://schemas.microsoft.com/office/drawing/2014/main" id="{A68A1771-608A-4946-AA0D-5EE0A821E011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3" name="Oval 4542">
              <a:extLst>
                <a:ext uri="{FF2B5EF4-FFF2-40B4-BE49-F238E27FC236}">
                  <a16:creationId xmlns:a16="http://schemas.microsoft.com/office/drawing/2014/main" id="{7E197B73-5457-0444-92B5-EFD689F44273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4" name="Oval 4543">
              <a:extLst>
                <a:ext uri="{FF2B5EF4-FFF2-40B4-BE49-F238E27FC236}">
                  <a16:creationId xmlns:a16="http://schemas.microsoft.com/office/drawing/2014/main" id="{9230D153-9E5D-4342-9E6F-64CACE12D864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5" name="Oval 4544">
              <a:extLst>
                <a:ext uri="{FF2B5EF4-FFF2-40B4-BE49-F238E27FC236}">
                  <a16:creationId xmlns:a16="http://schemas.microsoft.com/office/drawing/2014/main" id="{0D984CC6-6F36-9940-87EB-AAAD6989625E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6" name="Oval 4545">
              <a:extLst>
                <a:ext uri="{FF2B5EF4-FFF2-40B4-BE49-F238E27FC236}">
                  <a16:creationId xmlns:a16="http://schemas.microsoft.com/office/drawing/2014/main" id="{B2463AF7-DA3F-6D4E-991A-A80BE60C25B4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7" name="Oval 4546">
              <a:extLst>
                <a:ext uri="{FF2B5EF4-FFF2-40B4-BE49-F238E27FC236}">
                  <a16:creationId xmlns:a16="http://schemas.microsoft.com/office/drawing/2014/main" id="{2202EDFE-A320-E642-AE4D-07EC474F50B7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8" name="Oval 4547">
              <a:extLst>
                <a:ext uri="{FF2B5EF4-FFF2-40B4-BE49-F238E27FC236}">
                  <a16:creationId xmlns:a16="http://schemas.microsoft.com/office/drawing/2014/main" id="{3C294AEF-D0EF-564D-8948-2FC6952152AC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49" name="Oval 4548">
              <a:extLst>
                <a:ext uri="{FF2B5EF4-FFF2-40B4-BE49-F238E27FC236}">
                  <a16:creationId xmlns:a16="http://schemas.microsoft.com/office/drawing/2014/main" id="{CD146FE4-7F7A-5340-A92E-F8BA51CB846F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0" name="Oval 4549">
              <a:extLst>
                <a:ext uri="{FF2B5EF4-FFF2-40B4-BE49-F238E27FC236}">
                  <a16:creationId xmlns:a16="http://schemas.microsoft.com/office/drawing/2014/main" id="{5CA0538D-E990-234C-BC4D-62F7960E79C2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1" name="Oval 4550">
              <a:extLst>
                <a:ext uri="{FF2B5EF4-FFF2-40B4-BE49-F238E27FC236}">
                  <a16:creationId xmlns:a16="http://schemas.microsoft.com/office/drawing/2014/main" id="{0E91A4E2-7DA7-9C42-A56D-297D351AA998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2" name="Oval 4551">
              <a:extLst>
                <a:ext uri="{FF2B5EF4-FFF2-40B4-BE49-F238E27FC236}">
                  <a16:creationId xmlns:a16="http://schemas.microsoft.com/office/drawing/2014/main" id="{33F0D64C-34EF-B147-A3FB-A96849A9A1B9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3" name="Oval 4552">
              <a:extLst>
                <a:ext uri="{FF2B5EF4-FFF2-40B4-BE49-F238E27FC236}">
                  <a16:creationId xmlns:a16="http://schemas.microsoft.com/office/drawing/2014/main" id="{3E79A24C-74F7-0C4E-8129-F8338D157480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4" name="Oval 4553">
              <a:extLst>
                <a:ext uri="{FF2B5EF4-FFF2-40B4-BE49-F238E27FC236}">
                  <a16:creationId xmlns:a16="http://schemas.microsoft.com/office/drawing/2014/main" id="{ABFCABB9-6219-034C-800D-E7812DF885C5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5" name="Oval 4554">
              <a:extLst>
                <a:ext uri="{FF2B5EF4-FFF2-40B4-BE49-F238E27FC236}">
                  <a16:creationId xmlns:a16="http://schemas.microsoft.com/office/drawing/2014/main" id="{7D028560-A6FB-F34E-B0EC-E33ACDAC5682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6" name="Oval 4555">
              <a:extLst>
                <a:ext uri="{FF2B5EF4-FFF2-40B4-BE49-F238E27FC236}">
                  <a16:creationId xmlns:a16="http://schemas.microsoft.com/office/drawing/2014/main" id="{88C2D7C2-4CD1-7941-83CA-29FF8C30E905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7" name="Oval 4556">
              <a:extLst>
                <a:ext uri="{FF2B5EF4-FFF2-40B4-BE49-F238E27FC236}">
                  <a16:creationId xmlns:a16="http://schemas.microsoft.com/office/drawing/2014/main" id="{A1D56B46-39E4-984A-8ADE-9D045FD628F2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8" name="Oval 4557">
              <a:extLst>
                <a:ext uri="{FF2B5EF4-FFF2-40B4-BE49-F238E27FC236}">
                  <a16:creationId xmlns:a16="http://schemas.microsoft.com/office/drawing/2014/main" id="{357D88FA-3757-2847-81BB-EAF0652FB318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59" name="Oval 4558">
              <a:extLst>
                <a:ext uri="{FF2B5EF4-FFF2-40B4-BE49-F238E27FC236}">
                  <a16:creationId xmlns:a16="http://schemas.microsoft.com/office/drawing/2014/main" id="{0867AE4B-C0B0-4041-AA06-2A7965EA3527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0" name="Oval 4559">
              <a:extLst>
                <a:ext uri="{FF2B5EF4-FFF2-40B4-BE49-F238E27FC236}">
                  <a16:creationId xmlns:a16="http://schemas.microsoft.com/office/drawing/2014/main" id="{C3BBA737-1CF1-0A47-8B00-5CB11BE484E9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1" name="Oval 4560">
              <a:extLst>
                <a:ext uri="{FF2B5EF4-FFF2-40B4-BE49-F238E27FC236}">
                  <a16:creationId xmlns:a16="http://schemas.microsoft.com/office/drawing/2014/main" id="{C0653E15-9E7B-BA42-95CA-3931BA5EABB2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2" name="Oval 4561">
              <a:extLst>
                <a:ext uri="{FF2B5EF4-FFF2-40B4-BE49-F238E27FC236}">
                  <a16:creationId xmlns:a16="http://schemas.microsoft.com/office/drawing/2014/main" id="{6211DF7D-A7DF-314D-92F8-1E73AA42027F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3" name="Oval 4562">
              <a:extLst>
                <a:ext uri="{FF2B5EF4-FFF2-40B4-BE49-F238E27FC236}">
                  <a16:creationId xmlns:a16="http://schemas.microsoft.com/office/drawing/2014/main" id="{C229CBEE-BB87-F84E-AC25-80CBFE2627EA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4" name="Oval 4563">
              <a:extLst>
                <a:ext uri="{FF2B5EF4-FFF2-40B4-BE49-F238E27FC236}">
                  <a16:creationId xmlns:a16="http://schemas.microsoft.com/office/drawing/2014/main" id="{0878459D-C64B-0046-98F5-67F9FC4EE1E3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5" name="Oval 4564">
              <a:extLst>
                <a:ext uri="{FF2B5EF4-FFF2-40B4-BE49-F238E27FC236}">
                  <a16:creationId xmlns:a16="http://schemas.microsoft.com/office/drawing/2014/main" id="{9AAF73D1-E2B4-7541-A418-823C4E33BCCF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6" name="Oval 4565">
              <a:extLst>
                <a:ext uri="{FF2B5EF4-FFF2-40B4-BE49-F238E27FC236}">
                  <a16:creationId xmlns:a16="http://schemas.microsoft.com/office/drawing/2014/main" id="{D3054253-F66C-EF40-8D02-B50946043722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67" name="Freeform 4566">
              <a:extLst>
                <a:ext uri="{FF2B5EF4-FFF2-40B4-BE49-F238E27FC236}">
                  <a16:creationId xmlns:a16="http://schemas.microsoft.com/office/drawing/2014/main" id="{3B928AEC-381A-424A-8F8D-6A94E9865E98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8" name="Freeform 4567">
              <a:extLst>
                <a:ext uri="{FF2B5EF4-FFF2-40B4-BE49-F238E27FC236}">
                  <a16:creationId xmlns:a16="http://schemas.microsoft.com/office/drawing/2014/main" id="{81973623-BD82-B344-BBAD-CE4C28BCA96C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6F608F47-51BA-F840-8226-13B1A832BB3C}"/>
              </a:ext>
            </a:extLst>
          </p:cNvPr>
          <p:cNvGrpSpPr>
            <a:grpSpLocks noChangeAspect="1"/>
          </p:cNvGrpSpPr>
          <p:nvPr/>
        </p:nvGrpSpPr>
        <p:grpSpPr>
          <a:xfrm>
            <a:off x="7558517" y="6352707"/>
            <a:ext cx="759030" cy="413790"/>
            <a:chOff x="3201292" y="2360359"/>
            <a:chExt cx="2414304" cy="1316173"/>
          </a:xfrm>
          <a:solidFill>
            <a:srgbClr val="945200"/>
          </a:solidFill>
        </p:grpSpPr>
        <p:sp>
          <p:nvSpPr>
            <p:cNvPr id="612" name="Rectangle 611">
              <a:extLst>
                <a:ext uri="{FF2B5EF4-FFF2-40B4-BE49-F238E27FC236}">
                  <a16:creationId xmlns:a16="http://schemas.microsoft.com/office/drawing/2014/main" id="{718B2CA0-D42A-424F-8530-D9EEAAA06145}"/>
                </a:ext>
              </a:extLst>
            </p:cNvPr>
            <p:cNvSpPr/>
            <p:nvPr/>
          </p:nvSpPr>
          <p:spPr>
            <a:xfrm rot="15476139">
              <a:off x="2817867" y="2883547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3" name="Rectangle 612">
              <a:extLst>
                <a:ext uri="{FF2B5EF4-FFF2-40B4-BE49-F238E27FC236}">
                  <a16:creationId xmlns:a16="http://schemas.microsoft.com/office/drawing/2014/main" id="{901C2268-63B9-3C44-A854-456E0CE34ED6}"/>
                </a:ext>
              </a:extLst>
            </p:cNvPr>
            <p:cNvSpPr/>
            <p:nvPr/>
          </p:nvSpPr>
          <p:spPr>
            <a:xfrm rot="16805759">
              <a:off x="4792679" y="2899071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4" name="Rectangle 613">
              <a:extLst>
                <a:ext uri="{FF2B5EF4-FFF2-40B4-BE49-F238E27FC236}">
                  <a16:creationId xmlns:a16="http://schemas.microsoft.com/office/drawing/2014/main" id="{8825AAA5-78B2-3B46-9503-89CF49DA6FC5}"/>
                </a:ext>
              </a:extLst>
            </p:cNvPr>
            <p:cNvSpPr/>
            <p:nvPr/>
          </p:nvSpPr>
          <p:spPr>
            <a:xfrm rot="15723645">
              <a:off x="3318840" y="2883270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5" name="Rectangle 614">
              <a:extLst>
                <a:ext uri="{FF2B5EF4-FFF2-40B4-BE49-F238E27FC236}">
                  <a16:creationId xmlns:a16="http://schemas.microsoft.com/office/drawing/2014/main" id="{A2146C10-16C1-264C-AAFE-5568647043CC}"/>
                </a:ext>
              </a:extLst>
            </p:cNvPr>
            <p:cNvSpPr/>
            <p:nvPr/>
          </p:nvSpPr>
          <p:spPr>
            <a:xfrm rot="16637368">
              <a:off x="4512031" y="2882723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6" name="Rectangle 615">
              <a:extLst>
                <a:ext uri="{FF2B5EF4-FFF2-40B4-BE49-F238E27FC236}">
                  <a16:creationId xmlns:a16="http://schemas.microsoft.com/office/drawing/2014/main" id="{413A7076-CBEF-BB44-8548-25C35296C2EC}"/>
                </a:ext>
              </a:extLst>
            </p:cNvPr>
            <p:cNvSpPr/>
            <p:nvPr/>
          </p:nvSpPr>
          <p:spPr>
            <a:xfrm rot="16412111">
              <a:off x="4125130" y="2882716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A48E9838-502F-D548-B2B6-24C8F1E289FD}"/>
                </a:ext>
              </a:extLst>
            </p:cNvPr>
            <p:cNvSpPr/>
            <p:nvPr/>
          </p:nvSpPr>
          <p:spPr>
            <a:xfrm rot="15975407">
              <a:off x="3713083" y="2882718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8" name="Rectangle 617">
              <a:extLst>
                <a:ext uri="{FF2B5EF4-FFF2-40B4-BE49-F238E27FC236}">
                  <a16:creationId xmlns:a16="http://schemas.microsoft.com/office/drawing/2014/main" id="{86662EFC-D607-104A-A45C-2796BC85AC3C}"/>
                </a:ext>
              </a:extLst>
            </p:cNvPr>
            <p:cNvSpPr/>
            <p:nvPr/>
          </p:nvSpPr>
          <p:spPr>
            <a:xfrm>
              <a:off x="3201292" y="2360359"/>
              <a:ext cx="2414304" cy="187758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03C8B0DE-E4D3-2243-9048-6668A592ECC1}"/>
                </a:ext>
              </a:extLst>
            </p:cNvPr>
            <p:cNvSpPr/>
            <p:nvPr/>
          </p:nvSpPr>
          <p:spPr>
            <a:xfrm>
              <a:off x="3445667" y="3449576"/>
              <a:ext cx="1963156" cy="226956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150ED159-BF64-EE4A-82A1-14EFCE3EABC5}"/>
                </a:ext>
              </a:extLst>
            </p:cNvPr>
            <p:cNvSpPr/>
            <p:nvPr/>
          </p:nvSpPr>
          <p:spPr>
            <a:xfrm>
              <a:off x="3351008" y="2926523"/>
              <a:ext cx="2114872" cy="14464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54E4B4C3-C834-A841-8E3A-751F6DD2EA1C}"/>
              </a:ext>
            </a:extLst>
          </p:cNvPr>
          <p:cNvGrpSpPr>
            <a:grpSpLocks noChangeAspect="1"/>
          </p:cNvGrpSpPr>
          <p:nvPr/>
        </p:nvGrpSpPr>
        <p:grpSpPr>
          <a:xfrm>
            <a:off x="6482178" y="6251490"/>
            <a:ext cx="781866" cy="426239"/>
            <a:chOff x="3201292" y="2360359"/>
            <a:chExt cx="2414304" cy="1316173"/>
          </a:xfrm>
          <a:solidFill>
            <a:srgbClr val="945200"/>
          </a:solidFill>
        </p:grpSpPr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202BED4B-9ACC-5A4A-B037-82C5ACD7DC98}"/>
                </a:ext>
              </a:extLst>
            </p:cNvPr>
            <p:cNvSpPr/>
            <p:nvPr/>
          </p:nvSpPr>
          <p:spPr>
            <a:xfrm rot="15476139">
              <a:off x="2817867" y="2883547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19E8DF32-5F39-C64D-883A-7D14AE59BE1F}"/>
                </a:ext>
              </a:extLst>
            </p:cNvPr>
            <p:cNvSpPr/>
            <p:nvPr/>
          </p:nvSpPr>
          <p:spPr>
            <a:xfrm rot="16805759">
              <a:off x="4792679" y="2899071"/>
              <a:ext cx="1232289" cy="200631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A20F60F9-121D-EE4E-A38C-9AD6C6E7D0D5}"/>
                </a:ext>
              </a:extLst>
            </p:cNvPr>
            <p:cNvSpPr/>
            <p:nvPr/>
          </p:nvSpPr>
          <p:spPr>
            <a:xfrm rot="15723645">
              <a:off x="3318840" y="2883270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E0DAF84B-FBA1-1447-940C-66B9DDE2C0F0}"/>
                </a:ext>
              </a:extLst>
            </p:cNvPr>
            <p:cNvSpPr/>
            <p:nvPr/>
          </p:nvSpPr>
          <p:spPr>
            <a:xfrm rot="16637368">
              <a:off x="4512031" y="2882723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611F9874-DB2E-BF4A-88C4-1BC456D7902C}"/>
                </a:ext>
              </a:extLst>
            </p:cNvPr>
            <p:cNvSpPr/>
            <p:nvPr/>
          </p:nvSpPr>
          <p:spPr>
            <a:xfrm rot="16412111">
              <a:off x="4125130" y="2882716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3" name="Rectangle 982">
              <a:extLst>
                <a:ext uri="{FF2B5EF4-FFF2-40B4-BE49-F238E27FC236}">
                  <a16:creationId xmlns:a16="http://schemas.microsoft.com/office/drawing/2014/main" id="{E0CDDAAA-E79B-7540-B138-159170C83688}"/>
                </a:ext>
              </a:extLst>
            </p:cNvPr>
            <p:cNvSpPr/>
            <p:nvPr/>
          </p:nvSpPr>
          <p:spPr>
            <a:xfrm rot="15975407">
              <a:off x="3713083" y="2882718"/>
              <a:ext cx="1015166" cy="23332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4" name="Rectangle 983">
              <a:extLst>
                <a:ext uri="{FF2B5EF4-FFF2-40B4-BE49-F238E27FC236}">
                  <a16:creationId xmlns:a16="http://schemas.microsoft.com/office/drawing/2014/main" id="{91B49720-E4F9-3E4E-8B48-383AB04787BC}"/>
                </a:ext>
              </a:extLst>
            </p:cNvPr>
            <p:cNvSpPr/>
            <p:nvPr/>
          </p:nvSpPr>
          <p:spPr>
            <a:xfrm>
              <a:off x="3201292" y="2360359"/>
              <a:ext cx="2414304" cy="187758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5" name="Rectangle 984">
              <a:extLst>
                <a:ext uri="{FF2B5EF4-FFF2-40B4-BE49-F238E27FC236}">
                  <a16:creationId xmlns:a16="http://schemas.microsoft.com/office/drawing/2014/main" id="{C2DFEB86-F13F-694E-9DFB-2090A5DA84C1}"/>
                </a:ext>
              </a:extLst>
            </p:cNvPr>
            <p:cNvSpPr/>
            <p:nvPr/>
          </p:nvSpPr>
          <p:spPr>
            <a:xfrm>
              <a:off x="3445667" y="3449576"/>
              <a:ext cx="1963156" cy="226956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1F84713B-44F7-4045-B992-791C4D2D4379}"/>
                </a:ext>
              </a:extLst>
            </p:cNvPr>
            <p:cNvSpPr/>
            <p:nvPr/>
          </p:nvSpPr>
          <p:spPr>
            <a:xfrm>
              <a:off x="3351008" y="2926523"/>
              <a:ext cx="2114872" cy="144645"/>
            </a:xfrm>
            <a:prstGeom prst="rect">
              <a:avLst/>
            </a:prstGeom>
            <a:grpFill/>
            <a:ln w="6350">
              <a:noFill/>
            </a:ln>
            <a:effectLst>
              <a:outerShdw blurRad="50800" dist="38100" dir="5400000" algn="ctr" rotWithShape="0">
                <a:schemeClr val="tx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569" name="TextBox 4568">
            <a:extLst>
              <a:ext uri="{FF2B5EF4-FFF2-40B4-BE49-F238E27FC236}">
                <a16:creationId xmlns:a16="http://schemas.microsoft.com/office/drawing/2014/main" id="{AAFF6771-7556-FB43-A8A8-AA1D1E1B6E67}"/>
              </a:ext>
            </a:extLst>
          </p:cNvPr>
          <p:cNvSpPr txBox="1"/>
          <p:nvPr/>
        </p:nvSpPr>
        <p:spPr>
          <a:xfrm>
            <a:off x="532655" y="2455947"/>
            <a:ext cx="1259640" cy="400110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Allocation</a:t>
            </a:r>
          </a:p>
        </p:txBody>
      </p:sp>
      <p:sp>
        <p:nvSpPr>
          <p:cNvPr id="4570" name="TextBox 4569">
            <a:extLst>
              <a:ext uri="{FF2B5EF4-FFF2-40B4-BE49-F238E27FC236}">
                <a16:creationId xmlns:a16="http://schemas.microsoft.com/office/drawing/2014/main" id="{07507EFB-7916-2544-9873-29A74B8C6EC8}"/>
              </a:ext>
            </a:extLst>
          </p:cNvPr>
          <p:cNvSpPr txBox="1"/>
          <p:nvPr/>
        </p:nvSpPr>
        <p:spPr>
          <a:xfrm>
            <a:off x="638807" y="1962309"/>
            <a:ext cx="1047338" cy="400110"/>
          </a:xfrm>
          <a:prstGeom prst="rect">
            <a:avLst/>
          </a:prstGeom>
          <a:solidFill>
            <a:srgbClr val="FFFCB0"/>
          </a:solidFill>
          <a:ln w="254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/>
              <a:t>Transfer</a:t>
            </a:r>
          </a:p>
        </p:txBody>
      </p:sp>
      <p:sp>
        <p:nvSpPr>
          <p:cNvPr id="4571" name="TextBox 4570">
            <a:extLst>
              <a:ext uri="{FF2B5EF4-FFF2-40B4-BE49-F238E27FC236}">
                <a16:creationId xmlns:a16="http://schemas.microsoft.com/office/drawing/2014/main" id="{A0549E48-E4EE-5440-A0B6-B66ACC074380}"/>
              </a:ext>
            </a:extLst>
          </p:cNvPr>
          <p:cNvSpPr txBox="1"/>
          <p:nvPr/>
        </p:nvSpPr>
        <p:spPr>
          <a:xfrm>
            <a:off x="712290" y="3445070"/>
            <a:ext cx="1024063" cy="307777"/>
          </a:xfrm>
          <a:prstGeom prst="rect">
            <a:avLst/>
          </a:prstGeom>
          <a:solidFill>
            <a:srgbClr val="FFFCB0"/>
          </a:solidFill>
          <a:ln w="127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dirty="0"/>
              <a:t>10 Minutes</a:t>
            </a:r>
          </a:p>
        </p:txBody>
      </p:sp>
      <p:sp>
        <p:nvSpPr>
          <p:cNvPr id="4572" name="TextBox 4571">
            <a:extLst>
              <a:ext uri="{FF2B5EF4-FFF2-40B4-BE49-F238E27FC236}">
                <a16:creationId xmlns:a16="http://schemas.microsoft.com/office/drawing/2014/main" id="{0A17C76A-9A19-DD40-A975-5E02729B142D}"/>
              </a:ext>
            </a:extLst>
          </p:cNvPr>
          <p:cNvSpPr txBox="1"/>
          <p:nvPr/>
        </p:nvSpPr>
        <p:spPr>
          <a:xfrm>
            <a:off x="2188361" y="4648486"/>
            <a:ext cx="546945" cy="307777"/>
          </a:xfrm>
          <a:prstGeom prst="rect">
            <a:avLst/>
          </a:prstGeom>
          <a:solidFill>
            <a:srgbClr val="BACEE4"/>
          </a:solidFill>
          <a:ln w="12700">
            <a:solidFill>
              <a:srgbClr val="4A2E12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1400" dirty="0"/>
              <a:t>Daily</a:t>
            </a:r>
          </a:p>
        </p:txBody>
      </p:sp>
    </p:spTree>
    <p:extLst>
      <p:ext uri="{BB962C8B-B14F-4D97-AF65-F5344CB8AC3E}">
        <p14:creationId xmlns:p14="http://schemas.microsoft.com/office/powerpoint/2010/main" val="30536655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60EFD7B8-70C8-D24D-A5BB-2FD8A475E34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95" r="1642" b="36145"/>
          <a:stretch/>
        </p:blipFill>
        <p:spPr>
          <a:xfrm>
            <a:off x="3261105" y="-2247"/>
            <a:ext cx="5882895" cy="2840249"/>
          </a:xfrm>
          <a:prstGeom prst="rect">
            <a:avLst/>
          </a:prstGeom>
        </p:spPr>
      </p:pic>
      <p:sp>
        <p:nvSpPr>
          <p:cNvPr id="1808" name="Oval 1807">
            <a:extLst>
              <a:ext uri="{FF2B5EF4-FFF2-40B4-BE49-F238E27FC236}">
                <a16:creationId xmlns:a16="http://schemas.microsoft.com/office/drawing/2014/main" id="{43BBE906-383C-AC41-B74D-13B7858A026E}"/>
              </a:ext>
            </a:extLst>
          </p:cNvPr>
          <p:cNvSpPr/>
          <p:nvPr/>
        </p:nvSpPr>
        <p:spPr>
          <a:xfrm>
            <a:off x="1986480" y="286545"/>
            <a:ext cx="848774" cy="871737"/>
          </a:xfrm>
          <a:prstGeom prst="ellipse">
            <a:avLst/>
          </a:prstGeom>
          <a:solidFill>
            <a:srgbClr val="FFF4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A532C2E5-A228-DF41-9BE2-5BFC774893C2}"/>
              </a:ext>
            </a:extLst>
          </p:cNvPr>
          <p:cNvGrpSpPr/>
          <p:nvPr/>
        </p:nvGrpSpPr>
        <p:grpSpPr>
          <a:xfrm>
            <a:off x="1760044" y="197558"/>
            <a:ext cx="1301647" cy="1066216"/>
            <a:chOff x="1394682" y="1284460"/>
            <a:chExt cx="1296846" cy="1034301"/>
          </a:xfrm>
          <a:solidFill>
            <a:srgbClr val="FFF400"/>
          </a:solidFill>
        </p:grpSpPr>
        <p:sp>
          <p:nvSpPr>
            <p:cNvPr id="1819" name="Rectangle 1818">
              <a:extLst>
                <a:ext uri="{FF2B5EF4-FFF2-40B4-BE49-F238E27FC236}">
                  <a16:creationId xmlns:a16="http://schemas.microsoft.com/office/drawing/2014/main" id="{B45479D8-2590-E74C-99DB-81FBAA2B1376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0" name="Rectangle 1819">
              <a:extLst>
                <a:ext uri="{FF2B5EF4-FFF2-40B4-BE49-F238E27FC236}">
                  <a16:creationId xmlns:a16="http://schemas.microsoft.com/office/drawing/2014/main" id="{70DB8A2F-A0BA-CA44-9CA8-9C2C3E43A8BC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10" name="Group 1809">
            <a:extLst>
              <a:ext uri="{FF2B5EF4-FFF2-40B4-BE49-F238E27FC236}">
                <a16:creationId xmlns:a16="http://schemas.microsoft.com/office/drawing/2014/main" id="{4CC1EAB0-9914-8A43-9FBB-3F7D5BB0D4BD}"/>
              </a:ext>
            </a:extLst>
          </p:cNvPr>
          <p:cNvGrpSpPr/>
          <p:nvPr/>
        </p:nvGrpSpPr>
        <p:grpSpPr>
          <a:xfrm flipH="1">
            <a:off x="1759239" y="189835"/>
            <a:ext cx="1303255" cy="1065156"/>
            <a:chOff x="1394682" y="1284460"/>
            <a:chExt cx="1296846" cy="1034301"/>
          </a:xfrm>
          <a:solidFill>
            <a:srgbClr val="FFF400"/>
          </a:solidFill>
        </p:grpSpPr>
        <p:sp>
          <p:nvSpPr>
            <p:cNvPr id="1817" name="Rectangle 1816">
              <a:extLst>
                <a:ext uri="{FF2B5EF4-FFF2-40B4-BE49-F238E27FC236}">
                  <a16:creationId xmlns:a16="http://schemas.microsoft.com/office/drawing/2014/main" id="{86EFDDA1-FCC1-8748-A5C6-BE5B72AB91C5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8" name="Rectangle 1817">
              <a:extLst>
                <a:ext uri="{FF2B5EF4-FFF2-40B4-BE49-F238E27FC236}">
                  <a16:creationId xmlns:a16="http://schemas.microsoft.com/office/drawing/2014/main" id="{85132F15-EF06-744B-9701-81ECF0D040F2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387AF87D-73B7-7D4C-A66C-8DCFF290CB16}"/>
              </a:ext>
            </a:extLst>
          </p:cNvPr>
          <p:cNvGrpSpPr/>
          <p:nvPr/>
        </p:nvGrpSpPr>
        <p:grpSpPr>
          <a:xfrm rot="18926824" flipH="1">
            <a:off x="1759062" y="235283"/>
            <a:ext cx="1192489" cy="1019275"/>
            <a:chOff x="1504903" y="1284460"/>
            <a:chExt cx="1186625" cy="989749"/>
          </a:xfrm>
          <a:solidFill>
            <a:srgbClr val="FFF400"/>
          </a:solidFill>
        </p:grpSpPr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F12C264-3A29-FF47-8E83-7E11A666CC21}"/>
                </a:ext>
              </a:extLst>
            </p:cNvPr>
            <p:cNvSpPr/>
            <p:nvPr/>
          </p:nvSpPr>
          <p:spPr>
            <a:xfrm rot="18900000">
              <a:off x="2360656" y="1284460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Rectangle 1815">
              <a:extLst>
                <a:ext uri="{FF2B5EF4-FFF2-40B4-BE49-F238E27FC236}">
                  <a16:creationId xmlns:a16="http://schemas.microsoft.com/office/drawing/2014/main" id="{A466D862-0884-F548-89AE-3F6459321CB1}"/>
                </a:ext>
              </a:extLst>
            </p:cNvPr>
            <p:cNvSpPr/>
            <p:nvPr/>
          </p:nvSpPr>
          <p:spPr>
            <a:xfrm rot="18900000">
              <a:off x="1504903" y="2202523"/>
              <a:ext cx="207109" cy="7168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53FA845B-C015-AD42-9C3A-A60224D593FC}"/>
              </a:ext>
            </a:extLst>
          </p:cNvPr>
          <p:cNvGrpSpPr/>
          <p:nvPr/>
        </p:nvGrpSpPr>
        <p:grpSpPr>
          <a:xfrm rot="2728193" flipH="1">
            <a:off x="1806207" y="305189"/>
            <a:ext cx="1230971" cy="961673"/>
            <a:chOff x="1394682" y="1359681"/>
            <a:chExt cx="1192651" cy="959080"/>
          </a:xfrm>
          <a:solidFill>
            <a:srgbClr val="FFF400"/>
          </a:solidFill>
        </p:grpSpPr>
        <p:sp>
          <p:nvSpPr>
            <p:cNvPr id="1813" name="Rectangle 1812">
              <a:extLst>
                <a:ext uri="{FF2B5EF4-FFF2-40B4-BE49-F238E27FC236}">
                  <a16:creationId xmlns:a16="http://schemas.microsoft.com/office/drawing/2014/main" id="{0772421C-8837-4348-BFBC-B113E372695E}"/>
                </a:ext>
              </a:extLst>
            </p:cNvPr>
            <p:cNvSpPr/>
            <p:nvPr/>
          </p:nvSpPr>
          <p:spPr>
            <a:xfrm rot="18900000">
              <a:off x="2390925" y="1359681"/>
              <a:ext cx="196408" cy="5354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42936BEE-82D5-D84C-8E7C-0DE7262C291B}"/>
                </a:ext>
              </a:extLst>
            </p:cNvPr>
            <p:cNvSpPr/>
            <p:nvPr/>
          </p:nvSpPr>
          <p:spPr>
            <a:xfrm rot="18900000">
              <a:off x="1394682" y="2234421"/>
              <a:ext cx="330872" cy="8434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A14FD06B-D5EE-994D-BC47-8F80D06C3511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1804" name="Picture 1803">
              <a:extLst>
                <a:ext uri="{FF2B5EF4-FFF2-40B4-BE49-F238E27FC236}">
                  <a16:creationId xmlns:a16="http://schemas.microsoft.com/office/drawing/2014/main" id="{FF27C22B-75CA-C443-ADC5-A6AD66C70BF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805" name="Picture 1804">
              <a:extLst>
                <a:ext uri="{FF2B5EF4-FFF2-40B4-BE49-F238E27FC236}">
                  <a16:creationId xmlns:a16="http://schemas.microsoft.com/office/drawing/2014/main" id="{3B75D22A-F63F-AD4E-9DF4-1EB5DFBE73A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1806" name="Picture 1805">
              <a:extLst>
                <a:ext uri="{FF2B5EF4-FFF2-40B4-BE49-F238E27FC236}">
                  <a16:creationId xmlns:a16="http://schemas.microsoft.com/office/drawing/2014/main" id="{4C9E3E67-8A00-044F-AF46-95CF8269181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sp>
        <p:nvSpPr>
          <p:cNvPr id="5" name="Rectangle 4"/>
          <p:cNvSpPr/>
          <p:nvPr/>
        </p:nvSpPr>
        <p:spPr>
          <a:xfrm>
            <a:off x="0" y="5875842"/>
            <a:ext cx="9144000" cy="974677"/>
          </a:xfrm>
          <a:prstGeom prst="rect">
            <a:avLst/>
          </a:prstGeom>
          <a:solidFill>
            <a:srgbClr val="E1DBB4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pic>
        <p:nvPicPr>
          <p:cNvPr id="83" name="Picture 82">
            <a:extLst>
              <a:ext uri="{FF2B5EF4-FFF2-40B4-BE49-F238E27FC236}">
                <a16:creationId xmlns:a16="http://schemas.microsoft.com/office/drawing/2014/main" id="{EC16D405-D64F-B848-88DC-985E75F91B7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flipH="1">
            <a:off x="-104785" y="3795468"/>
            <a:ext cx="1090508" cy="2707789"/>
          </a:xfrm>
          <a:prstGeom prst="rect">
            <a:avLst/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89476589-B4A1-D54C-AE7F-70BA6506B37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flipH="1">
            <a:off x="315959" y="3444570"/>
            <a:ext cx="1267981" cy="3148464"/>
          </a:xfrm>
          <a:prstGeom prst="rect">
            <a:avLst/>
          </a:prstGeom>
        </p:spPr>
      </p:pic>
      <p:pic>
        <p:nvPicPr>
          <p:cNvPr id="86" name="Picture 85">
            <a:extLst>
              <a:ext uri="{FF2B5EF4-FFF2-40B4-BE49-F238E27FC236}">
                <a16:creationId xmlns:a16="http://schemas.microsoft.com/office/drawing/2014/main" id="{9351D655-7860-AD4D-9E36-0BB17ABB30A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flipH="1">
            <a:off x="124934" y="3702100"/>
            <a:ext cx="1143096" cy="2838368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EC44D333-AC9A-1847-91B9-A4B5803A806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flipH="1">
            <a:off x="587440" y="3190525"/>
            <a:ext cx="1397207" cy="3469339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88780462-F325-0E47-AEB5-BF1C4F4CEE19}"/>
              </a:ext>
            </a:extLst>
          </p:cNvPr>
          <p:cNvSpPr txBox="1"/>
          <p:nvPr/>
        </p:nvSpPr>
        <p:spPr>
          <a:xfrm>
            <a:off x="123136" y="1321177"/>
            <a:ext cx="385572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 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Harvest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9409815-2141-BC4A-A115-F9067CE4E9E2}"/>
              </a:ext>
            </a:extLst>
          </p:cNvPr>
          <p:cNvGrpSpPr/>
          <p:nvPr/>
        </p:nvGrpSpPr>
        <p:grpSpPr>
          <a:xfrm>
            <a:off x="2603724" y="2488063"/>
            <a:ext cx="4185308" cy="2096848"/>
            <a:chOff x="3234932" y="3190526"/>
            <a:chExt cx="4185308" cy="2096848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470921A3-D708-1B4F-B9B6-552AED8A7831}"/>
                </a:ext>
              </a:extLst>
            </p:cNvPr>
            <p:cNvSpPr/>
            <p:nvPr/>
          </p:nvSpPr>
          <p:spPr>
            <a:xfrm>
              <a:off x="3234932" y="3190526"/>
              <a:ext cx="4173161" cy="2096848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EB18ECF-7536-E34C-88A4-F7A5C923AAAE}"/>
                </a:ext>
              </a:extLst>
            </p:cNvPr>
            <p:cNvSpPr txBox="1"/>
            <p:nvPr/>
          </p:nvSpPr>
          <p:spPr>
            <a:xfrm>
              <a:off x="3285582" y="3245788"/>
              <a:ext cx="4134658" cy="20415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Harvest Amount: </a:t>
              </a:r>
              <a:endParaRPr lang="en-US" b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-</a:t>
              </a:r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 60-100% of canopy plant growth</a:t>
              </a:r>
              <a:endParaRPr lang="en-US" i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endParaRPr lang="en-US" sz="800" b="1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Harvested Carbon Fates:</a:t>
              </a:r>
            </a:p>
            <a:p>
              <a:pPr>
                <a:buClr>
                  <a:srgbClr val="A01300"/>
                </a:buClr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Removed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from the site</a:t>
              </a:r>
              <a:endParaRPr lang="en-US" b="1" dirty="0">
                <a:solidFill>
                  <a:srgbClr val="4B3118"/>
                </a:solidFill>
                <a:latin typeface="Helvetica"/>
                <a:cs typeface="Helvetica"/>
              </a:endParaRPr>
            </a:p>
            <a:p>
              <a:pPr>
                <a:lnSpc>
                  <a:spcPts val="2800"/>
                </a:lnSpc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Released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back to the atmosphere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</a:t>
              </a:r>
              <a:r>
                <a:rPr lang="en-US" b="1" dirty="0">
                  <a:solidFill>
                    <a:schemeClr val="accent3">
                      <a:lumMod val="50000"/>
                    </a:schemeClr>
                  </a:solidFill>
                  <a:latin typeface="Helvetica" pitchFamily="2" charset="0"/>
                </a:rPr>
                <a:t>Transferred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to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dead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carbon pools</a:t>
              </a:r>
              <a:endParaRPr lang="en-US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7502A2BC-6604-734D-8B4F-A3558C15CDF2}"/>
              </a:ext>
            </a:extLst>
          </p:cNvPr>
          <p:cNvGrpSpPr/>
          <p:nvPr/>
        </p:nvGrpSpPr>
        <p:grpSpPr>
          <a:xfrm>
            <a:off x="4467092" y="4669609"/>
            <a:ext cx="4375484" cy="2133898"/>
            <a:chOff x="4691659" y="4688243"/>
            <a:chExt cx="4375484" cy="2133898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7CB255E4-C06B-E64A-B571-24A4F974D155}"/>
                </a:ext>
              </a:extLst>
            </p:cNvPr>
            <p:cNvSpPr/>
            <p:nvPr/>
          </p:nvSpPr>
          <p:spPr>
            <a:xfrm>
              <a:off x="4893982" y="4688243"/>
              <a:ext cx="4173161" cy="2096848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8399004F-DB0C-3142-86A2-5F3FCB0D891B}"/>
                </a:ext>
              </a:extLst>
            </p:cNvPr>
            <p:cNvSpPr txBox="1"/>
            <p:nvPr/>
          </p:nvSpPr>
          <p:spPr>
            <a:xfrm>
              <a:off x="4691659" y="4739520"/>
              <a:ext cx="4326826" cy="20826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Treatment of Harvested Carbon </a:t>
              </a:r>
              <a:endParaRPr lang="en-US" b="1" baseline="-25000" dirty="0">
                <a:solidFill>
                  <a:srgbClr val="654321"/>
                </a:solidFill>
                <a:latin typeface="Helvetica"/>
                <a:cs typeface="Helvetica"/>
              </a:endParaRP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-</a:t>
              </a:r>
              <a:r>
                <a:rPr lang="en-US" dirty="0">
                  <a:solidFill>
                    <a:srgbClr val="654321"/>
                  </a:solidFill>
                  <a:latin typeface="Helvetica"/>
                  <a:cs typeface="Helvetica"/>
                </a:rPr>
                <a:t> Summed annually, globally</a:t>
              </a:r>
              <a:endParaRPr lang="en-US" b="1" dirty="0">
                <a:solidFill>
                  <a:srgbClr val="4B3118"/>
                </a:solidFill>
                <a:latin typeface="Helvetica"/>
                <a:cs typeface="Helvetica"/>
              </a:endParaRPr>
            </a:p>
            <a:p>
              <a:pPr>
                <a:lnSpc>
                  <a:spcPts val="2800"/>
                </a:lnSpc>
              </a:pPr>
              <a:r>
                <a:rPr lang="en-US" dirty="0"/>
                <a:t> 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Redistributed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endParaRPr lang="en-US" dirty="0">
                <a:solidFill>
                  <a:srgbClr val="4B3118"/>
                </a:solidFill>
                <a:latin typeface="Helvetica" pitchFamily="2" charset="0"/>
              </a:endParaRP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+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Human and livestock populations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+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Local/National preference</a:t>
              </a:r>
            </a:p>
            <a:p>
              <a:pPr>
                <a:lnSpc>
                  <a:spcPts val="2800"/>
                </a:lnSpc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Respired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at constant rate</a:t>
              </a:r>
              <a:endParaRPr lang="en-US" dirty="0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39E4538A-A3E7-6246-9F88-1C8E07C0FBB9}"/>
              </a:ext>
            </a:extLst>
          </p:cNvPr>
          <p:cNvGrpSpPr/>
          <p:nvPr/>
        </p:nvGrpSpPr>
        <p:grpSpPr>
          <a:xfrm>
            <a:off x="643607" y="4231012"/>
            <a:ext cx="2229597" cy="1658358"/>
            <a:chOff x="6542315" y="2108918"/>
            <a:chExt cx="4376056" cy="2675354"/>
          </a:xfrm>
        </p:grpSpPr>
        <p:sp>
          <p:nvSpPr>
            <p:cNvPr id="40" name="Parallelogram 39">
              <a:extLst>
                <a:ext uri="{FF2B5EF4-FFF2-40B4-BE49-F238E27FC236}">
                  <a16:creationId xmlns:a16="http://schemas.microsoft.com/office/drawing/2014/main" id="{FD42FA60-1708-554E-A90A-2355EF4A9EC1}"/>
                </a:ext>
              </a:extLst>
            </p:cNvPr>
            <p:cNvSpPr/>
            <p:nvPr/>
          </p:nvSpPr>
          <p:spPr>
            <a:xfrm rot="2700000">
              <a:off x="7579789" y="2415829"/>
              <a:ext cx="505691" cy="97096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Parallelogram 40">
              <a:extLst>
                <a:ext uri="{FF2B5EF4-FFF2-40B4-BE49-F238E27FC236}">
                  <a16:creationId xmlns:a16="http://schemas.microsoft.com/office/drawing/2014/main" id="{FC0F12B1-4B0A-8445-9259-69BBB92350FB}"/>
                </a:ext>
              </a:extLst>
            </p:cNvPr>
            <p:cNvSpPr/>
            <p:nvPr/>
          </p:nvSpPr>
          <p:spPr>
            <a:xfrm>
              <a:off x="6542315" y="2990659"/>
              <a:ext cx="1659576" cy="215185"/>
            </a:xfrm>
            <a:prstGeom prst="parallelogram">
              <a:avLst>
                <a:gd name="adj" fmla="val 0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Parallelogram 41">
              <a:extLst>
                <a:ext uri="{FF2B5EF4-FFF2-40B4-BE49-F238E27FC236}">
                  <a16:creationId xmlns:a16="http://schemas.microsoft.com/office/drawing/2014/main" id="{A5AAEF07-1415-CE42-8FC3-A29BC64A34EB}"/>
                </a:ext>
              </a:extLst>
            </p:cNvPr>
            <p:cNvSpPr/>
            <p:nvPr/>
          </p:nvSpPr>
          <p:spPr>
            <a:xfrm>
              <a:off x="7707086" y="2556826"/>
              <a:ext cx="3061854" cy="1388642"/>
            </a:xfrm>
            <a:prstGeom prst="parallelogram">
              <a:avLst>
                <a:gd name="adj" fmla="val 16216"/>
              </a:avLst>
            </a:prstGeom>
            <a:solidFill>
              <a:srgbClr val="00B8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C1348910-5EA8-8E41-846D-2036CF5B423B}"/>
                </a:ext>
              </a:extLst>
            </p:cNvPr>
            <p:cNvSpPr/>
            <p:nvPr/>
          </p:nvSpPr>
          <p:spPr>
            <a:xfrm>
              <a:off x="6542315" y="3238501"/>
              <a:ext cx="1545771" cy="154577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AB4FABF6-032B-AF49-A485-10820C948872}"/>
                </a:ext>
              </a:extLst>
            </p:cNvPr>
            <p:cNvSpPr/>
            <p:nvPr/>
          </p:nvSpPr>
          <p:spPr>
            <a:xfrm>
              <a:off x="9993086" y="3858987"/>
              <a:ext cx="925285" cy="92528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78B33F73-A1FF-1E4E-BF65-80090C939F87}"/>
                </a:ext>
              </a:extLst>
            </p:cNvPr>
            <p:cNvCxnSpPr>
              <a:cxnSpLocks/>
            </p:cNvCxnSpPr>
            <p:nvPr/>
          </p:nvCxnSpPr>
          <p:spPr>
            <a:xfrm>
              <a:off x="7811104" y="3363084"/>
              <a:ext cx="2803016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Parallelogram 47">
              <a:extLst>
                <a:ext uri="{FF2B5EF4-FFF2-40B4-BE49-F238E27FC236}">
                  <a16:creationId xmlns:a16="http://schemas.microsoft.com/office/drawing/2014/main" id="{047BBACF-A36C-E94E-B9AE-13F33AAEE78B}"/>
                </a:ext>
              </a:extLst>
            </p:cNvPr>
            <p:cNvSpPr/>
            <p:nvPr/>
          </p:nvSpPr>
          <p:spPr>
            <a:xfrm>
              <a:off x="6871855" y="2802879"/>
              <a:ext cx="505691" cy="17145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Parallelogram 48">
              <a:extLst>
                <a:ext uri="{FF2B5EF4-FFF2-40B4-BE49-F238E27FC236}">
                  <a16:creationId xmlns:a16="http://schemas.microsoft.com/office/drawing/2014/main" id="{7FEACDA7-C0B4-B04B-9F32-A93856D50599}"/>
                </a:ext>
              </a:extLst>
            </p:cNvPr>
            <p:cNvSpPr/>
            <p:nvPr/>
          </p:nvSpPr>
          <p:spPr>
            <a:xfrm rot="18870072">
              <a:off x="7460143" y="2234386"/>
              <a:ext cx="310567" cy="59631"/>
            </a:xfrm>
            <a:prstGeom prst="parallelogram">
              <a:avLst>
                <a:gd name="adj" fmla="val 0"/>
              </a:avLst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3EC3152F-068D-A441-826B-B5D2AF0ADFE1}"/>
                </a:ext>
              </a:extLst>
            </p:cNvPr>
            <p:cNvSpPr/>
            <p:nvPr/>
          </p:nvSpPr>
          <p:spPr>
            <a:xfrm>
              <a:off x="6804781" y="3501076"/>
              <a:ext cx="1020727" cy="1020727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282B9A82-20E1-F348-923B-FDB2BE2570C9}"/>
                </a:ext>
              </a:extLst>
            </p:cNvPr>
            <p:cNvCxnSpPr>
              <a:cxnSpLocks/>
              <a:endCxn id="50" idx="6"/>
            </p:cNvCxnSpPr>
            <p:nvPr/>
          </p:nvCxnSpPr>
          <p:spPr>
            <a:xfrm>
              <a:off x="6804781" y="4011386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FB6F3C54-C32F-F54C-BCD6-39B628A64057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804753" y="4027355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7A6C0884-83A7-9446-92FC-4AAA231D7880}"/>
                </a:ext>
              </a:extLst>
            </p:cNvPr>
            <p:cNvCxnSpPr>
              <a:cxnSpLocks/>
            </p:cNvCxnSpPr>
            <p:nvPr/>
          </p:nvCxnSpPr>
          <p:spPr>
            <a:xfrm rot="2700000">
              <a:off x="6804725" y="401042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B1C5FA15-3F28-F84E-98FC-C82DFC0A7FC9}"/>
                </a:ext>
              </a:extLst>
            </p:cNvPr>
            <p:cNvCxnSpPr>
              <a:cxnSpLocks/>
            </p:cNvCxnSpPr>
            <p:nvPr/>
          </p:nvCxnSpPr>
          <p:spPr>
            <a:xfrm rot="8100000">
              <a:off x="6804218" y="4026860"/>
              <a:ext cx="1020727" cy="5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AE54E47F-F8F5-5A44-9A4C-EC7DC4F0BED2}"/>
                </a:ext>
              </a:extLst>
            </p:cNvPr>
            <p:cNvGrpSpPr/>
            <p:nvPr/>
          </p:nvGrpSpPr>
          <p:grpSpPr>
            <a:xfrm>
              <a:off x="10146001" y="4009953"/>
              <a:ext cx="636388" cy="646590"/>
              <a:chOff x="8329812" y="4770000"/>
              <a:chExt cx="1021290" cy="1037662"/>
            </a:xfrm>
          </p:grpSpPr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7E2B60B6-0BF6-B34A-9FD5-F66DB06E39F8}"/>
                  </a:ext>
                </a:extLst>
              </p:cNvPr>
              <p:cNvSpPr/>
              <p:nvPr/>
            </p:nvSpPr>
            <p:spPr>
              <a:xfrm>
                <a:off x="8330375" y="4770993"/>
                <a:ext cx="1020727" cy="1020727"/>
              </a:xfrm>
              <a:prstGeom prst="ellipse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7B702835-D67A-A146-A69B-94EABF3F2A64}"/>
                  </a:ext>
                </a:extLst>
              </p:cNvPr>
              <p:cNvCxnSpPr>
                <a:cxnSpLocks/>
                <a:endCxn id="59" idx="6"/>
              </p:cNvCxnSpPr>
              <p:nvPr/>
            </p:nvCxnSpPr>
            <p:spPr>
              <a:xfrm>
                <a:off x="8330375" y="5281303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377A6645-5DC5-0C41-855F-1EC0BFD8D86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8330347" y="5297272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80BC322A-48DB-B845-86E4-0D05A8D7EB9A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>
                <a:off x="8330319" y="528033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62DF2EE5-5CCC-9B4C-802F-9F0D57AD63CB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>
                <a:off x="8329812" y="5296777"/>
                <a:ext cx="1020727" cy="54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7" name="Trapezoid 56">
              <a:extLst>
                <a:ext uri="{FF2B5EF4-FFF2-40B4-BE49-F238E27FC236}">
                  <a16:creationId xmlns:a16="http://schemas.microsoft.com/office/drawing/2014/main" id="{027207E6-2BAD-8149-99A5-73715AA59A26}"/>
                </a:ext>
              </a:extLst>
            </p:cNvPr>
            <p:cNvSpPr/>
            <p:nvPr/>
          </p:nvSpPr>
          <p:spPr>
            <a:xfrm>
              <a:off x="9922933" y="2132549"/>
              <a:ext cx="213305" cy="417740"/>
            </a:xfrm>
            <a:prstGeom prst="trapezoid">
              <a:avLst/>
            </a:prstGeom>
            <a:solidFill>
              <a:schemeClr val="tx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F607D69-C86B-B740-B3EF-B4CB3BA2425F}"/>
              </a:ext>
            </a:extLst>
          </p:cNvPr>
          <p:cNvGrpSpPr/>
          <p:nvPr/>
        </p:nvGrpSpPr>
        <p:grpSpPr>
          <a:xfrm>
            <a:off x="1407825" y="5790162"/>
            <a:ext cx="1023378" cy="764553"/>
            <a:chOff x="8011409" y="5099136"/>
            <a:chExt cx="1023378" cy="764553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2813C91B-0F12-DB44-9F57-7722F92B4DC5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BA230768-E73E-6E4A-A86F-59A09FE022BC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F1792D5C-AF85-0844-B6AD-4982D13E6AD7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C947EFC9-DBE2-2E42-AB99-60F6D02EC910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2252B714-650E-1248-8C8A-7F1F234C399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466" name="Oval 465">
                <a:extLst>
                  <a:ext uri="{FF2B5EF4-FFF2-40B4-BE49-F238E27FC236}">
                    <a16:creationId xmlns:a16="http://schemas.microsoft.com/office/drawing/2014/main" id="{B24F1B6D-1D40-F740-9235-1F799532FF31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D5CF84F9-1D44-AA4D-BA07-5AD684E29F0F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Oval 467">
                <a:extLst>
                  <a:ext uri="{FF2B5EF4-FFF2-40B4-BE49-F238E27FC236}">
                    <a16:creationId xmlns:a16="http://schemas.microsoft.com/office/drawing/2014/main" id="{184185B8-F12D-2843-8043-3D6266274EC8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68240FEA-8D6C-8145-BAB4-E658B9B6E367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38EBA120-48C4-D44B-9213-AF1FA1406F20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581F1B1E-71AC-964E-9416-C980FB7EA8F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2" name="Oval 471">
                <a:extLst>
                  <a:ext uri="{FF2B5EF4-FFF2-40B4-BE49-F238E27FC236}">
                    <a16:creationId xmlns:a16="http://schemas.microsoft.com/office/drawing/2014/main" id="{18B8BE0D-50BC-3A41-A81F-F75C4D883644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BEF3237F-5300-E14D-83B7-08DF81EAD966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4" name="Oval 473">
                <a:extLst>
                  <a:ext uri="{FF2B5EF4-FFF2-40B4-BE49-F238E27FC236}">
                    <a16:creationId xmlns:a16="http://schemas.microsoft.com/office/drawing/2014/main" id="{80F98D46-3696-C549-AA8F-46DDCA2AF16E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8C18AF32-25F0-F447-BDEF-015BF53CD8D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F0AFE152-8475-A14C-8368-D0F9D49C11DF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7" name="Oval 476">
                <a:extLst>
                  <a:ext uri="{FF2B5EF4-FFF2-40B4-BE49-F238E27FC236}">
                    <a16:creationId xmlns:a16="http://schemas.microsoft.com/office/drawing/2014/main" id="{329B63C6-DEAD-4148-97C1-5C21EC9A4273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BD48E138-1A3F-9E40-81DD-B288896F6BCE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9" name="Oval 478">
                <a:extLst>
                  <a:ext uri="{FF2B5EF4-FFF2-40B4-BE49-F238E27FC236}">
                    <a16:creationId xmlns:a16="http://schemas.microsoft.com/office/drawing/2014/main" id="{A66DDD73-899E-0541-B21A-043D993645FC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F1D3EF64-2B1E-D647-943A-E2FDF73E60FE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E941D13D-FDFA-7E45-8527-81F6FAF89DEC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7170B4EB-3D21-5D4B-8FB7-65E8BF09F794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31ACA844-467D-CD4A-99FE-D331BC73777F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4" name="Oval 483">
                <a:extLst>
                  <a:ext uri="{FF2B5EF4-FFF2-40B4-BE49-F238E27FC236}">
                    <a16:creationId xmlns:a16="http://schemas.microsoft.com/office/drawing/2014/main" id="{21B59514-5A05-DB4B-9533-B420672C4FBA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474868CA-C5CE-7741-B2E8-27C45EAAC80E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7E989EB3-432B-474E-9B90-A08CAE8E0145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4A840016-DD15-A341-BE2A-C5AD2BC5B74A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EB18EF94-87D9-9E4A-9788-35B509A4706F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11D25DA2-BCFB-884D-9D1A-EE49B2C5749A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0C52C8E-5A4D-F640-A1F4-6B4EEF97B2E0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2BA6D25A-9B94-A54C-81AB-B54ED42D26D1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79AA2115-3DE6-C447-8C81-347AA8BE0E31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B1B5179-9026-3F42-A433-CB6477F91A8C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4" name="Oval 493">
                <a:extLst>
                  <a:ext uri="{FF2B5EF4-FFF2-40B4-BE49-F238E27FC236}">
                    <a16:creationId xmlns:a16="http://schemas.microsoft.com/office/drawing/2014/main" id="{028276F4-0662-FC4C-AC29-525B5809A70E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5" name="Oval 494">
                <a:extLst>
                  <a:ext uri="{FF2B5EF4-FFF2-40B4-BE49-F238E27FC236}">
                    <a16:creationId xmlns:a16="http://schemas.microsoft.com/office/drawing/2014/main" id="{2877FB38-1695-1A4E-99E7-175DBA647456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60CE54FC-BA96-2946-B49F-AA0A06947DFC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422FEA98-15C6-8248-998B-DBE2F8ED7311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5A2AF250-0762-F948-9916-3780CBEA1199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1640EF24-29BA-2C4C-90E7-0A6EC5C5C070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CEBDE550-3A3B-DB43-B6D9-724AA481DCBB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8B8400A0-F6A5-CE4A-89B2-D9872DA70421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19B3A214-0852-B54E-BB68-D928F42EB414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F2804055-0458-D848-8302-2E72838C4B5F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304BF8F5-3F6C-D848-ACF7-2508F1891D17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2A4C6830-F84D-F545-B654-AEF68B66646D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85A9C26F-6A73-3648-B4E9-AD7EB586D61E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7" name="Oval 506">
                <a:extLst>
                  <a:ext uri="{FF2B5EF4-FFF2-40B4-BE49-F238E27FC236}">
                    <a16:creationId xmlns:a16="http://schemas.microsoft.com/office/drawing/2014/main" id="{FC4C05DE-0DFA-D347-A93B-DD71A65CA608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C8725110-A120-154A-9CB4-8486DE7E6688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6CC6A550-4297-E34B-A208-6DA19205DF9D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DB7D1243-6E57-B24A-9530-C0B0684AD389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6C58C158-E95C-DF4B-B635-D9DAB5977C99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2" name="Oval 511">
                <a:extLst>
                  <a:ext uri="{FF2B5EF4-FFF2-40B4-BE49-F238E27FC236}">
                    <a16:creationId xmlns:a16="http://schemas.microsoft.com/office/drawing/2014/main" id="{96A96938-FB45-DB40-9619-298D3DC7DB40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3" name="Oval 512">
                <a:extLst>
                  <a:ext uri="{FF2B5EF4-FFF2-40B4-BE49-F238E27FC236}">
                    <a16:creationId xmlns:a16="http://schemas.microsoft.com/office/drawing/2014/main" id="{A1E2A8C9-21F1-3940-9C59-21B51634B176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4" name="Oval 513">
                <a:extLst>
                  <a:ext uri="{FF2B5EF4-FFF2-40B4-BE49-F238E27FC236}">
                    <a16:creationId xmlns:a16="http://schemas.microsoft.com/office/drawing/2014/main" id="{61FF669E-7722-0F45-9174-785C94368486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5" name="Oval 514">
                <a:extLst>
                  <a:ext uri="{FF2B5EF4-FFF2-40B4-BE49-F238E27FC236}">
                    <a16:creationId xmlns:a16="http://schemas.microsoft.com/office/drawing/2014/main" id="{8B021D78-FCE3-134D-A4C5-8A1F2451FDA1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6" name="Oval 515">
                <a:extLst>
                  <a:ext uri="{FF2B5EF4-FFF2-40B4-BE49-F238E27FC236}">
                    <a16:creationId xmlns:a16="http://schemas.microsoft.com/office/drawing/2014/main" id="{64C66C0C-1625-F64B-A9BF-4BC126C4C79F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51C59840-2912-AD4F-B229-B5158AB36C1D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C3F1EB10-8099-8440-8588-3A341C26A7A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19" name="Oval 518">
                <a:extLst>
                  <a:ext uri="{FF2B5EF4-FFF2-40B4-BE49-F238E27FC236}">
                    <a16:creationId xmlns:a16="http://schemas.microsoft.com/office/drawing/2014/main" id="{427BCDCA-9168-774E-B606-AF3CC0BFB72A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B729B06A-6B72-8144-98DB-EC016797633D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1" name="Oval 520">
                <a:extLst>
                  <a:ext uri="{FF2B5EF4-FFF2-40B4-BE49-F238E27FC236}">
                    <a16:creationId xmlns:a16="http://schemas.microsoft.com/office/drawing/2014/main" id="{6999BFF4-9E82-5B41-AFF0-514183909120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2E385121-CB61-1C42-A36F-759880653DD8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9085DF85-E6AD-6746-95EA-60DADD6F16C9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6AF64C1A-507D-8045-88F9-4637143CF66A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B3439B50-0E84-B544-B232-A7CDC01DD39B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6" name="Oval 525">
                <a:extLst>
                  <a:ext uri="{FF2B5EF4-FFF2-40B4-BE49-F238E27FC236}">
                    <a16:creationId xmlns:a16="http://schemas.microsoft.com/office/drawing/2014/main" id="{6CE69340-7C62-CB47-B7A2-B08194387DAF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7" name="Oval 526">
                <a:extLst>
                  <a:ext uri="{FF2B5EF4-FFF2-40B4-BE49-F238E27FC236}">
                    <a16:creationId xmlns:a16="http://schemas.microsoft.com/office/drawing/2014/main" id="{27FC424A-5677-6848-AFB3-746339E7B3E1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8" name="Oval 527">
                <a:extLst>
                  <a:ext uri="{FF2B5EF4-FFF2-40B4-BE49-F238E27FC236}">
                    <a16:creationId xmlns:a16="http://schemas.microsoft.com/office/drawing/2014/main" id="{DEF87BBA-5786-DF48-B666-5763FDB9C24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9" name="Oval 528">
                <a:extLst>
                  <a:ext uri="{FF2B5EF4-FFF2-40B4-BE49-F238E27FC236}">
                    <a16:creationId xmlns:a16="http://schemas.microsoft.com/office/drawing/2014/main" id="{26B9E883-15BC-3747-A723-A4FD469C4B82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16C6B342-0DED-2346-8D9C-CEBB1C0B0438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63DEF3CD-A14C-944E-8951-2E7EF520F4C6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3D34E7F0-22A4-3748-AE64-1B3E3547EC73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5B89CD6D-49C2-D247-A09F-D5B61C0F5F27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7D4223DD-F3FF-8F40-9CAB-39874BB966EA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5" name="Oval 534">
                <a:extLst>
                  <a:ext uri="{FF2B5EF4-FFF2-40B4-BE49-F238E27FC236}">
                    <a16:creationId xmlns:a16="http://schemas.microsoft.com/office/drawing/2014/main" id="{60FCC246-45B7-F343-8C48-DC8E21A34C30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F6D0D367-2B04-144C-97A2-6AFBF9DB36A5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7" name="Oval 536">
                <a:extLst>
                  <a:ext uri="{FF2B5EF4-FFF2-40B4-BE49-F238E27FC236}">
                    <a16:creationId xmlns:a16="http://schemas.microsoft.com/office/drawing/2014/main" id="{01C7882A-E7F6-E943-8E59-5231EF8A7316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8" name="Oval 537">
                <a:extLst>
                  <a:ext uri="{FF2B5EF4-FFF2-40B4-BE49-F238E27FC236}">
                    <a16:creationId xmlns:a16="http://schemas.microsoft.com/office/drawing/2014/main" id="{FF1B9BA7-8DC9-B749-9DC1-202FD202F38D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9" name="Oval 538">
                <a:extLst>
                  <a:ext uri="{FF2B5EF4-FFF2-40B4-BE49-F238E27FC236}">
                    <a16:creationId xmlns:a16="http://schemas.microsoft.com/office/drawing/2014/main" id="{A4BB2F84-70ED-7A4E-B6AF-64C1E15AD0D6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E5373D70-3398-FA48-BE31-8A3B36EBD9B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279A94E6-60C3-1F4E-BA0B-2888C9F78DC6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2" name="Oval 541">
                <a:extLst>
                  <a:ext uri="{FF2B5EF4-FFF2-40B4-BE49-F238E27FC236}">
                    <a16:creationId xmlns:a16="http://schemas.microsoft.com/office/drawing/2014/main" id="{2C946CD7-C5DA-F546-B837-C86DE99BAA38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84579A37-7D91-434D-9893-37A97C1778FE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4" name="Oval 543">
                <a:extLst>
                  <a:ext uri="{FF2B5EF4-FFF2-40B4-BE49-F238E27FC236}">
                    <a16:creationId xmlns:a16="http://schemas.microsoft.com/office/drawing/2014/main" id="{8BB32B13-136E-C742-9B5D-566033B2CFA1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5" name="Oval 544">
                <a:extLst>
                  <a:ext uri="{FF2B5EF4-FFF2-40B4-BE49-F238E27FC236}">
                    <a16:creationId xmlns:a16="http://schemas.microsoft.com/office/drawing/2014/main" id="{02DB97BB-639C-B642-B5C8-EC94A4098445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6" name="Oval 545">
                <a:extLst>
                  <a:ext uri="{FF2B5EF4-FFF2-40B4-BE49-F238E27FC236}">
                    <a16:creationId xmlns:a16="http://schemas.microsoft.com/office/drawing/2014/main" id="{FCC44809-3863-ED43-B1BA-FA392A9C02B1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7" name="Oval 546">
                <a:extLst>
                  <a:ext uri="{FF2B5EF4-FFF2-40B4-BE49-F238E27FC236}">
                    <a16:creationId xmlns:a16="http://schemas.microsoft.com/office/drawing/2014/main" id="{934C57D9-507B-FA48-8AE0-F6C06487E2B8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B315DDD3-D767-FB40-A1D9-CEA35CCBB532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9491A015-707A-BE4E-94D6-34CC495E975E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AAA96A56-5212-AF46-8AD0-A161BF887378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102E186A-9AEA-9247-BDEC-B76A10E273E9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2" name="Oval 551">
                <a:extLst>
                  <a:ext uri="{FF2B5EF4-FFF2-40B4-BE49-F238E27FC236}">
                    <a16:creationId xmlns:a16="http://schemas.microsoft.com/office/drawing/2014/main" id="{54B4A733-C0FE-5C4C-BD08-076736A0DECC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A1C23F2-FBE1-8944-BA9A-DCBD61D2C861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708FCC86-40F1-E549-9E54-1E593631B088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5D250798-343C-C240-AB13-54FC3ABDDFB9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5AB9E807-8820-3B4F-82EB-814066B14A55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7" name="Oval 556">
                <a:extLst>
                  <a:ext uri="{FF2B5EF4-FFF2-40B4-BE49-F238E27FC236}">
                    <a16:creationId xmlns:a16="http://schemas.microsoft.com/office/drawing/2014/main" id="{21485176-B684-0B41-B54D-B817238311F4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9C62DAA9-4417-0F44-97C7-09E86ABB7293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Oval 558">
                <a:extLst>
                  <a:ext uri="{FF2B5EF4-FFF2-40B4-BE49-F238E27FC236}">
                    <a16:creationId xmlns:a16="http://schemas.microsoft.com/office/drawing/2014/main" id="{532300D3-D90F-8F44-BFDD-49A9EFC5493E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0" name="Oval 559">
                <a:extLst>
                  <a:ext uri="{FF2B5EF4-FFF2-40B4-BE49-F238E27FC236}">
                    <a16:creationId xmlns:a16="http://schemas.microsoft.com/office/drawing/2014/main" id="{F053A18F-C39C-3341-AF29-EE0C5420EF8B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1" name="Oval 560">
                <a:extLst>
                  <a:ext uri="{FF2B5EF4-FFF2-40B4-BE49-F238E27FC236}">
                    <a16:creationId xmlns:a16="http://schemas.microsoft.com/office/drawing/2014/main" id="{6904C76D-BAA5-6046-9917-ECA99ADC96E5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2" name="Oval 561">
                <a:extLst>
                  <a:ext uri="{FF2B5EF4-FFF2-40B4-BE49-F238E27FC236}">
                    <a16:creationId xmlns:a16="http://schemas.microsoft.com/office/drawing/2014/main" id="{82A882CC-75D4-6147-9E89-A8413982E679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DEDFB2FE-45A9-9348-BDB3-12063E87F6A9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Oval 563">
                <a:extLst>
                  <a:ext uri="{FF2B5EF4-FFF2-40B4-BE49-F238E27FC236}">
                    <a16:creationId xmlns:a16="http://schemas.microsoft.com/office/drawing/2014/main" id="{A3069FCF-7ECF-BF45-970C-8294D6E7B6B4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5" name="Oval 564">
                <a:extLst>
                  <a:ext uri="{FF2B5EF4-FFF2-40B4-BE49-F238E27FC236}">
                    <a16:creationId xmlns:a16="http://schemas.microsoft.com/office/drawing/2014/main" id="{31A3A1AA-AFAF-E947-8776-3EB777769F71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6" name="Oval 565">
                <a:extLst>
                  <a:ext uri="{FF2B5EF4-FFF2-40B4-BE49-F238E27FC236}">
                    <a16:creationId xmlns:a16="http://schemas.microsoft.com/office/drawing/2014/main" id="{C505476E-DA0D-994B-A998-594FC5C5CF21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7" name="Oval 566">
                <a:extLst>
                  <a:ext uri="{FF2B5EF4-FFF2-40B4-BE49-F238E27FC236}">
                    <a16:creationId xmlns:a16="http://schemas.microsoft.com/office/drawing/2014/main" id="{B4BF7170-CE67-0749-8EB0-31D1E99789B3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F312AAF8-9D96-0848-9FA0-015C3A43D122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Oval 568">
                <a:extLst>
                  <a:ext uri="{FF2B5EF4-FFF2-40B4-BE49-F238E27FC236}">
                    <a16:creationId xmlns:a16="http://schemas.microsoft.com/office/drawing/2014/main" id="{202019BA-93F4-5F4D-B5BC-6494FB9999B3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87187042-342E-614A-BA3E-D01F87113D1D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1" name="Oval 570">
                <a:extLst>
                  <a:ext uri="{FF2B5EF4-FFF2-40B4-BE49-F238E27FC236}">
                    <a16:creationId xmlns:a16="http://schemas.microsoft.com/office/drawing/2014/main" id="{F4785479-2F10-1F4C-AB41-BC213C61E795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204FD272-BF21-8542-8435-CD1E7292FB97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3" name="Oval 572">
                <a:extLst>
                  <a:ext uri="{FF2B5EF4-FFF2-40B4-BE49-F238E27FC236}">
                    <a16:creationId xmlns:a16="http://schemas.microsoft.com/office/drawing/2014/main" id="{9071A481-8F60-D64E-9120-2076ACDC7983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4" name="Oval 573">
                <a:extLst>
                  <a:ext uri="{FF2B5EF4-FFF2-40B4-BE49-F238E27FC236}">
                    <a16:creationId xmlns:a16="http://schemas.microsoft.com/office/drawing/2014/main" id="{64DF630B-B8C4-C949-9FF2-5176A1DBB231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5" name="Oval 574">
                <a:extLst>
                  <a:ext uri="{FF2B5EF4-FFF2-40B4-BE49-F238E27FC236}">
                    <a16:creationId xmlns:a16="http://schemas.microsoft.com/office/drawing/2014/main" id="{AFC60ED4-F788-164E-A0FE-FEE98CEAC355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C0023A63-7DFC-694E-9D0A-71B1D88ECCF7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02B7CEEC-AAFD-C74D-810D-BFC9D2C6FA02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8AC4B7DB-BC9D-D74B-9B2B-0E9B14A5231A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9" name="Freeform 578">
                <a:extLst>
                  <a:ext uri="{FF2B5EF4-FFF2-40B4-BE49-F238E27FC236}">
                    <a16:creationId xmlns:a16="http://schemas.microsoft.com/office/drawing/2014/main" id="{3A5D00D2-833D-CC43-9322-75C2D9D96A98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1B908ED5-3787-DF4D-A1B7-BBEA09AACAA5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D2BF15C1-6049-D44C-BE5F-2384FFF9BC59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6F301DC9-3D29-D746-A491-10F4901A4EEA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" name="Freeform 343">
                <a:extLst>
                  <a:ext uri="{FF2B5EF4-FFF2-40B4-BE49-F238E27FC236}">
                    <a16:creationId xmlns:a16="http://schemas.microsoft.com/office/drawing/2014/main" id="{FCA8095E-A0E8-5A4C-83E0-632FC10C1917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5" name="Freeform 344">
                <a:extLst>
                  <a:ext uri="{FF2B5EF4-FFF2-40B4-BE49-F238E27FC236}">
                    <a16:creationId xmlns:a16="http://schemas.microsoft.com/office/drawing/2014/main" id="{12BB376C-0811-924C-A4DA-45FA667F318C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FA97429E-55CF-BD4E-9689-15B3611C996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347" name="Oval 346">
                <a:extLst>
                  <a:ext uri="{FF2B5EF4-FFF2-40B4-BE49-F238E27FC236}">
                    <a16:creationId xmlns:a16="http://schemas.microsoft.com/office/drawing/2014/main" id="{49CD656B-E873-6D40-BD01-C251B528A96B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63C1A283-91AC-154B-91C4-7D07418A02F3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BF495ED3-BC24-3340-A056-C856311FAF1A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63A72BA1-5B53-EB4D-9104-57B7E71254E0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973A36BB-C9FE-CA48-87E3-96E06A771D3F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712D648B-C8F6-F94A-B337-EA0ABFC05AD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3" name="Oval 352">
                <a:extLst>
                  <a:ext uri="{FF2B5EF4-FFF2-40B4-BE49-F238E27FC236}">
                    <a16:creationId xmlns:a16="http://schemas.microsoft.com/office/drawing/2014/main" id="{A3CF3190-EE4E-2842-9F7F-BD1C2E1C8EC3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4" name="Oval 353">
                <a:extLst>
                  <a:ext uri="{FF2B5EF4-FFF2-40B4-BE49-F238E27FC236}">
                    <a16:creationId xmlns:a16="http://schemas.microsoft.com/office/drawing/2014/main" id="{816397BE-E8E1-5347-B049-1A87F6CD534E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5" name="Oval 354">
                <a:extLst>
                  <a:ext uri="{FF2B5EF4-FFF2-40B4-BE49-F238E27FC236}">
                    <a16:creationId xmlns:a16="http://schemas.microsoft.com/office/drawing/2014/main" id="{599FC5C0-8DEE-5E4E-BEB1-B723DC4949BF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6" name="Oval 355">
                <a:extLst>
                  <a:ext uri="{FF2B5EF4-FFF2-40B4-BE49-F238E27FC236}">
                    <a16:creationId xmlns:a16="http://schemas.microsoft.com/office/drawing/2014/main" id="{F5E7DE81-824E-444D-8CBC-0667A1CF251E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D613AF45-86CB-104C-8554-F00E537573FC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8" name="Oval 357">
                <a:extLst>
                  <a:ext uri="{FF2B5EF4-FFF2-40B4-BE49-F238E27FC236}">
                    <a16:creationId xmlns:a16="http://schemas.microsoft.com/office/drawing/2014/main" id="{3FAF7E12-F1B3-BB46-A4B3-572B4FAF5A13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F0CAFD65-E0C0-3246-88DC-5E86A067D6FC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D87F0350-420F-A847-BA0A-6D56F87B5DFC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6FAF5CD9-0EA2-DC49-BC37-DFECEBA3659F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3261E3D8-A55D-C74B-81CF-8C0ACD730D45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3" name="Oval 362">
                <a:extLst>
                  <a:ext uri="{FF2B5EF4-FFF2-40B4-BE49-F238E27FC236}">
                    <a16:creationId xmlns:a16="http://schemas.microsoft.com/office/drawing/2014/main" id="{91AB7A56-AD30-6F40-AE12-2E0361C1834B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4" name="Oval 363">
                <a:extLst>
                  <a:ext uri="{FF2B5EF4-FFF2-40B4-BE49-F238E27FC236}">
                    <a16:creationId xmlns:a16="http://schemas.microsoft.com/office/drawing/2014/main" id="{6E0F16E9-C566-BE48-B29B-060F3CC8C8D1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" name="Oval 364">
                <a:extLst>
                  <a:ext uri="{FF2B5EF4-FFF2-40B4-BE49-F238E27FC236}">
                    <a16:creationId xmlns:a16="http://schemas.microsoft.com/office/drawing/2014/main" id="{F2081517-243E-B840-9E0F-7AA2CB90C8C6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39F44D20-D2A4-F044-93AC-E9AFFBF789D1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7" name="Oval 366">
                <a:extLst>
                  <a:ext uri="{FF2B5EF4-FFF2-40B4-BE49-F238E27FC236}">
                    <a16:creationId xmlns:a16="http://schemas.microsoft.com/office/drawing/2014/main" id="{856154A0-9677-3E4C-86FE-FDC7E7E9EB09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61271C2D-6466-054B-988A-53090DF5DF43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Oval 368">
                <a:extLst>
                  <a:ext uri="{FF2B5EF4-FFF2-40B4-BE49-F238E27FC236}">
                    <a16:creationId xmlns:a16="http://schemas.microsoft.com/office/drawing/2014/main" id="{18C9236B-DF69-6649-878F-6B2E21C392CE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0" name="Oval 369">
                <a:extLst>
                  <a:ext uri="{FF2B5EF4-FFF2-40B4-BE49-F238E27FC236}">
                    <a16:creationId xmlns:a16="http://schemas.microsoft.com/office/drawing/2014/main" id="{B4C7B285-B49A-0943-94E2-67009B8C7D72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1" name="Oval 370">
                <a:extLst>
                  <a:ext uri="{FF2B5EF4-FFF2-40B4-BE49-F238E27FC236}">
                    <a16:creationId xmlns:a16="http://schemas.microsoft.com/office/drawing/2014/main" id="{63D7B814-C468-4540-BFC2-885D691783F8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FB5DEEEC-F21E-D249-BE20-6843C7329CB4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3" name="Oval 372">
                <a:extLst>
                  <a:ext uri="{FF2B5EF4-FFF2-40B4-BE49-F238E27FC236}">
                    <a16:creationId xmlns:a16="http://schemas.microsoft.com/office/drawing/2014/main" id="{3FEB5B19-4E8C-634B-AEC5-F8520A4FDCD3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4" name="Oval 373">
                <a:extLst>
                  <a:ext uri="{FF2B5EF4-FFF2-40B4-BE49-F238E27FC236}">
                    <a16:creationId xmlns:a16="http://schemas.microsoft.com/office/drawing/2014/main" id="{E2BAD168-026D-B84B-B308-E7BA6E59C85D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C7DE4359-F51E-B243-909C-2D13A41636F8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BC42E989-7CAA-B44B-931B-63DFD7D68C0B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2F443F8E-96B4-C14F-94B1-81D8ABCE335E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68287741-111F-FA4A-9F48-7A1F21F1A79B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9" name="Oval 378">
                <a:extLst>
                  <a:ext uri="{FF2B5EF4-FFF2-40B4-BE49-F238E27FC236}">
                    <a16:creationId xmlns:a16="http://schemas.microsoft.com/office/drawing/2014/main" id="{C46589EA-05D4-4640-97CE-03C0503261D0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0" name="Oval 379">
                <a:extLst>
                  <a:ext uri="{FF2B5EF4-FFF2-40B4-BE49-F238E27FC236}">
                    <a16:creationId xmlns:a16="http://schemas.microsoft.com/office/drawing/2014/main" id="{3386797D-D57A-3440-812B-EB098141F3B1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1" name="Oval 380">
                <a:extLst>
                  <a:ext uri="{FF2B5EF4-FFF2-40B4-BE49-F238E27FC236}">
                    <a16:creationId xmlns:a16="http://schemas.microsoft.com/office/drawing/2014/main" id="{1C777034-9572-2949-A951-C8B6CD21CDA3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D9131F81-15A3-014E-BD97-96265E3905AD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Oval 382">
                <a:extLst>
                  <a:ext uri="{FF2B5EF4-FFF2-40B4-BE49-F238E27FC236}">
                    <a16:creationId xmlns:a16="http://schemas.microsoft.com/office/drawing/2014/main" id="{09CCD88C-DBAA-BB42-BE88-355513FD765C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BE5C1517-8AAB-B04B-8E7C-EE5771726473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5" name="Oval 384">
                <a:extLst>
                  <a:ext uri="{FF2B5EF4-FFF2-40B4-BE49-F238E27FC236}">
                    <a16:creationId xmlns:a16="http://schemas.microsoft.com/office/drawing/2014/main" id="{E4ADADFB-290B-8544-8217-4DB131DF54E5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CFC24D50-BAD0-2E4D-BF9F-0786F7A37CAE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7" name="Oval 386">
                <a:extLst>
                  <a:ext uri="{FF2B5EF4-FFF2-40B4-BE49-F238E27FC236}">
                    <a16:creationId xmlns:a16="http://schemas.microsoft.com/office/drawing/2014/main" id="{363AC823-205C-374A-BDE0-A747077D88C8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E0A3FDBD-1DB2-BB46-BBDA-98C469B39AE9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3D57924C-3F8A-F148-A617-2675A5F678EA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Oval 389">
                <a:extLst>
                  <a:ext uri="{FF2B5EF4-FFF2-40B4-BE49-F238E27FC236}">
                    <a16:creationId xmlns:a16="http://schemas.microsoft.com/office/drawing/2014/main" id="{3069EAA9-0FF2-454A-A9A1-D697EA0A6B0A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45E6C7AB-AF52-C54B-8B7A-D7287052685C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2" name="Oval 391">
                <a:extLst>
                  <a:ext uri="{FF2B5EF4-FFF2-40B4-BE49-F238E27FC236}">
                    <a16:creationId xmlns:a16="http://schemas.microsoft.com/office/drawing/2014/main" id="{CFED5EB7-4FA4-B342-87FA-C8366807A2CF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3" name="Oval 392">
                <a:extLst>
                  <a:ext uri="{FF2B5EF4-FFF2-40B4-BE49-F238E27FC236}">
                    <a16:creationId xmlns:a16="http://schemas.microsoft.com/office/drawing/2014/main" id="{D00D9D42-076A-7148-8235-E6F52B9D510E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61C3DAE6-4B2D-8643-B28A-38485B04978F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74D99DAF-A0AA-E848-BC93-FDEDBBBFF4A8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34765148-44E8-BF40-B0A2-7168708B9D6B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EAFFCF9F-1F8E-4F4B-8EB6-FE51E9912247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5EC23C24-E2E9-6F42-B9B5-59DF903B3928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2360AD38-0EEE-BA49-AF27-3A0FA4224556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6B769F18-FC54-DC4D-9F2E-F1D43D8EF0BC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1" name="Oval 400">
                <a:extLst>
                  <a:ext uri="{FF2B5EF4-FFF2-40B4-BE49-F238E27FC236}">
                    <a16:creationId xmlns:a16="http://schemas.microsoft.com/office/drawing/2014/main" id="{B778709F-6CA9-BB4D-B689-8A7D43B410F4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28CC7C8A-5281-8B4E-9751-A63626A18D09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Oval 402">
                <a:extLst>
                  <a:ext uri="{FF2B5EF4-FFF2-40B4-BE49-F238E27FC236}">
                    <a16:creationId xmlns:a16="http://schemas.microsoft.com/office/drawing/2014/main" id="{75E131CD-8D8A-2746-AA12-46FF4F1A9443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4" name="Oval 403">
                <a:extLst>
                  <a:ext uri="{FF2B5EF4-FFF2-40B4-BE49-F238E27FC236}">
                    <a16:creationId xmlns:a16="http://schemas.microsoft.com/office/drawing/2014/main" id="{6D12C191-7EB3-524D-8872-B81C94A39192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B4C93BCE-3437-7F4A-9EA0-5CF2334C9872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7566A058-4871-9D4A-8303-268C338FD528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7" name="Oval 406">
                <a:extLst>
                  <a:ext uri="{FF2B5EF4-FFF2-40B4-BE49-F238E27FC236}">
                    <a16:creationId xmlns:a16="http://schemas.microsoft.com/office/drawing/2014/main" id="{10C20E9A-015E-C042-996A-334A32C8EC20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D0B92EBA-A8DE-BB4B-8621-83063AC8625A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F5CC182B-E57F-6148-B163-D789156B630C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0" name="Oval 409">
                <a:extLst>
                  <a:ext uri="{FF2B5EF4-FFF2-40B4-BE49-F238E27FC236}">
                    <a16:creationId xmlns:a16="http://schemas.microsoft.com/office/drawing/2014/main" id="{DBCC0815-C392-A345-A025-B5E7BD1D61FE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1" name="Oval 410">
                <a:extLst>
                  <a:ext uri="{FF2B5EF4-FFF2-40B4-BE49-F238E27FC236}">
                    <a16:creationId xmlns:a16="http://schemas.microsoft.com/office/drawing/2014/main" id="{7110769A-2FB8-0340-B833-AE753C296151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9399EF1A-495F-DC43-8E93-0BEAD5D1B936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86C8A3F4-552B-5249-8545-B190E15AE35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EB11A060-0596-9B47-8D97-26F0A72FEF37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Oval 414">
                <a:extLst>
                  <a:ext uri="{FF2B5EF4-FFF2-40B4-BE49-F238E27FC236}">
                    <a16:creationId xmlns:a16="http://schemas.microsoft.com/office/drawing/2014/main" id="{95E7D473-2599-EF45-B07B-C3EC08B76225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001AFF6A-FCE7-6542-972E-F6BF00CBFE33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2147B4CD-088C-7C4D-939E-51B2887676D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Oval 417">
                <a:extLst>
                  <a:ext uri="{FF2B5EF4-FFF2-40B4-BE49-F238E27FC236}">
                    <a16:creationId xmlns:a16="http://schemas.microsoft.com/office/drawing/2014/main" id="{F163373F-CB46-994F-A519-3D2CBFEF4BF7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9" name="Oval 418">
                <a:extLst>
                  <a:ext uri="{FF2B5EF4-FFF2-40B4-BE49-F238E27FC236}">
                    <a16:creationId xmlns:a16="http://schemas.microsoft.com/office/drawing/2014/main" id="{91EF7FAD-6858-7943-8286-03E9EA1FA360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7F60D16C-0803-B84D-B06C-9915ED19E7D0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1" name="Oval 420">
                <a:extLst>
                  <a:ext uri="{FF2B5EF4-FFF2-40B4-BE49-F238E27FC236}">
                    <a16:creationId xmlns:a16="http://schemas.microsoft.com/office/drawing/2014/main" id="{922009C2-F981-204A-9C81-1FB875BD0D16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2" name="Oval 421">
                <a:extLst>
                  <a:ext uri="{FF2B5EF4-FFF2-40B4-BE49-F238E27FC236}">
                    <a16:creationId xmlns:a16="http://schemas.microsoft.com/office/drawing/2014/main" id="{4F778E75-60D1-1742-81F5-88FCE773D282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3" name="Oval 422">
                <a:extLst>
                  <a:ext uri="{FF2B5EF4-FFF2-40B4-BE49-F238E27FC236}">
                    <a16:creationId xmlns:a16="http://schemas.microsoft.com/office/drawing/2014/main" id="{BFF35634-DEDC-034D-8ACE-7FC5B98A78B7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4" name="Oval 423">
                <a:extLst>
                  <a:ext uri="{FF2B5EF4-FFF2-40B4-BE49-F238E27FC236}">
                    <a16:creationId xmlns:a16="http://schemas.microsoft.com/office/drawing/2014/main" id="{649F6203-AC59-0340-835B-71561E0FEFFA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5" name="Oval 424">
                <a:extLst>
                  <a:ext uri="{FF2B5EF4-FFF2-40B4-BE49-F238E27FC236}">
                    <a16:creationId xmlns:a16="http://schemas.microsoft.com/office/drawing/2014/main" id="{6169CC69-0D8F-0941-A14E-247C7CFF17AD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CD1409A2-D9DC-854E-841B-B3D446456BF6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7" name="Oval 426">
                <a:extLst>
                  <a:ext uri="{FF2B5EF4-FFF2-40B4-BE49-F238E27FC236}">
                    <a16:creationId xmlns:a16="http://schemas.microsoft.com/office/drawing/2014/main" id="{C2977725-5961-B846-A279-9C0FF9379E40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D5C01D50-68F0-A540-8C1A-F71357069B48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9" name="Oval 428">
                <a:extLst>
                  <a:ext uri="{FF2B5EF4-FFF2-40B4-BE49-F238E27FC236}">
                    <a16:creationId xmlns:a16="http://schemas.microsoft.com/office/drawing/2014/main" id="{BAAF9CA4-5073-334C-8CEE-18A4BAD1016F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2E12EF95-DEEF-9349-B256-F72EF295CAF5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1" name="Oval 430">
                <a:extLst>
                  <a:ext uri="{FF2B5EF4-FFF2-40B4-BE49-F238E27FC236}">
                    <a16:creationId xmlns:a16="http://schemas.microsoft.com/office/drawing/2014/main" id="{9BF27445-28E2-5B4E-87D3-F38CEB301C3D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2" name="Oval 431">
                <a:extLst>
                  <a:ext uri="{FF2B5EF4-FFF2-40B4-BE49-F238E27FC236}">
                    <a16:creationId xmlns:a16="http://schemas.microsoft.com/office/drawing/2014/main" id="{51B238D0-9898-084C-B9A7-09B9BAF2A70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3" name="Oval 432">
                <a:extLst>
                  <a:ext uri="{FF2B5EF4-FFF2-40B4-BE49-F238E27FC236}">
                    <a16:creationId xmlns:a16="http://schemas.microsoft.com/office/drawing/2014/main" id="{79AB9D61-A024-3D4D-9316-F82F3D7CB611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4" name="Oval 433">
                <a:extLst>
                  <a:ext uri="{FF2B5EF4-FFF2-40B4-BE49-F238E27FC236}">
                    <a16:creationId xmlns:a16="http://schemas.microsoft.com/office/drawing/2014/main" id="{ED7684A7-489E-0443-B277-FB75ADDDE7BA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5" name="Oval 434">
                <a:extLst>
                  <a:ext uri="{FF2B5EF4-FFF2-40B4-BE49-F238E27FC236}">
                    <a16:creationId xmlns:a16="http://schemas.microsoft.com/office/drawing/2014/main" id="{5E9AA861-7CC0-8149-B7D2-86CFAA1479F4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6" name="Oval 435">
                <a:extLst>
                  <a:ext uri="{FF2B5EF4-FFF2-40B4-BE49-F238E27FC236}">
                    <a16:creationId xmlns:a16="http://schemas.microsoft.com/office/drawing/2014/main" id="{A3451859-5552-634C-952D-5200DF143CA0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7" name="Oval 436">
                <a:extLst>
                  <a:ext uri="{FF2B5EF4-FFF2-40B4-BE49-F238E27FC236}">
                    <a16:creationId xmlns:a16="http://schemas.microsoft.com/office/drawing/2014/main" id="{08837010-576D-644F-BF9E-B5AE15766A0C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8" name="Oval 437">
                <a:extLst>
                  <a:ext uri="{FF2B5EF4-FFF2-40B4-BE49-F238E27FC236}">
                    <a16:creationId xmlns:a16="http://schemas.microsoft.com/office/drawing/2014/main" id="{B1100EF5-104A-E044-B6C4-BAD147023A98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39" name="Oval 438">
                <a:extLst>
                  <a:ext uri="{FF2B5EF4-FFF2-40B4-BE49-F238E27FC236}">
                    <a16:creationId xmlns:a16="http://schemas.microsoft.com/office/drawing/2014/main" id="{C5B37798-821F-4C49-9D04-E5556946A55F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394DB813-6247-F446-B7A5-D27B3F82F619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6F519E32-2CBA-8648-A608-9FF31190ED3D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3511E9C6-3DE3-9744-A0C3-DF840BF93528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AFF5E92B-C99F-CB4A-A6B7-E4E261C9B954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4BE47DC1-6A28-1541-8580-BBAD471086B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5" name="Oval 444">
                <a:extLst>
                  <a:ext uri="{FF2B5EF4-FFF2-40B4-BE49-F238E27FC236}">
                    <a16:creationId xmlns:a16="http://schemas.microsoft.com/office/drawing/2014/main" id="{918984CD-8D65-5A40-B1CA-0D13296D7E35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6" name="Oval 445">
                <a:extLst>
                  <a:ext uri="{FF2B5EF4-FFF2-40B4-BE49-F238E27FC236}">
                    <a16:creationId xmlns:a16="http://schemas.microsoft.com/office/drawing/2014/main" id="{94C07111-6A07-C044-9D29-994DC273305A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7" name="Oval 446">
                <a:extLst>
                  <a:ext uri="{FF2B5EF4-FFF2-40B4-BE49-F238E27FC236}">
                    <a16:creationId xmlns:a16="http://schemas.microsoft.com/office/drawing/2014/main" id="{1380A209-8836-1846-8014-9CED044534ED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8" name="Oval 447">
                <a:extLst>
                  <a:ext uri="{FF2B5EF4-FFF2-40B4-BE49-F238E27FC236}">
                    <a16:creationId xmlns:a16="http://schemas.microsoft.com/office/drawing/2014/main" id="{B3226426-1FE9-7242-8AA5-5F3D60DE587C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C129FC07-E108-D54C-B45E-3A51437E3A1C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Oval 449">
                <a:extLst>
                  <a:ext uri="{FF2B5EF4-FFF2-40B4-BE49-F238E27FC236}">
                    <a16:creationId xmlns:a16="http://schemas.microsoft.com/office/drawing/2014/main" id="{6B5FAAA8-CE19-F044-8249-E9683E7353F3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Oval 450">
                <a:extLst>
                  <a:ext uri="{FF2B5EF4-FFF2-40B4-BE49-F238E27FC236}">
                    <a16:creationId xmlns:a16="http://schemas.microsoft.com/office/drawing/2014/main" id="{EAC7CB3C-A3FD-834A-8A0D-1C5943CF523D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44E5DED8-C46E-AE44-9038-9FE0A8C9DA9D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7D4C36E9-F422-D844-AE09-C60CC4010474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Oval 453">
                <a:extLst>
                  <a:ext uri="{FF2B5EF4-FFF2-40B4-BE49-F238E27FC236}">
                    <a16:creationId xmlns:a16="http://schemas.microsoft.com/office/drawing/2014/main" id="{85F1650C-E2F5-284B-8951-575277803197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DF7FEC14-F7AF-774A-8185-B460DD65D8B4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B97AFA12-3B27-EF4A-BDA2-218DB49109F7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40D8969C-28F1-AE4E-A36A-6414E3BAD78F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91AD37D9-5A3A-6A47-A6C2-CE95E5DA96AD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9" name="Oval 458">
                <a:extLst>
                  <a:ext uri="{FF2B5EF4-FFF2-40B4-BE49-F238E27FC236}">
                    <a16:creationId xmlns:a16="http://schemas.microsoft.com/office/drawing/2014/main" id="{62CACED2-9A73-9849-BB4C-F11B053CEBEE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D254AF76-EADA-414D-BDF5-BF06CD321BCF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1EE467C4-D901-8F44-BA30-4DC424B0ABF2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4AFD8FB2-3D72-B649-8F75-425BD2651543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E16164C0-CE6B-8348-A1C0-D3542CDF4A0D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06CE642E-E79A-8042-BDD6-BBF729AF27A5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6" name="Freeform 225">
                <a:extLst>
                  <a:ext uri="{FF2B5EF4-FFF2-40B4-BE49-F238E27FC236}">
                    <a16:creationId xmlns:a16="http://schemas.microsoft.com/office/drawing/2014/main" id="{5D820B72-A309-6048-A937-324811089189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C25358E-C865-3B4F-B290-332F88F5DAFC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D7AD87B-DB2B-014F-8093-C692B70E8248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3C445934-46BA-C944-AD53-CC78B7D14DDA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CA0A12B1-EF18-B04A-853E-30B27452767E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83EEE6F0-72FB-F049-B837-6EB9E0D56E49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46C5195F-FE82-A64A-9D01-57F1AFB1B379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F95A46F2-FDDF-4D41-9AAD-9785C05A7BA2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957971BC-FBDB-F647-AC3B-2659B6DA1C29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159D9950-5B08-9844-8517-E0A3D01EE984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5FCAA228-B080-0B41-A48C-529EA3116FDF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7311A2AF-A520-A74E-99C7-74194BA8E835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023CD1B7-663A-6340-900A-219E7AB5D525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54D26885-A9AE-7C4E-AC80-00CB8CDE6925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CDFD810B-93D3-6047-9DA3-1524B9FBA59F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BBEA7232-52B8-6A4D-9E3E-BF64709CC0B6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E868ED9D-D89A-FE48-9B5B-4DB228B0B89E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6FB9A361-E72E-BE4D-ACFC-8D968C364D9E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31AD26F5-36C6-884F-B66E-DB7082C6229D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5A1823-45FB-9E47-9DBB-5D65BCDE202D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9060CD6F-CBB6-6640-A176-D8F795525D70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2C252914-ACCD-FE49-AABD-86C0DC1B930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3A0A9EF7-994B-3943-865B-80807DEC4D52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455E92D0-6C68-684F-B2D4-E34D65CE7B3D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7FAB37CC-B563-A64F-8144-FD50507A9EA7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1" name="Oval 250">
                <a:extLst>
                  <a:ext uri="{FF2B5EF4-FFF2-40B4-BE49-F238E27FC236}">
                    <a16:creationId xmlns:a16="http://schemas.microsoft.com/office/drawing/2014/main" id="{280DC154-3FF6-0643-8A49-BCF11F1A2346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534F1118-33CF-C84A-A32A-10B82604EEC1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85646E12-5EC8-1A4C-8E97-498B19D7ED22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3E1802A3-5B03-3546-8021-74D76C74E43D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8C1BF063-E40F-0C46-AB36-5B901A337F67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50380658-64C4-A646-88A9-BA32DE7F4256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BF9AA2E6-AD8A-594E-9A6D-8F33F231DDA3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44F5C448-2AEA-964B-AEB9-4EEB06550329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311E14A4-A6C7-7B44-9565-53464715345C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9E061CAC-62C5-A440-8C6F-2108DBE63892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A4D5C616-858A-D940-BDB8-80AFCBE91AC6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B1160E95-F16F-3C43-AA33-C221C20C2D4C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6D9DE50D-D7B7-E74D-828C-5120D6D51B36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7C9A2BE8-4465-574B-8FF9-7B0E908A454E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A82100EF-DB15-D442-BB61-720ECE562B19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900210EB-605D-9546-98B3-B328D5F50BB2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604C4EB2-87C2-0342-8F3D-0EB137242B31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8" name="Oval 267">
                <a:extLst>
                  <a:ext uri="{FF2B5EF4-FFF2-40B4-BE49-F238E27FC236}">
                    <a16:creationId xmlns:a16="http://schemas.microsoft.com/office/drawing/2014/main" id="{E2501CA1-D44B-C846-886F-D2CB797585AF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64C82D00-99E0-7B4A-B4ED-24F2D0C0BC2F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D8BCF0AA-866C-9C45-B887-DFCD8E4CBF2B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1" name="Oval 270">
                <a:extLst>
                  <a:ext uri="{FF2B5EF4-FFF2-40B4-BE49-F238E27FC236}">
                    <a16:creationId xmlns:a16="http://schemas.microsoft.com/office/drawing/2014/main" id="{1638D270-9D09-CB42-AF92-585CE8DF7348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943F3A5D-7343-3746-8960-055CB9680FB6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3" name="Oval 272">
                <a:extLst>
                  <a:ext uri="{FF2B5EF4-FFF2-40B4-BE49-F238E27FC236}">
                    <a16:creationId xmlns:a16="http://schemas.microsoft.com/office/drawing/2014/main" id="{321FEA8E-2CFD-0749-87E7-FF63A83338F7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001BAE79-7639-0048-8F9B-C820ECDEC1C8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" name="Oval 274">
                <a:extLst>
                  <a:ext uri="{FF2B5EF4-FFF2-40B4-BE49-F238E27FC236}">
                    <a16:creationId xmlns:a16="http://schemas.microsoft.com/office/drawing/2014/main" id="{5DBF334B-835E-F64C-BA67-ED2F1D6DA021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95D4D79E-118E-7C4D-8479-D063DE05155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7" name="Oval 276">
                <a:extLst>
                  <a:ext uri="{FF2B5EF4-FFF2-40B4-BE49-F238E27FC236}">
                    <a16:creationId xmlns:a16="http://schemas.microsoft.com/office/drawing/2014/main" id="{58509DA6-AA45-3649-AE5C-6596C6D06C9B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8" name="Oval 277">
                <a:extLst>
                  <a:ext uri="{FF2B5EF4-FFF2-40B4-BE49-F238E27FC236}">
                    <a16:creationId xmlns:a16="http://schemas.microsoft.com/office/drawing/2014/main" id="{75FA9FAF-C03A-2C45-AAA2-3A973A7AED58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9" name="Oval 278">
                <a:extLst>
                  <a:ext uri="{FF2B5EF4-FFF2-40B4-BE49-F238E27FC236}">
                    <a16:creationId xmlns:a16="http://schemas.microsoft.com/office/drawing/2014/main" id="{51795BA6-2832-6440-9571-A0DB2AA1EBDC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813A533F-C797-E740-A6C1-F942CCF34C82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1" name="Oval 280">
                <a:extLst>
                  <a:ext uri="{FF2B5EF4-FFF2-40B4-BE49-F238E27FC236}">
                    <a16:creationId xmlns:a16="http://schemas.microsoft.com/office/drawing/2014/main" id="{E90FD532-954F-8641-BE1C-5D98CC513AAA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12263E6E-8DE0-D640-872E-2CBA96487172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5884EC2D-6E5F-444E-BEF7-00245885DB3B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93475E61-83AA-BB41-9AB1-5D74ED60C24B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5" name="Oval 284">
                <a:extLst>
                  <a:ext uri="{FF2B5EF4-FFF2-40B4-BE49-F238E27FC236}">
                    <a16:creationId xmlns:a16="http://schemas.microsoft.com/office/drawing/2014/main" id="{11002416-CF06-CA43-8350-0CE196A2E8E9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1CEA45E-8C79-7B4B-AA4F-C371DD69AFFC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7" name="Oval 286">
                <a:extLst>
                  <a:ext uri="{FF2B5EF4-FFF2-40B4-BE49-F238E27FC236}">
                    <a16:creationId xmlns:a16="http://schemas.microsoft.com/office/drawing/2014/main" id="{333707C4-4E37-7242-A2D2-29752C57969C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A0C40C3F-EABB-0142-8AB1-4AA84622532E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9" name="Oval 288">
                <a:extLst>
                  <a:ext uri="{FF2B5EF4-FFF2-40B4-BE49-F238E27FC236}">
                    <a16:creationId xmlns:a16="http://schemas.microsoft.com/office/drawing/2014/main" id="{84CBDBB4-A1C1-0041-A90D-C835E51C4C4B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0" name="Oval 289">
                <a:extLst>
                  <a:ext uri="{FF2B5EF4-FFF2-40B4-BE49-F238E27FC236}">
                    <a16:creationId xmlns:a16="http://schemas.microsoft.com/office/drawing/2014/main" id="{A93AD2DF-930B-CA44-82A4-1DF8FF194E67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1" name="Oval 290">
                <a:extLst>
                  <a:ext uri="{FF2B5EF4-FFF2-40B4-BE49-F238E27FC236}">
                    <a16:creationId xmlns:a16="http://schemas.microsoft.com/office/drawing/2014/main" id="{1FBD3D32-2F11-814D-AAEF-AB0989CC12C0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2" name="Oval 291">
                <a:extLst>
                  <a:ext uri="{FF2B5EF4-FFF2-40B4-BE49-F238E27FC236}">
                    <a16:creationId xmlns:a16="http://schemas.microsoft.com/office/drawing/2014/main" id="{9122500B-1408-FE4C-83D8-426C25E72D2B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3" name="Oval 292">
                <a:extLst>
                  <a:ext uri="{FF2B5EF4-FFF2-40B4-BE49-F238E27FC236}">
                    <a16:creationId xmlns:a16="http://schemas.microsoft.com/office/drawing/2014/main" id="{8F262377-6C8B-0049-A587-1F294A40DC66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4" name="Oval 293">
                <a:extLst>
                  <a:ext uri="{FF2B5EF4-FFF2-40B4-BE49-F238E27FC236}">
                    <a16:creationId xmlns:a16="http://schemas.microsoft.com/office/drawing/2014/main" id="{D5969D3A-4E9D-9A4A-89FF-AE6683CC139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2FE45ACC-04D3-3B44-AE46-2A9E77959330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413F82DF-D5FC-E74D-A16C-6EACBB5F8680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447847A9-6E43-5044-B03E-39687B2B4AC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" name="Oval 297">
                <a:extLst>
                  <a:ext uri="{FF2B5EF4-FFF2-40B4-BE49-F238E27FC236}">
                    <a16:creationId xmlns:a16="http://schemas.microsoft.com/office/drawing/2014/main" id="{478BB7B2-4CE5-EF45-BD69-77D85A3C3AA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Oval 298">
                <a:extLst>
                  <a:ext uri="{FF2B5EF4-FFF2-40B4-BE49-F238E27FC236}">
                    <a16:creationId xmlns:a16="http://schemas.microsoft.com/office/drawing/2014/main" id="{539DE0A6-81E1-6F4D-99DF-B346DA3493AC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0" name="Oval 299">
                <a:extLst>
                  <a:ext uri="{FF2B5EF4-FFF2-40B4-BE49-F238E27FC236}">
                    <a16:creationId xmlns:a16="http://schemas.microsoft.com/office/drawing/2014/main" id="{5ED608E5-8868-5440-8D23-BB0906AAD356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" name="Oval 300">
                <a:extLst>
                  <a:ext uri="{FF2B5EF4-FFF2-40B4-BE49-F238E27FC236}">
                    <a16:creationId xmlns:a16="http://schemas.microsoft.com/office/drawing/2014/main" id="{AD8D8EC4-805A-524F-9305-973E261E6184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2" name="Oval 301">
                <a:extLst>
                  <a:ext uri="{FF2B5EF4-FFF2-40B4-BE49-F238E27FC236}">
                    <a16:creationId xmlns:a16="http://schemas.microsoft.com/office/drawing/2014/main" id="{1415E0A8-3B6B-7C4E-B4D8-0BC62C3769C0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3" name="Oval 302">
                <a:extLst>
                  <a:ext uri="{FF2B5EF4-FFF2-40B4-BE49-F238E27FC236}">
                    <a16:creationId xmlns:a16="http://schemas.microsoft.com/office/drawing/2014/main" id="{5E8E676E-8E4A-F443-8298-7E0AAC6DDB35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4" name="Oval 303">
                <a:extLst>
                  <a:ext uri="{FF2B5EF4-FFF2-40B4-BE49-F238E27FC236}">
                    <a16:creationId xmlns:a16="http://schemas.microsoft.com/office/drawing/2014/main" id="{45A4D955-9F2C-9C4F-87EE-9CF31AE2ADE2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4">
                <a:extLst>
                  <a:ext uri="{FF2B5EF4-FFF2-40B4-BE49-F238E27FC236}">
                    <a16:creationId xmlns:a16="http://schemas.microsoft.com/office/drawing/2014/main" id="{367070C3-B00B-8449-A1EF-F86729833D7C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6" name="Oval 305">
                <a:extLst>
                  <a:ext uri="{FF2B5EF4-FFF2-40B4-BE49-F238E27FC236}">
                    <a16:creationId xmlns:a16="http://schemas.microsoft.com/office/drawing/2014/main" id="{73A37A05-ED59-1648-9279-1C3D34EE1C7F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C843F417-A8E5-FE43-9CDE-088C006EF8DB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EBA89B30-B795-614D-8DBD-9DFB52E13C55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D1D9A3F6-CDAF-E142-9DF1-B7DE22C01C1C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0" name="Oval 309">
                <a:extLst>
                  <a:ext uri="{FF2B5EF4-FFF2-40B4-BE49-F238E27FC236}">
                    <a16:creationId xmlns:a16="http://schemas.microsoft.com/office/drawing/2014/main" id="{9B454985-A9D4-7049-8876-5122598DB706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1" name="Oval 310">
                <a:extLst>
                  <a:ext uri="{FF2B5EF4-FFF2-40B4-BE49-F238E27FC236}">
                    <a16:creationId xmlns:a16="http://schemas.microsoft.com/office/drawing/2014/main" id="{2F3ED1A3-76A7-5140-ADCF-05378221455E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A806E3FE-F0BB-C845-97E4-50553976DB5C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12">
                <a:extLst>
                  <a:ext uri="{FF2B5EF4-FFF2-40B4-BE49-F238E27FC236}">
                    <a16:creationId xmlns:a16="http://schemas.microsoft.com/office/drawing/2014/main" id="{409792C5-84DD-6B4B-8150-88EE475B611B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4" name="Oval 313">
                <a:extLst>
                  <a:ext uri="{FF2B5EF4-FFF2-40B4-BE49-F238E27FC236}">
                    <a16:creationId xmlns:a16="http://schemas.microsoft.com/office/drawing/2014/main" id="{D9F9BE07-7C8D-7741-BB78-34F799781388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5" name="Oval 314">
                <a:extLst>
                  <a:ext uri="{FF2B5EF4-FFF2-40B4-BE49-F238E27FC236}">
                    <a16:creationId xmlns:a16="http://schemas.microsoft.com/office/drawing/2014/main" id="{77F332EB-A5FC-D243-8D70-071C82D0FE1C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6" name="Oval 315">
                <a:extLst>
                  <a:ext uri="{FF2B5EF4-FFF2-40B4-BE49-F238E27FC236}">
                    <a16:creationId xmlns:a16="http://schemas.microsoft.com/office/drawing/2014/main" id="{FEC5B32E-9937-EC4B-A29A-3C203562E965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7" name="Oval 316">
                <a:extLst>
                  <a:ext uri="{FF2B5EF4-FFF2-40B4-BE49-F238E27FC236}">
                    <a16:creationId xmlns:a16="http://schemas.microsoft.com/office/drawing/2014/main" id="{EFBD3E4B-89A5-AA4B-ABBC-39D188C88B2D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8" name="Oval 317">
                <a:extLst>
                  <a:ext uri="{FF2B5EF4-FFF2-40B4-BE49-F238E27FC236}">
                    <a16:creationId xmlns:a16="http://schemas.microsoft.com/office/drawing/2014/main" id="{3B48DA6A-1CFA-9541-88ED-641412C536CD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9" name="Oval 318">
                <a:extLst>
                  <a:ext uri="{FF2B5EF4-FFF2-40B4-BE49-F238E27FC236}">
                    <a16:creationId xmlns:a16="http://schemas.microsoft.com/office/drawing/2014/main" id="{948066FC-7A9E-B043-8058-2488F0F5358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19">
                <a:extLst>
                  <a:ext uri="{FF2B5EF4-FFF2-40B4-BE49-F238E27FC236}">
                    <a16:creationId xmlns:a16="http://schemas.microsoft.com/office/drawing/2014/main" id="{D6DD91CE-4F5D-294B-A7E3-73EEF610AEC6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1" name="Oval 320">
                <a:extLst>
                  <a:ext uri="{FF2B5EF4-FFF2-40B4-BE49-F238E27FC236}">
                    <a16:creationId xmlns:a16="http://schemas.microsoft.com/office/drawing/2014/main" id="{A10C9F40-3719-5544-88F5-2D10903A00E8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2" name="Oval 321">
                <a:extLst>
                  <a:ext uri="{FF2B5EF4-FFF2-40B4-BE49-F238E27FC236}">
                    <a16:creationId xmlns:a16="http://schemas.microsoft.com/office/drawing/2014/main" id="{172AAD5D-E237-484B-8E63-A040C6B92617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3" name="Oval 322">
                <a:extLst>
                  <a:ext uri="{FF2B5EF4-FFF2-40B4-BE49-F238E27FC236}">
                    <a16:creationId xmlns:a16="http://schemas.microsoft.com/office/drawing/2014/main" id="{D9D0BF76-9A8F-1E45-9122-6C7EAE8ABF22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4" name="Oval 323">
                <a:extLst>
                  <a:ext uri="{FF2B5EF4-FFF2-40B4-BE49-F238E27FC236}">
                    <a16:creationId xmlns:a16="http://schemas.microsoft.com/office/drawing/2014/main" id="{E99C74A8-E7E8-CD4B-8DDB-1B3E98DDD87D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FA64FDB6-6001-924A-A865-7F069E8E9B4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6" name="Oval 325">
                <a:extLst>
                  <a:ext uri="{FF2B5EF4-FFF2-40B4-BE49-F238E27FC236}">
                    <a16:creationId xmlns:a16="http://schemas.microsoft.com/office/drawing/2014/main" id="{0BC03D0E-9237-7E49-A90E-316C29504B21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7" name="Oval 326">
                <a:extLst>
                  <a:ext uri="{FF2B5EF4-FFF2-40B4-BE49-F238E27FC236}">
                    <a16:creationId xmlns:a16="http://schemas.microsoft.com/office/drawing/2014/main" id="{220FE633-3CAB-AC44-B5ED-86E3319C7264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8" name="Oval 327">
                <a:extLst>
                  <a:ext uri="{FF2B5EF4-FFF2-40B4-BE49-F238E27FC236}">
                    <a16:creationId xmlns:a16="http://schemas.microsoft.com/office/drawing/2014/main" id="{623C76B6-7673-6743-B442-08A5E97FCEBA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9" name="Oval 328">
                <a:extLst>
                  <a:ext uri="{FF2B5EF4-FFF2-40B4-BE49-F238E27FC236}">
                    <a16:creationId xmlns:a16="http://schemas.microsoft.com/office/drawing/2014/main" id="{48CBB0B0-EA11-0D47-B214-3E0E0DD4CD8E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0" name="Oval 329">
                <a:extLst>
                  <a:ext uri="{FF2B5EF4-FFF2-40B4-BE49-F238E27FC236}">
                    <a16:creationId xmlns:a16="http://schemas.microsoft.com/office/drawing/2014/main" id="{048E44BC-8954-A343-864B-BF110030EA30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1" name="Oval 330">
                <a:extLst>
                  <a:ext uri="{FF2B5EF4-FFF2-40B4-BE49-F238E27FC236}">
                    <a16:creationId xmlns:a16="http://schemas.microsoft.com/office/drawing/2014/main" id="{E7ACA9CA-9940-9C40-9E2F-BACACEEE045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31">
                <a:extLst>
                  <a:ext uri="{FF2B5EF4-FFF2-40B4-BE49-F238E27FC236}">
                    <a16:creationId xmlns:a16="http://schemas.microsoft.com/office/drawing/2014/main" id="{F5B775A7-169B-FB49-A50C-16DB9F872D94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3" name="Oval 332">
                <a:extLst>
                  <a:ext uri="{FF2B5EF4-FFF2-40B4-BE49-F238E27FC236}">
                    <a16:creationId xmlns:a16="http://schemas.microsoft.com/office/drawing/2014/main" id="{07B0CB3D-E878-764F-BB47-C45FFC2AF102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4" name="Oval 333">
                <a:extLst>
                  <a:ext uri="{FF2B5EF4-FFF2-40B4-BE49-F238E27FC236}">
                    <a16:creationId xmlns:a16="http://schemas.microsoft.com/office/drawing/2014/main" id="{9DEA4730-DA80-8F41-BF20-46147A493C3A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5" name="Oval 334">
                <a:extLst>
                  <a:ext uri="{FF2B5EF4-FFF2-40B4-BE49-F238E27FC236}">
                    <a16:creationId xmlns:a16="http://schemas.microsoft.com/office/drawing/2014/main" id="{1619769D-847D-A540-BE4A-EAD3E3C20216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6" name="Oval 335">
                <a:extLst>
                  <a:ext uri="{FF2B5EF4-FFF2-40B4-BE49-F238E27FC236}">
                    <a16:creationId xmlns:a16="http://schemas.microsoft.com/office/drawing/2014/main" id="{63FE19F2-E303-E44A-86CB-B47C7043564F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Oval 336">
                <a:extLst>
                  <a:ext uri="{FF2B5EF4-FFF2-40B4-BE49-F238E27FC236}">
                    <a16:creationId xmlns:a16="http://schemas.microsoft.com/office/drawing/2014/main" id="{DF6BCA7C-2916-0744-ABD3-ACF2161CCE1D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8" name="Oval 337">
                <a:extLst>
                  <a:ext uri="{FF2B5EF4-FFF2-40B4-BE49-F238E27FC236}">
                    <a16:creationId xmlns:a16="http://schemas.microsoft.com/office/drawing/2014/main" id="{B6DD68EA-1AD3-E843-9B49-DA8E0F813E15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6B32BAD8-674E-C84E-B2AB-7C67B2D7F468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0" name="Oval 339">
                <a:extLst>
                  <a:ext uri="{FF2B5EF4-FFF2-40B4-BE49-F238E27FC236}">
                    <a16:creationId xmlns:a16="http://schemas.microsoft.com/office/drawing/2014/main" id="{9B69E1A6-97EC-D746-9849-FA0B302F0E19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EAAE9D96-0366-6044-8B6C-319D4E1D0C9C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1999F072-C70B-B341-BC5A-A2C321EF6D8F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8F37F1BC-4278-2944-96DC-0A8ECE68F148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76D424BF-C028-CB4F-AAF2-EA8815E0557B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54EE2F-3407-8E45-B376-29185340F08B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799A24B9-2A62-CD4A-BAB8-A55BDA9E022C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1DD0F5E-564A-3341-9420-FBB671BBFA89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BB6A89B0-F5D7-C746-87D4-2426F6C014C1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495A553F-B072-C749-BF59-DE0006D24A4E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D4E2C8C5-FC15-8D49-B4B4-227D79B99620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A01450AD-CF31-FA41-8439-2147BF178C3E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B1CC7B09-B692-1948-A31A-FC94BBD538B7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E11B1B29-DF5D-6043-A797-53DCA0C55B1F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35B69E2A-A582-144D-97E7-5401BAC89E1F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2CE0F0C3-FABC-D349-9AB0-39787E944BCB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EDEEF6C3-7861-B840-A4A0-554F667B120C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632849F0-A651-3B49-8691-CEEB58FC0685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0B233DAE-8CD2-9E49-87DF-C35989BFEC06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1DF0916D-A7EF-E74B-A292-5BB8FC0B4AC4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C769C5-0433-9642-B33A-AC4A74CD56FE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E33B0C68-0B0F-3148-8DD1-2A6608E35D33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B0740899-8571-F24C-859D-19441F10CBE7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CD0C91E5-A4B8-D743-ADB1-7D5E4E82353F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4B82452D-47E5-7F4D-8904-01275858C30F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9D768AAC-D48A-8D4E-971B-3247E0CB9AB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E141F684-AC8D-FA4E-82B0-807295D955DB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B453F33F-D12E-D040-9BE6-FD6CB57C6C47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9D7D4148-97F3-244A-8DF0-826ADE83A8D5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5D2A6270-9AB0-924B-A970-64684248131B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C8C62B5F-8245-E144-9362-534007BF2C6C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5213B2A4-B045-AF43-AF7B-E99E0F64C576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0383E624-2286-884A-B411-1A256D6AA598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FDB24B4C-701E-334A-9448-0502F8825016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88D015DE-A66F-654F-9E16-318BBD52E773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D8C27876-A282-1345-A903-61AE4315F358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3C28FFA4-500A-E344-8064-1E2CBB17A514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821EE713-CAD7-094B-939D-C95ED918D2B0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6AFAFB66-551B-EC46-9986-B396D02D8D4E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324550AD-DA51-D241-BEA1-12C162C6B3F7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EB333C1D-A543-9347-9633-630BEA90E726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2CF4EC22-0104-B242-A50A-B45BEA724363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" name="Oval 142">
                <a:extLst>
                  <a:ext uri="{FF2B5EF4-FFF2-40B4-BE49-F238E27FC236}">
                    <a16:creationId xmlns:a16="http://schemas.microsoft.com/office/drawing/2014/main" id="{48001BFE-2E86-8849-B179-9234E04D4EEB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669C24F7-C2B1-4C44-888B-CBD179EDFAF0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CE945F17-B987-8C4C-B429-ACAF53FDAFDB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3553FFA1-05A4-7F4E-BD7C-7BC69FD0452C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1AA058D7-E6D7-8148-B7DB-EE92E828737B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2CAD9875-8202-3A49-837E-600868BDCA23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9" name="Oval 148">
                <a:extLst>
                  <a:ext uri="{FF2B5EF4-FFF2-40B4-BE49-F238E27FC236}">
                    <a16:creationId xmlns:a16="http://schemas.microsoft.com/office/drawing/2014/main" id="{AE3421E3-563F-BB41-BCD1-C15177112FE4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DA276B07-FA02-4646-A0C6-71B6E2E3B1E3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CE342BFB-8A85-D94B-B74F-F2051DBDE63D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4EFAE841-102C-504C-8A4F-77558536ABFD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" name="Oval 152">
                <a:extLst>
                  <a:ext uri="{FF2B5EF4-FFF2-40B4-BE49-F238E27FC236}">
                    <a16:creationId xmlns:a16="http://schemas.microsoft.com/office/drawing/2014/main" id="{443AE347-B7F0-A848-87A7-584AC864F608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E62842A1-B3CD-AA4E-8B56-6DB62FD2AE30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25B95AC9-CF03-9E4C-AE33-08E61F2EA569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6" name="Oval 155">
                <a:extLst>
                  <a:ext uri="{FF2B5EF4-FFF2-40B4-BE49-F238E27FC236}">
                    <a16:creationId xmlns:a16="http://schemas.microsoft.com/office/drawing/2014/main" id="{CBFAF031-5E6D-9C4B-A5DB-D8F83920D1F2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F7231D98-C956-6443-9A4B-8653381D1345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3FD97963-DE25-3945-A067-A918C0D9AB96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172AE78D-A08E-4A44-8F56-F72E71225322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13F059-524C-924B-8B30-31E985EF0E2A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81CF6B1C-55E6-9D49-A02A-D4DE98034F5B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9AEC3CFE-5CB5-CE4C-BFB8-2E057FB9CE11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2E826275-EDF1-9143-A960-AB4F2A0D307B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7EAB74F9-C50B-1445-90A3-450B6416302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C4D53D4B-991B-434E-A6D1-FB1C4299F7FD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6" name="Oval 165">
                <a:extLst>
                  <a:ext uri="{FF2B5EF4-FFF2-40B4-BE49-F238E27FC236}">
                    <a16:creationId xmlns:a16="http://schemas.microsoft.com/office/drawing/2014/main" id="{AB88B8D0-1D00-E747-A99D-94B5D0ECD454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CE982CF7-651E-0A41-84E8-A46B8692406A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0377B0AD-C91D-B94F-96CF-5447C7A6F181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Oval 168">
                <a:extLst>
                  <a:ext uri="{FF2B5EF4-FFF2-40B4-BE49-F238E27FC236}">
                    <a16:creationId xmlns:a16="http://schemas.microsoft.com/office/drawing/2014/main" id="{5B54AE2C-8506-494E-8CAC-75C43D24DBC6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B085BE1C-DE5D-E141-9AA9-07B80286E934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03916305-ED3A-2C45-8C1E-5DEFF9BE5346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BD898E18-09D3-E84D-AC84-DB148A9B821C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CEB851A7-1C20-5A48-A6D4-AAD868494778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9BBFFF85-FC85-B043-ABAC-11DBDF546B1E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8D6DEE5B-9500-1247-8E4F-BD428F910D5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919DBA66-2C8E-F940-8DA2-C12A2213A41E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68EFB572-F84D-F14C-87E1-6C5EDFA36181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9B6862B0-A970-BC46-9EB4-443F4D5DC61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A3F64B3E-B806-2D4F-9EF5-6B2D62D7592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6EB1BDCB-CAFC-2843-ADCF-E1A7C9CAC5F5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E783E622-552F-6140-A5CB-F8CC3DA5DF7F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36F41146-B62E-D946-AB80-AF1041B79E82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8EA5D302-B5DC-934D-BAD8-C0725AD0F967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DB991D58-F9D5-4646-8EC0-2997BE7635E3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A1764397-E760-3E4F-9C77-21AA69C69E45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A085A1B1-31CC-8941-9756-341B48DB38F0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653B32B5-39B9-C54D-A5B2-80902F539CA2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B6B6925-3A11-9D46-BCE6-25E29FCE8401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D60EA970-AE7C-2443-A9A8-33FB954990D7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BD845529-E4DC-2346-A259-CB49B3E60F5A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89413912-049B-CF46-89BD-255576DA0573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9230EE39-2FF0-1A46-85AE-088F3725A1B8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0A1652DD-FDAB-524B-A182-41EC1C076C18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BCD469A2-B4CA-0D41-B27E-88C8568CAEBF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B1C4398B-200A-CB41-86CF-E8C2FDF71B67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514A5655-3DBC-3248-93D7-F22B1465A337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22235EC-A915-9644-96A4-4CA6A1091BD1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5E6FD045-B492-AD4F-B554-8E70935197B3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FD634DAF-0396-1F4B-B2EA-BAE5FF355AC3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E9012594-7358-5341-91FD-64CF29E3BD5B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3FC2D75A-68B0-2845-ABA2-57AA2C5FC529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E333B88E-7A09-F24B-94FC-E188D46255BD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0480F1AA-84E9-FF42-838B-F9D040507A03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41719AA-DFA3-9643-8282-86550024D9C8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6D227AF3-3280-F749-8FB6-78F536E21B1B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508B558D-F954-5342-A7B2-1A7FD5E2AD26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42691C83-3952-AB4A-B4EC-929497E11697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7D70E5D9-23F6-EC4C-AC10-393154ABDE6B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C2260071-9D84-8C49-96D0-407891C88293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8BF5B649-9395-304A-B3CC-F415FB8A3D21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3C1F4CB6-8B87-1C4D-9868-3489D720A0D3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EB33889-4D3A-F649-90A4-44BF9B2EA07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A2FAEBF2-81A0-FF4B-B355-D2D309B2CC58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B99F8F78-022A-AC46-9690-6AE32DE9B392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CAEA865C-78CB-0443-833D-355BEF2E447F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27B9ABDB-0E48-924C-B93D-9D83CD8BF8F3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034A04AB-4021-014B-94FB-49529DAE8039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63ADE0C9-19FE-654E-9A2C-6BB559D4E350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E10184C1-71AE-1C4B-8319-C2686C91C625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C509A9D0-2045-6B46-B638-585FCBF367E1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0A8628C3-EAB9-394E-BCDF-BDC8B6F41547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47FDF0B2-57A9-7D47-BB45-3066913CA898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AF06E095-8280-F04C-BD91-5A981893C898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80ADFA30-F410-034B-ADA1-A65EE94E4BD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29970E-8FD9-DC4D-8C93-B05FEBE10FE9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00E409-C0AB-5A4A-8E08-3A98DB2647EA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74E43FD-8B28-BC49-8D22-880C6EE7677D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C02C3558-92D5-7E47-89CC-09BFB9864446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15AFFAA-0C55-0B43-919A-74D862153A75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C52E60F-5945-2240-A8C7-A4CD66EF366C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14B40DE2-0FEB-6741-A8D4-8AAD0B3E297D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085C95DD-3E2C-D546-BB8C-AD2111FD1A79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7DD5B2B-F083-374D-9CDA-F8C39F4CB131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E98507EC-1B46-5745-B150-EA89876FCB3F}"/>
              </a:ext>
            </a:extLst>
          </p:cNvPr>
          <p:cNvGrpSpPr/>
          <p:nvPr/>
        </p:nvGrpSpPr>
        <p:grpSpPr>
          <a:xfrm>
            <a:off x="2557105" y="5832339"/>
            <a:ext cx="1101845" cy="904347"/>
            <a:chOff x="8011409" y="5099136"/>
            <a:chExt cx="1023378" cy="764553"/>
          </a:xfrm>
        </p:grpSpPr>
        <p:grpSp>
          <p:nvGrpSpPr>
            <p:cNvPr id="582" name="Group 581">
              <a:extLst>
                <a:ext uri="{FF2B5EF4-FFF2-40B4-BE49-F238E27FC236}">
                  <a16:creationId xmlns:a16="http://schemas.microsoft.com/office/drawing/2014/main" id="{84A84E8F-0E19-DA4C-AB58-9B8FA7A9DEB6}"/>
                </a:ext>
              </a:extLst>
            </p:cNvPr>
            <p:cNvGrpSpPr/>
            <p:nvPr/>
          </p:nvGrpSpPr>
          <p:grpSpPr>
            <a:xfrm rot="1489317">
              <a:off x="8011409" y="5182745"/>
              <a:ext cx="561574" cy="394357"/>
              <a:chOff x="5871652" y="6279397"/>
              <a:chExt cx="686823" cy="439136"/>
            </a:xfrm>
          </p:grpSpPr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8FD0A6E6-5B66-554A-AD4A-BB2CCA305962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4" name="Freeform 953">
                <a:extLst>
                  <a:ext uri="{FF2B5EF4-FFF2-40B4-BE49-F238E27FC236}">
                    <a16:creationId xmlns:a16="http://schemas.microsoft.com/office/drawing/2014/main" id="{C9EBB2F5-ADF7-5B42-8D95-FAC99C7B7DB2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5" name="Freeform 954">
                <a:extLst>
                  <a:ext uri="{FF2B5EF4-FFF2-40B4-BE49-F238E27FC236}">
                    <a16:creationId xmlns:a16="http://schemas.microsoft.com/office/drawing/2014/main" id="{08FDC47B-8972-1545-8AEC-C756F0061CCD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6" name="Rectangle 955">
                <a:extLst>
                  <a:ext uri="{FF2B5EF4-FFF2-40B4-BE49-F238E27FC236}">
                    <a16:creationId xmlns:a16="http://schemas.microsoft.com/office/drawing/2014/main" id="{25E381EB-6072-3E4D-9E3C-9E03569256AF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F1E875A3-3407-3A4E-BFC2-0EA41B420FFC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F56BBDBD-3933-2144-84DB-6EE0E25DACEC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00A8FFA1-14BA-384B-A854-443D939D97F9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0784FB63-E4B1-4046-954C-649388E7F57D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C01D531D-101D-934F-BC67-AED9CA7A0D7C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2" name="Oval 961">
                <a:extLst>
                  <a:ext uri="{FF2B5EF4-FFF2-40B4-BE49-F238E27FC236}">
                    <a16:creationId xmlns:a16="http://schemas.microsoft.com/office/drawing/2014/main" id="{509AA18F-0696-8842-AB4E-F49301A70AA8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3" name="Oval 962">
                <a:extLst>
                  <a:ext uri="{FF2B5EF4-FFF2-40B4-BE49-F238E27FC236}">
                    <a16:creationId xmlns:a16="http://schemas.microsoft.com/office/drawing/2014/main" id="{8D6445CE-3A7F-DD45-98F4-FCAAB54B05A3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4" name="Oval 963">
                <a:extLst>
                  <a:ext uri="{FF2B5EF4-FFF2-40B4-BE49-F238E27FC236}">
                    <a16:creationId xmlns:a16="http://schemas.microsoft.com/office/drawing/2014/main" id="{E5DF6E6B-7ABB-7F46-9D46-3F1F303BB2B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5" name="Oval 964">
                <a:extLst>
                  <a:ext uri="{FF2B5EF4-FFF2-40B4-BE49-F238E27FC236}">
                    <a16:creationId xmlns:a16="http://schemas.microsoft.com/office/drawing/2014/main" id="{945978EF-C131-EC4D-ADD6-B9C0244629B1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6" name="Oval 965">
                <a:extLst>
                  <a:ext uri="{FF2B5EF4-FFF2-40B4-BE49-F238E27FC236}">
                    <a16:creationId xmlns:a16="http://schemas.microsoft.com/office/drawing/2014/main" id="{6E61F254-3FBA-DB46-A61D-B65E1052C669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7" name="Oval 966">
                <a:extLst>
                  <a:ext uri="{FF2B5EF4-FFF2-40B4-BE49-F238E27FC236}">
                    <a16:creationId xmlns:a16="http://schemas.microsoft.com/office/drawing/2014/main" id="{4C96987B-75D5-4B4A-9043-CCEF70A2AFA0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8" name="Oval 967">
                <a:extLst>
                  <a:ext uri="{FF2B5EF4-FFF2-40B4-BE49-F238E27FC236}">
                    <a16:creationId xmlns:a16="http://schemas.microsoft.com/office/drawing/2014/main" id="{2BFD5FF7-4B77-FE49-BFD4-3B47B5BB22B3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9" name="Oval 968">
                <a:extLst>
                  <a:ext uri="{FF2B5EF4-FFF2-40B4-BE49-F238E27FC236}">
                    <a16:creationId xmlns:a16="http://schemas.microsoft.com/office/drawing/2014/main" id="{EA326660-4E2F-8341-AB50-00FA8DA85761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0" name="Oval 969">
                <a:extLst>
                  <a:ext uri="{FF2B5EF4-FFF2-40B4-BE49-F238E27FC236}">
                    <a16:creationId xmlns:a16="http://schemas.microsoft.com/office/drawing/2014/main" id="{9E42F4A9-C142-0249-9516-763BE1CA4F82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1" name="Oval 970">
                <a:extLst>
                  <a:ext uri="{FF2B5EF4-FFF2-40B4-BE49-F238E27FC236}">
                    <a16:creationId xmlns:a16="http://schemas.microsoft.com/office/drawing/2014/main" id="{2CF4A5E3-46E6-2C4E-AB1E-F0261F061527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2" name="Oval 971">
                <a:extLst>
                  <a:ext uri="{FF2B5EF4-FFF2-40B4-BE49-F238E27FC236}">
                    <a16:creationId xmlns:a16="http://schemas.microsoft.com/office/drawing/2014/main" id="{2B07451A-B778-2D49-9582-415E1FEDA1B5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3" name="Oval 972">
                <a:extLst>
                  <a:ext uri="{FF2B5EF4-FFF2-40B4-BE49-F238E27FC236}">
                    <a16:creationId xmlns:a16="http://schemas.microsoft.com/office/drawing/2014/main" id="{2B89A01F-0A3A-6140-BD34-72C1C2059866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4" name="Oval 973">
                <a:extLst>
                  <a:ext uri="{FF2B5EF4-FFF2-40B4-BE49-F238E27FC236}">
                    <a16:creationId xmlns:a16="http://schemas.microsoft.com/office/drawing/2014/main" id="{D63915EB-982D-C24A-B99F-C7B49F23E74E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5" name="Oval 974">
                <a:extLst>
                  <a:ext uri="{FF2B5EF4-FFF2-40B4-BE49-F238E27FC236}">
                    <a16:creationId xmlns:a16="http://schemas.microsoft.com/office/drawing/2014/main" id="{697B40BE-155E-1B47-9CA4-D4C1F13F97FD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6" name="Oval 975">
                <a:extLst>
                  <a:ext uri="{FF2B5EF4-FFF2-40B4-BE49-F238E27FC236}">
                    <a16:creationId xmlns:a16="http://schemas.microsoft.com/office/drawing/2014/main" id="{C3654F5C-EC4F-BF4D-890D-881D189ED5EE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7" name="Oval 976">
                <a:extLst>
                  <a:ext uri="{FF2B5EF4-FFF2-40B4-BE49-F238E27FC236}">
                    <a16:creationId xmlns:a16="http://schemas.microsoft.com/office/drawing/2014/main" id="{A724BC78-CC1E-674A-8589-87A8EF09B286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8" name="Oval 977">
                <a:extLst>
                  <a:ext uri="{FF2B5EF4-FFF2-40B4-BE49-F238E27FC236}">
                    <a16:creationId xmlns:a16="http://schemas.microsoft.com/office/drawing/2014/main" id="{978B8A0E-415C-1048-8F00-8B2E524701F8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9" name="Oval 978">
                <a:extLst>
                  <a:ext uri="{FF2B5EF4-FFF2-40B4-BE49-F238E27FC236}">
                    <a16:creationId xmlns:a16="http://schemas.microsoft.com/office/drawing/2014/main" id="{58878F00-C295-C94A-9C38-DA535DF5502D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0" name="Oval 979">
                <a:extLst>
                  <a:ext uri="{FF2B5EF4-FFF2-40B4-BE49-F238E27FC236}">
                    <a16:creationId xmlns:a16="http://schemas.microsoft.com/office/drawing/2014/main" id="{4789F9FE-DAD7-014B-ABDD-6BAA7616415F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1" name="Oval 980">
                <a:extLst>
                  <a:ext uri="{FF2B5EF4-FFF2-40B4-BE49-F238E27FC236}">
                    <a16:creationId xmlns:a16="http://schemas.microsoft.com/office/drawing/2014/main" id="{8A73EAF0-FB27-1949-9538-6899D13C9C73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2" name="Oval 981">
                <a:extLst>
                  <a:ext uri="{FF2B5EF4-FFF2-40B4-BE49-F238E27FC236}">
                    <a16:creationId xmlns:a16="http://schemas.microsoft.com/office/drawing/2014/main" id="{A6397C13-39F2-6D49-B88D-1D013AE3A5C3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3" name="Oval 982">
                <a:extLst>
                  <a:ext uri="{FF2B5EF4-FFF2-40B4-BE49-F238E27FC236}">
                    <a16:creationId xmlns:a16="http://schemas.microsoft.com/office/drawing/2014/main" id="{8A56A543-E0B0-BA48-AEBA-2D69C0F71DD8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4" name="Oval 983">
                <a:extLst>
                  <a:ext uri="{FF2B5EF4-FFF2-40B4-BE49-F238E27FC236}">
                    <a16:creationId xmlns:a16="http://schemas.microsoft.com/office/drawing/2014/main" id="{0597F5D6-0BB1-1742-AD57-0E271FA5219F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5" name="Oval 984">
                <a:extLst>
                  <a:ext uri="{FF2B5EF4-FFF2-40B4-BE49-F238E27FC236}">
                    <a16:creationId xmlns:a16="http://schemas.microsoft.com/office/drawing/2014/main" id="{514C9A48-3A6B-A544-B987-9C18A6E908C8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6" name="Oval 985">
                <a:extLst>
                  <a:ext uri="{FF2B5EF4-FFF2-40B4-BE49-F238E27FC236}">
                    <a16:creationId xmlns:a16="http://schemas.microsoft.com/office/drawing/2014/main" id="{6597F6D3-9E23-8E40-8D0F-1494F0EEAFA9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7" name="Oval 986">
                <a:extLst>
                  <a:ext uri="{FF2B5EF4-FFF2-40B4-BE49-F238E27FC236}">
                    <a16:creationId xmlns:a16="http://schemas.microsoft.com/office/drawing/2014/main" id="{1C157E22-28F7-3D40-B49D-63E051E045AB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8" name="Oval 987">
                <a:extLst>
                  <a:ext uri="{FF2B5EF4-FFF2-40B4-BE49-F238E27FC236}">
                    <a16:creationId xmlns:a16="http://schemas.microsoft.com/office/drawing/2014/main" id="{2A09685B-7ED0-1442-BF29-41D2525CCEF9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89" name="Oval 988">
                <a:extLst>
                  <a:ext uri="{FF2B5EF4-FFF2-40B4-BE49-F238E27FC236}">
                    <a16:creationId xmlns:a16="http://schemas.microsoft.com/office/drawing/2014/main" id="{09D4433E-44F3-0148-A180-807C04FF4350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0" name="Oval 989">
                <a:extLst>
                  <a:ext uri="{FF2B5EF4-FFF2-40B4-BE49-F238E27FC236}">
                    <a16:creationId xmlns:a16="http://schemas.microsoft.com/office/drawing/2014/main" id="{97810A0A-04E7-7F46-BCC6-6350AE60C605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52F4C50E-5E75-0B49-8ABF-88A86B495456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2" name="Oval 991">
                <a:extLst>
                  <a:ext uri="{FF2B5EF4-FFF2-40B4-BE49-F238E27FC236}">
                    <a16:creationId xmlns:a16="http://schemas.microsoft.com/office/drawing/2014/main" id="{F4B310B2-41C7-144E-B46F-371C12098761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3" name="Oval 992">
                <a:extLst>
                  <a:ext uri="{FF2B5EF4-FFF2-40B4-BE49-F238E27FC236}">
                    <a16:creationId xmlns:a16="http://schemas.microsoft.com/office/drawing/2014/main" id="{9154C0D4-3DC5-FB42-B3A1-1911B9DDCCA9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4" name="Oval 993">
                <a:extLst>
                  <a:ext uri="{FF2B5EF4-FFF2-40B4-BE49-F238E27FC236}">
                    <a16:creationId xmlns:a16="http://schemas.microsoft.com/office/drawing/2014/main" id="{0879DBD7-25A7-674E-9B01-50BD3C122FC4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5" name="Oval 994">
                <a:extLst>
                  <a:ext uri="{FF2B5EF4-FFF2-40B4-BE49-F238E27FC236}">
                    <a16:creationId xmlns:a16="http://schemas.microsoft.com/office/drawing/2014/main" id="{51423B81-9BED-F248-AF9D-B5E2C2953A9C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6" name="Oval 995">
                <a:extLst>
                  <a:ext uri="{FF2B5EF4-FFF2-40B4-BE49-F238E27FC236}">
                    <a16:creationId xmlns:a16="http://schemas.microsoft.com/office/drawing/2014/main" id="{67AFC1FC-800F-C14F-8CDF-32A119C8549B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7" name="Oval 996">
                <a:extLst>
                  <a:ext uri="{FF2B5EF4-FFF2-40B4-BE49-F238E27FC236}">
                    <a16:creationId xmlns:a16="http://schemas.microsoft.com/office/drawing/2014/main" id="{CF6AE526-F345-4A4E-BEB6-A274D7176024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8" name="Oval 997">
                <a:extLst>
                  <a:ext uri="{FF2B5EF4-FFF2-40B4-BE49-F238E27FC236}">
                    <a16:creationId xmlns:a16="http://schemas.microsoft.com/office/drawing/2014/main" id="{7D309EAF-DC66-7C45-ADB3-E0EFF5E6BCEB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9" name="Oval 998">
                <a:extLst>
                  <a:ext uri="{FF2B5EF4-FFF2-40B4-BE49-F238E27FC236}">
                    <a16:creationId xmlns:a16="http://schemas.microsoft.com/office/drawing/2014/main" id="{AB0C9AC1-004B-D24A-A43F-D6CD9BDE875F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0" name="Oval 999">
                <a:extLst>
                  <a:ext uri="{FF2B5EF4-FFF2-40B4-BE49-F238E27FC236}">
                    <a16:creationId xmlns:a16="http://schemas.microsoft.com/office/drawing/2014/main" id="{BED3AE6F-5C67-5F4C-A211-B22C4904E1DA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1" name="Oval 1000">
                <a:extLst>
                  <a:ext uri="{FF2B5EF4-FFF2-40B4-BE49-F238E27FC236}">
                    <a16:creationId xmlns:a16="http://schemas.microsoft.com/office/drawing/2014/main" id="{EC878EED-13F1-B94F-B2C9-EB18DE115289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2" name="Oval 1001">
                <a:extLst>
                  <a:ext uri="{FF2B5EF4-FFF2-40B4-BE49-F238E27FC236}">
                    <a16:creationId xmlns:a16="http://schemas.microsoft.com/office/drawing/2014/main" id="{2C86AED7-E1F2-F94C-B546-F97B94E6B2D2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3" name="Oval 1002">
                <a:extLst>
                  <a:ext uri="{FF2B5EF4-FFF2-40B4-BE49-F238E27FC236}">
                    <a16:creationId xmlns:a16="http://schemas.microsoft.com/office/drawing/2014/main" id="{29AAB86F-11E0-D746-8113-7F6333EAA8DA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4" name="Oval 1003">
                <a:extLst>
                  <a:ext uri="{FF2B5EF4-FFF2-40B4-BE49-F238E27FC236}">
                    <a16:creationId xmlns:a16="http://schemas.microsoft.com/office/drawing/2014/main" id="{B7DBD291-F13B-C34D-92E9-7CCAA9F9F6D4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5" name="Oval 1004">
                <a:extLst>
                  <a:ext uri="{FF2B5EF4-FFF2-40B4-BE49-F238E27FC236}">
                    <a16:creationId xmlns:a16="http://schemas.microsoft.com/office/drawing/2014/main" id="{CD07562F-4D3C-FE45-B435-F4C188A0401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6" name="Oval 1005">
                <a:extLst>
                  <a:ext uri="{FF2B5EF4-FFF2-40B4-BE49-F238E27FC236}">
                    <a16:creationId xmlns:a16="http://schemas.microsoft.com/office/drawing/2014/main" id="{19E0903E-B500-424B-BABF-3A2B473AFD87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7" name="Oval 1006">
                <a:extLst>
                  <a:ext uri="{FF2B5EF4-FFF2-40B4-BE49-F238E27FC236}">
                    <a16:creationId xmlns:a16="http://schemas.microsoft.com/office/drawing/2014/main" id="{98441A7B-C078-AD47-9A96-B322F61D07DF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8" name="Oval 1007">
                <a:extLst>
                  <a:ext uri="{FF2B5EF4-FFF2-40B4-BE49-F238E27FC236}">
                    <a16:creationId xmlns:a16="http://schemas.microsoft.com/office/drawing/2014/main" id="{E9821A11-E9F8-E74B-BA2B-ABF67A872FB8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9" name="Oval 1008">
                <a:extLst>
                  <a:ext uri="{FF2B5EF4-FFF2-40B4-BE49-F238E27FC236}">
                    <a16:creationId xmlns:a16="http://schemas.microsoft.com/office/drawing/2014/main" id="{85E7ED24-E3E2-0F4C-91A0-7F0AA6056B20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0" name="Oval 1009">
                <a:extLst>
                  <a:ext uri="{FF2B5EF4-FFF2-40B4-BE49-F238E27FC236}">
                    <a16:creationId xmlns:a16="http://schemas.microsoft.com/office/drawing/2014/main" id="{3FF18D94-3F2D-DC4D-BB94-01F912AB6D32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1" name="Oval 1010">
                <a:extLst>
                  <a:ext uri="{FF2B5EF4-FFF2-40B4-BE49-F238E27FC236}">
                    <a16:creationId xmlns:a16="http://schemas.microsoft.com/office/drawing/2014/main" id="{8CE6FF4E-F00A-604C-B3C6-2C295D0B3930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2" name="Oval 1011">
                <a:extLst>
                  <a:ext uri="{FF2B5EF4-FFF2-40B4-BE49-F238E27FC236}">
                    <a16:creationId xmlns:a16="http://schemas.microsoft.com/office/drawing/2014/main" id="{933BF4B9-36BD-1046-A2E2-67C5830EEFA8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3" name="Oval 1012">
                <a:extLst>
                  <a:ext uri="{FF2B5EF4-FFF2-40B4-BE49-F238E27FC236}">
                    <a16:creationId xmlns:a16="http://schemas.microsoft.com/office/drawing/2014/main" id="{80A7CF9B-64D5-0D46-92CB-80864E359840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4" name="Oval 1013">
                <a:extLst>
                  <a:ext uri="{FF2B5EF4-FFF2-40B4-BE49-F238E27FC236}">
                    <a16:creationId xmlns:a16="http://schemas.microsoft.com/office/drawing/2014/main" id="{97998514-8378-4B4B-BACF-FD26797528C9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5" name="Oval 1014">
                <a:extLst>
                  <a:ext uri="{FF2B5EF4-FFF2-40B4-BE49-F238E27FC236}">
                    <a16:creationId xmlns:a16="http://schemas.microsoft.com/office/drawing/2014/main" id="{91F259EC-F2BD-4C47-8525-CBFD10F16762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6" name="Oval 1015">
                <a:extLst>
                  <a:ext uri="{FF2B5EF4-FFF2-40B4-BE49-F238E27FC236}">
                    <a16:creationId xmlns:a16="http://schemas.microsoft.com/office/drawing/2014/main" id="{47D29FBF-473B-994E-AB19-C49B48E4C380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7" name="Oval 1016">
                <a:extLst>
                  <a:ext uri="{FF2B5EF4-FFF2-40B4-BE49-F238E27FC236}">
                    <a16:creationId xmlns:a16="http://schemas.microsoft.com/office/drawing/2014/main" id="{F582EB86-967B-5240-A6B5-B1D1826CA63A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8" name="Oval 1017">
                <a:extLst>
                  <a:ext uri="{FF2B5EF4-FFF2-40B4-BE49-F238E27FC236}">
                    <a16:creationId xmlns:a16="http://schemas.microsoft.com/office/drawing/2014/main" id="{BA7AC541-E56C-904E-8BF5-0DB83C4A523E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9" name="Oval 1018">
                <a:extLst>
                  <a:ext uri="{FF2B5EF4-FFF2-40B4-BE49-F238E27FC236}">
                    <a16:creationId xmlns:a16="http://schemas.microsoft.com/office/drawing/2014/main" id="{D8A2F779-3F57-FA42-B97C-77687F4CC1B4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0" name="Oval 1019">
                <a:extLst>
                  <a:ext uri="{FF2B5EF4-FFF2-40B4-BE49-F238E27FC236}">
                    <a16:creationId xmlns:a16="http://schemas.microsoft.com/office/drawing/2014/main" id="{B4D5C511-DBD5-1449-85F1-520FE2FF5837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1" name="Oval 1020">
                <a:extLst>
                  <a:ext uri="{FF2B5EF4-FFF2-40B4-BE49-F238E27FC236}">
                    <a16:creationId xmlns:a16="http://schemas.microsoft.com/office/drawing/2014/main" id="{F22D2718-3D30-464C-AE90-25D1EB3CBAC0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2" name="Oval 1021">
                <a:extLst>
                  <a:ext uri="{FF2B5EF4-FFF2-40B4-BE49-F238E27FC236}">
                    <a16:creationId xmlns:a16="http://schemas.microsoft.com/office/drawing/2014/main" id="{5358869E-1ADA-1844-9B97-23AF700C9AB5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3" name="Oval 1022">
                <a:extLst>
                  <a:ext uri="{FF2B5EF4-FFF2-40B4-BE49-F238E27FC236}">
                    <a16:creationId xmlns:a16="http://schemas.microsoft.com/office/drawing/2014/main" id="{2348FFF6-F4B7-CA4C-9292-64A8EC2A17B1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4" name="Oval 1023">
                <a:extLst>
                  <a:ext uri="{FF2B5EF4-FFF2-40B4-BE49-F238E27FC236}">
                    <a16:creationId xmlns:a16="http://schemas.microsoft.com/office/drawing/2014/main" id="{464E7E16-010D-5249-95C6-D1EC7398E14C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5" name="Oval 1024">
                <a:extLst>
                  <a:ext uri="{FF2B5EF4-FFF2-40B4-BE49-F238E27FC236}">
                    <a16:creationId xmlns:a16="http://schemas.microsoft.com/office/drawing/2014/main" id="{14DA1798-CEF4-CE46-9FAB-BBF207BD78B5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6" name="Oval 1025">
                <a:extLst>
                  <a:ext uri="{FF2B5EF4-FFF2-40B4-BE49-F238E27FC236}">
                    <a16:creationId xmlns:a16="http://schemas.microsoft.com/office/drawing/2014/main" id="{A0F22185-78BA-5843-8229-E0EEC63A0484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7" name="Oval 1026">
                <a:extLst>
                  <a:ext uri="{FF2B5EF4-FFF2-40B4-BE49-F238E27FC236}">
                    <a16:creationId xmlns:a16="http://schemas.microsoft.com/office/drawing/2014/main" id="{43F4C829-8C6D-9B4F-AA70-D0AEC3738E70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8" name="Oval 1027">
                <a:extLst>
                  <a:ext uri="{FF2B5EF4-FFF2-40B4-BE49-F238E27FC236}">
                    <a16:creationId xmlns:a16="http://schemas.microsoft.com/office/drawing/2014/main" id="{AAECA40B-7359-A541-8B12-933C93DB0798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9" name="Oval 1028">
                <a:extLst>
                  <a:ext uri="{FF2B5EF4-FFF2-40B4-BE49-F238E27FC236}">
                    <a16:creationId xmlns:a16="http://schemas.microsoft.com/office/drawing/2014/main" id="{98D67B5B-CBEB-2D4D-B23C-69539BC78CC2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0" name="Oval 1029">
                <a:extLst>
                  <a:ext uri="{FF2B5EF4-FFF2-40B4-BE49-F238E27FC236}">
                    <a16:creationId xmlns:a16="http://schemas.microsoft.com/office/drawing/2014/main" id="{8393EA52-D7F8-1546-9AFE-9E31972D4622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1" name="Oval 1030">
                <a:extLst>
                  <a:ext uri="{FF2B5EF4-FFF2-40B4-BE49-F238E27FC236}">
                    <a16:creationId xmlns:a16="http://schemas.microsoft.com/office/drawing/2014/main" id="{BA66E11F-BFA9-3148-85C5-40C131216138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2" name="Oval 1031">
                <a:extLst>
                  <a:ext uri="{FF2B5EF4-FFF2-40B4-BE49-F238E27FC236}">
                    <a16:creationId xmlns:a16="http://schemas.microsoft.com/office/drawing/2014/main" id="{AF97CBD5-53E6-8F41-8368-66B196C28C64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3" name="Oval 1032">
                <a:extLst>
                  <a:ext uri="{FF2B5EF4-FFF2-40B4-BE49-F238E27FC236}">
                    <a16:creationId xmlns:a16="http://schemas.microsoft.com/office/drawing/2014/main" id="{BA0BE3D1-2016-E146-9271-B146BE73963A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4" name="Oval 1033">
                <a:extLst>
                  <a:ext uri="{FF2B5EF4-FFF2-40B4-BE49-F238E27FC236}">
                    <a16:creationId xmlns:a16="http://schemas.microsoft.com/office/drawing/2014/main" id="{6391D4A7-FA4B-BC46-ACFE-2067F6B01DDF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5" name="Oval 1034">
                <a:extLst>
                  <a:ext uri="{FF2B5EF4-FFF2-40B4-BE49-F238E27FC236}">
                    <a16:creationId xmlns:a16="http://schemas.microsoft.com/office/drawing/2014/main" id="{AF8D1617-A918-5847-849A-289A652C704D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6" name="Oval 1035">
                <a:extLst>
                  <a:ext uri="{FF2B5EF4-FFF2-40B4-BE49-F238E27FC236}">
                    <a16:creationId xmlns:a16="http://schemas.microsoft.com/office/drawing/2014/main" id="{DEBDAAF6-E66A-2547-937A-527968CA318A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7" name="Oval 1036">
                <a:extLst>
                  <a:ext uri="{FF2B5EF4-FFF2-40B4-BE49-F238E27FC236}">
                    <a16:creationId xmlns:a16="http://schemas.microsoft.com/office/drawing/2014/main" id="{ABCAB1CC-4E7C-D248-8448-736E1932DD07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2FF9FB2E-811A-7848-A5BF-AA9780077C80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FEC52036-35EC-B641-98A4-35D6BDE2B292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E92235CF-AEB7-AD48-A79F-0EB6ECB7827A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1" name="Oval 1040">
                <a:extLst>
                  <a:ext uri="{FF2B5EF4-FFF2-40B4-BE49-F238E27FC236}">
                    <a16:creationId xmlns:a16="http://schemas.microsoft.com/office/drawing/2014/main" id="{93C103E8-E5CF-8C42-A351-0D2745E469E2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2" name="Oval 1041">
                <a:extLst>
                  <a:ext uri="{FF2B5EF4-FFF2-40B4-BE49-F238E27FC236}">
                    <a16:creationId xmlns:a16="http://schemas.microsoft.com/office/drawing/2014/main" id="{1220F057-ACBA-5B47-9FDD-8149E84BF106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3" name="Oval 1042">
                <a:extLst>
                  <a:ext uri="{FF2B5EF4-FFF2-40B4-BE49-F238E27FC236}">
                    <a16:creationId xmlns:a16="http://schemas.microsoft.com/office/drawing/2014/main" id="{2BFF5708-8945-484B-A71C-5DE32326D8FE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4" name="Oval 1043">
                <a:extLst>
                  <a:ext uri="{FF2B5EF4-FFF2-40B4-BE49-F238E27FC236}">
                    <a16:creationId xmlns:a16="http://schemas.microsoft.com/office/drawing/2014/main" id="{EE76593F-EA26-0440-945D-B6EBE62AEB15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5" name="Oval 1044">
                <a:extLst>
                  <a:ext uri="{FF2B5EF4-FFF2-40B4-BE49-F238E27FC236}">
                    <a16:creationId xmlns:a16="http://schemas.microsoft.com/office/drawing/2014/main" id="{80A08492-A356-4B4A-9EB9-91DCFE85CC3C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6" name="Oval 1045">
                <a:extLst>
                  <a:ext uri="{FF2B5EF4-FFF2-40B4-BE49-F238E27FC236}">
                    <a16:creationId xmlns:a16="http://schemas.microsoft.com/office/drawing/2014/main" id="{8C320A91-382C-2F46-AB27-60D489E0C1BB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7" name="Oval 1046">
                <a:extLst>
                  <a:ext uri="{FF2B5EF4-FFF2-40B4-BE49-F238E27FC236}">
                    <a16:creationId xmlns:a16="http://schemas.microsoft.com/office/drawing/2014/main" id="{0B875275-1763-2549-986F-B811B225949F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8" name="Oval 1047">
                <a:extLst>
                  <a:ext uri="{FF2B5EF4-FFF2-40B4-BE49-F238E27FC236}">
                    <a16:creationId xmlns:a16="http://schemas.microsoft.com/office/drawing/2014/main" id="{16A80846-D0ED-A447-89B2-D05A58E90497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9" name="Oval 1048">
                <a:extLst>
                  <a:ext uri="{FF2B5EF4-FFF2-40B4-BE49-F238E27FC236}">
                    <a16:creationId xmlns:a16="http://schemas.microsoft.com/office/drawing/2014/main" id="{3B64FBA8-460B-6249-8E98-03D317958F3F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0" name="Oval 1049">
                <a:extLst>
                  <a:ext uri="{FF2B5EF4-FFF2-40B4-BE49-F238E27FC236}">
                    <a16:creationId xmlns:a16="http://schemas.microsoft.com/office/drawing/2014/main" id="{75D665E0-FC4B-E940-BDA7-D036847DFD7A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1" name="Oval 1050">
                <a:extLst>
                  <a:ext uri="{FF2B5EF4-FFF2-40B4-BE49-F238E27FC236}">
                    <a16:creationId xmlns:a16="http://schemas.microsoft.com/office/drawing/2014/main" id="{BDC07E9B-02A0-1C4F-89CF-943598D755AB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2" name="Oval 1051">
                <a:extLst>
                  <a:ext uri="{FF2B5EF4-FFF2-40B4-BE49-F238E27FC236}">
                    <a16:creationId xmlns:a16="http://schemas.microsoft.com/office/drawing/2014/main" id="{79540582-B1C7-154A-A77D-A39CD47FD276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3" name="Oval 1052">
                <a:extLst>
                  <a:ext uri="{FF2B5EF4-FFF2-40B4-BE49-F238E27FC236}">
                    <a16:creationId xmlns:a16="http://schemas.microsoft.com/office/drawing/2014/main" id="{CC23E344-7556-4246-8F4E-232AB400FA4B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4" name="Oval 1053">
                <a:extLst>
                  <a:ext uri="{FF2B5EF4-FFF2-40B4-BE49-F238E27FC236}">
                    <a16:creationId xmlns:a16="http://schemas.microsoft.com/office/drawing/2014/main" id="{1A74D381-7B84-0D4E-94F3-B9627628D401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5" name="Oval 1054">
                <a:extLst>
                  <a:ext uri="{FF2B5EF4-FFF2-40B4-BE49-F238E27FC236}">
                    <a16:creationId xmlns:a16="http://schemas.microsoft.com/office/drawing/2014/main" id="{81108336-DC7F-B545-A92C-4344B4A13516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6" name="Oval 1055">
                <a:extLst>
                  <a:ext uri="{FF2B5EF4-FFF2-40B4-BE49-F238E27FC236}">
                    <a16:creationId xmlns:a16="http://schemas.microsoft.com/office/drawing/2014/main" id="{B05D0F61-7DC9-EC4F-9EE8-6852E3DA1992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C5037B74-0451-C745-A14E-AEBCBB4D3051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8" name="Oval 1057">
                <a:extLst>
                  <a:ext uri="{FF2B5EF4-FFF2-40B4-BE49-F238E27FC236}">
                    <a16:creationId xmlns:a16="http://schemas.microsoft.com/office/drawing/2014/main" id="{E4A44EFD-D97F-0A41-9976-5BB88EFB4CCD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B44FC897-A51A-1B4A-88BF-6446BDF0C424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0" name="Oval 1059">
                <a:extLst>
                  <a:ext uri="{FF2B5EF4-FFF2-40B4-BE49-F238E27FC236}">
                    <a16:creationId xmlns:a16="http://schemas.microsoft.com/office/drawing/2014/main" id="{61C8BAA6-8A66-1E4B-95C9-9F1C799F5967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1" name="Oval 1060">
                <a:extLst>
                  <a:ext uri="{FF2B5EF4-FFF2-40B4-BE49-F238E27FC236}">
                    <a16:creationId xmlns:a16="http://schemas.microsoft.com/office/drawing/2014/main" id="{BB8C9B29-4308-6F49-A7B3-C01CF29F8AAD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2" name="Oval 1061">
                <a:extLst>
                  <a:ext uri="{FF2B5EF4-FFF2-40B4-BE49-F238E27FC236}">
                    <a16:creationId xmlns:a16="http://schemas.microsoft.com/office/drawing/2014/main" id="{CF93E38B-FF7C-A946-953D-81FDA1E6D369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3" name="Oval 1062">
                <a:extLst>
                  <a:ext uri="{FF2B5EF4-FFF2-40B4-BE49-F238E27FC236}">
                    <a16:creationId xmlns:a16="http://schemas.microsoft.com/office/drawing/2014/main" id="{6922B596-2516-9345-8124-72CA4A0C4E6D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4" name="Oval 1063">
                <a:extLst>
                  <a:ext uri="{FF2B5EF4-FFF2-40B4-BE49-F238E27FC236}">
                    <a16:creationId xmlns:a16="http://schemas.microsoft.com/office/drawing/2014/main" id="{F86040E4-4E76-5141-8D8F-7111FD81B158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3EC3804A-4287-3F44-95F3-E13A6EBEE7B6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6" name="Oval 1065">
                <a:extLst>
                  <a:ext uri="{FF2B5EF4-FFF2-40B4-BE49-F238E27FC236}">
                    <a16:creationId xmlns:a16="http://schemas.microsoft.com/office/drawing/2014/main" id="{4CD366CA-F60A-8E4D-B01F-172B4345BC77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7" name="Oval 1066">
                <a:extLst>
                  <a:ext uri="{FF2B5EF4-FFF2-40B4-BE49-F238E27FC236}">
                    <a16:creationId xmlns:a16="http://schemas.microsoft.com/office/drawing/2014/main" id="{C98696EC-33CE-2C4C-BED8-733F0460205A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8" name="Oval 1067">
                <a:extLst>
                  <a:ext uri="{FF2B5EF4-FFF2-40B4-BE49-F238E27FC236}">
                    <a16:creationId xmlns:a16="http://schemas.microsoft.com/office/drawing/2014/main" id="{F8E2343B-9A1A-204E-8615-A8768EE1084F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9" name="Oval 1068">
                <a:extLst>
                  <a:ext uri="{FF2B5EF4-FFF2-40B4-BE49-F238E27FC236}">
                    <a16:creationId xmlns:a16="http://schemas.microsoft.com/office/drawing/2014/main" id="{6E66673D-1270-264E-B6F0-09CA6EF20607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0" name="Freeform 1069">
                <a:extLst>
                  <a:ext uri="{FF2B5EF4-FFF2-40B4-BE49-F238E27FC236}">
                    <a16:creationId xmlns:a16="http://schemas.microsoft.com/office/drawing/2014/main" id="{913915C3-9D7D-FC44-825F-EC4CB2792C9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1" name="Freeform 1070">
                <a:extLst>
                  <a:ext uri="{FF2B5EF4-FFF2-40B4-BE49-F238E27FC236}">
                    <a16:creationId xmlns:a16="http://schemas.microsoft.com/office/drawing/2014/main" id="{45FE8271-5AD2-9C47-9026-7C07D6EE96C7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3" name="Group 582">
              <a:extLst>
                <a:ext uri="{FF2B5EF4-FFF2-40B4-BE49-F238E27FC236}">
                  <a16:creationId xmlns:a16="http://schemas.microsoft.com/office/drawing/2014/main" id="{36644C26-20E4-A445-8022-3E938BC5DE52}"/>
                </a:ext>
              </a:extLst>
            </p:cNvPr>
            <p:cNvGrpSpPr/>
            <p:nvPr/>
          </p:nvGrpSpPr>
          <p:grpSpPr>
            <a:xfrm rot="2196952">
              <a:off x="8212449" y="5210505"/>
              <a:ext cx="561574" cy="394357"/>
              <a:chOff x="5871652" y="6279397"/>
              <a:chExt cx="686823" cy="439136"/>
            </a:xfrm>
          </p:grpSpPr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E6693D0E-D198-4C49-AA9D-2DCA30FE1A8F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12AB8496-C96A-664C-96FC-CD81FBD00AE2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6" name="Freeform 835">
                <a:extLst>
                  <a:ext uri="{FF2B5EF4-FFF2-40B4-BE49-F238E27FC236}">
                    <a16:creationId xmlns:a16="http://schemas.microsoft.com/office/drawing/2014/main" id="{7B78C394-DB1F-6843-8956-44EBE93AC44B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7" name="Rectangle 836">
                <a:extLst>
                  <a:ext uri="{FF2B5EF4-FFF2-40B4-BE49-F238E27FC236}">
                    <a16:creationId xmlns:a16="http://schemas.microsoft.com/office/drawing/2014/main" id="{FF209816-3984-FC49-9C89-0BC619C1E5CA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838" name="Oval 837">
                <a:extLst>
                  <a:ext uri="{FF2B5EF4-FFF2-40B4-BE49-F238E27FC236}">
                    <a16:creationId xmlns:a16="http://schemas.microsoft.com/office/drawing/2014/main" id="{5A792610-838C-3246-9240-87044650A9D9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9" name="Oval 838">
                <a:extLst>
                  <a:ext uri="{FF2B5EF4-FFF2-40B4-BE49-F238E27FC236}">
                    <a16:creationId xmlns:a16="http://schemas.microsoft.com/office/drawing/2014/main" id="{6BC29328-DB6D-4A47-AD89-795649ECA5E9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DC688220-71C0-F44E-9BC1-E2A68D602C63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1" name="Oval 840">
                <a:extLst>
                  <a:ext uri="{FF2B5EF4-FFF2-40B4-BE49-F238E27FC236}">
                    <a16:creationId xmlns:a16="http://schemas.microsoft.com/office/drawing/2014/main" id="{A7109D54-9A60-E746-8E11-365A62223847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E4166D51-FAA2-EA46-B320-4FC5805FC237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3" name="Oval 842">
                <a:extLst>
                  <a:ext uri="{FF2B5EF4-FFF2-40B4-BE49-F238E27FC236}">
                    <a16:creationId xmlns:a16="http://schemas.microsoft.com/office/drawing/2014/main" id="{E04BB17E-4113-4B47-B35D-67C81D93034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4" name="Oval 843">
                <a:extLst>
                  <a:ext uri="{FF2B5EF4-FFF2-40B4-BE49-F238E27FC236}">
                    <a16:creationId xmlns:a16="http://schemas.microsoft.com/office/drawing/2014/main" id="{8D99D3A4-05F6-F74E-A596-1AA2392AE6CD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5" name="Oval 844">
                <a:extLst>
                  <a:ext uri="{FF2B5EF4-FFF2-40B4-BE49-F238E27FC236}">
                    <a16:creationId xmlns:a16="http://schemas.microsoft.com/office/drawing/2014/main" id="{A1FA77AA-1AAB-AD47-AAE2-A2A92BE7D957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6" name="Oval 845">
                <a:extLst>
                  <a:ext uri="{FF2B5EF4-FFF2-40B4-BE49-F238E27FC236}">
                    <a16:creationId xmlns:a16="http://schemas.microsoft.com/office/drawing/2014/main" id="{887E4D14-16D7-C44F-A8F7-3FD030F4CFC4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7" name="Oval 846">
                <a:extLst>
                  <a:ext uri="{FF2B5EF4-FFF2-40B4-BE49-F238E27FC236}">
                    <a16:creationId xmlns:a16="http://schemas.microsoft.com/office/drawing/2014/main" id="{6C3426D7-E604-FC46-9A0E-51462D877ABA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8" name="Oval 847">
                <a:extLst>
                  <a:ext uri="{FF2B5EF4-FFF2-40B4-BE49-F238E27FC236}">
                    <a16:creationId xmlns:a16="http://schemas.microsoft.com/office/drawing/2014/main" id="{9EE3D75E-813E-E74D-926B-9B3BFB8C0A0E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9" name="Oval 848">
                <a:extLst>
                  <a:ext uri="{FF2B5EF4-FFF2-40B4-BE49-F238E27FC236}">
                    <a16:creationId xmlns:a16="http://schemas.microsoft.com/office/drawing/2014/main" id="{7E7D6138-9912-0649-A8A4-C899384D998E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0" name="Oval 849">
                <a:extLst>
                  <a:ext uri="{FF2B5EF4-FFF2-40B4-BE49-F238E27FC236}">
                    <a16:creationId xmlns:a16="http://schemas.microsoft.com/office/drawing/2014/main" id="{7CBA9F92-1237-3540-B3AF-940094E7E1E5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9946A913-1654-714E-80B7-ADE572B9EF33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2" name="Oval 851">
                <a:extLst>
                  <a:ext uri="{FF2B5EF4-FFF2-40B4-BE49-F238E27FC236}">
                    <a16:creationId xmlns:a16="http://schemas.microsoft.com/office/drawing/2014/main" id="{6ABCDB33-F498-3E4C-892D-DDBF8AE214DA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3" name="Oval 852">
                <a:extLst>
                  <a:ext uri="{FF2B5EF4-FFF2-40B4-BE49-F238E27FC236}">
                    <a16:creationId xmlns:a16="http://schemas.microsoft.com/office/drawing/2014/main" id="{6C4EB995-B298-8D43-8723-2422623C34C2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4" name="Oval 853">
                <a:extLst>
                  <a:ext uri="{FF2B5EF4-FFF2-40B4-BE49-F238E27FC236}">
                    <a16:creationId xmlns:a16="http://schemas.microsoft.com/office/drawing/2014/main" id="{08631645-0EE1-E749-871D-A313B5691C20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FE00BB3C-03C8-2C4E-A182-13B5401FCDF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D498880E-4D3A-1846-96F9-9BAE9CE48295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394642CE-C508-CD45-8615-AA0912354532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52382997-6F16-DE4A-A216-15C0119CA4CE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676D46D-F03C-AE46-A363-56F25AE15794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0" name="Oval 859">
                <a:extLst>
                  <a:ext uri="{FF2B5EF4-FFF2-40B4-BE49-F238E27FC236}">
                    <a16:creationId xmlns:a16="http://schemas.microsoft.com/office/drawing/2014/main" id="{D69E3681-906D-D043-BD53-B193316B8FAD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1" name="Oval 860">
                <a:extLst>
                  <a:ext uri="{FF2B5EF4-FFF2-40B4-BE49-F238E27FC236}">
                    <a16:creationId xmlns:a16="http://schemas.microsoft.com/office/drawing/2014/main" id="{30590B38-0C38-A549-83F4-9506394350D2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2" name="Oval 861">
                <a:extLst>
                  <a:ext uri="{FF2B5EF4-FFF2-40B4-BE49-F238E27FC236}">
                    <a16:creationId xmlns:a16="http://schemas.microsoft.com/office/drawing/2014/main" id="{58E6DA1B-AEBB-EB47-9AFB-5EFFDA63C0FD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3" name="Oval 862">
                <a:extLst>
                  <a:ext uri="{FF2B5EF4-FFF2-40B4-BE49-F238E27FC236}">
                    <a16:creationId xmlns:a16="http://schemas.microsoft.com/office/drawing/2014/main" id="{0BDCD0AD-B68E-AA43-B563-81FFEE1684F0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4" name="Oval 863">
                <a:extLst>
                  <a:ext uri="{FF2B5EF4-FFF2-40B4-BE49-F238E27FC236}">
                    <a16:creationId xmlns:a16="http://schemas.microsoft.com/office/drawing/2014/main" id="{6FEF8E60-7050-6F4B-BF27-19C21F9685B5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6DC95C2A-C4D4-764B-B93F-3C0E22D30452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17E3800A-DAD5-4C4B-8E7E-824435212F05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80D6727C-0B99-794A-9A57-516977ADEEFE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A4D8A014-F3A3-414B-BB4C-F24C18D047D0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2EB525E2-489E-2342-BB4E-A576BCD2E60F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5C06DC0D-05A5-9045-8BC2-41A3BDE6CF48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2450EDF3-ACF7-124D-8381-D78CE220DF0A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7195D3D5-D32B-C445-ACDE-F04523C11B58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3" name="Oval 872">
                <a:extLst>
                  <a:ext uri="{FF2B5EF4-FFF2-40B4-BE49-F238E27FC236}">
                    <a16:creationId xmlns:a16="http://schemas.microsoft.com/office/drawing/2014/main" id="{7549E5A4-96A0-184D-B709-E45F3AE3B500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F76FD73F-CF7D-AA49-A1F6-FBFE65F2AD8A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5" name="Oval 874">
                <a:extLst>
                  <a:ext uri="{FF2B5EF4-FFF2-40B4-BE49-F238E27FC236}">
                    <a16:creationId xmlns:a16="http://schemas.microsoft.com/office/drawing/2014/main" id="{6C005E04-24F7-384D-B023-DDBFADA0A000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6" name="Oval 875">
                <a:extLst>
                  <a:ext uri="{FF2B5EF4-FFF2-40B4-BE49-F238E27FC236}">
                    <a16:creationId xmlns:a16="http://schemas.microsoft.com/office/drawing/2014/main" id="{93DE4542-22D8-9C4A-AD42-85DAA4E9C2D5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7" name="Oval 876">
                <a:extLst>
                  <a:ext uri="{FF2B5EF4-FFF2-40B4-BE49-F238E27FC236}">
                    <a16:creationId xmlns:a16="http://schemas.microsoft.com/office/drawing/2014/main" id="{B883BF33-D221-3A4F-8395-05C75998E258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8" name="Oval 877">
                <a:extLst>
                  <a:ext uri="{FF2B5EF4-FFF2-40B4-BE49-F238E27FC236}">
                    <a16:creationId xmlns:a16="http://schemas.microsoft.com/office/drawing/2014/main" id="{5C42B12D-9F69-0F4D-A6FB-AB259254211B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9" name="Oval 878">
                <a:extLst>
                  <a:ext uri="{FF2B5EF4-FFF2-40B4-BE49-F238E27FC236}">
                    <a16:creationId xmlns:a16="http://schemas.microsoft.com/office/drawing/2014/main" id="{D0357A7E-3386-654B-8AC6-27EF1A8EEF5D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0" name="Oval 879">
                <a:extLst>
                  <a:ext uri="{FF2B5EF4-FFF2-40B4-BE49-F238E27FC236}">
                    <a16:creationId xmlns:a16="http://schemas.microsoft.com/office/drawing/2014/main" id="{BF343C26-1FAE-7942-AA4A-BAA4CFEB543C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3405DE23-A88E-1141-BA31-BABFF58EBC69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597AFDC4-3F0B-6C4E-8C82-D647006833E5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5DA6ED7B-DFC0-A848-9A03-643AEB7F5019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7CCD4690-501D-E44A-87CC-C957C597D8BA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5" name="Oval 884">
                <a:extLst>
                  <a:ext uri="{FF2B5EF4-FFF2-40B4-BE49-F238E27FC236}">
                    <a16:creationId xmlns:a16="http://schemas.microsoft.com/office/drawing/2014/main" id="{7C82A276-6FD3-3E47-9028-2D342877A127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6" name="Oval 885">
                <a:extLst>
                  <a:ext uri="{FF2B5EF4-FFF2-40B4-BE49-F238E27FC236}">
                    <a16:creationId xmlns:a16="http://schemas.microsoft.com/office/drawing/2014/main" id="{A2421C8B-F556-4F4F-91D0-BB9570D15B1E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7" name="Oval 886">
                <a:extLst>
                  <a:ext uri="{FF2B5EF4-FFF2-40B4-BE49-F238E27FC236}">
                    <a16:creationId xmlns:a16="http://schemas.microsoft.com/office/drawing/2014/main" id="{1F386DBB-42D0-1C48-9A53-A743787C35CC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8" name="Oval 887">
                <a:extLst>
                  <a:ext uri="{FF2B5EF4-FFF2-40B4-BE49-F238E27FC236}">
                    <a16:creationId xmlns:a16="http://schemas.microsoft.com/office/drawing/2014/main" id="{144E9B58-107E-9F49-BEFD-93C4DCB68A16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9" name="Oval 888">
                <a:extLst>
                  <a:ext uri="{FF2B5EF4-FFF2-40B4-BE49-F238E27FC236}">
                    <a16:creationId xmlns:a16="http://schemas.microsoft.com/office/drawing/2014/main" id="{A67DBDC7-B070-5A44-A8AA-14B2E7139472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0" name="Oval 889">
                <a:extLst>
                  <a:ext uri="{FF2B5EF4-FFF2-40B4-BE49-F238E27FC236}">
                    <a16:creationId xmlns:a16="http://schemas.microsoft.com/office/drawing/2014/main" id="{47B59D4A-E322-EF4E-8D00-469AB97685E1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1" name="Oval 890">
                <a:extLst>
                  <a:ext uri="{FF2B5EF4-FFF2-40B4-BE49-F238E27FC236}">
                    <a16:creationId xmlns:a16="http://schemas.microsoft.com/office/drawing/2014/main" id="{6A9A72A6-9ECB-6144-9A95-C97B9F246E9B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2" name="Oval 891">
                <a:extLst>
                  <a:ext uri="{FF2B5EF4-FFF2-40B4-BE49-F238E27FC236}">
                    <a16:creationId xmlns:a16="http://schemas.microsoft.com/office/drawing/2014/main" id="{4A84F0AF-BC0F-BD48-881C-8163A5A05E6A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3" name="Oval 892">
                <a:extLst>
                  <a:ext uri="{FF2B5EF4-FFF2-40B4-BE49-F238E27FC236}">
                    <a16:creationId xmlns:a16="http://schemas.microsoft.com/office/drawing/2014/main" id="{995E6E86-792E-AE43-B218-721E87750C7B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4" name="Oval 893">
                <a:extLst>
                  <a:ext uri="{FF2B5EF4-FFF2-40B4-BE49-F238E27FC236}">
                    <a16:creationId xmlns:a16="http://schemas.microsoft.com/office/drawing/2014/main" id="{A2190E78-62CB-2B41-BFB9-E547E8E4FA78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5" name="Oval 894">
                <a:extLst>
                  <a:ext uri="{FF2B5EF4-FFF2-40B4-BE49-F238E27FC236}">
                    <a16:creationId xmlns:a16="http://schemas.microsoft.com/office/drawing/2014/main" id="{3503D792-9167-E54C-B64C-984DD0612BA4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6" name="Oval 895">
                <a:extLst>
                  <a:ext uri="{FF2B5EF4-FFF2-40B4-BE49-F238E27FC236}">
                    <a16:creationId xmlns:a16="http://schemas.microsoft.com/office/drawing/2014/main" id="{01A352BA-01BB-D141-A9C0-DD482B64AD56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7" name="Oval 896">
                <a:extLst>
                  <a:ext uri="{FF2B5EF4-FFF2-40B4-BE49-F238E27FC236}">
                    <a16:creationId xmlns:a16="http://schemas.microsoft.com/office/drawing/2014/main" id="{A8442B3A-8F57-3548-AD59-C24F620EC805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8" name="Oval 897">
                <a:extLst>
                  <a:ext uri="{FF2B5EF4-FFF2-40B4-BE49-F238E27FC236}">
                    <a16:creationId xmlns:a16="http://schemas.microsoft.com/office/drawing/2014/main" id="{B03E798A-3711-1D43-9EE3-DE24AC6E9E7D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9" name="Oval 898">
                <a:extLst>
                  <a:ext uri="{FF2B5EF4-FFF2-40B4-BE49-F238E27FC236}">
                    <a16:creationId xmlns:a16="http://schemas.microsoft.com/office/drawing/2014/main" id="{E7480D98-7328-7847-BC32-6CE582F078FA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0" name="Oval 899">
                <a:extLst>
                  <a:ext uri="{FF2B5EF4-FFF2-40B4-BE49-F238E27FC236}">
                    <a16:creationId xmlns:a16="http://schemas.microsoft.com/office/drawing/2014/main" id="{1B8B61A9-F421-254A-821B-5F45A424C444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1" name="Oval 900">
                <a:extLst>
                  <a:ext uri="{FF2B5EF4-FFF2-40B4-BE49-F238E27FC236}">
                    <a16:creationId xmlns:a16="http://schemas.microsoft.com/office/drawing/2014/main" id="{2BF091C6-5E6C-A340-9D43-94C386FC8765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2" name="Oval 901">
                <a:extLst>
                  <a:ext uri="{FF2B5EF4-FFF2-40B4-BE49-F238E27FC236}">
                    <a16:creationId xmlns:a16="http://schemas.microsoft.com/office/drawing/2014/main" id="{386CA291-D2D7-2C48-A943-6D5165B7625B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3" name="Oval 902">
                <a:extLst>
                  <a:ext uri="{FF2B5EF4-FFF2-40B4-BE49-F238E27FC236}">
                    <a16:creationId xmlns:a16="http://schemas.microsoft.com/office/drawing/2014/main" id="{A5798470-929B-1B4F-9530-1C2E37FAFA1D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4" name="Oval 903">
                <a:extLst>
                  <a:ext uri="{FF2B5EF4-FFF2-40B4-BE49-F238E27FC236}">
                    <a16:creationId xmlns:a16="http://schemas.microsoft.com/office/drawing/2014/main" id="{FEB1441A-546A-ED4E-BD17-F5614483A7A1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3990DFFD-4D35-4C48-A440-1AD24250244C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02756A53-87F1-EA49-8A7B-F88CB36F445F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7" name="Oval 906">
                <a:extLst>
                  <a:ext uri="{FF2B5EF4-FFF2-40B4-BE49-F238E27FC236}">
                    <a16:creationId xmlns:a16="http://schemas.microsoft.com/office/drawing/2014/main" id="{66A465A6-DC31-534D-8AF1-A3D4D59C4877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C91C4B75-B41D-F249-A8BC-506E21D0FA03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8834FADD-7AAF-BD42-B181-4D816C0F0BE4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955325EF-A31A-5949-90C9-F5B7F772135F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4CB80BDC-ED8D-2945-8703-6EBD79E91835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D3E7D456-B632-164B-B9CB-45A2F1D0386D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BEE3E8EA-BC20-1749-A38F-860B3C87C57B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33CCA8A5-0ACE-2649-AF9A-8DEA36C842B1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5" name="Oval 914">
                <a:extLst>
                  <a:ext uri="{FF2B5EF4-FFF2-40B4-BE49-F238E27FC236}">
                    <a16:creationId xmlns:a16="http://schemas.microsoft.com/office/drawing/2014/main" id="{9FAE9A76-EA8C-3544-8DA9-287BBEC24B3E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6" name="Oval 915">
                <a:extLst>
                  <a:ext uri="{FF2B5EF4-FFF2-40B4-BE49-F238E27FC236}">
                    <a16:creationId xmlns:a16="http://schemas.microsoft.com/office/drawing/2014/main" id="{D3D15B36-FFBF-7048-8EBF-9D6C04DFA927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08FAF6BC-EE7A-264F-9DFC-19BCD92E79C1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8" name="Oval 917">
                <a:extLst>
                  <a:ext uri="{FF2B5EF4-FFF2-40B4-BE49-F238E27FC236}">
                    <a16:creationId xmlns:a16="http://schemas.microsoft.com/office/drawing/2014/main" id="{7CC09AC9-AEC6-C44A-BFFE-9AA0ACC871DA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9" name="Oval 918">
                <a:extLst>
                  <a:ext uri="{FF2B5EF4-FFF2-40B4-BE49-F238E27FC236}">
                    <a16:creationId xmlns:a16="http://schemas.microsoft.com/office/drawing/2014/main" id="{585830B4-DE28-3646-B7D5-2CA5C17624BA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0" name="Oval 919">
                <a:extLst>
                  <a:ext uri="{FF2B5EF4-FFF2-40B4-BE49-F238E27FC236}">
                    <a16:creationId xmlns:a16="http://schemas.microsoft.com/office/drawing/2014/main" id="{B8D6D797-6E3F-2A40-B8C3-A9E918B33892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1" name="Oval 920">
                <a:extLst>
                  <a:ext uri="{FF2B5EF4-FFF2-40B4-BE49-F238E27FC236}">
                    <a16:creationId xmlns:a16="http://schemas.microsoft.com/office/drawing/2014/main" id="{2095CA26-22EC-FC44-95AF-2C1BBDAFFCA4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2" name="Oval 921">
                <a:extLst>
                  <a:ext uri="{FF2B5EF4-FFF2-40B4-BE49-F238E27FC236}">
                    <a16:creationId xmlns:a16="http://schemas.microsoft.com/office/drawing/2014/main" id="{9E8FA0FD-C13D-2244-924B-E2F4B54831DD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3" name="Oval 922">
                <a:extLst>
                  <a:ext uri="{FF2B5EF4-FFF2-40B4-BE49-F238E27FC236}">
                    <a16:creationId xmlns:a16="http://schemas.microsoft.com/office/drawing/2014/main" id="{89BA084A-6899-AA4D-8DEE-49586663F76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FF2EB87C-3230-0F48-B7B9-126141AF6E64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5" name="Oval 924">
                <a:extLst>
                  <a:ext uri="{FF2B5EF4-FFF2-40B4-BE49-F238E27FC236}">
                    <a16:creationId xmlns:a16="http://schemas.microsoft.com/office/drawing/2014/main" id="{1210537C-F41B-F74D-9AE8-9AC061CD9CFA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6198EB2E-BC15-CF43-A7EC-F9A1F2F41C87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7" name="Oval 926">
                <a:extLst>
                  <a:ext uri="{FF2B5EF4-FFF2-40B4-BE49-F238E27FC236}">
                    <a16:creationId xmlns:a16="http://schemas.microsoft.com/office/drawing/2014/main" id="{7A9B5FAE-62F7-6E4E-A566-CA5E4C877FDB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8" name="Oval 927">
                <a:extLst>
                  <a:ext uri="{FF2B5EF4-FFF2-40B4-BE49-F238E27FC236}">
                    <a16:creationId xmlns:a16="http://schemas.microsoft.com/office/drawing/2014/main" id="{C4A916AE-B6C0-E747-A386-A10B4B6328F3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9" name="Oval 928">
                <a:extLst>
                  <a:ext uri="{FF2B5EF4-FFF2-40B4-BE49-F238E27FC236}">
                    <a16:creationId xmlns:a16="http://schemas.microsoft.com/office/drawing/2014/main" id="{8666EAED-BC13-1642-8E58-C89652AE8152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0" name="Oval 929">
                <a:extLst>
                  <a:ext uri="{FF2B5EF4-FFF2-40B4-BE49-F238E27FC236}">
                    <a16:creationId xmlns:a16="http://schemas.microsoft.com/office/drawing/2014/main" id="{6BB71E62-9494-5049-B58B-9F95FBC316C6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1" name="Oval 930">
                <a:extLst>
                  <a:ext uri="{FF2B5EF4-FFF2-40B4-BE49-F238E27FC236}">
                    <a16:creationId xmlns:a16="http://schemas.microsoft.com/office/drawing/2014/main" id="{F3D896EF-5E82-284E-B133-DB9A7E70E1C9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2" name="Oval 931">
                <a:extLst>
                  <a:ext uri="{FF2B5EF4-FFF2-40B4-BE49-F238E27FC236}">
                    <a16:creationId xmlns:a16="http://schemas.microsoft.com/office/drawing/2014/main" id="{EC77BCCD-BE8D-1F4E-9490-BFBF642C73C5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3" name="Oval 932">
                <a:extLst>
                  <a:ext uri="{FF2B5EF4-FFF2-40B4-BE49-F238E27FC236}">
                    <a16:creationId xmlns:a16="http://schemas.microsoft.com/office/drawing/2014/main" id="{139B8E9B-D67A-7B42-9A8E-7C28B4DF57FF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4" name="Oval 933">
                <a:extLst>
                  <a:ext uri="{FF2B5EF4-FFF2-40B4-BE49-F238E27FC236}">
                    <a16:creationId xmlns:a16="http://schemas.microsoft.com/office/drawing/2014/main" id="{C3E45A74-5A72-8041-985F-FE4C29A60377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5" name="Oval 934">
                <a:extLst>
                  <a:ext uri="{FF2B5EF4-FFF2-40B4-BE49-F238E27FC236}">
                    <a16:creationId xmlns:a16="http://schemas.microsoft.com/office/drawing/2014/main" id="{3D8791FE-BF09-5844-BEC4-1EF35113B3C0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6" name="Oval 935">
                <a:extLst>
                  <a:ext uri="{FF2B5EF4-FFF2-40B4-BE49-F238E27FC236}">
                    <a16:creationId xmlns:a16="http://schemas.microsoft.com/office/drawing/2014/main" id="{E1C9DC67-9237-3E4A-9BAA-F6C7E0BD835C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62525D04-6EAF-7840-A42B-951EE9C26388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1BB81B15-F768-9F4A-A141-1694BE9DCE28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7765AA9E-CB76-204C-A570-8E209771FADE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0" name="Oval 939">
                <a:extLst>
                  <a:ext uri="{FF2B5EF4-FFF2-40B4-BE49-F238E27FC236}">
                    <a16:creationId xmlns:a16="http://schemas.microsoft.com/office/drawing/2014/main" id="{62208BD2-DE8A-4E4C-8E63-2C429BE277E9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1" name="Oval 940">
                <a:extLst>
                  <a:ext uri="{FF2B5EF4-FFF2-40B4-BE49-F238E27FC236}">
                    <a16:creationId xmlns:a16="http://schemas.microsoft.com/office/drawing/2014/main" id="{FB1132CD-F178-BB48-8495-780DF858B217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1DEEEFFA-366C-DE42-A428-A7A560A76E1A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3" name="Oval 942">
                <a:extLst>
                  <a:ext uri="{FF2B5EF4-FFF2-40B4-BE49-F238E27FC236}">
                    <a16:creationId xmlns:a16="http://schemas.microsoft.com/office/drawing/2014/main" id="{0DC8C275-B39A-FF4C-AECB-9ED2212EC307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4" name="Oval 943">
                <a:extLst>
                  <a:ext uri="{FF2B5EF4-FFF2-40B4-BE49-F238E27FC236}">
                    <a16:creationId xmlns:a16="http://schemas.microsoft.com/office/drawing/2014/main" id="{51C6F41C-6A57-D247-9426-8137C4F861FD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5" name="Oval 944">
                <a:extLst>
                  <a:ext uri="{FF2B5EF4-FFF2-40B4-BE49-F238E27FC236}">
                    <a16:creationId xmlns:a16="http://schemas.microsoft.com/office/drawing/2014/main" id="{51E063C7-9535-B245-A507-BF112456D44D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4D9956ED-A62B-E542-BBC4-FF688268489F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5245AD6D-D205-A34B-BED8-8BEE559D5F4C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7F6B1211-0957-1F44-B4A2-148A98ADBFCA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77CD9ED9-11F6-2844-B5D2-3FB04A530F25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EF0C4B46-61FA-2244-BEFD-56DDD7EE5763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453C5FD6-4206-E146-BF67-E1CD4AF3A612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1D3C9A64-B763-8B4B-A4D7-A352BE88DA8B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B7A2A380-7B4B-AC4B-BE62-3C09CA911C44}"/>
                </a:ext>
              </a:extLst>
            </p:cNvPr>
            <p:cNvGrpSpPr/>
            <p:nvPr/>
          </p:nvGrpSpPr>
          <p:grpSpPr>
            <a:xfrm rot="2670456">
              <a:off x="8337262" y="5210504"/>
              <a:ext cx="561574" cy="394357"/>
              <a:chOff x="5871652" y="6279397"/>
              <a:chExt cx="686823" cy="439136"/>
            </a:xfrm>
          </p:grpSpPr>
          <p:sp>
            <p:nvSpPr>
              <p:cNvPr id="715" name="Freeform 714">
                <a:extLst>
                  <a:ext uri="{FF2B5EF4-FFF2-40B4-BE49-F238E27FC236}">
                    <a16:creationId xmlns:a16="http://schemas.microsoft.com/office/drawing/2014/main" id="{AAF7D0B4-A80F-964F-AA57-608CFA1D723F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6" name="Freeform 715">
                <a:extLst>
                  <a:ext uri="{FF2B5EF4-FFF2-40B4-BE49-F238E27FC236}">
                    <a16:creationId xmlns:a16="http://schemas.microsoft.com/office/drawing/2014/main" id="{B3FE0C82-04F2-4D4C-AA2C-CC50D02DA0C8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7" name="Freeform 716">
                <a:extLst>
                  <a:ext uri="{FF2B5EF4-FFF2-40B4-BE49-F238E27FC236}">
                    <a16:creationId xmlns:a16="http://schemas.microsoft.com/office/drawing/2014/main" id="{B891F25B-70F0-0C42-8B04-CE0D844912D9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8" name="Rectangle 717">
                <a:extLst>
                  <a:ext uri="{FF2B5EF4-FFF2-40B4-BE49-F238E27FC236}">
                    <a16:creationId xmlns:a16="http://schemas.microsoft.com/office/drawing/2014/main" id="{9F8633E9-C209-9E40-84A3-556A795602CE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719" name="Oval 718">
                <a:extLst>
                  <a:ext uri="{FF2B5EF4-FFF2-40B4-BE49-F238E27FC236}">
                    <a16:creationId xmlns:a16="http://schemas.microsoft.com/office/drawing/2014/main" id="{7B315026-E146-2247-A9EB-B33DF1F45054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0" name="Oval 719">
                <a:extLst>
                  <a:ext uri="{FF2B5EF4-FFF2-40B4-BE49-F238E27FC236}">
                    <a16:creationId xmlns:a16="http://schemas.microsoft.com/office/drawing/2014/main" id="{18603814-53F8-AD41-AA24-C62FA291C220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1" name="Oval 720">
                <a:extLst>
                  <a:ext uri="{FF2B5EF4-FFF2-40B4-BE49-F238E27FC236}">
                    <a16:creationId xmlns:a16="http://schemas.microsoft.com/office/drawing/2014/main" id="{A83518CF-7832-9F49-9D62-E878B63BBD31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2" name="Oval 721">
                <a:extLst>
                  <a:ext uri="{FF2B5EF4-FFF2-40B4-BE49-F238E27FC236}">
                    <a16:creationId xmlns:a16="http://schemas.microsoft.com/office/drawing/2014/main" id="{B8DBC5A9-ACA1-DA41-AAE3-AA6BDF5B207D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3" name="Oval 722">
                <a:extLst>
                  <a:ext uri="{FF2B5EF4-FFF2-40B4-BE49-F238E27FC236}">
                    <a16:creationId xmlns:a16="http://schemas.microsoft.com/office/drawing/2014/main" id="{A7EFE935-215B-0A4D-AF96-A1DB792E06FB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4" name="Oval 723">
                <a:extLst>
                  <a:ext uri="{FF2B5EF4-FFF2-40B4-BE49-F238E27FC236}">
                    <a16:creationId xmlns:a16="http://schemas.microsoft.com/office/drawing/2014/main" id="{94EDE7A4-209F-D349-8CCC-2DB469BD94D5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5" name="Oval 724">
                <a:extLst>
                  <a:ext uri="{FF2B5EF4-FFF2-40B4-BE49-F238E27FC236}">
                    <a16:creationId xmlns:a16="http://schemas.microsoft.com/office/drawing/2014/main" id="{04CA7EC2-56B0-E947-BDF3-B26FC7E881DC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6" name="Oval 725">
                <a:extLst>
                  <a:ext uri="{FF2B5EF4-FFF2-40B4-BE49-F238E27FC236}">
                    <a16:creationId xmlns:a16="http://schemas.microsoft.com/office/drawing/2014/main" id="{3E76F192-F405-C04B-A74A-669E7F8CC8F6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7" name="Oval 726">
                <a:extLst>
                  <a:ext uri="{FF2B5EF4-FFF2-40B4-BE49-F238E27FC236}">
                    <a16:creationId xmlns:a16="http://schemas.microsoft.com/office/drawing/2014/main" id="{ADD7CC09-7B95-5B42-A465-94900EEC78D4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8" name="Oval 727">
                <a:extLst>
                  <a:ext uri="{FF2B5EF4-FFF2-40B4-BE49-F238E27FC236}">
                    <a16:creationId xmlns:a16="http://schemas.microsoft.com/office/drawing/2014/main" id="{3D65A5C0-F969-E44E-BFFE-E97F63750E62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9" name="Oval 728">
                <a:extLst>
                  <a:ext uri="{FF2B5EF4-FFF2-40B4-BE49-F238E27FC236}">
                    <a16:creationId xmlns:a16="http://schemas.microsoft.com/office/drawing/2014/main" id="{1EC365C7-CF3D-9047-BDA8-E6C895291641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0" name="Oval 729">
                <a:extLst>
                  <a:ext uri="{FF2B5EF4-FFF2-40B4-BE49-F238E27FC236}">
                    <a16:creationId xmlns:a16="http://schemas.microsoft.com/office/drawing/2014/main" id="{667F997A-66A2-964F-B08A-DFEA7CA556DD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1" name="Oval 730">
                <a:extLst>
                  <a:ext uri="{FF2B5EF4-FFF2-40B4-BE49-F238E27FC236}">
                    <a16:creationId xmlns:a16="http://schemas.microsoft.com/office/drawing/2014/main" id="{B5421C46-2A1A-CE41-9EE1-15952A9D1776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2" name="Oval 731">
                <a:extLst>
                  <a:ext uri="{FF2B5EF4-FFF2-40B4-BE49-F238E27FC236}">
                    <a16:creationId xmlns:a16="http://schemas.microsoft.com/office/drawing/2014/main" id="{F03E4849-F9F7-5548-B07C-056C6D2AC006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3" name="Oval 732">
                <a:extLst>
                  <a:ext uri="{FF2B5EF4-FFF2-40B4-BE49-F238E27FC236}">
                    <a16:creationId xmlns:a16="http://schemas.microsoft.com/office/drawing/2014/main" id="{B01D7038-F252-FE47-813D-0208552E4493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4" name="Oval 733">
                <a:extLst>
                  <a:ext uri="{FF2B5EF4-FFF2-40B4-BE49-F238E27FC236}">
                    <a16:creationId xmlns:a16="http://schemas.microsoft.com/office/drawing/2014/main" id="{92231928-C961-FB41-BE47-3F3DF282936B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5" name="Oval 734">
                <a:extLst>
                  <a:ext uri="{FF2B5EF4-FFF2-40B4-BE49-F238E27FC236}">
                    <a16:creationId xmlns:a16="http://schemas.microsoft.com/office/drawing/2014/main" id="{44C12D51-9183-1747-BA01-F69524C48B06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6" name="Oval 735">
                <a:extLst>
                  <a:ext uri="{FF2B5EF4-FFF2-40B4-BE49-F238E27FC236}">
                    <a16:creationId xmlns:a16="http://schemas.microsoft.com/office/drawing/2014/main" id="{8A31D7E1-090B-5547-97D5-42D7B6C22C23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7" name="Oval 736">
                <a:extLst>
                  <a:ext uri="{FF2B5EF4-FFF2-40B4-BE49-F238E27FC236}">
                    <a16:creationId xmlns:a16="http://schemas.microsoft.com/office/drawing/2014/main" id="{D4F07876-C014-7848-AF59-2707EAEE1D78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8" name="Oval 737">
                <a:extLst>
                  <a:ext uri="{FF2B5EF4-FFF2-40B4-BE49-F238E27FC236}">
                    <a16:creationId xmlns:a16="http://schemas.microsoft.com/office/drawing/2014/main" id="{AA743B53-6787-9A4B-AB54-F618BC47E911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39" name="Oval 738">
                <a:extLst>
                  <a:ext uri="{FF2B5EF4-FFF2-40B4-BE49-F238E27FC236}">
                    <a16:creationId xmlns:a16="http://schemas.microsoft.com/office/drawing/2014/main" id="{AC547B10-0D4D-B542-87B8-A07A01B187A3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0" name="Oval 739">
                <a:extLst>
                  <a:ext uri="{FF2B5EF4-FFF2-40B4-BE49-F238E27FC236}">
                    <a16:creationId xmlns:a16="http://schemas.microsoft.com/office/drawing/2014/main" id="{62A5BFF0-EA33-B24A-A1C7-EDCD352B9C38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1" name="Oval 740">
                <a:extLst>
                  <a:ext uri="{FF2B5EF4-FFF2-40B4-BE49-F238E27FC236}">
                    <a16:creationId xmlns:a16="http://schemas.microsoft.com/office/drawing/2014/main" id="{05066ABD-E3E1-2E4A-AE4F-306D1AF87E52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2" name="Oval 741">
                <a:extLst>
                  <a:ext uri="{FF2B5EF4-FFF2-40B4-BE49-F238E27FC236}">
                    <a16:creationId xmlns:a16="http://schemas.microsoft.com/office/drawing/2014/main" id="{5F6C833E-3309-3A48-9354-3C97AF79526A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3" name="Oval 742">
                <a:extLst>
                  <a:ext uri="{FF2B5EF4-FFF2-40B4-BE49-F238E27FC236}">
                    <a16:creationId xmlns:a16="http://schemas.microsoft.com/office/drawing/2014/main" id="{22710B43-9228-B848-A206-1F2D40071DDE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4" name="Oval 743">
                <a:extLst>
                  <a:ext uri="{FF2B5EF4-FFF2-40B4-BE49-F238E27FC236}">
                    <a16:creationId xmlns:a16="http://schemas.microsoft.com/office/drawing/2014/main" id="{B6273918-670A-7945-8501-26DA69DDC71E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27E1C2A8-13D0-4140-A12C-B3F78F93F7F8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BBE52DFA-D103-9948-A921-5450EC431754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49818348-97E7-4341-8975-290719F351C7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8" name="Oval 747">
                <a:extLst>
                  <a:ext uri="{FF2B5EF4-FFF2-40B4-BE49-F238E27FC236}">
                    <a16:creationId xmlns:a16="http://schemas.microsoft.com/office/drawing/2014/main" id="{00240B9D-3A8E-C14D-A89E-AFA473998195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49" name="Oval 748">
                <a:extLst>
                  <a:ext uri="{FF2B5EF4-FFF2-40B4-BE49-F238E27FC236}">
                    <a16:creationId xmlns:a16="http://schemas.microsoft.com/office/drawing/2014/main" id="{F56E4C6D-9790-EF45-81C8-26AF0BF2879B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59CF8C85-5936-F34D-980E-17D673D81333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1" name="Oval 750">
                <a:extLst>
                  <a:ext uri="{FF2B5EF4-FFF2-40B4-BE49-F238E27FC236}">
                    <a16:creationId xmlns:a16="http://schemas.microsoft.com/office/drawing/2014/main" id="{E4E77AC7-26F7-4745-8715-92BE88A69135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2" name="Oval 751">
                <a:extLst>
                  <a:ext uri="{FF2B5EF4-FFF2-40B4-BE49-F238E27FC236}">
                    <a16:creationId xmlns:a16="http://schemas.microsoft.com/office/drawing/2014/main" id="{6A6533FD-39E2-4140-829C-BF40D2581384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3" name="Oval 752">
                <a:extLst>
                  <a:ext uri="{FF2B5EF4-FFF2-40B4-BE49-F238E27FC236}">
                    <a16:creationId xmlns:a16="http://schemas.microsoft.com/office/drawing/2014/main" id="{322D4AE9-C5D3-144E-8F04-413EC6B8DE98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4" name="Oval 753">
                <a:extLst>
                  <a:ext uri="{FF2B5EF4-FFF2-40B4-BE49-F238E27FC236}">
                    <a16:creationId xmlns:a16="http://schemas.microsoft.com/office/drawing/2014/main" id="{26B7195C-566E-6D4A-92B8-AE4C70015996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5" name="Oval 754">
                <a:extLst>
                  <a:ext uri="{FF2B5EF4-FFF2-40B4-BE49-F238E27FC236}">
                    <a16:creationId xmlns:a16="http://schemas.microsoft.com/office/drawing/2014/main" id="{C583FA8E-8E48-FB40-A9C7-AC936396A119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6" name="Oval 755">
                <a:extLst>
                  <a:ext uri="{FF2B5EF4-FFF2-40B4-BE49-F238E27FC236}">
                    <a16:creationId xmlns:a16="http://schemas.microsoft.com/office/drawing/2014/main" id="{EEAA948C-C177-8040-95AA-23A54F002317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7" name="Oval 756">
                <a:extLst>
                  <a:ext uri="{FF2B5EF4-FFF2-40B4-BE49-F238E27FC236}">
                    <a16:creationId xmlns:a16="http://schemas.microsoft.com/office/drawing/2014/main" id="{DCDD7BC5-C955-FF4E-8CCF-2DEF5C5F274C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8" name="Oval 757">
                <a:extLst>
                  <a:ext uri="{FF2B5EF4-FFF2-40B4-BE49-F238E27FC236}">
                    <a16:creationId xmlns:a16="http://schemas.microsoft.com/office/drawing/2014/main" id="{84B67B34-EF11-F049-A1B9-98FADBC19715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9" name="Oval 758">
                <a:extLst>
                  <a:ext uri="{FF2B5EF4-FFF2-40B4-BE49-F238E27FC236}">
                    <a16:creationId xmlns:a16="http://schemas.microsoft.com/office/drawing/2014/main" id="{A7A1C294-AC9D-614F-B5CF-45E1B8AFD240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0" name="Oval 759">
                <a:extLst>
                  <a:ext uri="{FF2B5EF4-FFF2-40B4-BE49-F238E27FC236}">
                    <a16:creationId xmlns:a16="http://schemas.microsoft.com/office/drawing/2014/main" id="{32ECB192-16F3-5644-BE56-DA4C34E183DE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1" name="Oval 760">
                <a:extLst>
                  <a:ext uri="{FF2B5EF4-FFF2-40B4-BE49-F238E27FC236}">
                    <a16:creationId xmlns:a16="http://schemas.microsoft.com/office/drawing/2014/main" id="{ACD6CD9A-1373-C140-AA38-22521AF99503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2" name="Oval 761">
                <a:extLst>
                  <a:ext uri="{FF2B5EF4-FFF2-40B4-BE49-F238E27FC236}">
                    <a16:creationId xmlns:a16="http://schemas.microsoft.com/office/drawing/2014/main" id="{DB4D8BF0-874C-D944-A45C-09671C221A8B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3" name="Oval 762">
                <a:extLst>
                  <a:ext uri="{FF2B5EF4-FFF2-40B4-BE49-F238E27FC236}">
                    <a16:creationId xmlns:a16="http://schemas.microsoft.com/office/drawing/2014/main" id="{FEE453D9-D837-7E46-B7F2-A80134813C0D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4" name="Oval 763">
                <a:extLst>
                  <a:ext uri="{FF2B5EF4-FFF2-40B4-BE49-F238E27FC236}">
                    <a16:creationId xmlns:a16="http://schemas.microsoft.com/office/drawing/2014/main" id="{430DFE96-0AD7-EE4C-BEAF-673A8604AC49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5" name="Oval 764">
                <a:extLst>
                  <a:ext uri="{FF2B5EF4-FFF2-40B4-BE49-F238E27FC236}">
                    <a16:creationId xmlns:a16="http://schemas.microsoft.com/office/drawing/2014/main" id="{C69A272D-3C51-9A4A-A3A0-D367E7E44B2B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0AC3FC51-18B7-0B41-853F-126064C8B3F7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7" name="Oval 766">
                <a:extLst>
                  <a:ext uri="{FF2B5EF4-FFF2-40B4-BE49-F238E27FC236}">
                    <a16:creationId xmlns:a16="http://schemas.microsoft.com/office/drawing/2014/main" id="{E1F76EB0-CBE4-D84E-B7FA-FDBB57E0701F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BCD8FD98-EA5B-B544-93E6-537B6774D01D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9" name="Oval 768">
                <a:extLst>
                  <a:ext uri="{FF2B5EF4-FFF2-40B4-BE49-F238E27FC236}">
                    <a16:creationId xmlns:a16="http://schemas.microsoft.com/office/drawing/2014/main" id="{D189D5B4-4F9A-AE4C-99D3-AAB598D2E15C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0" name="Oval 769">
                <a:extLst>
                  <a:ext uri="{FF2B5EF4-FFF2-40B4-BE49-F238E27FC236}">
                    <a16:creationId xmlns:a16="http://schemas.microsoft.com/office/drawing/2014/main" id="{3FB846BE-ED85-5048-91D7-5582DFB0D4F5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1" name="Oval 770">
                <a:extLst>
                  <a:ext uri="{FF2B5EF4-FFF2-40B4-BE49-F238E27FC236}">
                    <a16:creationId xmlns:a16="http://schemas.microsoft.com/office/drawing/2014/main" id="{012E7450-E302-2F4E-ACEB-D8847E6489E0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2" name="Oval 771">
                <a:extLst>
                  <a:ext uri="{FF2B5EF4-FFF2-40B4-BE49-F238E27FC236}">
                    <a16:creationId xmlns:a16="http://schemas.microsoft.com/office/drawing/2014/main" id="{9865A42C-D8F8-AA46-9A0E-EEA6F73BC5F1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3" name="Oval 772">
                <a:extLst>
                  <a:ext uri="{FF2B5EF4-FFF2-40B4-BE49-F238E27FC236}">
                    <a16:creationId xmlns:a16="http://schemas.microsoft.com/office/drawing/2014/main" id="{D8BD5795-4759-C54F-9C43-CFF3056707DF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4" name="Oval 773">
                <a:extLst>
                  <a:ext uri="{FF2B5EF4-FFF2-40B4-BE49-F238E27FC236}">
                    <a16:creationId xmlns:a16="http://schemas.microsoft.com/office/drawing/2014/main" id="{7BA73706-9CD3-7843-9FA8-79EC79485DCE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5" name="Oval 774">
                <a:extLst>
                  <a:ext uri="{FF2B5EF4-FFF2-40B4-BE49-F238E27FC236}">
                    <a16:creationId xmlns:a16="http://schemas.microsoft.com/office/drawing/2014/main" id="{E6AB3BEF-71B2-3D48-A0EC-20BC53B0C8A9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6" name="Oval 775">
                <a:extLst>
                  <a:ext uri="{FF2B5EF4-FFF2-40B4-BE49-F238E27FC236}">
                    <a16:creationId xmlns:a16="http://schemas.microsoft.com/office/drawing/2014/main" id="{89032C93-557B-BF43-8C75-79E5B41BF925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1204A369-FDB6-7549-AD69-70B0F189A02C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9482BE57-9DB2-7441-817D-0C5372BEDF27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BCC06D04-16F8-9C47-8BCF-39BE858F3E09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6D0DA030-C7A6-6E4E-A356-35306C3DA63C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1" name="Oval 780">
                <a:extLst>
                  <a:ext uri="{FF2B5EF4-FFF2-40B4-BE49-F238E27FC236}">
                    <a16:creationId xmlns:a16="http://schemas.microsoft.com/office/drawing/2014/main" id="{8498033B-1F23-8748-BF4A-6A0F3D5B067C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2" name="Oval 781">
                <a:extLst>
                  <a:ext uri="{FF2B5EF4-FFF2-40B4-BE49-F238E27FC236}">
                    <a16:creationId xmlns:a16="http://schemas.microsoft.com/office/drawing/2014/main" id="{A754D884-3590-5241-9322-E14FE191B7CB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3" name="Oval 782">
                <a:extLst>
                  <a:ext uri="{FF2B5EF4-FFF2-40B4-BE49-F238E27FC236}">
                    <a16:creationId xmlns:a16="http://schemas.microsoft.com/office/drawing/2014/main" id="{93434213-D4B0-0D4C-A2F3-A098D647498A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4" name="Oval 783">
                <a:extLst>
                  <a:ext uri="{FF2B5EF4-FFF2-40B4-BE49-F238E27FC236}">
                    <a16:creationId xmlns:a16="http://schemas.microsoft.com/office/drawing/2014/main" id="{FD86BFA1-1C78-4F47-91A3-4299EF455190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5" name="Oval 784">
                <a:extLst>
                  <a:ext uri="{FF2B5EF4-FFF2-40B4-BE49-F238E27FC236}">
                    <a16:creationId xmlns:a16="http://schemas.microsoft.com/office/drawing/2014/main" id="{13038D1A-90DD-014D-94F3-1C5FE236D49A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6" name="Oval 785">
                <a:extLst>
                  <a:ext uri="{FF2B5EF4-FFF2-40B4-BE49-F238E27FC236}">
                    <a16:creationId xmlns:a16="http://schemas.microsoft.com/office/drawing/2014/main" id="{26477D23-AE47-4749-841A-A68ECA275591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7" name="Oval 786">
                <a:extLst>
                  <a:ext uri="{FF2B5EF4-FFF2-40B4-BE49-F238E27FC236}">
                    <a16:creationId xmlns:a16="http://schemas.microsoft.com/office/drawing/2014/main" id="{BFD175B4-8DB8-3B42-86B0-A068F76BA8C5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8" name="Oval 787">
                <a:extLst>
                  <a:ext uri="{FF2B5EF4-FFF2-40B4-BE49-F238E27FC236}">
                    <a16:creationId xmlns:a16="http://schemas.microsoft.com/office/drawing/2014/main" id="{ACCEAB1A-1388-5741-BE89-B780DE2B2F57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9" name="Oval 788">
                <a:extLst>
                  <a:ext uri="{FF2B5EF4-FFF2-40B4-BE49-F238E27FC236}">
                    <a16:creationId xmlns:a16="http://schemas.microsoft.com/office/drawing/2014/main" id="{637804A5-FD51-0D4A-8CE2-7D4118D53A06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0" name="Oval 789">
                <a:extLst>
                  <a:ext uri="{FF2B5EF4-FFF2-40B4-BE49-F238E27FC236}">
                    <a16:creationId xmlns:a16="http://schemas.microsoft.com/office/drawing/2014/main" id="{98045676-8EE2-F24B-B3D1-5F5129984472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1" name="Oval 790">
                <a:extLst>
                  <a:ext uri="{FF2B5EF4-FFF2-40B4-BE49-F238E27FC236}">
                    <a16:creationId xmlns:a16="http://schemas.microsoft.com/office/drawing/2014/main" id="{5E5AFFA0-840C-3545-80B6-C341B45081EA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2" name="Oval 791">
                <a:extLst>
                  <a:ext uri="{FF2B5EF4-FFF2-40B4-BE49-F238E27FC236}">
                    <a16:creationId xmlns:a16="http://schemas.microsoft.com/office/drawing/2014/main" id="{946C5BF3-6237-7649-8298-8BB864F839B5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3" name="Oval 792">
                <a:extLst>
                  <a:ext uri="{FF2B5EF4-FFF2-40B4-BE49-F238E27FC236}">
                    <a16:creationId xmlns:a16="http://schemas.microsoft.com/office/drawing/2014/main" id="{D98B40BD-755B-B947-A5BB-20FFEC99C614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4" name="Oval 793">
                <a:extLst>
                  <a:ext uri="{FF2B5EF4-FFF2-40B4-BE49-F238E27FC236}">
                    <a16:creationId xmlns:a16="http://schemas.microsoft.com/office/drawing/2014/main" id="{F8E65B97-B05D-C546-858C-C891C259DB45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5" name="Oval 794">
                <a:extLst>
                  <a:ext uri="{FF2B5EF4-FFF2-40B4-BE49-F238E27FC236}">
                    <a16:creationId xmlns:a16="http://schemas.microsoft.com/office/drawing/2014/main" id="{9B37B7D0-A4B4-604A-B94D-42E8F81602AF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6" name="Oval 795">
                <a:extLst>
                  <a:ext uri="{FF2B5EF4-FFF2-40B4-BE49-F238E27FC236}">
                    <a16:creationId xmlns:a16="http://schemas.microsoft.com/office/drawing/2014/main" id="{9DA96F00-B00B-E946-90EA-54CDB36EAE32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7" name="Oval 796">
                <a:extLst>
                  <a:ext uri="{FF2B5EF4-FFF2-40B4-BE49-F238E27FC236}">
                    <a16:creationId xmlns:a16="http://schemas.microsoft.com/office/drawing/2014/main" id="{D29BA783-F8DA-0E42-9E0F-4ECE58C2D909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8" name="Oval 797">
                <a:extLst>
                  <a:ext uri="{FF2B5EF4-FFF2-40B4-BE49-F238E27FC236}">
                    <a16:creationId xmlns:a16="http://schemas.microsoft.com/office/drawing/2014/main" id="{2F5C417B-DD75-F540-894B-EC062020CF79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99" name="Oval 798">
                <a:extLst>
                  <a:ext uri="{FF2B5EF4-FFF2-40B4-BE49-F238E27FC236}">
                    <a16:creationId xmlns:a16="http://schemas.microsoft.com/office/drawing/2014/main" id="{EF5BABDD-A2B6-8340-937F-88E11CA3D3C7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0" name="Oval 799">
                <a:extLst>
                  <a:ext uri="{FF2B5EF4-FFF2-40B4-BE49-F238E27FC236}">
                    <a16:creationId xmlns:a16="http://schemas.microsoft.com/office/drawing/2014/main" id="{5D358ED1-CF8E-8C49-B286-64015074C453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1" name="Oval 800">
                <a:extLst>
                  <a:ext uri="{FF2B5EF4-FFF2-40B4-BE49-F238E27FC236}">
                    <a16:creationId xmlns:a16="http://schemas.microsoft.com/office/drawing/2014/main" id="{89D1A3F7-75F3-804D-ACB5-5698F8BDA9B6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2" name="Oval 801">
                <a:extLst>
                  <a:ext uri="{FF2B5EF4-FFF2-40B4-BE49-F238E27FC236}">
                    <a16:creationId xmlns:a16="http://schemas.microsoft.com/office/drawing/2014/main" id="{E33BA751-F1C6-7148-9BEA-717D8420B906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3" name="Oval 802">
                <a:extLst>
                  <a:ext uri="{FF2B5EF4-FFF2-40B4-BE49-F238E27FC236}">
                    <a16:creationId xmlns:a16="http://schemas.microsoft.com/office/drawing/2014/main" id="{C8872B48-DD9D-C847-8F0C-8366144101F3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81D36C29-D9AA-C748-BA2F-4CE9F2265EDA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5" name="Oval 804">
                <a:extLst>
                  <a:ext uri="{FF2B5EF4-FFF2-40B4-BE49-F238E27FC236}">
                    <a16:creationId xmlns:a16="http://schemas.microsoft.com/office/drawing/2014/main" id="{CBC8F9D4-FAD7-7A48-9CCC-2546C37548C9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6" name="Oval 805">
                <a:extLst>
                  <a:ext uri="{FF2B5EF4-FFF2-40B4-BE49-F238E27FC236}">
                    <a16:creationId xmlns:a16="http://schemas.microsoft.com/office/drawing/2014/main" id="{B759A991-2CEB-0E42-A9B3-568E4C1EEC8E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3C879D1C-5209-2A40-8426-6462FB4A2560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8" name="Oval 807">
                <a:extLst>
                  <a:ext uri="{FF2B5EF4-FFF2-40B4-BE49-F238E27FC236}">
                    <a16:creationId xmlns:a16="http://schemas.microsoft.com/office/drawing/2014/main" id="{F32A0CC5-C4B7-2D45-9997-3DAFD8A2B1CE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ADDB8535-0002-7347-B64F-575E34020039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5F925AA9-43B9-A748-AEC9-E0F71D7456C6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09A30A37-F6CF-B746-B078-31F81930515C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2" name="Oval 811">
                <a:extLst>
                  <a:ext uri="{FF2B5EF4-FFF2-40B4-BE49-F238E27FC236}">
                    <a16:creationId xmlns:a16="http://schemas.microsoft.com/office/drawing/2014/main" id="{A06E8962-8BE0-4F4C-A94C-02BD8893026C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25DE85BA-A712-5B4C-AB65-52D8ABCB4E77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5161E7A3-7C73-FC45-97C2-EF562CC3A068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3E6E0F62-7228-E94A-AE74-7D6F7C33D2DE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6" name="Oval 815">
                <a:extLst>
                  <a:ext uri="{FF2B5EF4-FFF2-40B4-BE49-F238E27FC236}">
                    <a16:creationId xmlns:a16="http://schemas.microsoft.com/office/drawing/2014/main" id="{6652EB6B-2B5B-434D-8741-AF18E2103CC2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7" name="Oval 816">
                <a:extLst>
                  <a:ext uri="{FF2B5EF4-FFF2-40B4-BE49-F238E27FC236}">
                    <a16:creationId xmlns:a16="http://schemas.microsoft.com/office/drawing/2014/main" id="{5FFB0EEE-18DB-D145-A22B-E78FEC9068DA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8" name="Oval 817">
                <a:extLst>
                  <a:ext uri="{FF2B5EF4-FFF2-40B4-BE49-F238E27FC236}">
                    <a16:creationId xmlns:a16="http://schemas.microsoft.com/office/drawing/2014/main" id="{3C44A319-BFDB-A947-987B-BC3519090D88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9" name="Oval 818">
                <a:extLst>
                  <a:ext uri="{FF2B5EF4-FFF2-40B4-BE49-F238E27FC236}">
                    <a16:creationId xmlns:a16="http://schemas.microsoft.com/office/drawing/2014/main" id="{271E1572-F49A-2E4A-8A8C-45D98F269EDD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0" name="Oval 819">
                <a:extLst>
                  <a:ext uri="{FF2B5EF4-FFF2-40B4-BE49-F238E27FC236}">
                    <a16:creationId xmlns:a16="http://schemas.microsoft.com/office/drawing/2014/main" id="{47D1C9CD-F4F0-264F-9AD1-99658FA6E59D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1" name="Oval 820">
                <a:extLst>
                  <a:ext uri="{FF2B5EF4-FFF2-40B4-BE49-F238E27FC236}">
                    <a16:creationId xmlns:a16="http://schemas.microsoft.com/office/drawing/2014/main" id="{140881F3-8193-B745-B8F5-11754CCE505F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9ED6E938-1049-E341-9215-AE2B688CFFDD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3" name="Oval 822">
                <a:extLst>
                  <a:ext uri="{FF2B5EF4-FFF2-40B4-BE49-F238E27FC236}">
                    <a16:creationId xmlns:a16="http://schemas.microsoft.com/office/drawing/2014/main" id="{D50C1BEB-469F-FD41-8DC9-2906636054A4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225C0274-7AA8-524D-8B3F-B6CEED4E3F7D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5" name="Oval 824">
                <a:extLst>
                  <a:ext uri="{FF2B5EF4-FFF2-40B4-BE49-F238E27FC236}">
                    <a16:creationId xmlns:a16="http://schemas.microsoft.com/office/drawing/2014/main" id="{75DF82D9-72B8-624E-85F9-BEFF94B8C636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6" name="Oval 825">
                <a:extLst>
                  <a:ext uri="{FF2B5EF4-FFF2-40B4-BE49-F238E27FC236}">
                    <a16:creationId xmlns:a16="http://schemas.microsoft.com/office/drawing/2014/main" id="{85FF6C7F-B5B4-C54C-9C77-F54701238EF9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7" name="Oval 826">
                <a:extLst>
                  <a:ext uri="{FF2B5EF4-FFF2-40B4-BE49-F238E27FC236}">
                    <a16:creationId xmlns:a16="http://schemas.microsoft.com/office/drawing/2014/main" id="{13B7FEE7-329E-BB42-B5C5-21686E7793A1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8" name="Oval 827">
                <a:extLst>
                  <a:ext uri="{FF2B5EF4-FFF2-40B4-BE49-F238E27FC236}">
                    <a16:creationId xmlns:a16="http://schemas.microsoft.com/office/drawing/2014/main" id="{20F7D5DF-EDB2-BA4B-A399-BB6EC7DD6080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38C7FF4C-9612-B945-AE29-6A48DC02FB1C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0" name="Oval 829">
                <a:extLst>
                  <a:ext uri="{FF2B5EF4-FFF2-40B4-BE49-F238E27FC236}">
                    <a16:creationId xmlns:a16="http://schemas.microsoft.com/office/drawing/2014/main" id="{BB355C3A-D1C5-874D-992B-512B29438DAE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345990C5-2BFB-BD43-BD28-FA8B928A1C8B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32" name="Freeform 831">
                <a:extLst>
                  <a:ext uri="{FF2B5EF4-FFF2-40B4-BE49-F238E27FC236}">
                    <a16:creationId xmlns:a16="http://schemas.microsoft.com/office/drawing/2014/main" id="{85402F6E-6639-144F-8C4C-94C640B477D7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3" name="Freeform 832">
                <a:extLst>
                  <a:ext uri="{FF2B5EF4-FFF2-40B4-BE49-F238E27FC236}">
                    <a16:creationId xmlns:a16="http://schemas.microsoft.com/office/drawing/2014/main" id="{0FE070B6-154F-8247-97A6-708594185265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395F5FEA-9903-814B-AD7B-B57AF84910F4}"/>
                </a:ext>
              </a:extLst>
            </p:cNvPr>
            <p:cNvGrpSpPr/>
            <p:nvPr/>
          </p:nvGrpSpPr>
          <p:grpSpPr>
            <a:xfrm rot="4383271">
              <a:off x="8556822" y="5182744"/>
              <a:ext cx="561574" cy="394357"/>
              <a:chOff x="5871652" y="6279397"/>
              <a:chExt cx="686823" cy="439136"/>
            </a:xfrm>
          </p:grpSpPr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C001EAFB-F790-ED47-95AB-50DDF189B9B1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4EF0CF66-845A-F24A-8B6B-99767793DCD0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21D7BCDA-FF8F-C947-BA08-7000339A2B46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Rectangle 598">
                <a:extLst>
                  <a:ext uri="{FF2B5EF4-FFF2-40B4-BE49-F238E27FC236}">
                    <a16:creationId xmlns:a16="http://schemas.microsoft.com/office/drawing/2014/main" id="{F47B5137-719B-CA49-A4F8-8CE7D00228A8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0098DED8-31DA-9348-ACD6-A850BA1FE60E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1" name="Oval 600">
                <a:extLst>
                  <a:ext uri="{FF2B5EF4-FFF2-40B4-BE49-F238E27FC236}">
                    <a16:creationId xmlns:a16="http://schemas.microsoft.com/office/drawing/2014/main" id="{8AA637D1-A66B-5348-A03C-948E005CCF59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2" name="Oval 601">
                <a:extLst>
                  <a:ext uri="{FF2B5EF4-FFF2-40B4-BE49-F238E27FC236}">
                    <a16:creationId xmlns:a16="http://schemas.microsoft.com/office/drawing/2014/main" id="{7E0CEBB7-F075-0846-99E3-13C44DB5B9FF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C341E78F-59BD-C14C-B0FE-600BD43A6902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4" name="Oval 603">
                <a:extLst>
                  <a:ext uri="{FF2B5EF4-FFF2-40B4-BE49-F238E27FC236}">
                    <a16:creationId xmlns:a16="http://schemas.microsoft.com/office/drawing/2014/main" id="{7F82B267-7CD1-4C4A-B0A7-1880D8FC525C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5" name="Oval 604">
                <a:extLst>
                  <a:ext uri="{FF2B5EF4-FFF2-40B4-BE49-F238E27FC236}">
                    <a16:creationId xmlns:a16="http://schemas.microsoft.com/office/drawing/2014/main" id="{9AD117C1-2F86-C045-B6F5-B78D97627E7F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6" name="Oval 605">
                <a:extLst>
                  <a:ext uri="{FF2B5EF4-FFF2-40B4-BE49-F238E27FC236}">
                    <a16:creationId xmlns:a16="http://schemas.microsoft.com/office/drawing/2014/main" id="{73A2E4ED-EA22-5A45-9B04-DA2378F4B43A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7" name="Oval 606">
                <a:extLst>
                  <a:ext uri="{FF2B5EF4-FFF2-40B4-BE49-F238E27FC236}">
                    <a16:creationId xmlns:a16="http://schemas.microsoft.com/office/drawing/2014/main" id="{89DAE4BC-64D0-FF4B-94C5-84D0038CD1D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8" name="Oval 607">
                <a:extLst>
                  <a:ext uri="{FF2B5EF4-FFF2-40B4-BE49-F238E27FC236}">
                    <a16:creationId xmlns:a16="http://schemas.microsoft.com/office/drawing/2014/main" id="{784A97AE-03FF-F84E-9A48-936708FB9A3C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2E285DAB-F802-1B40-8108-51062FCBE4C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A2CA4E63-35F7-B04E-A165-860EA2EC9385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65D4E041-31D5-B147-8047-4EC2807F4D9E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471AC83D-6006-9E4F-BEA6-C8815941BB05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47895EF2-1B01-BB4B-ADAA-FFB917FB7DC1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4" name="Oval 613">
                <a:extLst>
                  <a:ext uri="{FF2B5EF4-FFF2-40B4-BE49-F238E27FC236}">
                    <a16:creationId xmlns:a16="http://schemas.microsoft.com/office/drawing/2014/main" id="{0E04EC9B-84F2-294E-A967-8323729B4005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649FBE40-9824-9B4D-A069-81555E212599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ED9374EE-8AAC-824E-8FE3-C60604F5BFC6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4557650C-83B5-C749-8A1C-0654FEDC5F91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8" name="Oval 617">
                <a:extLst>
                  <a:ext uri="{FF2B5EF4-FFF2-40B4-BE49-F238E27FC236}">
                    <a16:creationId xmlns:a16="http://schemas.microsoft.com/office/drawing/2014/main" id="{C4394BE4-CBEC-E549-A602-22684B6E3FC0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19" name="Oval 618">
                <a:extLst>
                  <a:ext uri="{FF2B5EF4-FFF2-40B4-BE49-F238E27FC236}">
                    <a16:creationId xmlns:a16="http://schemas.microsoft.com/office/drawing/2014/main" id="{58A6F8A3-A3DB-584C-86C2-C435BDEAEC6A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5A475DC6-F729-874F-9AB2-1F054F6347D0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1" name="Oval 620">
                <a:extLst>
                  <a:ext uri="{FF2B5EF4-FFF2-40B4-BE49-F238E27FC236}">
                    <a16:creationId xmlns:a16="http://schemas.microsoft.com/office/drawing/2014/main" id="{5CD52674-E97C-6E41-8192-E5E9A2E3DF22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2" name="Oval 621">
                <a:extLst>
                  <a:ext uri="{FF2B5EF4-FFF2-40B4-BE49-F238E27FC236}">
                    <a16:creationId xmlns:a16="http://schemas.microsoft.com/office/drawing/2014/main" id="{50AC524E-A742-584B-931A-0FA12BA72456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C519C507-65E8-A941-9A74-A01836FC0A6E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4" name="Oval 623">
                <a:extLst>
                  <a:ext uri="{FF2B5EF4-FFF2-40B4-BE49-F238E27FC236}">
                    <a16:creationId xmlns:a16="http://schemas.microsoft.com/office/drawing/2014/main" id="{CCEA5473-57C4-5D4B-9094-257D872F7E6E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E67409D7-773D-7042-ADCD-82E1B62D6048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6" name="Oval 625">
                <a:extLst>
                  <a:ext uri="{FF2B5EF4-FFF2-40B4-BE49-F238E27FC236}">
                    <a16:creationId xmlns:a16="http://schemas.microsoft.com/office/drawing/2014/main" id="{65292CC5-8F99-D544-BEB8-5C92E42D0F8D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7" name="Oval 626">
                <a:extLst>
                  <a:ext uri="{FF2B5EF4-FFF2-40B4-BE49-F238E27FC236}">
                    <a16:creationId xmlns:a16="http://schemas.microsoft.com/office/drawing/2014/main" id="{AEFFFE24-1428-F642-AF5A-C4C76D410C52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49A2B071-AA31-6348-B21C-D9D39E00CFC7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29" name="Oval 628">
                <a:extLst>
                  <a:ext uri="{FF2B5EF4-FFF2-40B4-BE49-F238E27FC236}">
                    <a16:creationId xmlns:a16="http://schemas.microsoft.com/office/drawing/2014/main" id="{8DB38459-168E-6344-A812-07F98533AE2C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0" name="Oval 629">
                <a:extLst>
                  <a:ext uri="{FF2B5EF4-FFF2-40B4-BE49-F238E27FC236}">
                    <a16:creationId xmlns:a16="http://schemas.microsoft.com/office/drawing/2014/main" id="{061F1E53-8CF3-814D-8F8E-588B451F74AA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0DFDA43E-A450-2948-8FBA-DCC0B0A62FD0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2" name="Oval 631">
                <a:extLst>
                  <a:ext uri="{FF2B5EF4-FFF2-40B4-BE49-F238E27FC236}">
                    <a16:creationId xmlns:a16="http://schemas.microsoft.com/office/drawing/2014/main" id="{B8B297B7-18C1-9948-A9A8-336C4616B12A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ABA0CEB7-0DD6-4442-B2BF-A544639B1BF3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5C421FF3-6299-AE48-A1C6-67D568162CA6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0EE2550B-96AE-EF41-B536-A8E784634F58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0367A23-D63B-9749-B074-56A997E96680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C6D6D64C-D08C-574F-A9B9-9E2DAD248A27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91FC96B9-FD3B-4146-B89B-10B6ED61EE7F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A3067010-00FA-E64F-B001-DB41947B8DFC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0" name="Oval 639">
                <a:extLst>
                  <a:ext uri="{FF2B5EF4-FFF2-40B4-BE49-F238E27FC236}">
                    <a16:creationId xmlns:a16="http://schemas.microsoft.com/office/drawing/2014/main" id="{9AD6171D-7D2E-2143-AA8D-AD1BCC99462A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1" name="Oval 640">
                <a:extLst>
                  <a:ext uri="{FF2B5EF4-FFF2-40B4-BE49-F238E27FC236}">
                    <a16:creationId xmlns:a16="http://schemas.microsoft.com/office/drawing/2014/main" id="{A82E429C-8C79-1D47-BD3C-04DE6A9BA877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2" name="Oval 641">
                <a:extLst>
                  <a:ext uri="{FF2B5EF4-FFF2-40B4-BE49-F238E27FC236}">
                    <a16:creationId xmlns:a16="http://schemas.microsoft.com/office/drawing/2014/main" id="{A7F1DF3F-CB09-104F-B26A-7B7C3DEA5B14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3" name="Oval 642">
                <a:extLst>
                  <a:ext uri="{FF2B5EF4-FFF2-40B4-BE49-F238E27FC236}">
                    <a16:creationId xmlns:a16="http://schemas.microsoft.com/office/drawing/2014/main" id="{71D240D5-FCA0-E640-9988-B63D6F2537B7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4" name="Oval 643">
                <a:extLst>
                  <a:ext uri="{FF2B5EF4-FFF2-40B4-BE49-F238E27FC236}">
                    <a16:creationId xmlns:a16="http://schemas.microsoft.com/office/drawing/2014/main" id="{81F8172B-D376-EE42-8E9A-BC530F0DAD3B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5" name="Oval 644">
                <a:extLst>
                  <a:ext uri="{FF2B5EF4-FFF2-40B4-BE49-F238E27FC236}">
                    <a16:creationId xmlns:a16="http://schemas.microsoft.com/office/drawing/2014/main" id="{59B16366-93B2-CB41-9F0E-1C4D28DDE07B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6" name="Oval 645">
                <a:extLst>
                  <a:ext uri="{FF2B5EF4-FFF2-40B4-BE49-F238E27FC236}">
                    <a16:creationId xmlns:a16="http://schemas.microsoft.com/office/drawing/2014/main" id="{F8AC6286-5AB3-5142-91F5-72F3E6312D35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7" name="Oval 646">
                <a:extLst>
                  <a:ext uri="{FF2B5EF4-FFF2-40B4-BE49-F238E27FC236}">
                    <a16:creationId xmlns:a16="http://schemas.microsoft.com/office/drawing/2014/main" id="{317681F8-2C5D-C048-BB78-5523DBF6F0B4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8" name="Oval 647">
                <a:extLst>
                  <a:ext uri="{FF2B5EF4-FFF2-40B4-BE49-F238E27FC236}">
                    <a16:creationId xmlns:a16="http://schemas.microsoft.com/office/drawing/2014/main" id="{0157D7DA-4E21-7348-8C0A-BB387EE3C895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9" name="Oval 648">
                <a:extLst>
                  <a:ext uri="{FF2B5EF4-FFF2-40B4-BE49-F238E27FC236}">
                    <a16:creationId xmlns:a16="http://schemas.microsoft.com/office/drawing/2014/main" id="{5ADD0F0E-838D-0A45-9088-917E06D7A61F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0" name="Oval 649">
                <a:extLst>
                  <a:ext uri="{FF2B5EF4-FFF2-40B4-BE49-F238E27FC236}">
                    <a16:creationId xmlns:a16="http://schemas.microsoft.com/office/drawing/2014/main" id="{D4E72179-25EE-5841-8C5C-9A1E635B8425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1" name="Oval 650">
                <a:extLst>
                  <a:ext uri="{FF2B5EF4-FFF2-40B4-BE49-F238E27FC236}">
                    <a16:creationId xmlns:a16="http://schemas.microsoft.com/office/drawing/2014/main" id="{F3BDE77B-E755-504C-9B75-BA3177E12F7C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BD7D3955-C386-7541-9D62-9EDB8A1B9118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3" name="Oval 652">
                <a:extLst>
                  <a:ext uri="{FF2B5EF4-FFF2-40B4-BE49-F238E27FC236}">
                    <a16:creationId xmlns:a16="http://schemas.microsoft.com/office/drawing/2014/main" id="{F12080ED-F6AD-0B42-A4AF-96BB938D110E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446DE643-10CE-5142-B667-436247CFE6DC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F1136986-CAE6-B744-816D-5D296F6A0BF3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5382C632-1EB5-D740-9E4B-FE6A1738F488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68755E87-BF18-E54E-8AF1-7C11BC4F087F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8" name="Oval 657">
                <a:extLst>
                  <a:ext uri="{FF2B5EF4-FFF2-40B4-BE49-F238E27FC236}">
                    <a16:creationId xmlns:a16="http://schemas.microsoft.com/office/drawing/2014/main" id="{6C587A18-0E8C-FE41-8108-0CF76A87246D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9" name="Oval 658">
                <a:extLst>
                  <a:ext uri="{FF2B5EF4-FFF2-40B4-BE49-F238E27FC236}">
                    <a16:creationId xmlns:a16="http://schemas.microsoft.com/office/drawing/2014/main" id="{7C7512FB-D272-9D4F-AF75-F4FF0B275E91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0" name="Oval 659">
                <a:extLst>
                  <a:ext uri="{FF2B5EF4-FFF2-40B4-BE49-F238E27FC236}">
                    <a16:creationId xmlns:a16="http://schemas.microsoft.com/office/drawing/2014/main" id="{05C8E9A7-3400-E740-B2FE-DFDBF9744B03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31359836-5941-1B40-8BD5-AFD641B125EA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2" name="Oval 661">
                <a:extLst>
                  <a:ext uri="{FF2B5EF4-FFF2-40B4-BE49-F238E27FC236}">
                    <a16:creationId xmlns:a16="http://schemas.microsoft.com/office/drawing/2014/main" id="{7B1EC98F-89C6-434A-9297-080AA4D8C78B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3" name="Oval 662">
                <a:extLst>
                  <a:ext uri="{FF2B5EF4-FFF2-40B4-BE49-F238E27FC236}">
                    <a16:creationId xmlns:a16="http://schemas.microsoft.com/office/drawing/2014/main" id="{3B4419F9-DEB9-EE47-BE5B-CDC4F8001138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4" name="Oval 663">
                <a:extLst>
                  <a:ext uri="{FF2B5EF4-FFF2-40B4-BE49-F238E27FC236}">
                    <a16:creationId xmlns:a16="http://schemas.microsoft.com/office/drawing/2014/main" id="{0FD51514-50CA-2F41-8DDF-8ECFCD97F66C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5" name="Oval 664">
                <a:extLst>
                  <a:ext uri="{FF2B5EF4-FFF2-40B4-BE49-F238E27FC236}">
                    <a16:creationId xmlns:a16="http://schemas.microsoft.com/office/drawing/2014/main" id="{F492F6B5-8B58-FE49-8A03-CAACBFD4007E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6" name="Oval 665">
                <a:extLst>
                  <a:ext uri="{FF2B5EF4-FFF2-40B4-BE49-F238E27FC236}">
                    <a16:creationId xmlns:a16="http://schemas.microsoft.com/office/drawing/2014/main" id="{7548C3FC-3E20-5948-AD5B-3183ED7387E2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7" name="Oval 666">
                <a:extLst>
                  <a:ext uri="{FF2B5EF4-FFF2-40B4-BE49-F238E27FC236}">
                    <a16:creationId xmlns:a16="http://schemas.microsoft.com/office/drawing/2014/main" id="{86B71CD0-A67D-1045-A12D-1AB6ACB4CEE4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6855EC3D-DE36-B948-AA5C-DE36A9F90877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178967C6-A524-AB44-9EBB-0908CF756544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587E3EFC-E6F7-C241-9FAB-96AD0F679E2A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564F9AD1-B588-1F41-8100-323430DA8CA6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F675EB94-4751-1744-8D0A-610551E29334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1F36D8D1-C7CD-E146-8737-C7604ECC884E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4" name="Oval 673">
                <a:extLst>
                  <a:ext uri="{FF2B5EF4-FFF2-40B4-BE49-F238E27FC236}">
                    <a16:creationId xmlns:a16="http://schemas.microsoft.com/office/drawing/2014/main" id="{A256A90F-5810-6649-834D-9A0A07B42246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5" name="Oval 674">
                <a:extLst>
                  <a:ext uri="{FF2B5EF4-FFF2-40B4-BE49-F238E27FC236}">
                    <a16:creationId xmlns:a16="http://schemas.microsoft.com/office/drawing/2014/main" id="{E539BD0E-5466-054A-94A5-705639B81C86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6" name="Oval 675">
                <a:extLst>
                  <a:ext uri="{FF2B5EF4-FFF2-40B4-BE49-F238E27FC236}">
                    <a16:creationId xmlns:a16="http://schemas.microsoft.com/office/drawing/2014/main" id="{8ED63CDC-5230-694C-85C4-ADCEBA9AE0AC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7" name="Oval 676">
                <a:extLst>
                  <a:ext uri="{FF2B5EF4-FFF2-40B4-BE49-F238E27FC236}">
                    <a16:creationId xmlns:a16="http://schemas.microsoft.com/office/drawing/2014/main" id="{2DCDEEBE-BC5C-AE4F-95BE-A9B8617B05FB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8" name="Oval 677">
                <a:extLst>
                  <a:ext uri="{FF2B5EF4-FFF2-40B4-BE49-F238E27FC236}">
                    <a16:creationId xmlns:a16="http://schemas.microsoft.com/office/drawing/2014/main" id="{1C8E57DA-1947-9E41-8FDB-15DBA8CD3E69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8C6FA7B5-1CAA-E643-8C33-DA3985B0DF84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2E9BA3EE-B4F4-A14B-AF95-50AA34E332C2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24297C82-BE4D-8E4D-9AD4-48AEF2CBD5D0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B6C70F9D-5806-2044-AC50-53AFDBD31639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4055FA47-109A-1849-87F4-E363386B5073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0A79261-E2EE-3D44-B9CA-71408E8A7BEF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A56461B3-787D-1841-B5CC-A510F500E1D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97C18BDC-69BB-A449-A90D-7ACA161D5382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9CD98CFE-80E9-F34F-A671-78DFE3F486C2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56661F9C-9FC6-9D47-88F1-09204127D3DC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FAC02762-A7C9-2643-9EA1-3EE86DDD7851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594CD7F4-CBE6-8546-B463-9FE094F8B52B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39F6A6BA-2C8A-EC45-A0DA-2EFEF59270B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793F5FFC-0114-1747-B411-B2B23BB72396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F9A08A90-81ED-DF49-A53C-01155CC74224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6AD716DB-1B88-4D41-994C-32A65B5E7C33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5" name="Oval 694">
                <a:extLst>
                  <a:ext uri="{FF2B5EF4-FFF2-40B4-BE49-F238E27FC236}">
                    <a16:creationId xmlns:a16="http://schemas.microsoft.com/office/drawing/2014/main" id="{2F7178FA-4B31-7748-BFBE-8A78B7DCD980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6" name="Oval 695">
                <a:extLst>
                  <a:ext uri="{FF2B5EF4-FFF2-40B4-BE49-F238E27FC236}">
                    <a16:creationId xmlns:a16="http://schemas.microsoft.com/office/drawing/2014/main" id="{1AA76DF0-7919-7143-AC9B-4E1636820CBC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7" name="Oval 696">
                <a:extLst>
                  <a:ext uri="{FF2B5EF4-FFF2-40B4-BE49-F238E27FC236}">
                    <a16:creationId xmlns:a16="http://schemas.microsoft.com/office/drawing/2014/main" id="{89C15C21-C04A-BE46-BE6D-43BB0A1B4C44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8" name="Oval 697">
                <a:extLst>
                  <a:ext uri="{FF2B5EF4-FFF2-40B4-BE49-F238E27FC236}">
                    <a16:creationId xmlns:a16="http://schemas.microsoft.com/office/drawing/2014/main" id="{D5BBEC75-DCE4-8840-A507-6656EBFE0EFC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99" name="Oval 698">
                <a:extLst>
                  <a:ext uri="{FF2B5EF4-FFF2-40B4-BE49-F238E27FC236}">
                    <a16:creationId xmlns:a16="http://schemas.microsoft.com/office/drawing/2014/main" id="{520D7E2B-90DF-0240-B0F6-D105F6D9E0FC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0" name="Oval 699">
                <a:extLst>
                  <a:ext uri="{FF2B5EF4-FFF2-40B4-BE49-F238E27FC236}">
                    <a16:creationId xmlns:a16="http://schemas.microsoft.com/office/drawing/2014/main" id="{83A19DAA-0A5D-6E45-A59D-CEE03D13A683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7B96FFCA-8340-AE42-8DA5-4263584F8BFD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2" name="Oval 701">
                <a:extLst>
                  <a:ext uri="{FF2B5EF4-FFF2-40B4-BE49-F238E27FC236}">
                    <a16:creationId xmlns:a16="http://schemas.microsoft.com/office/drawing/2014/main" id="{714AA584-E868-0F4C-A729-2025D4469D84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3" name="Oval 702">
                <a:extLst>
                  <a:ext uri="{FF2B5EF4-FFF2-40B4-BE49-F238E27FC236}">
                    <a16:creationId xmlns:a16="http://schemas.microsoft.com/office/drawing/2014/main" id="{CA2B196C-2520-4E43-8300-07239BC7FD3C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4" name="Oval 703">
                <a:extLst>
                  <a:ext uri="{FF2B5EF4-FFF2-40B4-BE49-F238E27FC236}">
                    <a16:creationId xmlns:a16="http://schemas.microsoft.com/office/drawing/2014/main" id="{D47CD897-A04F-B74F-8C41-681670092B90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5" name="Oval 704">
                <a:extLst>
                  <a:ext uri="{FF2B5EF4-FFF2-40B4-BE49-F238E27FC236}">
                    <a16:creationId xmlns:a16="http://schemas.microsoft.com/office/drawing/2014/main" id="{66B91A20-9BC1-1F4C-ADD6-47FF3AD73132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6" name="Oval 705">
                <a:extLst>
                  <a:ext uri="{FF2B5EF4-FFF2-40B4-BE49-F238E27FC236}">
                    <a16:creationId xmlns:a16="http://schemas.microsoft.com/office/drawing/2014/main" id="{C09389E9-8AA5-C74A-BFEF-C7F7C79CD760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58BFAD79-A778-074D-8E2B-55BE7A3A24B0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8" name="Oval 707">
                <a:extLst>
                  <a:ext uri="{FF2B5EF4-FFF2-40B4-BE49-F238E27FC236}">
                    <a16:creationId xmlns:a16="http://schemas.microsoft.com/office/drawing/2014/main" id="{E5F1F6DF-62E3-5447-A734-4E5353E1B88A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09" name="Oval 708">
                <a:extLst>
                  <a:ext uri="{FF2B5EF4-FFF2-40B4-BE49-F238E27FC236}">
                    <a16:creationId xmlns:a16="http://schemas.microsoft.com/office/drawing/2014/main" id="{9EA79FAD-46B6-5E4F-9ED7-EA8490A01FF6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0" name="Oval 709">
                <a:extLst>
                  <a:ext uri="{FF2B5EF4-FFF2-40B4-BE49-F238E27FC236}">
                    <a16:creationId xmlns:a16="http://schemas.microsoft.com/office/drawing/2014/main" id="{B92B5BB5-DD04-5B4A-998B-F573BF00FF49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1" name="Oval 710">
                <a:extLst>
                  <a:ext uri="{FF2B5EF4-FFF2-40B4-BE49-F238E27FC236}">
                    <a16:creationId xmlns:a16="http://schemas.microsoft.com/office/drawing/2014/main" id="{08B77603-4333-624B-A363-310032A447A2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2" name="Oval 711">
                <a:extLst>
                  <a:ext uri="{FF2B5EF4-FFF2-40B4-BE49-F238E27FC236}">
                    <a16:creationId xmlns:a16="http://schemas.microsoft.com/office/drawing/2014/main" id="{876C63E4-C972-4E4D-8129-CA697757BCFC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3" name="Freeform 712">
                <a:extLst>
                  <a:ext uri="{FF2B5EF4-FFF2-40B4-BE49-F238E27FC236}">
                    <a16:creationId xmlns:a16="http://schemas.microsoft.com/office/drawing/2014/main" id="{09E43BBB-F8C6-744E-BA74-8913211E1927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4" name="Freeform 713">
                <a:extLst>
                  <a:ext uri="{FF2B5EF4-FFF2-40B4-BE49-F238E27FC236}">
                    <a16:creationId xmlns:a16="http://schemas.microsoft.com/office/drawing/2014/main" id="{9C9E6ED4-1470-A446-8C76-E5461313CCEB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6" name="Group 585">
              <a:extLst>
                <a:ext uri="{FF2B5EF4-FFF2-40B4-BE49-F238E27FC236}">
                  <a16:creationId xmlns:a16="http://schemas.microsoft.com/office/drawing/2014/main" id="{E2F0E5FA-C8C2-7547-8F3C-87035E0377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73323" y="5449899"/>
              <a:ext cx="759030" cy="413790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587" name="Rectangle 586">
                <a:extLst>
                  <a:ext uri="{FF2B5EF4-FFF2-40B4-BE49-F238E27FC236}">
                    <a16:creationId xmlns:a16="http://schemas.microsoft.com/office/drawing/2014/main" id="{3AA05D5A-1AFF-E44F-AB23-B93905A05003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1A43D64A-EB6A-1F4F-8FA5-12637CD7CBA8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9" name="Rectangle 588">
                <a:extLst>
                  <a:ext uri="{FF2B5EF4-FFF2-40B4-BE49-F238E27FC236}">
                    <a16:creationId xmlns:a16="http://schemas.microsoft.com/office/drawing/2014/main" id="{A4BE38EB-C6C9-0A4F-875E-7EFADF4D41B0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0" name="Rectangle 589">
                <a:extLst>
                  <a:ext uri="{FF2B5EF4-FFF2-40B4-BE49-F238E27FC236}">
                    <a16:creationId xmlns:a16="http://schemas.microsoft.com/office/drawing/2014/main" id="{A3110D39-5085-624B-9F8B-99547D2CAB80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5D59C998-4685-5A42-9142-5936EB5A5771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2" name="Rectangle 591">
                <a:extLst>
                  <a:ext uri="{FF2B5EF4-FFF2-40B4-BE49-F238E27FC236}">
                    <a16:creationId xmlns:a16="http://schemas.microsoft.com/office/drawing/2014/main" id="{ABB2FE07-888C-2345-BF34-6C637BDAFF72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3" name="Rectangle 592">
                <a:extLst>
                  <a:ext uri="{FF2B5EF4-FFF2-40B4-BE49-F238E27FC236}">
                    <a16:creationId xmlns:a16="http://schemas.microsoft.com/office/drawing/2014/main" id="{EE9EA316-5565-7441-B236-60611D116DB2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4" name="Rectangle 593">
                <a:extLst>
                  <a:ext uri="{FF2B5EF4-FFF2-40B4-BE49-F238E27FC236}">
                    <a16:creationId xmlns:a16="http://schemas.microsoft.com/office/drawing/2014/main" id="{A0751470-6ACB-2E48-85F2-4E8A0083984D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95" name="Rectangle 594">
                <a:extLst>
                  <a:ext uri="{FF2B5EF4-FFF2-40B4-BE49-F238E27FC236}">
                    <a16:creationId xmlns:a16="http://schemas.microsoft.com/office/drawing/2014/main" id="{3C321FB0-2412-F94A-8DF4-DB694F578F10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30FEC1D-78A1-9B44-8446-3844D52DFF9C}"/>
              </a:ext>
            </a:extLst>
          </p:cNvPr>
          <p:cNvGrpSpPr/>
          <p:nvPr/>
        </p:nvGrpSpPr>
        <p:grpSpPr>
          <a:xfrm>
            <a:off x="3030220" y="4910958"/>
            <a:ext cx="899754" cy="772699"/>
            <a:chOff x="3235596" y="4772467"/>
            <a:chExt cx="1088787" cy="891604"/>
          </a:xfrm>
        </p:grpSpPr>
        <p:grpSp>
          <p:nvGrpSpPr>
            <p:cNvPr id="1323" name="Group 1322">
              <a:extLst>
                <a:ext uri="{FF2B5EF4-FFF2-40B4-BE49-F238E27FC236}">
                  <a16:creationId xmlns:a16="http://schemas.microsoft.com/office/drawing/2014/main" id="{CB67EEF4-0B74-F643-82B1-34D81C348CB7}"/>
                </a:ext>
              </a:extLst>
            </p:cNvPr>
            <p:cNvGrpSpPr/>
            <p:nvPr/>
          </p:nvGrpSpPr>
          <p:grpSpPr>
            <a:xfrm rot="3372376">
              <a:off x="3499294" y="4896311"/>
              <a:ext cx="686823" cy="439136"/>
              <a:chOff x="5871652" y="6279397"/>
              <a:chExt cx="686823" cy="439136"/>
            </a:xfrm>
          </p:grpSpPr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38114044-2ADE-AB44-8FE4-F612CD2D6DD5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E6C17C9E-C9E0-E446-AAA3-41F6C56285E0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BD9B4D80-5644-424E-9524-186767D4D5D4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2DE1D7FE-A432-C74D-833D-3837DE66BFE6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328" name="Oval 1327">
                <a:extLst>
                  <a:ext uri="{FF2B5EF4-FFF2-40B4-BE49-F238E27FC236}">
                    <a16:creationId xmlns:a16="http://schemas.microsoft.com/office/drawing/2014/main" id="{B9F9D85A-3D4D-F545-9F6E-79F6D983FC85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62FBEDA8-A06C-224D-AADB-0F08521150B5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0" name="Oval 1329">
                <a:extLst>
                  <a:ext uri="{FF2B5EF4-FFF2-40B4-BE49-F238E27FC236}">
                    <a16:creationId xmlns:a16="http://schemas.microsoft.com/office/drawing/2014/main" id="{3D94C50A-7822-D84E-B9DA-F2AEFBD7E605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1" name="Oval 1330">
                <a:extLst>
                  <a:ext uri="{FF2B5EF4-FFF2-40B4-BE49-F238E27FC236}">
                    <a16:creationId xmlns:a16="http://schemas.microsoft.com/office/drawing/2014/main" id="{FC84CE8A-F7F0-774A-8F3A-799FBE4035E9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C4181B80-B194-254D-B504-E77AE037C4C7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D1E600A6-DDDB-B345-81B2-5C552B5FCADF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643DC143-168F-FA45-BA7E-672BE6C19D82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EBC2888F-BEDD-B44C-B00C-17467DCF53C7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883B139F-453E-3F4C-A97D-6427FBFDCFF3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2AB158BB-402A-DB47-BBBD-A35301E6F87B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88D31B55-BDDC-334D-9B61-1D487178A193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7CAAA0BE-A917-3247-9722-F0588425CB9C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0" name="Oval 1339">
                <a:extLst>
                  <a:ext uri="{FF2B5EF4-FFF2-40B4-BE49-F238E27FC236}">
                    <a16:creationId xmlns:a16="http://schemas.microsoft.com/office/drawing/2014/main" id="{3A1B53C9-1763-F849-8AB4-9BB41FA30C2F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1" name="Oval 1340">
                <a:extLst>
                  <a:ext uri="{FF2B5EF4-FFF2-40B4-BE49-F238E27FC236}">
                    <a16:creationId xmlns:a16="http://schemas.microsoft.com/office/drawing/2014/main" id="{AC64EEB2-9417-5549-B210-9405369E18EE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2" name="Oval 1341">
                <a:extLst>
                  <a:ext uri="{FF2B5EF4-FFF2-40B4-BE49-F238E27FC236}">
                    <a16:creationId xmlns:a16="http://schemas.microsoft.com/office/drawing/2014/main" id="{FF2AEAA8-2C64-5D45-870C-3272C86DACC6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6AB952FF-2A36-1548-8112-7D32DF5D0A7A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64C582B2-63E1-3F4D-82D4-77AE4E39570B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8A8B9614-3ADF-D242-ACF5-DF8D5976489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61059416-8BF2-0446-BDFF-0D5D43F25F18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E83020F8-5CDB-C244-9506-0561FD04FAA0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E6576CB4-1872-B94A-A51B-C3C285BDCFE1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7D0B0856-FF29-2E47-BFD9-2DE3300DC468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E34106FA-3096-7644-8F87-FD2AF21CFCBA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1" name="Oval 1350">
                <a:extLst>
                  <a:ext uri="{FF2B5EF4-FFF2-40B4-BE49-F238E27FC236}">
                    <a16:creationId xmlns:a16="http://schemas.microsoft.com/office/drawing/2014/main" id="{4099E0BC-B9BE-7B45-B33D-D7C5565910B7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2" name="Oval 1351">
                <a:extLst>
                  <a:ext uri="{FF2B5EF4-FFF2-40B4-BE49-F238E27FC236}">
                    <a16:creationId xmlns:a16="http://schemas.microsoft.com/office/drawing/2014/main" id="{F756AA1E-F7B9-E54E-AAF8-98DCCE759EBD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3" name="Oval 1352">
                <a:extLst>
                  <a:ext uri="{FF2B5EF4-FFF2-40B4-BE49-F238E27FC236}">
                    <a16:creationId xmlns:a16="http://schemas.microsoft.com/office/drawing/2014/main" id="{73C11608-1EF1-E54A-A104-2B187854E67E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56DCD267-A6F8-5E47-A43D-44930BE414AD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5" name="Oval 1354">
                <a:extLst>
                  <a:ext uri="{FF2B5EF4-FFF2-40B4-BE49-F238E27FC236}">
                    <a16:creationId xmlns:a16="http://schemas.microsoft.com/office/drawing/2014/main" id="{CF10BD20-2C98-1941-81F9-334910D2606E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3D418D57-EE42-E24E-A65A-154DF84202F2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7" name="Oval 1356">
                <a:extLst>
                  <a:ext uri="{FF2B5EF4-FFF2-40B4-BE49-F238E27FC236}">
                    <a16:creationId xmlns:a16="http://schemas.microsoft.com/office/drawing/2014/main" id="{C0FC712C-EED1-FE44-A49E-79F91D092B31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8" name="Oval 1357">
                <a:extLst>
                  <a:ext uri="{FF2B5EF4-FFF2-40B4-BE49-F238E27FC236}">
                    <a16:creationId xmlns:a16="http://schemas.microsoft.com/office/drawing/2014/main" id="{E5D5CD2F-5A0C-5444-9031-A3AD3C1DEBF2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59" name="Oval 1358">
                <a:extLst>
                  <a:ext uri="{FF2B5EF4-FFF2-40B4-BE49-F238E27FC236}">
                    <a16:creationId xmlns:a16="http://schemas.microsoft.com/office/drawing/2014/main" id="{1171349C-A010-E942-9C87-8A611EB95AC5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0" name="Oval 1359">
                <a:extLst>
                  <a:ext uri="{FF2B5EF4-FFF2-40B4-BE49-F238E27FC236}">
                    <a16:creationId xmlns:a16="http://schemas.microsoft.com/office/drawing/2014/main" id="{28C911EA-EEF6-E340-913C-D3781E2B444B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1" name="Oval 1360">
                <a:extLst>
                  <a:ext uri="{FF2B5EF4-FFF2-40B4-BE49-F238E27FC236}">
                    <a16:creationId xmlns:a16="http://schemas.microsoft.com/office/drawing/2014/main" id="{3C6E3429-7917-6E4F-A9FE-381693A0C0E4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2" name="Oval 1361">
                <a:extLst>
                  <a:ext uri="{FF2B5EF4-FFF2-40B4-BE49-F238E27FC236}">
                    <a16:creationId xmlns:a16="http://schemas.microsoft.com/office/drawing/2014/main" id="{56317BF3-2C41-A749-95EF-FAFA74E8DB0F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3" name="Oval 1362">
                <a:extLst>
                  <a:ext uri="{FF2B5EF4-FFF2-40B4-BE49-F238E27FC236}">
                    <a16:creationId xmlns:a16="http://schemas.microsoft.com/office/drawing/2014/main" id="{01320F9D-B5FD-5249-B25C-0F0051CB2F93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4" name="Oval 1363">
                <a:extLst>
                  <a:ext uri="{FF2B5EF4-FFF2-40B4-BE49-F238E27FC236}">
                    <a16:creationId xmlns:a16="http://schemas.microsoft.com/office/drawing/2014/main" id="{7F40B337-5F42-D746-ADF8-554710C05687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5" name="Oval 1364">
                <a:extLst>
                  <a:ext uri="{FF2B5EF4-FFF2-40B4-BE49-F238E27FC236}">
                    <a16:creationId xmlns:a16="http://schemas.microsoft.com/office/drawing/2014/main" id="{C92FCFE7-CF1A-E24F-9D7F-71CBE793C563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6" name="Oval 1365">
                <a:extLst>
                  <a:ext uri="{FF2B5EF4-FFF2-40B4-BE49-F238E27FC236}">
                    <a16:creationId xmlns:a16="http://schemas.microsoft.com/office/drawing/2014/main" id="{8AFC7E1A-DE03-B949-BBE3-55DD7785501E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7" name="Oval 1366">
                <a:extLst>
                  <a:ext uri="{FF2B5EF4-FFF2-40B4-BE49-F238E27FC236}">
                    <a16:creationId xmlns:a16="http://schemas.microsoft.com/office/drawing/2014/main" id="{0A2A228B-0676-D34C-B827-17CFBFA046BB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8" name="Oval 1367">
                <a:extLst>
                  <a:ext uri="{FF2B5EF4-FFF2-40B4-BE49-F238E27FC236}">
                    <a16:creationId xmlns:a16="http://schemas.microsoft.com/office/drawing/2014/main" id="{60123C21-3645-2549-9725-0F39F6EB837B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69" name="Oval 1368">
                <a:extLst>
                  <a:ext uri="{FF2B5EF4-FFF2-40B4-BE49-F238E27FC236}">
                    <a16:creationId xmlns:a16="http://schemas.microsoft.com/office/drawing/2014/main" id="{312CE13A-7179-0047-BC8F-DFFC416F7961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0" name="Oval 1369">
                <a:extLst>
                  <a:ext uri="{FF2B5EF4-FFF2-40B4-BE49-F238E27FC236}">
                    <a16:creationId xmlns:a16="http://schemas.microsoft.com/office/drawing/2014/main" id="{3F9912A2-269D-3E44-96F7-7E111BC088BE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1" name="Oval 1370">
                <a:extLst>
                  <a:ext uri="{FF2B5EF4-FFF2-40B4-BE49-F238E27FC236}">
                    <a16:creationId xmlns:a16="http://schemas.microsoft.com/office/drawing/2014/main" id="{99F53DB2-DC4B-1945-B3F8-9222AABBD01B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2" name="Oval 1371">
                <a:extLst>
                  <a:ext uri="{FF2B5EF4-FFF2-40B4-BE49-F238E27FC236}">
                    <a16:creationId xmlns:a16="http://schemas.microsoft.com/office/drawing/2014/main" id="{9E3001B3-B3EA-D743-8354-B3E5625253E4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3" name="Oval 1372">
                <a:extLst>
                  <a:ext uri="{FF2B5EF4-FFF2-40B4-BE49-F238E27FC236}">
                    <a16:creationId xmlns:a16="http://schemas.microsoft.com/office/drawing/2014/main" id="{AF355861-9998-9A49-A7AF-8450627BFEC7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4" name="Oval 1373">
                <a:extLst>
                  <a:ext uri="{FF2B5EF4-FFF2-40B4-BE49-F238E27FC236}">
                    <a16:creationId xmlns:a16="http://schemas.microsoft.com/office/drawing/2014/main" id="{D04C23FC-1910-EB45-BE61-FD18D3506E48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5" name="Oval 1374">
                <a:extLst>
                  <a:ext uri="{FF2B5EF4-FFF2-40B4-BE49-F238E27FC236}">
                    <a16:creationId xmlns:a16="http://schemas.microsoft.com/office/drawing/2014/main" id="{FC5B4911-8238-264F-8CF5-6466000E562C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6" name="Oval 1375">
                <a:extLst>
                  <a:ext uri="{FF2B5EF4-FFF2-40B4-BE49-F238E27FC236}">
                    <a16:creationId xmlns:a16="http://schemas.microsoft.com/office/drawing/2014/main" id="{CA0C904F-844E-B246-B6B2-091D821D7FDF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7" name="Oval 1376">
                <a:extLst>
                  <a:ext uri="{FF2B5EF4-FFF2-40B4-BE49-F238E27FC236}">
                    <a16:creationId xmlns:a16="http://schemas.microsoft.com/office/drawing/2014/main" id="{A5F5F473-ADF1-4744-94A8-C8115041E5F1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8" name="Oval 1377">
                <a:extLst>
                  <a:ext uri="{FF2B5EF4-FFF2-40B4-BE49-F238E27FC236}">
                    <a16:creationId xmlns:a16="http://schemas.microsoft.com/office/drawing/2014/main" id="{94A1B1FF-DA0A-CD4B-85DA-4C7BD18F953D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79" name="Oval 1378">
                <a:extLst>
                  <a:ext uri="{FF2B5EF4-FFF2-40B4-BE49-F238E27FC236}">
                    <a16:creationId xmlns:a16="http://schemas.microsoft.com/office/drawing/2014/main" id="{2B93642D-1A25-4044-972F-F62B2168D5DE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0" name="Oval 1379">
                <a:extLst>
                  <a:ext uri="{FF2B5EF4-FFF2-40B4-BE49-F238E27FC236}">
                    <a16:creationId xmlns:a16="http://schemas.microsoft.com/office/drawing/2014/main" id="{E8F9FC70-3840-BF47-B0DF-225C45197625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1" name="Oval 1380">
                <a:extLst>
                  <a:ext uri="{FF2B5EF4-FFF2-40B4-BE49-F238E27FC236}">
                    <a16:creationId xmlns:a16="http://schemas.microsoft.com/office/drawing/2014/main" id="{6B3C38C6-DB40-F54A-831D-EBD7FF1E67ED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2" name="Oval 1381">
                <a:extLst>
                  <a:ext uri="{FF2B5EF4-FFF2-40B4-BE49-F238E27FC236}">
                    <a16:creationId xmlns:a16="http://schemas.microsoft.com/office/drawing/2014/main" id="{F7B7AC65-47B2-8446-B38E-591389B113F2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3" name="Oval 1382">
                <a:extLst>
                  <a:ext uri="{FF2B5EF4-FFF2-40B4-BE49-F238E27FC236}">
                    <a16:creationId xmlns:a16="http://schemas.microsoft.com/office/drawing/2014/main" id="{A1F5977C-D187-0340-A975-8AAF9DB39A7B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4" name="Oval 1383">
                <a:extLst>
                  <a:ext uri="{FF2B5EF4-FFF2-40B4-BE49-F238E27FC236}">
                    <a16:creationId xmlns:a16="http://schemas.microsoft.com/office/drawing/2014/main" id="{B6B10398-30DD-B54F-8647-2D485143220D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5" name="Oval 1384">
                <a:extLst>
                  <a:ext uri="{FF2B5EF4-FFF2-40B4-BE49-F238E27FC236}">
                    <a16:creationId xmlns:a16="http://schemas.microsoft.com/office/drawing/2014/main" id="{D9C72EE7-2A95-D142-A49F-6B4AF368C668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6" name="Oval 1385">
                <a:extLst>
                  <a:ext uri="{FF2B5EF4-FFF2-40B4-BE49-F238E27FC236}">
                    <a16:creationId xmlns:a16="http://schemas.microsoft.com/office/drawing/2014/main" id="{271B8238-900C-5A46-A1FD-C5AA1A17DDC5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7" name="Oval 1386">
                <a:extLst>
                  <a:ext uri="{FF2B5EF4-FFF2-40B4-BE49-F238E27FC236}">
                    <a16:creationId xmlns:a16="http://schemas.microsoft.com/office/drawing/2014/main" id="{A9ED4E28-E5BD-D94F-9C10-4983D58570B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8" name="Oval 1387">
                <a:extLst>
                  <a:ext uri="{FF2B5EF4-FFF2-40B4-BE49-F238E27FC236}">
                    <a16:creationId xmlns:a16="http://schemas.microsoft.com/office/drawing/2014/main" id="{E6F35C2D-9FEF-514C-A48F-535E444C7DD7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9" name="Oval 1388">
                <a:extLst>
                  <a:ext uri="{FF2B5EF4-FFF2-40B4-BE49-F238E27FC236}">
                    <a16:creationId xmlns:a16="http://schemas.microsoft.com/office/drawing/2014/main" id="{896CDE71-F4A0-3540-8CDD-09B057422ECC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0" name="Oval 1389">
                <a:extLst>
                  <a:ext uri="{FF2B5EF4-FFF2-40B4-BE49-F238E27FC236}">
                    <a16:creationId xmlns:a16="http://schemas.microsoft.com/office/drawing/2014/main" id="{72273C6A-096A-114D-8869-390E568D940C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1" name="Oval 1390">
                <a:extLst>
                  <a:ext uri="{FF2B5EF4-FFF2-40B4-BE49-F238E27FC236}">
                    <a16:creationId xmlns:a16="http://schemas.microsoft.com/office/drawing/2014/main" id="{584EC3CC-56D8-E74F-AAE3-8FB8076DE172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2" name="Oval 1391">
                <a:extLst>
                  <a:ext uri="{FF2B5EF4-FFF2-40B4-BE49-F238E27FC236}">
                    <a16:creationId xmlns:a16="http://schemas.microsoft.com/office/drawing/2014/main" id="{D2DB720A-AFA6-6346-A60E-EFD9823D6BA5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3" name="Oval 1392">
                <a:extLst>
                  <a:ext uri="{FF2B5EF4-FFF2-40B4-BE49-F238E27FC236}">
                    <a16:creationId xmlns:a16="http://schemas.microsoft.com/office/drawing/2014/main" id="{C55F2A97-8899-9D40-AB4D-FC0D38AFEBE1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4" name="Oval 1393">
                <a:extLst>
                  <a:ext uri="{FF2B5EF4-FFF2-40B4-BE49-F238E27FC236}">
                    <a16:creationId xmlns:a16="http://schemas.microsoft.com/office/drawing/2014/main" id="{ED7D36F6-8FDF-E943-BD22-D3B0455373C6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5" name="Oval 1394">
                <a:extLst>
                  <a:ext uri="{FF2B5EF4-FFF2-40B4-BE49-F238E27FC236}">
                    <a16:creationId xmlns:a16="http://schemas.microsoft.com/office/drawing/2014/main" id="{30112179-E4C9-7243-86D9-3C0FCED43782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6" name="Oval 1395">
                <a:extLst>
                  <a:ext uri="{FF2B5EF4-FFF2-40B4-BE49-F238E27FC236}">
                    <a16:creationId xmlns:a16="http://schemas.microsoft.com/office/drawing/2014/main" id="{D652B501-BAA3-D740-8697-AD17960D7CEF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7" name="Oval 1396">
                <a:extLst>
                  <a:ext uri="{FF2B5EF4-FFF2-40B4-BE49-F238E27FC236}">
                    <a16:creationId xmlns:a16="http://schemas.microsoft.com/office/drawing/2014/main" id="{053CA95D-1958-D44C-8183-0744A7C26D39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8" name="Oval 1397">
                <a:extLst>
                  <a:ext uri="{FF2B5EF4-FFF2-40B4-BE49-F238E27FC236}">
                    <a16:creationId xmlns:a16="http://schemas.microsoft.com/office/drawing/2014/main" id="{F81BE372-D399-424C-91B4-B1E50B6BDBA4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99" name="Oval 1398">
                <a:extLst>
                  <a:ext uri="{FF2B5EF4-FFF2-40B4-BE49-F238E27FC236}">
                    <a16:creationId xmlns:a16="http://schemas.microsoft.com/office/drawing/2014/main" id="{616F7D3C-CB3F-8341-AD37-0BBFB1CFC6A3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0" name="Oval 1399">
                <a:extLst>
                  <a:ext uri="{FF2B5EF4-FFF2-40B4-BE49-F238E27FC236}">
                    <a16:creationId xmlns:a16="http://schemas.microsoft.com/office/drawing/2014/main" id="{1C3EFF44-7453-2344-9346-EA6806EFD8DC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1" name="Oval 1400">
                <a:extLst>
                  <a:ext uri="{FF2B5EF4-FFF2-40B4-BE49-F238E27FC236}">
                    <a16:creationId xmlns:a16="http://schemas.microsoft.com/office/drawing/2014/main" id="{49AB16E2-1CCE-384B-9555-BA64F88C191C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2" name="Oval 1401">
                <a:extLst>
                  <a:ext uri="{FF2B5EF4-FFF2-40B4-BE49-F238E27FC236}">
                    <a16:creationId xmlns:a16="http://schemas.microsoft.com/office/drawing/2014/main" id="{B780024F-8DB1-9D4D-B5F2-2DE0F646CD71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3" name="Oval 1402">
                <a:extLst>
                  <a:ext uri="{FF2B5EF4-FFF2-40B4-BE49-F238E27FC236}">
                    <a16:creationId xmlns:a16="http://schemas.microsoft.com/office/drawing/2014/main" id="{FA5209E2-129B-3741-8FB5-A88AE15CA4F3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4" name="Oval 1403">
                <a:extLst>
                  <a:ext uri="{FF2B5EF4-FFF2-40B4-BE49-F238E27FC236}">
                    <a16:creationId xmlns:a16="http://schemas.microsoft.com/office/drawing/2014/main" id="{507DE918-24CA-EB4E-ACB1-824715EED632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5" name="Oval 1404">
                <a:extLst>
                  <a:ext uri="{FF2B5EF4-FFF2-40B4-BE49-F238E27FC236}">
                    <a16:creationId xmlns:a16="http://schemas.microsoft.com/office/drawing/2014/main" id="{BECCDB5B-1F33-E742-AB8C-89AB201161C9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6" name="Oval 1405">
                <a:extLst>
                  <a:ext uri="{FF2B5EF4-FFF2-40B4-BE49-F238E27FC236}">
                    <a16:creationId xmlns:a16="http://schemas.microsoft.com/office/drawing/2014/main" id="{93264FAD-D602-564D-B7D0-460C7494F736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7" name="Oval 1406">
                <a:extLst>
                  <a:ext uri="{FF2B5EF4-FFF2-40B4-BE49-F238E27FC236}">
                    <a16:creationId xmlns:a16="http://schemas.microsoft.com/office/drawing/2014/main" id="{C0B73151-25C5-2643-9860-5C5CDE09857E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8" name="Oval 1407">
                <a:extLst>
                  <a:ext uri="{FF2B5EF4-FFF2-40B4-BE49-F238E27FC236}">
                    <a16:creationId xmlns:a16="http://schemas.microsoft.com/office/drawing/2014/main" id="{2FB6798B-491F-0E42-A3EF-223B6127B29C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09" name="Oval 1408">
                <a:extLst>
                  <a:ext uri="{FF2B5EF4-FFF2-40B4-BE49-F238E27FC236}">
                    <a16:creationId xmlns:a16="http://schemas.microsoft.com/office/drawing/2014/main" id="{B8360DF4-3C65-6C47-B480-6B2D41BD9217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0" name="Oval 1409">
                <a:extLst>
                  <a:ext uri="{FF2B5EF4-FFF2-40B4-BE49-F238E27FC236}">
                    <a16:creationId xmlns:a16="http://schemas.microsoft.com/office/drawing/2014/main" id="{A8CB6B0D-1640-C944-9EE8-6A677DC1CF07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1" name="Oval 1410">
                <a:extLst>
                  <a:ext uri="{FF2B5EF4-FFF2-40B4-BE49-F238E27FC236}">
                    <a16:creationId xmlns:a16="http://schemas.microsoft.com/office/drawing/2014/main" id="{70365B61-A0C4-244F-AFF7-D0C6DD7781F9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2" name="Oval 1411">
                <a:extLst>
                  <a:ext uri="{FF2B5EF4-FFF2-40B4-BE49-F238E27FC236}">
                    <a16:creationId xmlns:a16="http://schemas.microsoft.com/office/drawing/2014/main" id="{D948EAF8-174B-B045-B2F0-71846C12EB92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3" name="Oval 1412">
                <a:extLst>
                  <a:ext uri="{FF2B5EF4-FFF2-40B4-BE49-F238E27FC236}">
                    <a16:creationId xmlns:a16="http://schemas.microsoft.com/office/drawing/2014/main" id="{86E368E8-ED6B-CB45-A686-83E11D40DCE2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4" name="Oval 1413">
                <a:extLst>
                  <a:ext uri="{FF2B5EF4-FFF2-40B4-BE49-F238E27FC236}">
                    <a16:creationId xmlns:a16="http://schemas.microsoft.com/office/drawing/2014/main" id="{B1FA8047-CC79-1444-9EEC-6D78978263DA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5" name="Oval 1414">
                <a:extLst>
                  <a:ext uri="{FF2B5EF4-FFF2-40B4-BE49-F238E27FC236}">
                    <a16:creationId xmlns:a16="http://schemas.microsoft.com/office/drawing/2014/main" id="{ECB78B3B-90EC-2944-A4B2-1404FF7166BC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6" name="Oval 1415">
                <a:extLst>
                  <a:ext uri="{FF2B5EF4-FFF2-40B4-BE49-F238E27FC236}">
                    <a16:creationId xmlns:a16="http://schemas.microsoft.com/office/drawing/2014/main" id="{C2F0FC52-C55B-6148-8701-0F124748943C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7" name="Oval 1416">
                <a:extLst>
                  <a:ext uri="{FF2B5EF4-FFF2-40B4-BE49-F238E27FC236}">
                    <a16:creationId xmlns:a16="http://schemas.microsoft.com/office/drawing/2014/main" id="{9C34114C-0D5E-9B48-8006-9CB2CE480D6D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8" name="Oval 1417">
                <a:extLst>
                  <a:ext uri="{FF2B5EF4-FFF2-40B4-BE49-F238E27FC236}">
                    <a16:creationId xmlns:a16="http://schemas.microsoft.com/office/drawing/2014/main" id="{346A15AF-328A-AC4F-9824-AD0F2B2A2637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19" name="Oval 1418">
                <a:extLst>
                  <a:ext uri="{FF2B5EF4-FFF2-40B4-BE49-F238E27FC236}">
                    <a16:creationId xmlns:a16="http://schemas.microsoft.com/office/drawing/2014/main" id="{36904198-3B17-924E-98C7-ABD7BAC422CB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0" name="Oval 1419">
                <a:extLst>
                  <a:ext uri="{FF2B5EF4-FFF2-40B4-BE49-F238E27FC236}">
                    <a16:creationId xmlns:a16="http://schemas.microsoft.com/office/drawing/2014/main" id="{F071A9D4-7F32-1944-A8F3-A28E02A1E379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1" name="Oval 1420">
                <a:extLst>
                  <a:ext uri="{FF2B5EF4-FFF2-40B4-BE49-F238E27FC236}">
                    <a16:creationId xmlns:a16="http://schemas.microsoft.com/office/drawing/2014/main" id="{30C6EA66-F94B-F442-98C9-E791BEFD3B78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2" name="Oval 1421">
                <a:extLst>
                  <a:ext uri="{FF2B5EF4-FFF2-40B4-BE49-F238E27FC236}">
                    <a16:creationId xmlns:a16="http://schemas.microsoft.com/office/drawing/2014/main" id="{4526B4FA-1574-4241-8F50-19FC82E8DBE0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3" name="Oval 1422">
                <a:extLst>
                  <a:ext uri="{FF2B5EF4-FFF2-40B4-BE49-F238E27FC236}">
                    <a16:creationId xmlns:a16="http://schemas.microsoft.com/office/drawing/2014/main" id="{8680E73E-6883-7A4D-81F2-8B5C2FFD3B05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32AA5924-AD43-2D4E-985D-7E94AF843DF0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D8C60DFB-2FB8-D044-95D3-CDDC6B4AABFF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059314F7-44B0-B741-A6D1-B1EDC2AB36B4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0EF9EBEA-9FB9-4841-8693-4DA77C8444A2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B6D5EA69-2527-4741-B970-4EF4BA4F97C1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51467BFE-5A1B-A24A-B7B3-6B1FC045142F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0" name="Oval 1429">
                <a:extLst>
                  <a:ext uri="{FF2B5EF4-FFF2-40B4-BE49-F238E27FC236}">
                    <a16:creationId xmlns:a16="http://schemas.microsoft.com/office/drawing/2014/main" id="{44090A04-14F5-F349-A49F-80AE9625FCDD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1" name="Oval 1430">
                <a:extLst>
                  <a:ext uri="{FF2B5EF4-FFF2-40B4-BE49-F238E27FC236}">
                    <a16:creationId xmlns:a16="http://schemas.microsoft.com/office/drawing/2014/main" id="{250A6CA0-B41A-384A-9512-B55A50636681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2" name="Oval 1431">
                <a:extLst>
                  <a:ext uri="{FF2B5EF4-FFF2-40B4-BE49-F238E27FC236}">
                    <a16:creationId xmlns:a16="http://schemas.microsoft.com/office/drawing/2014/main" id="{710FAF9C-DB2C-E641-83EE-9145D7F04EBF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3" name="Oval 1432">
                <a:extLst>
                  <a:ext uri="{FF2B5EF4-FFF2-40B4-BE49-F238E27FC236}">
                    <a16:creationId xmlns:a16="http://schemas.microsoft.com/office/drawing/2014/main" id="{AB3D5BBF-7975-7F41-8179-595B67B527AB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4" name="Oval 1433">
                <a:extLst>
                  <a:ext uri="{FF2B5EF4-FFF2-40B4-BE49-F238E27FC236}">
                    <a16:creationId xmlns:a16="http://schemas.microsoft.com/office/drawing/2014/main" id="{93D92196-CCB3-4044-A110-F513D23AE135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26111917-B316-F449-923A-D534A805FB8B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97700AC1-85B1-7143-952F-49912D4DC75B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1881170B-AD24-274C-BF00-D6E46022DD9A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8EE80F43-1ACE-F244-B59E-344A329CA68B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B104D0D4-0BDA-9B40-9244-BE032AD7F9EB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0E87A0EA-EB70-5840-B698-19ECA4B4397B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41" name="Freeform 1440">
                <a:extLst>
                  <a:ext uri="{FF2B5EF4-FFF2-40B4-BE49-F238E27FC236}">
                    <a16:creationId xmlns:a16="http://schemas.microsoft.com/office/drawing/2014/main" id="{12486BCF-3272-1B45-8234-130DBC85445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2" name="Freeform 1441">
                <a:extLst>
                  <a:ext uri="{FF2B5EF4-FFF2-40B4-BE49-F238E27FC236}">
                    <a16:creationId xmlns:a16="http://schemas.microsoft.com/office/drawing/2014/main" id="{74B68DA4-6AA7-F34F-A591-1EC00B148601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72" name="Group 1071">
              <a:extLst>
                <a:ext uri="{FF2B5EF4-FFF2-40B4-BE49-F238E27FC236}">
                  <a16:creationId xmlns:a16="http://schemas.microsoft.com/office/drawing/2014/main" id="{7A6F1AEB-19C8-E044-ADC8-32DBAB8486AC}"/>
                </a:ext>
              </a:extLst>
            </p:cNvPr>
            <p:cNvGrpSpPr/>
            <p:nvPr/>
          </p:nvGrpSpPr>
          <p:grpSpPr>
            <a:xfrm rot="5207842">
              <a:off x="3748446" y="5013373"/>
              <a:ext cx="686823" cy="439136"/>
              <a:chOff x="5871652" y="6279397"/>
              <a:chExt cx="686823" cy="439136"/>
            </a:xfrm>
          </p:grpSpPr>
          <p:sp>
            <p:nvSpPr>
              <p:cNvPr id="1073" name="Freeform 1072">
                <a:extLst>
                  <a:ext uri="{FF2B5EF4-FFF2-40B4-BE49-F238E27FC236}">
                    <a16:creationId xmlns:a16="http://schemas.microsoft.com/office/drawing/2014/main" id="{4C1D87A1-A5E4-014C-8230-ADB7B181F87D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4" name="Freeform 1073">
                <a:extLst>
                  <a:ext uri="{FF2B5EF4-FFF2-40B4-BE49-F238E27FC236}">
                    <a16:creationId xmlns:a16="http://schemas.microsoft.com/office/drawing/2014/main" id="{36C3CAE4-4DCE-C843-BDA8-50D52500ACCE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5" name="Freeform 1074">
                <a:extLst>
                  <a:ext uri="{FF2B5EF4-FFF2-40B4-BE49-F238E27FC236}">
                    <a16:creationId xmlns:a16="http://schemas.microsoft.com/office/drawing/2014/main" id="{9C343B81-10EC-FB43-BB5E-45D2B969008E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6" name="Rectangle 1075">
                <a:extLst>
                  <a:ext uri="{FF2B5EF4-FFF2-40B4-BE49-F238E27FC236}">
                    <a16:creationId xmlns:a16="http://schemas.microsoft.com/office/drawing/2014/main" id="{CF3D14B3-A2F2-0645-B5B5-474D8F926216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077" name="Oval 1076">
                <a:extLst>
                  <a:ext uri="{FF2B5EF4-FFF2-40B4-BE49-F238E27FC236}">
                    <a16:creationId xmlns:a16="http://schemas.microsoft.com/office/drawing/2014/main" id="{87E9768D-8857-C244-B713-6C7FC1D0EC23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8" name="Oval 1077">
                <a:extLst>
                  <a:ext uri="{FF2B5EF4-FFF2-40B4-BE49-F238E27FC236}">
                    <a16:creationId xmlns:a16="http://schemas.microsoft.com/office/drawing/2014/main" id="{56E5C0BD-5E15-0140-9D25-46E1D0639809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9" name="Oval 1078">
                <a:extLst>
                  <a:ext uri="{FF2B5EF4-FFF2-40B4-BE49-F238E27FC236}">
                    <a16:creationId xmlns:a16="http://schemas.microsoft.com/office/drawing/2014/main" id="{26576675-652F-2A4A-AE3C-FD406AB3AD29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0" name="Oval 1079">
                <a:extLst>
                  <a:ext uri="{FF2B5EF4-FFF2-40B4-BE49-F238E27FC236}">
                    <a16:creationId xmlns:a16="http://schemas.microsoft.com/office/drawing/2014/main" id="{CB6CE6AF-1C14-AB4F-8B05-95AD30DD1BD2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1" name="Oval 1080">
                <a:extLst>
                  <a:ext uri="{FF2B5EF4-FFF2-40B4-BE49-F238E27FC236}">
                    <a16:creationId xmlns:a16="http://schemas.microsoft.com/office/drawing/2014/main" id="{9D757CE8-D169-CD4C-93CF-06D388719744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2" name="Oval 1081">
                <a:extLst>
                  <a:ext uri="{FF2B5EF4-FFF2-40B4-BE49-F238E27FC236}">
                    <a16:creationId xmlns:a16="http://schemas.microsoft.com/office/drawing/2014/main" id="{7CAF03C5-E730-7D41-9131-171FC6D6464C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3" name="Oval 1082">
                <a:extLst>
                  <a:ext uri="{FF2B5EF4-FFF2-40B4-BE49-F238E27FC236}">
                    <a16:creationId xmlns:a16="http://schemas.microsoft.com/office/drawing/2014/main" id="{6772E724-32B8-E34F-8742-C6108D718BCD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4" name="Oval 1083">
                <a:extLst>
                  <a:ext uri="{FF2B5EF4-FFF2-40B4-BE49-F238E27FC236}">
                    <a16:creationId xmlns:a16="http://schemas.microsoft.com/office/drawing/2014/main" id="{0AA7AC6E-DEB0-7643-99A6-1CD11C1DD1E9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5" name="Oval 1084">
                <a:extLst>
                  <a:ext uri="{FF2B5EF4-FFF2-40B4-BE49-F238E27FC236}">
                    <a16:creationId xmlns:a16="http://schemas.microsoft.com/office/drawing/2014/main" id="{466B7251-40F8-6846-A550-781CB33FD6E8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6" name="Oval 1085">
                <a:extLst>
                  <a:ext uri="{FF2B5EF4-FFF2-40B4-BE49-F238E27FC236}">
                    <a16:creationId xmlns:a16="http://schemas.microsoft.com/office/drawing/2014/main" id="{49346B28-8D27-B843-9669-E6091C0A9474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7" name="Oval 1086">
                <a:extLst>
                  <a:ext uri="{FF2B5EF4-FFF2-40B4-BE49-F238E27FC236}">
                    <a16:creationId xmlns:a16="http://schemas.microsoft.com/office/drawing/2014/main" id="{B222F5D2-CA6B-B545-9DB5-8E387AE3605C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8" name="Oval 1087">
                <a:extLst>
                  <a:ext uri="{FF2B5EF4-FFF2-40B4-BE49-F238E27FC236}">
                    <a16:creationId xmlns:a16="http://schemas.microsoft.com/office/drawing/2014/main" id="{C50F1B14-5786-CA42-BDD7-C9D57DAD19FD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9" name="Oval 1088">
                <a:extLst>
                  <a:ext uri="{FF2B5EF4-FFF2-40B4-BE49-F238E27FC236}">
                    <a16:creationId xmlns:a16="http://schemas.microsoft.com/office/drawing/2014/main" id="{AFF65D0D-4071-E144-A3FC-0D38645B1EB8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0" name="Oval 1089">
                <a:extLst>
                  <a:ext uri="{FF2B5EF4-FFF2-40B4-BE49-F238E27FC236}">
                    <a16:creationId xmlns:a16="http://schemas.microsoft.com/office/drawing/2014/main" id="{3E965032-AF51-D749-8CF7-39C66B01BBCD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1" name="Oval 1090">
                <a:extLst>
                  <a:ext uri="{FF2B5EF4-FFF2-40B4-BE49-F238E27FC236}">
                    <a16:creationId xmlns:a16="http://schemas.microsoft.com/office/drawing/2014/main" id="{B032C646-9B45-624E-B252-436ECE478467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2" name="Oval 1091">
                <a:extLst>
                  <a:ext uri="{FF2B5EF4-FFF2-40B4-BE49-F238E27FC236}">
                    <a16:creationId xmlns:a16="http://schemas.microsoft.com/office/drawing/2014/main" id="{2D77CFF1-7405-A246-B00E-9603C06113BF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3" name="Oval 1092">
                <a:extLst>
                  <a:ext uri="{FF2B5EF4-FFF2-40B4-BE49-F238E27FC236}">
                    <a16:creationId xmlns:a16="http://schemas.microsoft.com/office/drawing/2014/main" id="{10AEFE96-6E8B-AF4C-8B42-435775E6C2EC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4" name="Oval 1093">
                <a:extLst>
                  <a:ext uri="{FF2B5EF4-FFF2-40B4-BE49-F238E27FC236}">
                    <a16:creationId xmlns:a16="http://schemas.microsoft.com/office/drawing/2014/main" id="{1BBE3F17-7E8C-5440-9B57-F8A3349F8555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5" name="Oval 1094">
                <a:extLst>
                  <a:ext uri="{FF2B5EF4-FFF2-40B4-BE49-F238E27FC236}">
                    <a16:creationId xmlns:a16="http://schemas.microsoft.com/office/drawing/2014/main" id="{4CA609E4-455E-D94C-823E-8AC5A4B81512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6" name="Oval 1095">
                <a:extLst>
                  <a:ext uri="{FF2B5EF4-FFF2-40B4-BE49-F238E27FC236}">
                    <a16:creationId xmlns:a16="http://schemas.microsoft.com/office/drawing/2014/main" id="{C759F3FF-FCC5-4A4C-B54A-F10A79CD3F25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7" name="Oval 1096">
                <a:extLst>
                  <a:ext uri="{FF2B5EF4-FFF2-40B4-BE49-F238E27FC236}">
                    <a16:creationId xmlns:a16="http://schemas.microsoft.com/office/drawing/2014/main" id="{8FECACC4-A2D7-5B4E-BC24-A46003356E5D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8" name="Oval 1097">
                <a:extLst>
                  <a:ext uri="{FF2B5EF4-FFF2-40B4-BE49-F238E27FC236}">
                    <a16:creationId xmlns:a16="http://schemas.microsoft.com/office/drawing/2014/main" id="{14196871-CFAC-D44B-9B61-CF4E3B54377D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9" name="Oval 1098">
                <a:extLst>
                  <a:ext uri="{FF2B5EF4-FFF2-40B4-BE49-F238E27FC236}">
                    <a16:creationId xmlns:a16="http://schemas.microsoft.com/office/drawing/2014/main" id="{C9EA10D2-82F4-1C40-B9CB-25BB34531AFD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0" name="Oval 1099">
                <a:extLst>
                  <a:ext uri="{FF2B5EF4-FFF2-40B4-BE49-F238E27FC236}">
                    <a16:creationId xmlns:a16="http://schemas.microsoft.com/office/drawing/2014/main" id="{3319A07B-719C-A84E-81E4-F8171858C781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1" name="Oval 1100">
                <a:extLst>
                  <a:ext uri="{FF2B5EF4-FFF2-40B4-BE49-F238E27FC236}">
                    <a16:creationId xmlns:a16="http://schemas.microsoft.com/office/drawing/2014/main" id="{F153CF5A-6FCA-2A41-A6A3-CD844487537E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2" name="Oval 1101">
                <a:extLst>
                  <a:ext uri="{FF2B5EF4-FFF2-40B4-BE49-F238E27FC236}">
                    <a16:creationId xmlns:a16="http://schemas.microsoft.com/office/drawing/2014/main" id="{7B550A66-BB96-B346-8F9B-9A0272ABC33D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3" name="Oval 1102">
                <a:extLst>
                  <a:ext uri="{FF2B5EF4-FFF2-40B4-BE49-F238E27FC236}">
                    <a16:creationId xmlns:a16="http://schemas.microsoft.com/office/drawing/2014/main" id="{24DD93F1-CC09-B144-A989-43E003353230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4" name="Oval 1103">
                <a:extLst>
                  <a:ext uri="{FF2B5EF4-FFF2-40B4-BE49-F238E27FC236}">
                    <a16:creationId xmlns:a16="http://schemas.microsoft.com/office/drawing/2014/main" id="{BC87FEF4-4E24-6341-B257-A74115709A79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5" name="Oval 1104">
                <a:extLst>
                  <a:ext uri="{FF2B5EF4-FFF2-40B4-BE49-F238E27FC236}">
                    <a16:creationId xmlns:a16="http://schemas.microsoft.com/office/drawing/2014/main" id="{3C54A5D0-9153-A34E-BFC9-57D58DF139D1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6" name="Oval 1105">
                <a:extLst>
                  <a:ext uri="{FF2B5EF4-FFF2-40B4-BE49-F238E27FC236}">
                    <a16:creationId xmlns:a16="http://schemas.microsoft.com/office/drawing/2014/main" id="{5C48165B-8D8F-3F40-8CBA-1EFF11395D1D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7" name="Oval 1106">
                <a:extLst>
                  <a:ext uri="{FF2B5EF4-FFF2-40B4-BE49-F238E27FC236}">
                    <a16:creationId xmlns:a16="http://schemas.microsoft.com/office/drawing/2014/main" id="{73E0EBEE-544A-F845-A55B-D098770B4E66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8" name="Oval 1107">
                <a:extLst>
                  <a:ext uri="{FF2B5EF4-FFF2-40B4-BE49-F238E27FC236}">
                    <a16:creationId xmlns:a16="http://schemas.microsoft.com/office/drawing/2014/main" id="{4C7690CC-F2A5-AE40-A466-D47EC80EFA96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9" name="Oval 1108">
                <a:extLst>
                  <a:ext uri="{FF2B5EF4-FFF2-40B4-BE49-F238E27FC236}">
                    <a16:creationId xmlns:a16="http://schemas.microsoft.com/office/drawing/2014/main" id="{A79E308E-A78B-1246-BC68-AAF036BBD6B7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0" name="Oval 1109">
                <a:extLst>
                  <a:ext uri="{FF2B5EF4-FFF2-40B4-BE49-F238E27FC236}">
                    <a16:creationId xmlns:a16="http://schemas.microsoft.com/office/drawing/2014/main" id="{3091D332-4F38-C645-B614-E22B54C24D00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1" name="Oval 1110">
                <a:extLst>
                  <a:ext uri="{FF2B5EF4-FFF2-40B4-BE49-F238E27FC236}">
                    <a16:creationId xmlns:a16="http://schemas.microsoft.com/office/drawing/2014/main" id="{FE521AF3-3FC7-FB40-9B7F-E473C1298A71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2" name="Oval 1111">
                <a:extLst>
                  <a:ext uri="{FF2B5EF4-FFF2-40B4-BE49-F238E27FC236}">
                    <a16:creationId xmlns:a16="http://schemas.microsoft.com/office/drawing/2014/main" id="{62BE04A3-F56E-6542-9B36-D0A6F5C24470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3" name="Oval 1112">
                <a:extLst>
                  <a:ext uri="{FF2B5EF4-FFF2-40B4-BE49-F238E27FC236}">
                    <a16:creationId xmlns:a16="http://schemas.microsoft.com/office/drawing/2014/main" id="{5E95212E-E006-CF42-AB91-5D64C4787149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4" name="Oval 1113">
                <a:extLst>
                  <a:ext uri="{FF2B5EF4-FFF2-40B4-BE49-F238E27FC236}">
                    <a16:creationId xmlns:a16="http://schemas.microsoft.com/office/drawing/2014/main" id="{346EAACB-D00B-3C4D-A23D-043CF1DB73D9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5" name="Oval 1114">
                <a:extLst>
                  <a:ext uri="{FF2B5EF4-FFF2-40B4-BE49-F238E27FC236}">
                    <a16:creationId xmlns:a16="http://schemas.microsoft.com/office/drawing/2014/main" id="{BB9A8A75-0A57-5243-A90B-B9E9CA3EA364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6" name="Oval 1115">
                <a:extLst>
                  <a:ext uri="{FF2B5EF4-FFF2-40B4-BE49-F238E27FC236}">
                    <a16:creationId xmlns:a16="http://schemas.microsoft.com/office/drawing/2014/main" id="{BCE9758C-DAA4-E74D-AFF3-6BD4FB36D268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7" name="Oval 1116">
                <a:extLst>
                  <a:ext uri="{FF2B5EF4-FFF2-40B4-BE49-F238E27FC236}">
                    <a16:creationId xmlns:a16="http://schemas.microsoft.com/office/drawing/2014/main" id="{E05CCDED-F71D-B648-9FB3-7A66F38C8E0A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8" name="Oval 1117">
                <a:extLst>
                  <a:ext uri="{FF2B5EF4-FFF2-40B4-BE49-F238E27FC236}">
                    <a16:creationId xmlns:a16="http://schemas.microsoft.com/office/drawing/2014/main" id="{DC346EAA-0D0F-024E-A99F-3EBF0A8BD2C9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9" name="Oval 1118">
                <a:extLst>
                  <a:ext uri="{FF2B5EF4-FFF2-40B4-BE49-F238E27FC236}">
                    <a16:creationId xmlns:a16="http://schemas.microsoft.com/office/drawing/2014/main" id="{02224E88-C90A-354D-B086-BE185B2E0AE9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0" name="Oval 1119">
                <a:extLst>
                  <a:ext uri="{FF2B5EF4-FFF2-40B4-BE49-F238E27FC236}">
                    <a16:creationId xmlns:a16="http://schemas.microsoft.com/office/drawing/2014/main" id="{F9C82135-04BF-1C42-BCE0-523AEFECD1C4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1" name="Oval 1120">
                <a:extLst>
                  <a:ext uri="{FF2B5EF4-FFF2-40B4-BE49-F238E27FC236}">
                    <a16:creationId xmlns:a16="http://schemas.microsoft.com/office/drawing/2014/main" id="{EE0360DE-8859-B843-A8E3-E2A547A99F22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2" name="Oval 1121">
                <a:extLst>
                  <a:ext uri="{FF2B5EF4-FFF2-40B4-BE49-F238E27FC236}">
                    <a16:creationId xmlns:a16="http://schemas.microsoft.com/office/drawing/2014/main" id="{A64DB1F9-7AF0-C242-8C4B-AA736D579BB6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3" name="Oval 1122">
                <a:extLst>
                  <a:ext uri="{FF2B5EF4-FFF2-40B4-BE49-F238E27FC236}">
                    <a16:creationId xmlns:a16="http://schemas.microsoft.com/office/drawing/2014/main" id="{3886B5D3-6219-DE4D-84F1-20AA13EA7A95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4" name="Oval 1123">
                <a:extLst>
                  <a:ext uri="{FF2B5EF4-FFF2-40B4-BE49-F238E27FC236}">
                    <a16:creationId xmlns:a16="http://schemas.microsoft.com/office/drawing/2014/main" id="{1441F29E-0861-4B42-A09A-09C9F70E74F8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5" name="Oval 1124">
                <a:extLst>
                  <a:ext uri="{FF2B5EF4-FFF2-40B4-BE49-F238E27FC236}">
                    <a16:creationId xmlns:a16="http://schemas.microsoft.com/office/drawing/2014/main" id="{A2D58981-A26A-D044-831A-5CDE17DD28E1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6" name="Oval 1125">
                <a:extLst>
                  <a:ext uri="{FF2B5EF4-FFF2-40B4-BE49-F238E27FC236}">
                    <a16:creationId xmlns:a16="http://schemas.microsoft.com/office/drawing/2014/main" id="{9D48CAB7-F260-E542-9E96-499D884D1E24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7" name="Oval 1126">
                <a:extLst>
                  <a:ext uri="{FF2B5EF4-FFF2-40B4-BE49-F238E27FC236}">
                    <a16:creationId xmlns:a16="http://schemas.microsoft.com/office/drawing/2014/main" id="{DD60D778-787C-A145-9DB9-35C6E4AEC37A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8" name="Oval 1127">
                <a:extLst>
                  <a:ext uri="{FF2B5EF4-FFF2-40B4-BE49-F238E27FC236}">
                    <a16:creationId xmlns:a16="http://schemas.microsoft.com/office/drawing/2014/main" id="{FBF26CEA-474E-8B42-9E4D-D49A4D759377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9" name="Oval 1128">
                <a:extLst>
                  <a:ext uri="{FF2B5EF4-FFF2-40B4-BE49-F238E27FC236}">
                    <a16:creationId xmlns:a16="http://schemas.microsoft.com/office/drawing/2014/main" id="{84CF6D2D-3D6C-174D-A490-896A9C8BE946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0" name="Oval 1129">
                <a:extLst>
                  <a:ext uri="{FF2B5EF4-FFF2-40B4-BE49-F238E27FC236}">
                    <a16:creationId xmlns:a16="http://schemas.microsoft.com/office/drawing/2014/main" id="{2418F20C-BCE5-384D-9252-6ECDD58CE60C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1" name="Oval 1130">
                <a:extLst>
                  <a:ext uri="{FF2B5EF4-FFF2-40B4-BE49-F238E27FC236}">
                    <a16:creationId xmlns:a16="http://schemas.microsoft.com/office/drawing/2014/main" id="{8579ADAD-4E82-3144-A02D-402F6BB60845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20B2E43F-0ABA-F54B-B2DD-4AACA7F2C9EA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B8A30AE0-DA16-0448-8F3D-330D84F4F0D3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4" name="Oval 1133">
                <a:extLst>
                  <a:ext uri="{FF2B5EF4-FFF2-40B4-BE49-F238E27FC236}">
                    <a16:creationId xmlns:a16="http://schemas.microsoft.com/office/drawing/2014/main" id="{5A3D26E5-0F11-F541-8BE0-DFAAAC0DD662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5" name="Oval 1134">
                <a:extLst>
                  <a:ext uri="{FF2B5EF4-FFF2-40B4-BE49-F238E27FC236}">
                    <a16:creationId xmlns:a16="http://schemas.microsoft.com/office/drawing/2014/main" id="{0BDB9920-ADA2-2D46-9DEE-51F9F6AD46B0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6" name="Oval 1135">
                <a:extLst>
                  <a:ext uri="{FF2B5EF4-FFF2-40B4-BE49-F238E27FC236}">
                    <a16:creationId xmlns:a16="http://schemas.microsoft.com/office/drawing/2014/main" id="{E688D972-2BB7-CF49-88FA-7C70A912E8AF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7" name="Oval 1136">
                <a:extLst>
                  <a:ext uri="{FF2B5EF4-FFF2-40B4-BE49-F238E27FC236}">
                    <a16:creationId xmlns:a16="http://schemas.microsoft.com/office/drawing/2014/main" id="{80337C70-A12A-5E43-BB37-B388BD79B3E4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8" name="Oval 1137">
                <a:extLst>
                  <a:ext uri="{FF2B5EF4-FFF2-40B4-BE49-F238E27FC236}">
                    <a16:creationId xmlns:a16="http://schemas.microsoft.com/office/drawing/2014/main" id="{590EA961-2214-864E-B29C-3035F2CDE548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9" name="Oval 1138">
                <a:extLst>
                  <a:ext uri="{FF2B5EF4-FFF2-40B4-BE49-F238E27FC236}">
                    <a16:creationId xmlns:a16="http://schemas.microsoft.com/office/drawing/2014/main" id="{0DCF90F9-A05C-9342-A21D-4248A8D29229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0" name="Oval 1139">
                <a:extLst>
                  <a:ext uri="{FF2B5EF4-FFF2-40B4-BE49-F238E27FC236}">
                    <a16:creationId xmlns:a16="http://schemas.microsoft.com/office/drawing/2014/main" id="{E5C12E87-A7EE-AA4A-AA5C-2BC3A4345249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1" name="Oval 1140">
                <a:extLst>
                  <a:ext uri="{FF2B5EF4-FFF2-40B4-BE49-F238E27FC236}">
                    <a16:creationId xmlns:a16="http://schemas.microsoft.com/office/drawing/2014/main" id="{B3842A29-4469-AD4D-B837-245AEC8AFF50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2" name="Oval 1141">
                <a:extLst>
                  <a:ext uri="{FF2B5EF4-FFF2-40B4-BE49-F238E27FC236}">
                    <a16:creationId xmlns:a16="http://schemas.microsoft.com/office/drawing/2014/main" id="{405FB4C6-9F99-4140-AEE3-34382C13EFCE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3" name="Oval 1142">
                <a:extLst>
                  <a:ext uri="{FF2B5EF4-FFF2-40B4-BE49-F238E27FC236}">
                    <a16:creationId xmlns:a16="http://schemas.microsoft.com/office/drawing/2014/main" id="{4C07418E-A7A2-6749-B904-FDBC6F799677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4" name="Oval 1143">
                <a:extLst>
                  <a:ext uri="{FF2B5EF4-FFF2-40B4-BE49-F238E27FC236}">
                    <a16:creationId xmlns:a16="http://schemas.microsoft.com/office/drawing/2014/main" id="{AC6EEA1C-F946-1345-995D-CD770668E3C7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5" name="Oval 1144">
                <a:extLst>
                  <a:ext uri="{FF2B5EF4-FFF2-40B4-BE49-F238E27FC236}">
                    <a16:creationId xmlns:a16="http://schemas.microsoft.com/office/drawing/2014/main" id="{43D6768D-48AC-0046-8A50-1B56165A2FE4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6" name="Oval 1145">
                <a:extLst>
                  <a:ext uri="{FF2B5EF4-FFF2-40B4-BE49-F238E27FC236}">
                    <a16:creationId xmlns:a16="http://schemas.microsoft.com/office/drawing/2014/main" id="{4F5A4FEA-738C-404A-919F-D21BAF6E60AE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67F0F99-6E89-6949-84DD-E642C04F43C9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8" name="Oval 1147">
                <a:extLst>
                  <a:ext uri="{FF2B5EF4-FFF2-40B4-BE49-F238E27FC236}">
                    <a16:creationId xmlns:a16="http://schemas.microsoft.com/office/drawing/2014/main" id="{6F5A96A9-5CFB-F34B-9215-0A1942992CAD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44B11FBC-664E-8545-8028-9DABACBEC3E0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0" name="Oval 1149">
                <a:extLst>
                  <a:ext uri="{FF2B5EF4-FFF2-40B4-BE49-F238E27FC236}">
                    <a16:creationId xmlns:a16="http://schemas.microsoft.com/office/drawing/2014/main" id="{BAFA42ED-F5B6-1D4A-B259-110103B65E75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1" name="Oval 1150">
                <a:extLst>
                  <a:ext uri="{FF2B5EF4-FFF2-40B4-BE49-F238E27FC236}">
                    <a16:creationId xmlns:a16="http://schemas.microsoft.com/office/drawing/2014/main" id="{311CC13B-EA7D-8046-AF69-03544D97C046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2" name="Oval 1151">
                <a:extLst>
                  <a:ext uri="{FF2B5EF4-FFF2-40B4-BE49-F238E27FC236}">
                    <a16:creationId xmlns:a16="http://schemas.microsoft.com/office/drawing/2014/main" id="{4C066D16-1591-AB43-9A38-3635EDF5DDE7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D5D729B9-E543-E14E-8A04-044498362D62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4" name="Oval 1153">
                <a:extLst>
                  <a:ext uri="{FF2B5EF4-FFF2-40B4-BE49-F238E27FC236}">
                    <a16:creationId xmlns:a16="http://schemas.microsoft.com/office/drawing/2014/main" id="{D30942F6-5DF0-0844-BDC0-C0EDCCE369C0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6242CB91-6C7E-0144-9A9A-D4FE4D636C44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6" name="Oval 1155">
                <a:extLst>
                  <a:ext uri="{FF2B5EF4-FFF2-40B4-BE49-F238E27FC236}">
                    <a16:creationId xmlns:a16="http://schemas.microsoft.com/office/drawing/2014/main" id="{6C2B9595-27C5-4E48-A8DD-054763888AA7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7" name="Oval 1156">
                <a:extLst>
                  <a:ext uri="{FF2B5EF4-FFF2-40B4-BE49-F238E27FC236}">
                    <a16:creationId xmlns:a16="http://schemas.microsoft.com/office/drawing/2014/main" id="{1B9E0B5D-152B-784C-B90B-AE30BE5DE5DC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8" name="Oval 1157">
                <a:extLst>
                  <a:ext uri="{FF2B5EF4-FFF2-40B4-BE49-F238E27FC236}">
                    <a16:creationId xmlns:a16="http://schemas.microsoft.com/office/drawing/2014/main" id="{737D66C3-501B-FE40-84F7-C86651455EC0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59" name="Oval 1158">
                <a:extLst>
                  <a:ext uri="{FF2B5EF4-FFF2-40B4-BE49-F238E27FC236}">
                    <a16:creationId xmlns:a16="http://schemas.microsoft.com/office/drawing/2014/main" id="{A9CE1FC3-FB27-A24C-BE11-5EE9EA5B0479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0" name="Oval 1159">
                <a:extLst>
                  <a:ext uri="{FF2B5EF4-FFF2-40B4-BE49-F238E27FC236}">
                    <a16:creationId xmlns:a16="http://schemas.microsoft.com/office/drawing/2014/main" id="{250FDA65-07C7-DE41-BA39-3F956B7C079B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1" name="Oval 1160">
                <a:extLst>
                  <a:ext uri="{FF2B5EF4-FFF2-40B4-BE49-F238E27FC236}">
                    <a16:creationId xmlns:a16="http://schemas.microsoft.com/office/drawing/2014/main" id="{CDE1EB57-A18F-254E-AA54-1404FA6BDAA8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695F3F48-DFB7-7A46-B2FC-4504695099F7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3" name="Oval 1162">
                <a:extLst>
                  <a:ext uri="{FF2B5EF4-FFF2-40B4-BE49-F238E27FC236}">
                    <a16:creationId xmlns:a16="http://schemas.microsoft.com/office/drawing/2014/main" id="{BAF09DC4-EED3-A04B-9814-899D3AF5BD55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4DF8204A-8FD7-7248-862F-6CA26C111E56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5" name="Oval 1164">
                <a:extLst>
                  <a:ext uri="{FF2B5EF4-FFF2-40B4-BE49-F238E27FC236}">
                    <a16:creationId xmlns:a16="http://schemas.microsoft.com/office/drawing/2014/main" id="{F9EE1178-8C56-694C-BA02-6B0031034FCE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6" name="Oval 1165">
                <a:extLst>
                  <a:ext uri="{FF2B5EF4-FFF2-40B4-BE49-F238E27FC236}">
                    <a16:creationId xmlns:a16="http://schemas.microsoft.com/office/drawing/2014/main" id="{00D60506-9692-7F4F-8CB4-63933A637DAB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7" name="Oval 1166">
                <a:extLst>
                  <a:ext uri="{FF2B5EF4-FFF2-40B4-BE49-F238E27FC236}">
                    <a16:creationId xmlns:a16="http://schemas.microsoft.com/office/drawing/2014/main" id="{38E9597A-867C-FC47-82F4-C05F908CE9EC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8" name="Oval 1167">
                <a:extLst>
                  <a:ext uri="{FF2B5EF4-FFF2-40B4-BE49-F238E27FC236}">
                    <a16:creationId xmlns:a16="http://schemas.microsoft.com/office/drawing/2014/main" id="{86440E3F-50FF-ED40-81B2-A370CB04F5A3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69" name="Oval 1168">
                <a:extLst>
                  <a:ext uri="{FF2B5EF4-FFF2-40B4-BE49-F238E27FC236}">
                    <a16:creationId xmlns:a16="http://schemas.microsoft.com/office/drawing/2014/main" id="{05F6B748-85DB-F447-9227-BA12560E88E0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0" name="Oval 1169">
                <a:extLst>
                  <a:ext uri="{FF2B5EF4-FFF2-40B4-BE49-F238E27FC236}">
                    <a16:creationId xmlns:a16="http://schemas.microsoft.com/office/drawing/2014/main" id="{56C6FB35-7B4D-3243-BABB-3E21DAADBEDB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1" name="Oval 1170">
                <a:extLst>
                  <a:ext uri="{FF2B5EF4-FFF2-40B4-BE49-F238E27FC236}">
                    <a16:creationId xmlns:a16="http://schemas.microsoft.com/office/drawing/2014/main" id="{9CCA6FEF-BE67-7541-9937-DF32D634322E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2" name="Oval 1171">
                <a:extLst>
                  <a:ext uri="{FF2B5EF4-FFF2-40B4-BE49-F238E27FC236}">
                    <a16:creationId xmlns:a16="http://schemas.microsoft.com/office/drawing/2014/main" id="{C0E8B375-5D9D-954E-987E-623639780363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E395BA0C-BF83-304B-A7E4-921090270291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4" name="Oval 1173">
                <a:extLst>
                  <a:ext uri="{FF2B5EF4-FFF2-40B4-BE49-F238E27FC236}">
                    <a16:creationId xmlns:a16="http://schemas.microsoft.com/office/drawing/2014/main" id="{C646FFB4-43F1-884E-BEF8-8066FEED95BA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5" name="Oval 1174">
                <a:extLst>
                  <a:ext uri="{FF2B5EF4-FFF2-40B4-BE49-F238E27FC236}">
                    <a16:creationId xmlns:a16="http://schemas.microsoft.com/office/drawing/2014/main" id="{D889BDA8-18DC-DA4F-BC3D-B59C70F01F00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6" name="Oval 1175">
                <a:extLst>
                  <a:ext uri="{FF2B5EF4-FFF2-40B4-BE49-F238E27FC236}">
                    <a16:creationId xmlns:a16="http://schemas.microsoft.com/office/drawing/2014/main" id="{61B93E3E-2C14-714C-A7A3-BA822ACADF29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7" name="Oval 1176">
                <a:extLst>
                  <a:ext uri="{FF2B5EF4-FFF2-40B4-BE49-F238E27FC236}">
                    <a16:creationId xmlns:a16="http://schemas.microsoft.com/office/drawing/2014/main" id="{B50335BD-2323-3D42-9D0C-CA0D3FCA1A5C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8" name="Oval 1177">
                <a:extLst>
                  <a:ext uri="{FF2B5EF4-FFF2-40B4-BE49-F238E27FC236}">
                    <a16:creationId xmlns:a16="http://schemas.microsoft.com/office/drawing/2014/main" id="{92709E0C-5F86-9C4D-8041-0249D5EA5E0B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79" name="Oval 1178">
                <a:extLst>
                  <a:ext uri="{FF2B5EF4-FFF2-40B4-BE49-F238E27FC236}">
                    <a16:creationId xmlns:a16="http://schemas.microsoft.com/office/drawing/2014/main" id="{A57DBB1F-238F-014E-B05A-E722EF860FBC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DA667962-44CA-084B-A9B3-BD2215B07260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1" name="Oval 1180">
                <a:extLst>
                  <a:ext uri="{FF2B5EF4-FFF2-40B4-BE49-F238E27FC236}">
                    <a16:creationId xmlns:a16="http://schemas.microsoft.com/office/drawing/2014/main" id="{0DF1483A-2EC5-B149-B41D-4E8F043B6565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BDD2CB64-8E21-EC4E-96F2-5E8ECFCB1D05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3" name="Oval 1182">
                <a:extLst>
                  <a:ext uri="{FF2B5EF4-FFF2-40B4-BE49-F238E27FC236}">
                    <a16:creationId xmlns:a16="http://schemas.microsoft.com/office/drawing/2014/main" id="{C58A8F52-FBD4-A542-AD99-4B613F99EDD4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4" name="Oval 1183">
                <a:extLst>
                  <a:ext uri="{FF2B5EF4-FFF2-40B4-BE49-F238E27FC236}">
                    <a16:creationId xmlns:a16="http://schemas.microsoft.com/office/drawing/2014/main" id="{C945B25C-E39D-B649-B523-365BD22AB130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5" name="Oval 1184">
                <a:extLst>
                  <a:ext uri="{FF2B5EF4-FFF2-40B4-BE49-F238E27FC236}">
                    <a16:creationId xmlns:a16="http://schemas.microsoft.com/office/drawing/2014/main" id="{9B36A13A-E031-4643-8939-9714F2CB1877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6" name="Oval 1185">
                <a:extLst>
                  <a:ext uri="{FF2B5EF4-FFF2-40B4-BE49-F238E27FC236}">
                    <a16:creationId xmlns:a16="http://schemas.microsoft.com/office/drawing/2014/main" id="{7595E264-DD4F-B149-8B16-49DD38B7A1EE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7" name="Oval 1186">
                <a:extLst>
                  <a:ext uri="{FF2B5EF4-FFF2-40B4-BE49-F238E27FC236}">
                    <a16:creationId xmlns:a16="http://schemas.microsoft.com/office/drawing/2014/main" id="{89134D5B-1EDF-5F46-9B6C-EEB6A4CA52AF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8" name="Oval 1187">
                <a:extLst>
                  <a:ext uri="{FF2B5EF4-FFF2-40B4-BE49-F238E27FC236}">
                    <a16:creationId xmlns:a16="http://schemas.microsoft.com/office/drawing/2014/main" id="{268D2608-DCD5-CA45-B2A9-2394271A6163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4203658E-7C5D-894A-A94B-A4E7C1F3D162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A3A482CF-E412-DD48-B767-48E1DC45A5CD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A5F4FAF9-0C67-B541-93D0-09D05F3FD7B9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92" name="Group 1191">
              <a:extLst>
                <a:ext uri="{FF2B5EF4-FFF2-40B4-BE49-F238E27FC236}">
                  <a16:creationId xmlns:a16="http://schemas.microsoft.com/office/drawing/2014/main" id="{2F983AED-7ACC-C24D-894E-DD324F0E73EF}"/>
                </a:ext>
              </a:extLst>
            </p:cNvPr>
            <p:cNvGrpSpPr/>
            <p:nvPr/>
          </p:nvGrpSpPr>
          <p:grpSpPr>
            <a:xfrm rot="1434984">
              <a:off x="3235596" y="5008454"/>
              <a:ext cx="686823" cy="439136"/>
              <a:chOff x="5871652" y="6279397"/>
              <a:chExt cx="686823" cy="439136"/>
            </a:xfrm>
          </p:grpSpPr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224D97ED-57F6-034A-8915-61A7F8FCC227}"/>
                  </a:ext>
                </a:extLst>
              </p:cNvPr>
              <p:cNvSpPr/>
              <p:nvPr/>
            </p:nvSpPr>
            <p:spPr>
              <a:xfrm rot="17421667">
                <a:off x="5962111" y="6248061"/>
                <a:ext cx="147799" cy="230790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6FA03B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45AD6113-8A5C-8245-B785-2E2CE51612B1}"/>
                  </a:ext>
                </a:extLst>
              </p:cNvPr>
              <p:cNvSpPr/>
              <p:nvPr/>
            </p:nvSpPr>
            <p:spPr>
              <a:xfrm rot="18535560" flipH="1">
                <a:off x="6065278" y="6197211"/>
                <a:ext cx="146579" cy="338361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4E887F61-1F61-E14B-B6B1-6C7B38120A1C}"/>
                  </a:ext>
                </a:extLst>
              </p:cNvPr>
              <p:cNvSpPr/>
              <p:nvPr/>
            </p:nvSpPr>
            <p:spPr>
              <a:xfrm rot="18535560">
                <a:off x="5968342" y="6315152"/>
                <a:ext cx="147799" cy="341179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84BE47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6" name="Rectangle 1195">
                <a:extLst>
                  <a:ext uri="{FF2B5EF4-FFF2-40B4-BE49-F238E27FC236}">
                    <a16:creationId xmlns:a16="http://schemas.microsoft.com/office/drawing/2014/main" id="{9856EA3A-D394-5141-92B9-4CBC3914CDCF}"/>
                  </a:ext>
                </a:extLst>
              </p:cNvPr>
              <p:cNvSpPr/>
              <p:nvPr/>
            </p:nvSpPr>
            <p:spPr>
              <a:xfrm rot="18535560">
                <a:off x="6119618" y="6244121"/>
                <a:ext cx="142391" cy="50489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197" name="Oval 1196">
                <a:extLst>
                  <a:ext uri="{FF2B5EF4-FFF2-40B4-BE49-F238E27FC236}">
                    <a16:creationId xmlns:a16="http://schemas.microsoft.com/office/drawing/2014/main" id="{66224B88-E71B-E049-9838-37DAFE22F9C9}"/>
                  </a:ext>
                </a:extLst>
              </p:cNvPr>
              <p:cNvSpPr/>
              <p:nvPr/>
            </p:nvSpPr>
            <p:spPr>
              <a:xfrm rot="18535560">
                <a:off x="5929443" y="6341203"/>
                <a:ext cx="32213" cy="24486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A0F5A6BC-2F7B-FD44-B977-796D5251C88D}"/>
                  </a:ext>
                </a:extLst>
              </p:cNvPr>
              <p:cNvSpPr/>
              <p:nvPr/>
            </p:nvSpPr>
            <p:spPr>
              <a:xfrm rot="18535560">
                <a:off x="5936891" y="636058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99" name="Oval 1198">
                <a:extLst>
                  <a:ext uri="{FF2B5EF4-FFF2-40B4-BE49-F238E27FC236}">
                    <a16:creationId xmlns:a16="http://schemas.microsoft.com/office/drawing/2014/main" id="{443088E5-4821-2C40-8307-4F1A7F6C0A03}"/>
                  </a:ext>
                </a:extLst>
              </p:cNvPr>
              <p:cNvSpPr/>
              <p:nvPr/>
            </p:nvSpPr>
            <p:spPr>
              <a:xfrm rot="18535560">
                <a:off x="5954255" y="633452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529D38A3-C8D9-CA43-8289-E20BDE13A160}"/>
                  </a:ext>
                </a:extLst>
              </p:cNvPr>
              <p:cNvSpPr/>
              <p:nvPr/>
            </p:nvSpPr>
            <p:spPr>
              <a:xfrm rot="18535560">
                <a:off x="5971959" y="631260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1" name="Oval 1200">
                <a:extLst>
                  <a:ext uri="{FF2B5EF4-FFF2-40B4-BE49-F238E27FC236}">
                    <a16:creationId xmlns:a16="http://schemas.microsoft.com/office/drawing/2014/main" id="{DB818DB9-477B-DE48-8640-EB5AFAB0ACE9}"/>
                  </a:ext>
                </a:extLst>
              </p:cNvPr>
              <p:cNvSpPr/>
              <p:nvPr/>
            </p:nvSpPr>
            <p:spPr>
              <a:xfrm rot="18535560">
                <a:off x="5995195" y="628383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2" name="Oval 1201">
                <a:extLst>
                  <a:ext uri="{FF2B5EF4-FFF2-40B4-BE49-F238E27FC236}">
                    <a16:creationId xmlns:a16="http://schemas.microsoft.com/office/drawing/2014/main" id="{6AA0EB32-DD6C-CE40-9DF1-B7AFF3D4D990}"/>
                  </a:ext>
                </a:extLst>
              </p:cNvPr>
              <p:cNvSpPr/>
              <p:nvPr/>
            </p:nvSpPr>
            <p:spPr>
              <a:xfrm rot="18535560">
                <a:off x="5952745" y="6313963"/>
                <a:ext cx="31259" cy="23761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3" name="Oval 1202">
                <a:extLst>
                  <a:ext uri="{FF2B5EF4-FFF2-40B4-BE49-F238E27FC236}">
                    <a16:creationId xmlns:a16="http://schemas.microsoft.com/office/drawing/2014/main" id="{E6E200CE-B678-6A4D-AE76-BA43AC6686C0}"/>
                  </a:ext>
                </a:extLst>
              </p:cNvPr>
              <p:cNvSpPr/>
              <p:nvPr/>
            </p:nvSpPr>
            <p:spPr>
              <a:xfrm rot="18535560">
                <a:off x="5975491" y="6287033"/>
                <a:ext cx="32958" cy="22209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4" name="Oval 1203">
                <a:extLst>
                  <a:ext uri="{FF2B5EF4-FFF2-40B4-BE49-F238E27FC236}">
                    <a16:creationId xmlns:a16="http://schemas.microsoft.com/office/drawing/2014/main" id="{59FD8C72-50C7-0740-9AFB-6E14FB7D1D1F}"/>
                  </a:ext>
                </a:extLst>
              </p:cNvPr>
              <p:cNvSpPr/>
              <p:nvPr/>
            </p:nvSpPr>
            <p:spPr>
              <a:xfrm rot="18535560">
                <a:off x="5938537" y="6393133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5" name="Oval 1204">
                <a:extLst>
                  <a:ext uri="{FF2B5EF4-FFF2-40B4-BE49-F238E27FC236}">
                    <a16:creationId xmlns:a16="http://schemas.microsoft.com/office/drawing/2014/main" id="{9E135F14-E8F0-DB45-83DE-B43F8FE9EFD1}"/>
                  </a:ext>
                </a:extLst>
              </p:cNvPr>
              <p:cNvSpPr/>
              <p:nvPr/>
            </p:nvSpPr>
            <p:spPr>
              <a:xfrm rot="18535560">
                <a:off x="5961773" y="63643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6" name="Oval 1205">
                <a:extLst>
                  <a:ext uri="{FF2B5EF4-FFF2-40B4-BE49-F238E27FC236}">
                    <a16:creationId xmlns:a16="http://schemas.microsoft.com/office/drawing/2014/main" id="{9E25177A-01CD-0E46-818C-07C8C70203AC}"/>
                  </a:ext>
                </a:extLst>
              </p:cNvPr>
              <p:cNvSpPr/>
              <p:nvPr/>
            </p:nvSpPr>
            <p:spPr>
              <a:xfrm rot="18535560">
                <a:off x="5979476" y="634244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59EC2FD9-E5B6-1942-92E7-E5E8D1A2873D}"/>
                  </a:ext>
                </a:extLst>
              </p:cNvPr>
              <p:cNvSpPr/>
              <p:nvPr/>
            </p:nvSpPr>
            <p:spPr>
              <a:xfrm rot="18535560">
                <a:off x="6002713" y="631367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8" name="Oval 1207">
                <a:extLst>
                  <a:ext uri="{FF2B5EF4-FFF2-40B4-BE49-F238E27FC236}">
                    <a16:creationId xmlns:a16="http://schemas.microsoft.com/office/drawing/2014/main" id="{36DAB1C5-8E2D-8049-AD76-AF4D01D7A8B5}"/>
                  </a:ext>
                </a:extLst>
              </p:cNvPr>
              <p:cNvSpPr/>
              <p:nvPr/>
            </p:nvSpPr>
            <p:spPr>
              <a:xfrm rot="18535560">
                <a:off x="6022271" y="628759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EBE55D6D-0130-2B40-B7D0-B669F435E882}"/>
                  </a:ext>
                </a:extLst>
              </p:cNvPr>
              <p:cNvSpPr/>
              <p:nvPr/>
            </p:nvSpPr>
            <p:spPr>
              <a:xfrm rot="18535560">
                <a:off x="5958616" y="6403691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0" name="Oval 1209">
                <a:extLst>
                  <a:ext uri="{FF2B5EF4-FFF2-40B4-BE49-F238E27FC236}">
                    <a16:creationId xmlns:a16="http://schemas.microsoft.com/office/drawing/2014/main" id="{565993FC-2774-C54C-8F45-DB629D599BE3}"/>
                  </a:ext>
                </a:extLst>
              </p:cNvPr>
              <p:cNvSpPr/>
              <p:nvPr/>
            </p:nvSpPr>
            <p:spPr>
              <a:xfrm rot="18535560">
                <a:off x="5976759" y="63849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1" name="Oval 1210">
                <a:extLst>
                  <a:ext uri="{FF2B5EF4-FFF2-40B4-BE49-F238E27FC236}">
                    <a16:creationId xmlns:a16="http://schemas.microsoft.com/office/drawing/2014/main" id="{B4C8D69C-ABD8-FF4E-8013-C0E281F1262C}"/>
                  </a:ext>
                </a:extLst>
              </p:cNvPr>
              <p:cNvSpPr/>
              <p:nvPr/>
            </p:nvSpPr>
            <p:spPr>
              <a:xfrm rot="18535560">
                <a:off x="5994934" y="636058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2" name="Oval 1211">
                <a:extLst>
                  <a:ext uri="{FF2B5EF4-FFF2-40B4-BE49-F238E27FC236}">
                    <a16:creationId xmlns:a16="http://schemas.microsoft.com/office/drawing/2014/main" id="{01D19445-B19F-9A4A-BF18-658DF6E5A5B9}"/>
                  </a:ext>
                </a:extLst>
              </p:cNvPr>
              <p:cNvSpPr/>
              <p:nvPr/>
            </p:nvSpPr>
            <p:spPr>
              <a:xfrm rot="18535560">
                <a:off x="6019553" y="63301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3" name="Oval 1212">
                <a:extLst>
                  <a:ext uri="{FF2B5EF4-FFF2-40B4-BE49-F238E27FC236}">
                    <a16:creationId xmlns:a16="http://schemas.microsoft.com/office/drawing/2014/main" id="{54B1BA4D-DF34-E64D-84B1-CC71011E1E92}"/>
                  </a:ext>
                </a:extLst>
              </p:cNvPr>
              <p:cNvSpPr/>
              <p:nvPr/>
            </p:nvSpPr>
            <p:spPr>
              <a:xfrm rot="18535560">
                <a:off x="6042350" y="62981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4" name="Oval 1213">
                <a:extLst>
                  <a:ext uri="{FF2B5EF4-FFF2-40B4-BE49-F238E27FC236}">
                    <a16:creationId xmlns:a16="http://schemas.microsoft.com/office/drawing/2014/main" id="{ADAAB668-6935-6C4F-BE75-AE02656506A9}"/>
                  </a:ext>
                </a:extLst>
              </p:cNvPr>
              <p:cNvSpPr/>
              <p:nvPr/>
            </p:nvSpPr>
            <p:spPr>
              <a:xfrm rot="18535560">
                <a:off x="5974595" y="6426784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5" name="Oval 1214">
                <a:extLst>
                  <a:ext uri="{FF2B5EF4-FFF2-40B4-BE49-F238E27FC236}">
                    <a16:creationId xmlns:a16="http://schemas.microsoft.com/office/drawing/2014/main" id="{0EF3130C-AD66-744E-8C8E-541C5FCE721D}"/>
                  </a:ext>
                </a:extLst>
              </p:cNvPr>
              <p:cNvSpPr/>
              <p:nvPr/>
            </p:nvSpPr>
            <p:spPr>
              <a:xfrm rot="18535560">
                <a:off x="5997831" y="639801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6" name="Oval 1215">
                <a:extLst>
                  <a:ext uri="{FF2B5EF4-FFF2-40B4-BE49-F238E27FC236}">
                    <a16:creationId xmlns:a16="http://schemas.microsoft.com/office/drawing/2014/main" id="{3124CE0D-414F-304A-B788-A5D46DAB23CE}"/>
                  </a:ext>
                </a:extLst>
              </p:cNvPr>
              <p:cNvSpPr/>
              <p:nvPr/>
            </p:nvSpPr>
            <p:spPr>
              <a:xfrm rot="18535560">
                <a:off x="6015534" y="63760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7" name="Oval 1216">
                <a:extLst>
                  <a:ext uri="{FF2B5EF4-FFF2-40B4-BE49-F238E27FC236}">
                    <a16:creationId xmlns:a16="http://schemas.microsoft.com/office/drawing/2014/main" id="{AC0E61AD-E95A-084F-9624-1E0C928DB8EF}"/>
                  </a:ext>
                </a:extLst>
              </p:cNvPr>
              <p:cNvSpPr/>
              <p:nvPr/>
            </p:nvSpPr>
            <p:spPr>
              <a:xfrm rot="18535560">
                <a:off x="6038770" y="634732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8" name="Oval 1217">
                <a:extLst>
                  <a:ext uri="{FF2B5EF4-FFF2-40B4-BE49-F238E27FC236}">
                    <a16:creationId xmlns:a16="http://schemas.microsoft.com/office/drawing/2014/main" id="{5D69A94E-0113-C049-B1DF-6DB4D540127B}"/>
                  </a:ext>
                </a:extLst>
              </p:cNvPr>
              <p:cNvSpPr/>
              <p:nvPr/>
            </p:nvSpPr>
            <p:spPr>
              <a:xfrm rot="18535560">
                <a:off x="6058329" y="632124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19" name="Oval 1218">
                <a:extLst>
                  <a:ext uri="{FF2B5EF4-FFF2-40B4-BE49-F238E27FC236}">
                    <a16:creationId xmlns:a16="http://schemas.microsoft.com/office/drawing/2014/main" id="{55B5B392-98E9-5441-9A82-080FAE580143}"/>
                  </a:ext>
                </a:extLst>
              </p:cNvPr>
              <p:cNvSpPr/>
              <p:nvPr/>
            </p:nvSpPr>
            <p:spPr>
              <a:xfrm rot="18535560">
                <a:off x="5994673" y="6437342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0" name="Oval 1219">
                <a:extLst>
                  <a:ext uri="{FF2B5EF4-FFF2-40B4-BE49-F238E27FC236}">
                    <a16:creationId xmlns:a16="http://schemas.microsoft.com/office/drawing/2014/main" id="{8B40096F-E896-7F46-AC4D-33AF81B3684A}"/>
                  </a:ext>
                </a:extLst>
              </p:cNvPr>
              <p:cNvSpPr/>
              <p:nvPr/>
            </p:nvSpPr>
            <p:spPr>
              <a:xfrm rot="18535560">
                <a:off x="6012817" y="64186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1" name="Oval 1220">
                <a:extLst>
                  <a:ext uri="{FF2B5EF4-FFF2-40B4-BE49-F238E27FC236}">
                    <a16:creationId xmlns:a16="http://schemas.microsoft.com/office/drawing/2014/main" id="{55A39C23-22A1-1A47-BAD4-015FE4FC9AF9}"/>
                  </a:ext>
                </a:extLst>
              </p:cNvPr>
              <p:cNvSpPr/>
              <p:nvPr/>
            </p:nvSpPr>
            <p:spPr>
              <a:xfrm rot="18535560">
                <a:off x="6030991" y="63942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2" name="Oval 1221">
                <a:extLst>
                  <a:ext uri="{FF2B5EF4-FFF2-40B4-BE49-F238E27FC236}">
                    <a16:creationId xmlns:a16="http://schemas.microsoft.com/office/drawing/2014/main" id="{D68237A0-A0D2-9E46-8011-6DBC19B552A6}"/>
                  </a:ext>
                </a:extLst>
              </p:cNvPr>
              <p:cNvSpPr/>
              <p:nvPr/>
            </p:nvSpPr>
            <p:spPr>
              <a:xfrm rot="18535560">
                <a:off x="6055611" y="636375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3" name="Oval 1222">
                <a:extLst>
                  <a:ext uri="{FF2B5EF4-FFF2-40B4-BE49-F238E27FC236}">
                    <a16:creationId xmlns:a16="http://schemas.microsoft.com/office/drawing/2014/main" id="{C32699F4-B78F-7045-B77B-36A16EA717B6}"/>
                  </a:ext>
                </a:extLst>
              </p:cNvPr>
              <p:cNvSpPr/>
              <p:nvPr/>
            </p:nvSpPr>
            <p:spPr>
              <a:xfrm rot="18535560">
                <a:off x="6078408" y="633180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4" name="Oval 1223">
                <a:extLst>
                  <a:ext uri="{FF2B5EF4-FFF2-40B4-BE49-F238E27FC236}">
                    <a16:creationId xmlns:a16="http://schemas.microsoft.com/office/drawing/2014/main" id="{988664C6-B62D-0245-BA43-A9BBBC7AA14B}"/>
                  </a:ext>
                </a:extLst>
              </p:cNvPr>
              <p:cNvSpPr/>
              <p:nvPr/>
            </p:nvSpPr>
            <p:spPr>
              <a:xfrm rot="18535560">
                <a:off x="6021084" y="644565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5" name="Oval 1224">
                <a:extLst>
                  <a:ext uri="{FF2B5EF4-FFF2-40B4-BE49-F238E27FC236}">
                    <a16:creationId xmlns:a16="http://schemas.microsoft.com/office/drawing/2014/main" id="{A84DD95F-9C08-114E-88E4-F4B814785C1A}"/>
                  </a:ext>
                </a:extLst>
              </p:cNvPr>
              <p:cNvSpPr/>
              <p:nvPr/>
            </p:nvSpPr>
            <p:spPr>
              <a:xfrm rot="18535560">
                <a:off x="6044320" y="641688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6" name="Oval 1225">
                <a:extLst>
                  <a:ext uri="{FF2B5EF4-FFF2-40B4-BE49-F238E27FC236}">
                    <a16:creationId xmlns:a16="http://schemas.microsoft.com/office/drawing/2014/main" id="{5EF78441-5B2A-DF4A-A6E3-FBC3BDF5BC5A}"/>
                  </a:ext>
                </a:extLst>
              </p:cNvPr>
              <p:cNvSpPr/>
              <p:nvPr/>
            </p:nvSpPr>
            <p:spPr>
              <a:xfrm rot="18535560">
                <a:off x="6062024" y="639496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7" name="Oval 1226">
                <a:extLst>
                  <a:ext uri="{FF2B5EF4-FFF2-40B4-BE49-F238E27FC236}">
                    <a16:creationId xmlns:a16="http://schemas.microsoft.com/office/drawing/2014/main" id="{04E6FB77-F348-9F46-8D22-97BAE23A8731}"/>
                  </a:ext>
                </a:extLst>
              </p:cNvPr>
              <p:cNvSpPr/>
              <p:nvPr/>
            </p:nvSpPr>
            <p:spPr>
              <a:xfrm rot="18535560">
                <a:off x="6085260" y="6366194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8" name="Oval 1227">
                <a:extLst>
                  <a:ext uri="{FF2B5EF4-FFF2-40B4-BE49-F238E27FC236}">
                    <a16:creationId xmlns:a16="http://schemas.microsoft.com/office/drawing/2014/main" id="{318E0EE9-2197-4F42-9FB2-843E555D12D3}"/>
                  </a:ext>
                </a:extLst>
              </p:cNvPr>
              <p:cNvSpPr/>
              <p:nvPr/>
            </p:nvSpPr>
            <p:spPr>
              <a:xfrm rot="18535560">
                <a:off x="6104818" y="63401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29" name="Oval 1228">
                <a:extLst>
                  <a:ext uri="{FF2B5EF4-FFF2-40B4-BE49-F238E27FC236}">
                    <a16:creationId xmlns:a16="http://schemas.microsoft.com/office/drawing/2014/main" id="{28E7B1BB-5570-C14C-8825-36A0478B2EBE}"/>
                  </a:ext>
                </a:extLst>
              </p:cNvPr>
              <p:cNvSpPr/>
              <p:nvPr/>
            </p:nvSpPr>
            <p:spPr>
              <a:xfrm rot="18535560">
                <a:off x="6041163" y="6456212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0" name="Oval 1229">
                <a:extLst>
                  <a:ext uri="{FF2B5EF4-FFF2-40B4-BE49-F238E27FC236}">
                    <a16:creationId xmlns:a16="http://schemas.microsoft.com/office/drawing/2014/main" id="{9B6B5166-DAEC-4143-BF9B-B302C91C0CEB}"/>
                  </a:ext>
                </a:extLst>
              </p:cNvPr>
              <p:cNvSpPr/>
              <p:nvPr/>
            </p:nvSpPr>
            <p:spPr>
              <a:xfrm rot="18535560">
                <a:off x="6059306" y="64374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1" name="Oval 1230">
                <a:extLst>
                  <a:ext uri="{FF2B5EF4-FFF2-40B4-BE49-F238E27FC236}">
                    <a16:creationId xmlns:a16="http://schemas.microsoft.com/office/drawing/2014/main" id="{77CB6E49-9C20-2749-9AF1-F32EED8D8B19}"/>
                  </a:ext>
                </a:extLst>
              </p:cNvPr>
              <p:cNvSpPr/>
              <p:nvPr/>
            </p:nvSpPr>
            <p:spPr>
              <a:xfrm rot="18535560">
                <a:off x="6077481" y="64131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2" name="Oval 1231">
                <a:extLst>
                  <a:ext uri="{FF2B5EF4-FFF2-40B4-BE49-F238E27FC236}">
                    <a16:creationId xmlns:a16="http://schemas.microsoft.com/office/drawing/2014/main" id="{6BD144B0-02CE-9E4D-93ED-68D22E89CCEC}"/>
                  </a:ext>
                </a:extLst>
              </p:cNvPr>
              <p:cNvSpPr/>
              <p:nvPr/>
            </p:nvSpPr>
            <p:spPr>
              <a:xfrm rot="18535560">
                <a:off x="6102100" y="638262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3" name="Oval 1232">
                <a:extLst>
                  <a:ext uri="{FF2B5EF4-FFF2-40B4-BE49-F238E27FC236}">
                    <a16:creationId xmlns:a16="http://schemas.microsoft.com/office/drawing/2014/main" id="{7B4A03B4-DCED-2A45-8933-475C3FB45EA9}"/>
                  </a:ext>
                </a:extLst>
              </p:cNvPr>
              <p:cNvSpPr/>
              <p:nvPr/>
            </p:nvSpPr>
            <p:spPr>
              <a:xfrm rot="18535560">
                <a:off x="6124897" y="6350671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4" name="Oval 1233">
                <a:extLst>
                  <a:ext uri="{FF2B5EF4-FFF2-40B4-BE49-F238E27FC236}">
                    <a16:creationId xmlns:a16="http://schemas.microsoft.com/office/drawing/2014/main" id="{A394E187-B79A-3D41-8A63-81AB8EDE7DCF}"/>
                  </a:ext>
                </a:extLst>
              </p:cNvPr>
              <p:cNvSpPr/>
              <p:nvPr/>
            </p:nvSpPr>
            <p:spPr>
              <a:xfrm rot="4135560">
                <a:off x="6061511" y="6470754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5" name="Oval 1234">
                <a:extLst>
                  <a:ext uri="{FF2B5EF4-FFF2-40B4-BE49-F238E27FC236}">
                    <a16:creationId xmlns:a16="http://schemas.microsoft.com/office/drawing/2014/main" id="{C2C53A05-CA07-B942-BF8C-798C21A89A6F}"/>
                  </a:ext>
                </a:extLst>
              </p:cNvPr>
              <p:cNvSpPr/>
              <p:nvPr/>
            </p:nvSpPr>
            <p:spPr>
              <a:xfrm rot="4135560">
                <a:off x="6084747" y="644198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6" name="Oval 1235">
                <a:extLst>
                  <a:ext uri="{FF2B5EF4-FFF2-40B4-BE49-F238E27FC236}">
                    <a16:creationId xmlns:a16="http://schemas.microsoft.com/office/drawing/2014/main" id="{8A238A3D-354C-4F4F-9601-5588EEB2F0BF}"/>
                  </a:ext>
                </a:extLst>
              </p:cNvPr>
              <p:cNvSpPr/>
              <p:nvPr/>
            </p:nvSpPr>
            <p:spPr>
              <a:xfrm rot="4135560">
                <a:off x="6102451" y="642006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7" name="Oval 1236">
                <a:extLst>
                  <a:ext uri="{FF2B5EF4-FFF2-40B4-BE49-F238E27FC236}">
                    <a16:creationId xmlns:a16="http://schemas.microsoft.com/office/drawing/2014/main" id="{90681B71-D835-524D-BDA4-684DDCAD9922}"/>
                  </a:ext>
                </a:extLst>
              </p:cNvPr>
              <p:cNvSpPr/>
              <p:nvPr/>
            </p:nvSpPr>
            <p:spPr>
              <a:xfrm rot="4135560">
                <a:off x="6125687" y="639129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8" name="Oval 1237">
                <a:extLst>
                  <a:ext uri="{FF2B5EF4-FFF2-40B4-BE49-F238E27FC236}">
                    <a16:creationId xmlns:a16="http://schemas.microsoft.com/office/drawing/2014/main" id="{A3B572A0-457B-AB48-8344-B8DAF6F098D3}"/>
                  </a:ext>
                </a:extLst>
              </p:cNvPr>
              <p:cNvSpPr/>
              <p:nvPr/>
            </p:nvSpPr>
            <p:spPr>
              <a:xfrm rot="4135560">
                <a:off x="6145245" y="636521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39" name="Oval 1238">
                <a:extLst>
                  <a:ext uri="{FF2B5EF4-FFF2-40B4-BE49-F238E27FC236}">
                    <a16:creationId xmlns:a16="http://schemas.microsoft.com/office/drawing/2014/main" id="{0A1910B4-638F-1B4D-9856-2738CECD41B0}"/>
                  </a:ext>
                </a:extLst>
              </p:cNvPr>
              <p:cNvSpPr/>
              <p:nvPr/>
            </p:nvSpPr>
            <p:spPr>
              <a:xfrm rot="4135560">
                <a:off x="6081590" y="648131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0" name="Oval 1239">
                <a:extLst>
                  <a:ext uri="{FF2B5EF4-FFF2-40B4-BE49-F238E27FC236}">
                    <a16:creationId xmlns:a16="http://schemas.microsoft.com/office/drawing/2014/main" id="{BE7D074D-64A7-1F48-942D-45DCF99BE8AB}"/>
                  </a:ext>
                </a:extLst>
              </p:cNvPr>
              <p:cNvSpPr/>
              <p:nvPr/>
            </p:nvSpPr>
            <p:spPr>
              <a:xfrm rot="4135560">
                <a:off x="6099733" y="646257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6CA10FEB-3A04-0648-B18D-8BAF55E3A116}"/>
                  </a:ext>
                </a:extLst>
              </p:cNvPr>
              <p:cNvSpPr/>
              <p:nvPr/>
            </p:nvSpPr>
            <p:spPr>
              <a:xfrm rot="4135560">
                <a:off x="6117908" y="64382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8ACE3AAF-47B8-824B-8498-8FC4EFCE2910}"/>
                  </a:ext>
                </a:extLst>
              </p:cNvPr>
              <p:cNvSpPr/>
              <p:nvPr/>
            </p:nvSpPr>
            <p:spPr>
              <a:xfrm rot="4135560">
                <a:off x="6142527" y="6407727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22E25753-8294-824D-B302-73062F5E2485}"/>
                  </a:ext>
                </a:extLst>
              </p:cNvPr>
              <p:cNvSpPr/>
              <p:nvPr/>
            </p:nvSpPr>
            <p:spPr>
              <a:xfrm rot="4135560">
                <a:off x="6165324" y="637577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51223E4E-BA8C-104D-99CF-382068D7243E}"/>
                  </a:ext>
                </a:extLst>
              </p:cNvPr>
              <p:cNvSpPr/>
              <p:nvPr/>
            </p:nvSpPr>
            <p:spPr>
              <a:xfrm rot="18535560">
                <a:off x="6094097" y="650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D73E63F4-67E9-E349-8632-6BEA573DB9AF}"/>
                  </a:ext>
                </a:extLst>
              </p:cNvPr>
              <p:cNvSpPr/>
              <p:nvPr/>
            </p:nvSpPr>
            <p:spPr>
              <a:xfrm rot="18535560">
                <a:off x="6117333" y="64756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9D0967BC-631A-7348-80DD-91BB154022EA}"/>
                  </a:ext>
                </a:extLst>
              </p:cNvPr>
              <p:cNvSpPr/>
              <p:nvPr/>
            </p:nvSpPr>
            <p:spPr>
              <a:xfrm rot="18535560">
                <a:off x="6135037" y="64536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B0232FC6-27E2-A741-AC77-AD2B9C4F9404}"/>
                  </a:ext>
                </a:extLst>
              </p:cNvPr>
              <p:cNvSpPr/>
              <p:nvPr/>
            </p:nvSpPr>
            <p:spPr>
              <a:xfrm rot="18535560">
                <a:off x="6158273" y="642492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FA98CFCF-590B-7B4A-B14D-56766BE9F345}"/>
                  </a:ext>
                </a:extLst>
              </p:cNvPr>
              <p:cNvSpPr/>
              <p:nvPr/>
            </p:nvSpPr>
            <p:spPr>
              <a:xfrm rot="18535560">
                <a:off x="6177831" y="63988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49" name="Oval 1248">
                <a:extLst>
                  <a:ext uri="{FF2B5EF4-FFF2-40B4-BE49-F238E27FC236}">
                    <a16:creationId xmlns:a16="http://schemas.microsoft.com/office/drawing/2014/main" id="{769F3911-F8F7-9142-800E-F929BB2E761D}"/>
                  </a:ext>
                </a:extLst>
              </p:cNvPr>
              <p:cNvSpPr/>
              <p:nvPr/>
            </p:nvSpPr>
            <p:spPr>
              <a:xfrm rot="18535560">
                <a:off x="6114176" y="651493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0" name="Oval 1249">
                <a:extLst>
                  <a:ext uri="{FF2B5EF4-FFF2-40B4-BE49-F238E27FC236}">
                    <a16:creationId xmlns:a16="http://schemas.microsoft.com/office/drawing/2014/main" id="{9668B0B8-2C75-A446-846B-4DE06D0F9625}"/>
                  </a:ext>
                </a:extLst>
              </p:cNvPr>
              <p:cNvSpPr/>
              <p:nvPr/>
            </p:nvSpPr>
            <p:spPr>
              <a:xfrm rot="18535560">
                <a:off x="6132319" y="649620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1" name="Oval 1250">
                <a:extLst>
                  <a:ext uri="{FF2B5EF4-FFF2-40B4-BE49-F238E27FC236}">
                    <a16:creationId xmlns:a16="http://schemas.microsoft.com/office/drawing/2014/main" id="{8363F1AD-A393-E84B-AB5C-FB91CCF6ECE9}"/>
                  </a:ext>
                </a:extLst>
              </p:cNvPr>
              <p:cNvSpPr/>
              <p:nvPr/>
            </p:nvSpPr>
            <p:spPr>
              <a:xfrm rot="18535560">
                <a:off x="6150494" y="647183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322D36A5-0E79-A646-812B-3AC1884C35D4}"/>
                  </a:ext>
                </a:extLst>
              </p:cNvPr>
              <p:cNvSpPr/>
              <p:nvPr/>
            </p:nvSpPr>
            <p:spPr>
              <a:xfrm rot="18535560">
                <a:off x="6175113" y="644135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2E3F3772-B0D0-F046-B844-24DC85D72E4C}"/>
                  </a:ext>
                </a:extLst>
              </p:cNvPr>
              <p:cNvSpPr/>
              <p:nvPr/>
            </p:nvSpPr>
            <p:spPr>
              <a:xfrm rot="18535560">
                <a:off x="6197911" y="640939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10512054-F189-9D47-AA1E-22E1D18784F2}"/>
                  </a:ext>
                </a:extLst>
              </p:cNvPr>
              <p:cNvSpPr/>
              <p:nvPr/>
            </p:nvSpPr>
            <p:spPr>
              <a:xfrm rot="18535560">
                <a:off x="6140586" y="652325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1F59B24C-CA31-A245-9723-8FC9210BB6EB}"/>
                  </a:ext>
                </a:extLst>
              </p:cNvPr>
              <p:cNvSpPr/>
              <p:nvPr/>
            </p:nvSpPr>
            <p:spPr>
              <a:xfrm rot="18535560">
                <a:off x="6163823" y="64944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F8CE38B6-F5AB-8D4B-A3DA-BCCE20B64009}"/>
                  </a:ext>
                </a:extLst>
              </p:cNvPr>
              <p:cNvSpPr/>
              <p:nvPr/>
            </p:nvSpPr>
            <p:spPr>
              <a:xfrm rot="18535560">
                <a:off x="6181526" y="64725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01DDB580-8943-2A46-B2EE-C80682971A6B}"/>
                  </a:ext>
                </a:extLst>
              </p:cNvPr>
              <p:cNvSpPr/>
              <p:nvPr/>
            </p:nvSpPr>
            <p:spPr>
              <a:xfrm rot="18535560">
                <a:off x="6204762" y="644379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35A65FC3-6C55-2643-AAE7-685C8A95448D}"/>
                  </a:ext>
                </a:extLst>
              </p:cNvPr>
              <p:cNvSpPr/>
              <p:nvPr/>
            </p:nvSpPr>
            <p:spPr>
              <a:xfrm rot="18535560">
                <a:off x="6224321" y="64177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59" name="Oval 1258">
                <a:extLst>
                  <a:ext uri="{FF2B5EF4-FFF2-40B4-BE49-F238E27FC236}">
                    <a16:creationId xmlns:a16="http://schemas.microsoft.com/office/drawing/2014/main" id="{3E779CAD-7E3C-DA43-A36D-4223783A3478}"/>
                  </a:ext>
                </a:extLst>
              </p:cNvPr>
              <p:cNvSpPr/>
              <p:nvPr/>
            </p:nvSpPr>
            <p:spPr>
              <a:xfrm rot="18535560">
                <a:off x="6160665" y="6533809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0" name="Oval 1259">
                <a:extLst>
                  <a:ext uri="{FF2B5EF4-FFF2-40B4-BE49-F238E27FC236}">
                    <a16:creationId xmlns:a16="http://schemas.microsoft.com/office/drawing/2014/main" id="{2D7B5860-FC75-BC4C-8589-C66C3A0428D9}"/>
                  </a:ext>
                </a:extLst>
              </p:cNvPr>
              <p:cNvSpPr/>
              <p:nvPr/>
            </p:nvSpPr>
            <p:spPr>
              <a:xfrm rot="18535560">
                <a:off x="6178809" y="651507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C782D15C-B348-844F-A44A-D1B33993342E}"/>
                  </a:ext>
                </a:extLst>
              </p:cNvPr>
              <p:cNvSpPr/>
              <p:nvPr/>
            </p:nvSpPr>
            <p:spPr>
              <a:xfrm rot="18535560">
                <a:off x="6196983" y="649070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2" name="Oval 1261">
                <a:extLst>
                  <a:ext uri="{FF2B5EF4-FFF2-40B4-BE49-F238E27FC236}">
                    <a16:creationId xmlns:a16="http://schemas.microsoft.com/office/drawing/2014/main" id="{3F2E21F2-C624-DB4B-A5EB-2B1DB8FB1082}"/>
                  </a:ext>
                </a:extLst>
              </p:cNvPr>
              <p:cNvSpPr/>
              <p:nvPr/>
            </p:nvSpPr>
            <p:spPr>
              <a:xfrm rot="18535560">
                <a:off x="6221603" y="646022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3" name="Oval 1262">
                <a:extLst>
                  <a:ext uri="{FF2B5EF4-FFF2-40B4-BE49-F238E27FC236}">
                    <a16:creationId xmlns:a16="http://schemas.microsoft.com/office/drawing/2014/main" id="{599915E0-BC90-DF45-A7E5-60D5250D0182}"/>
                  </a:ext>
                </a:extLst>
              </p:cNvPr>
              <p:cNvSpPr/>
              <p:nvPr/>
            </p:nvSpPr>
            <p:spPr>
              <a:xfrm rot="18535560">
                <a:off x="6244400" y="64282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6C0C99BB-B652-0F40-AB07-B8B26A71480A}"/>
                  </a:ext>
                </a:extLst>
              </p:cNvPr>
              <p:cNvSpPr/>
              <p:nvPr/>
            </p:nvSpPr>
            <p:spPr>
              <a:xfrm rot="4135560">
                <a:off x="6181014" y="65483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5" name="Oval 1264">
                <a:extLst>
                  <a:ext uri="{FF2B5EF4-FFF2-40B4-BE49-F238E27FC236}">
                    <a16:creationId xmlns:a16="http://schemas.microsoft.com/office/drawing/2014/main" id="{614EFFDE-7E17-5841-BADC-8C2A4C6E939A}"/>
                  </a:ext>
                </a:extLst>
              </p:cNvPr>
              <p:cNvSpPr/>
              <p:nvPr/>
            </p:nvSpPr>
            <p:spPr>
              <a:xfrm rot="4135560">
                <a:off x="6204250" y="651958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A5E99427-5971-7C4C-A296-FA61900BED85}"/>
                  </a:ext>
                </a:extLst>
              </p:cNvPr>
              <p:cNvSpPr/>
              <p:nvPr/>
            </p:nvSpPr>
            <p:spPr>
              <a:xfrm rot="4135560">
                <a:off x="6221953" y="649766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7" name="Oval 1266">
                <a:extLst>
                  <a:ext uri="{FF2B5EF4-FFF2-40B4-BE49-F238E27FC236}">
                    <a16:creationId xmlns:a16="http://schemas.microsoft.com/office/drawing/2014/main" id="{3A603514-909C-8E44-93ED-8CB9DD592631}"/>
                  </a:ext>
                </a:extLst>
              </p:cNvPr>
              <p:cNvSpPr/>
              <p:nvPr/>
            </p:nvSpPr>
            <p:spPr>
              <a:xfrm rot="4135560">
                <a:off x="6245189" y="646889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8" name="Oval 1267">
                <a:extLst>
                  <a:ext uri="{FF2B5EF4-FFF2-40B4-BE49-F238E27FC236}">
                    <a16:creationId xmlns:a16="http://schemas.microsoft.com/office/drawing/2014/main" id="{FD6D3FD6-385E-AC4C-BCA6-5CFA502665CB}"/>
                  </a:ext>
                </a:extLst>
              </p:cNvPr>
              <p:cNvSpPr/>
              <p:nvPr/>
            </p:nvSpPr>
            <p:spPr>
              <a:xfrm rot="4135560">
                <a:off x="6264748" y="64428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69" name="Oval 1268">
                <a:extLst>
                  <a:ext uri="{FF2B5EF4-FFF2-40B4-BE49-F238E27FC236}">
                    <a16:creationId xmlns:a16="http://schemas.microsoft.com/office/drawing/2014/main" id="{8D649962-194A-044C-96AE-27003D229F97}"/>
                  </a:ext>
                </a:extLst>
              </p:cNvPr>
              <p:cNvSpPr/>
              <p:nvPr/>
            </p:nvSpPr>
            <p:spPr>
              <a:xfrm rot="4135560">
                <a:off x="6201093" y="6558909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0" name="Oval 1269">
                <a:extLst>
                  <a:ext uri="{FF2B5EF4-FFF2-40B4-BE49-F238E27FC236}">
                    <a16:creationId xmlns:a16="http://schemas.microsoft.com/office/drawing/2014/main" id="{4C2B324E-CB2F-3E47-90D7-8E05A1C74656}"/>
                  </a:ext>
                </a:extLst>
              </p:cNvPr>
              <p:cNvSpPr/>
              <p:nvPr/>
            </p:nvSpPr>
            <p:spPr>
              <a:xfrm rot="4135560">
                <a:off x="6219236" y="6540174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1" name="Oval 1270">
                <a:extLst>
                  <a:ext uri="{FF2B5EF4-FFF2-40B4-BE49-F238E27FC236}">
                    <a16:creationId xmlns:a16="http://schemas.microsoft.com/office/drawing/2014/main" id="{E39D7DA0-C79B-564C-AA2F-6489F03FB0F0}"/>
                  </a:ext>
                </a:extLst>
              </p:cNvPr>
              <p:cNvSpPr/>
              <p:nvPr/>
            </p:nvSpPr>
            <p:spPr>
              <a:xfrm rot="4135560">
                <a:off x="6237411" y="651580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2" name="Oval 1271">
                <a:extLst>
                  <a:ext uri="{FF2B5EF4-FFF2-40B4-BE49-F238E27FC236}">
                    <a16:creationId xmlns:a16="http://schemas.microsoft.com/office/drawing/2014/main" id="{803060A6-02CD-CC44-AC11-B699F16F7728}"/>
                  </a:ext>
                </a:extLst>
              </p:cNvPr>
              <p:cNvSpPr/>
              <p:nvPr/>
            </p:nvSpPr>
            <p:spPr>
              <a:xfrm rot="4135560">
                <a:off x="6262030" y="648532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7640CD0D-43F2-FF41-846E-E5C33B2E6EB1}"/>
                  </a:ext>
                </a:extLst>
              </p:cNvPr>
              <p:cNvSpPr/>
              <p:nvPr/>
            </p:nvSpPr>
            <p:spPr>
              <a:xfrm rot="4135560">
                <a:off x="6284827" y="645336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4" name="Oval 1273">
                <a:extLst>
                  <a:ext uri="{FF2B5EF4-FFF2-40B4-BE49-F238E27FC236}">
                    <a16:creationId xmlns:a16="http://schemas.microsoft.com/office/drawing/2014/main" id="{C8508A85-D343-5E42-9E2A-270D403C2F0D}"/>
                  </a:ext>
                </a:extLst>
              </p:cNvPr>
              <p:cNvSpPr/>
              <p:nvPr/>
            </p:nvSpPr>
            <p:spPr>
              <a:xfrm rot="18535560">
                <a:off x="6207334" y="657853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8B562D4B-EAAC-2548-90DD-9A4EA1B3B67E}"/>
                  </a:ext>
                </a:extLst>
              </p:cNvPr>
              <p:cNvSpPr/>
              <p:nvPr/>
            </p:nvSpPr>
            <p:spPr>
              <a:xfrm rot="18535560">
                <a:off x="6230570" y="654976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6" name="Oval 1275">
                <a:extLst>
                  <a:ext uri="{FF2B5EF4-FFF2-40B4-BE49-F238E27FC236}">
                    <a16:creationId xmlns:a16="http://schemas.microsoft.com/office/drawing/2014/main" id="{22BBEFC7-68F9-3E43-995A-D090D681E9B7}"/>
                  </a:ext>
                </a:extLst>
              </p:cNvPr>
              <p:cNvSpPr/>
              <p:nvPr/>
            </p:nvSpPr>
            <p:spPr>
              <a:xfrm rot="18535560">
                <a:off x="6248274" y="65278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7" name="Oval 1276">
                <a:extLst>
                  <a:ext uri="{FF2B5EF4-FFF2-40B4-BE49-F238E27FC236}">
                    <a16:creationId xmlns:a16="http://schemas.microsoft.com/office/drawing/2014/main" id="{9DBF4971-B99B-1445-B883-C3E2897DFE08}"/>
                  </a:ext>
                </a:extLst>
              </p:cNvPr>
              <p:cNvSpPr/>
              <p:nvPr/>
            </p:nvSpPr>
            <p:spPr>
              <a:xfrm rot="18535560">
                <a:off x="6271510" y="649907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8" name="Oval 1277">
                <a:extLst>
                  <a:ext uri="{FF2B5EF4-FFF2-40B4-BE49-F238E27FC236}">
                    <a16:creationId xmlns:a16="http://schemas.microsoft.com/office/drawing/2014/main" id="{33B07C67-6B62-AD4E-A10F-98115C1E088E}"/>
                  </a:ext>
                </a:extLst>
              </p:cNvPr>
              <p:cNvSpPr/>
              <p:nvPr/>
            </p:nvSpPr>
            <p:spPr>
              <a:xfrm rot="18535560">
                <a:off x="6291069" y="64729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79" name="Oval 1278">
                <a:extLst>
                  <a:ext uri="{FF2B5EF4-FFF2-40B4-BE49-F238E27FC236}">
                    <a16:creationId xmlns:a16="http://schemas.microsoft.com/office/drawing/2014/main" id="{D8DC0FD5-B6C8-5548-8D9B-132BAA275CDD}"/>
                  </a:ext>
                </a:extLst>
              </p:cNvPr>
              <p:cNvSpPr/>
              <p:nvPr/>
            </p:nvSpPr>
            <p:spPr>
              <a:xfrm rot="18535560">
                <a:off x="6227413" y="658909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0" name="Oval 1279">
                <a:extLst>
                  <a:ext uri="{FF2B5EF4-FFF2-40B4-BE49-F238E27FC236}">
                    <a16:creationId xmlns:a16="http://schemas.microsoft.com/office/drawing/2014/main" id="{78C111C9-EC10-6E42-B76E-2EB4FD85BE45}"/>
                  </a:ext>
                </a:extLst>
              </p:cNvPr>
              <p:cNvSpPr/>
              <p:nvPr/>
            </p:nvSpPr>
            <p:spPr>
              <a:xfrm rot="18535560">
                <a:off x="6245557" y="657036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1" name="Oval 1280">
                <a:extLst>
                  <a:ext uri="{FF2B5EF4-FFF2-40B4-BE49-F238E27FC236}">
                    <a16:creationId xmlns:a16="http://schemas.microsoft.com/office/drawing/2014/main" id="{5B57148E-EDC0-2B41-A630-0E9EF200DFE5}"/>
                  </a:ext>
                </a:extLst>
              </p:cNvPr>
              <p:cNvSpPr/>
              <p:nvPr/>
            </p:nvSpPr>
            <p:spPr>
              <a:xfrm rot="18535560">
                <a:off x="6263731" y="654599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D4F7DD2E-D221-2148-84C8-807784E947C2}"/>
                  </a:ext>
                </a:extLst>
              </p:cNvPr>
              <p:cNvSpPr/>
              <p:nvPr/>
            </p:nvSpPr>
            <p:spPr>
              <a:xfrm rot="18535560">
                <a:off x="6288350" y="651551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3" name="Oval 1282">
                <a:extLst>
                  <a:ext uri="{FF2B5EF4-FFF2-40B4-BE49-F238E27FC236}">
                    <a16:creationId xmlns:a16="http://schemas.microsoft.com/office/drawing/2014/main" id="{774DDC7E-0269-BF42-A1A1-D5C5ED8807B6}"/>
                  </a:ext>
                </a:extLst>
              </p:cNvPr>
              <p:cNvSpPr/>
              <p:nvPr/>
            </p:nvSpPr>
            <p:spPr>
              <a:xfrm rot="18535560">
                <a:off x="6311148" y="6483555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5133E8E3-0294-6548-9573-1A9D0B83572A}"/>
                  </a:ext>
                </a:extLst>
              </p:cNvPr>
              <p:cNvSpPr/>
              <p:nvPr/>
            </p:nvSpPr>
            <p:spPr>
              <a:xfrm rot="18535560">
                <a:off x="6253824" y="659740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5" name="Oval 1284">
                <a:extLst>
                  <a:ext uri="{FF2B5EF4-FFF2-40B4-BE49-F238E27FC236}">
                    <a16:creationId xmlns:a16="http://schemas.microsoft.com/office/drawing/2014/main" id="{84BE7A62-43B2-AD44-9C76-971AC9FC67B8}"/>
                  </a:ext>
                </a:extLst>
              </p:cNvPr>
              <p:cNvSpPr/>
              <p:nvPr/>
            </p:nvSpPr>
            <p:spPr>
              <a:xfrm rot="18535560">
                <a:off x="6277060" y="6568638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6" name="Oval 1285">
                <a:extLst>
                  <a:ext uri="{FF2B5EF4-FFF2-40B4-BE49-F238E27FC236}">
                    <a16:creationId xmlns:a16="http://schemas.microsoft.com/office/drawing/2014/main" id="{263167AD-6381-D549-B4AC-EA050F628A25}"/>
                  </a:ext>
                </a:extLst>
              </p:cNvPr>
              <p:cNvSpPr/>
              <p:nvPr/>
            </p:nvSpPr>
            <p:spPr>
              <a:xfrm rot="18535560">
                <a:off x="6294763" y="654671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7" name="Oval 1286">
                <a:extLst>
                  <a:ext uri="{FF2B5EF4-FFF2-40B4-BE49-F238E27FC236}">
                    <a16:creationId xmlns:a16="http://schemas.microsoft.com/office/drawing/2014/main" id="{3A5451A3-0A33-AC48-8DC0-6B9ACDEC9916}"/>
                  </a:ext>
                </a:extLst>
              </p:cNvPr>
              <p:cNvSpPr/>
              <p:nvPr/>
            </p:nvSpPr>
            <p:spPr>
              <a:xfrm rot="18535560">
                <a:off x="6317999" y="6517947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8" name="Oval 1287">
                <a:extLst>
                  <a:ext uri="{FF2B5EF4-FFF2-40B4-BE49-F238E27FC236}">
                    <a16:creationId xmlns:a16="http://schemas.microsoft.com/office/drawing/2014/main" id="{F7470A6A-651B-8B45-8897-6646B20C2CB5}"/>
                  </a:ext>
                </a:extLst>
              </p:cNvPr>
              <p:cNvSpPr/>
              <p:nvPr/>
            </p:nvSpPr>
            <p:spPr>
              <a:xfrm rot="18535560">
                <a:off x="6337558" y="6491866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89" name="Oval 1288">
                <a:extLst>
                  <a:ext uri="{FF2B5EF4-FFF2-40B4-BE49-F238E27FC236}">
                    <a16:creationId xmlns:a16="http://schemas.microsoft.com/office/drawing/2014/main" id="{FA2BD7CF-DA2B-9B44-941D-E5FEBF058FAB}"/>
                  </a:ext>
                </a:extLst>
              </p:cNvPr>
              <p:cNvSpPr/>
              <p:nvPr/>
            </p:nvSpPr>
            <p:spPr>
              <a:xfrm rot="18535560">
                <a:off x="6273902" y="6607966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0" name="Oval 1289">
                <a:extLst>
                  <a:ext uri="{FF2B5EF4-FFF2-40B4-BE49-F238E27FC236}">
                    <a16:creationId xmlns:a16="http://schemas.microsoft.com/office/drawing/2014/main" id="{D298E49B-046C-8043-9C2A-09D41BD6A709}"/>
                  </a:ext>
                </a:extLst>
              </p:cNvPr>
              <p:cNvSpPr/>
              <p:nvPr/>
            </p:nvSpPr>
            <p:spPr>
              <a:xfrm rot="18535560">
                <a:off x="6292046" y="658923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1" name="Oval 1290">
                <a:extLst>
                  <a:ext uri="{FF2B5EF4-FFF2-40B4-BE49-F238E27FC236}">
                    <a16:creationId xmlns:a16="http://schemas.microsoft.com/office/drawing/2014/main" id="{ACB0EF92-967A-7E41-84E0-6702003C9021}"/>
                  </a:ext>
                </a:extLst>
              </p:cNvPr>
              <p:cNvSpPr/>
              <p:nvPr/>
            </p:nvSpPr>
            <p:spPr>
              <a:xfrm rot="18535560">
                <a:off x="6310221" y="6564863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2" name="Oval 1291">
                <a:extLst>
                  <a:ext uri="{FF2B5EF4-FFF2-40B4-BE49-F238E27FC236}">
                    <a16:creationId xmlns:a16="http://schemas.microsoft.com/office/drawing/2014/main" id="{48580E7D-00CC-4C4E-BE75-E54E60C56833}"/>
                  </a:ext>
                </a:extLst>
              </p:cNvPr>
              <p:cNvSpPr/>
              <p:nvPr/>
            </p:nvSpPr>
            <p:spPr>
              <a:xfrm rot="18535560">
                <a:off x="6334840" y="6534380"/>
                <a:ext cx="36982" cy="28112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C6D0D941-CC8B-1D4E-B9AF-3DC2035345BF}"/>
                  </a:ext>
                </a:extLst>
              </p:cNvPr>
              <p:cNvSpPr/>
              <p:nvPr/>
            </p:nvSpPr>
            <p:spPr>
              <a:xfrm rot="18535560">
                <a:off x="6357637" y="6502425"/>
                <a:ext cx="36982" cy="28112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4" name="Oval 1293">
                <a:extLst>
                  <a:ext uri="{FF2B5EF4-FFF2-40B4-BE49-F238E27FC236}">
                    <a16:creationId xmlns:a16="http://schemas.microsoft.com/office/drawing/2014/main" id="{4F781743-8469-0046-A7E2-0CEDFDA5AA61}"/>
                  </a:ext>
                </a:extLst>
              </p:cNvPr>
              <p:cNvSpPr/>
              <p:nvPr/>
            </p:nvSpPr>
            <p:spPr>
              <a:xfrm rot="4135560">
                <a:off x="6294251" y="662250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5" name="Oval 1294">
                <a:extLst>
                  <a:ext uri="{FF2B5EF4-FFF2-40B4-BE49-F238E27FC236}">
                    <a16:creationId xmlns:a16="http://schemas.microsoft.com/office/drawing/2014/main" id="{6450C0A9-3A9F-0B4B-BEA2-82A0EC3C9248}"/>
                  </a:ext>
                </a:extLst>
              </p:cNvPr>
              <p:cNvSpPr/>
              <p:nvPr/>
            </p:nvSpPr>
            <p:spPr>
              <a:xfrm rot="4135560">
                <a:off x="6317487" y="659373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6" name="Oval 1295">
                <a:extLst>
                  <a:ext uri="{FF2B5EF4-FFF2-40B4-BE49-F238E27FC236}">
                    <a16:creationId xmlns:a16="http://schemas.microsoft.com/office/drawing/2014/main" id="{65B28166-2D81-0F48-8CF1-15C8AAF7D0C7}"/>
                  </a:ext>
                </a:extLst>
              </p:cNvPr>
              <p:cNvSpPr/>
              <p:nvPr/>
            </p:nvSpPr>
            <p:spPr>
              <a:xfrm rot="4135560">
                <a:off x="6335190" y="6571818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7" name="Oval 1296">
                <a:extLst>
                  <a:ext uri="{FF2B5EF4-FFF2-40B4-BE49-F238E27FC236}">
                    <a16:creationId xmlns:a16="http://schemas.microsoft.com/office/drawing/2014/main" id="{3DF308DC-EFE3-694F-AE7F-95CFFDA149CA}"/>
                  </a:ext>
                </a:extLst>
              </p:cNvPr>
              <p:cNvSpPr/>
              <p:nvPr/>
            </p:nvSpPr>
            <p:spPr>
              <a:xfrm rot="4135560">
                <a:off x="6314330" y="6633066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8" name="Oval 1297">
                <a:extLst>
                  <a:ext uri="{FF2B5EF4-FFF2-40B4-BE49-F238E27FC236}">
                    <a16:creationId xmlns:a16="http://schemas.microsoft.com/office/drawing/2014/main" id="{9F61FB86-AF60-B54A-A55B-F582F66F634B}"/>
                  </a:ext>
                </a:extLst>
              </p:cNvPr>
              <p:cNvSpPr/>
              <p:nvPr/>
            </p:nvSpPr>
            <p:spPr>
              <a:xfrm rot="4135560">
                <a:off x="6332473" y="6614331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99" name="Oval 1298">
                <a:extLst>
                  <a:ext uri="{FF2B5EF4-FFF2-40B4-BE49-F238E27FC236}">
                    <a16:creationId xmlns:a16="http://schemas.microsoft.com/office/drawing/2014/main" id="{707C8EF2-86AD-904B-B1D5-40289A031702}"/>
                  </a:ext>
                </a:extLst>
              </p:cNvPr>
              <p:cNvSpPr/>
              <p:nvPr/>
            </p:nvSpPr>
            <p:spPr>
              <a:xfrm rot="4135560">
                <a:off x="6350648" y="6589963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985D30C7-B84A-004D-8F5B-6BE53A2C75FF}"/>
                  </a:ext>
                </a:extLst>
              </p:cNvPr>
              <p:cNvSpPr/>
              <p:nvPr/>
            </p:nvSpPr>
            <p:spPr>
              <a:xfrm rot="11852637">
                <a:off x="6333490" y="664684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1" name="Oval 1300">
                <a:extLst>
                  <a:ext uri="{FF2B5EF4-FFF2-40B4-BE49-F238E27FC236}">
                    <a16:creationId xmlns:a16="http://schemas.microsoft.com/office/drawing/2014/main" id="{C03F5312-BFD0-BB4A-A527-D24F0E745B0A}"/>
                  </a:ext>
                </a:extLst>
              </p:cNvPr>
              <p:cNvSpPr/>
              <p:nvPr/>
            </p:nvSpPr>
            <p:spPr>
              <a:xfrm rot="11852637">
                <a:off x="6356726" y="661807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0BEED2F4-87F4-F746-BFD2-3F8245708024}"/>
                  </a:ext>
                </a:extLst>
              </p:cNvPr>
              <p:cNvSpPr/>
              <p:nvPr/>
            </p:nvSpPr>
            <p:spPr>
              <a:xfrm rot="11852637">
                <a:off x="6374430" y="6596150"/>
                <a:ext cx="24598" cy="42265"/>
              </a:xfrm>
              <a:prstGeom prst="ellipse">
                <a:avLst/>
              </a:prstGeom>
              <a:solidFill>
                <a:srgbClr val="FFEB1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3" name="Oval 1302">
                <a:extLst>
                  <a:ext uri="{FF2B5EF4-FFF2-40B4-BE49-F238E27FC236}">
                    <a16:creationId xmlns:a16="http://schemas.microsoft.com/office/drawing/2014/main" id="{04786BD2-63FE-084B-A45E-DAB71261306E}"/>
                  </a:ext>
                </a:extLst>
              </p:cNvPr>
              <p:cNvSpPr/>
              <p:nvPr/>
            </p:nvSpPr>
            <p:spPr>
              <a:xfrm rot="11852637">
                <a:off x="6353569" y="665739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4" name="Oval 1303">
                <a:extLst>
                  <a:ext uri="{FF2B5EF4-FFF2-40B4-BE49-F238E27FC236}">
                    <a16:creationId xmlns:a16="http://schemas.microsoft.com/office/drawing/2014/main" id="{A88A32E6-F666-6F48-AF61-7BEF89B918E0}"/>
                  </a:ext>
                </a:extLst>
              </p:cNvPr>
              <p:cNvSpPr/>
              <p:nvPr/>
            </p:nvSpPr>
            <p:spPr>
              <a:xfrm rot="11852637">
                <a:off x="6371713" y="6638662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5" name="Oval 1304">
                <a:extLst>
                  <a:ext uri="{FF2B5EF4-FFF2-40B4-BE49-F238E27FC236}">
                    <a16:creationId xmlns:a16="http://schemas.microsoft.com/office/drawing/2014/main" id="{4396A85C-31D5-584E-A8FB-A5FDFE97DADB}"/>
                  </a:ext>
                </a:extLst>
              </p:cNvPr>
              <p:cNvSpPr/>
              <p:nvPr/>
            </p:nvSpPr>
            <p:spPr>
              <a:xfrm rot="11852637">
                <a:off x="6389887" y="6614295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6" name="Oval 1305">
                <a:extLst>
                  <a:ext uri="{FF2B5EF4-FFF2-40B4-BE49-F238E27FC236}">
                    <a16:creationId xmlns:a16="http://schemas.microsoft.com/office/drawing/2014/main" id="{88B7DABE-CAA3-2B48-ADD6-5CD73EC7BCC4}"/>
                  </a:ext>
                </a:extLst>
              </p:cNvPr>
              <p:cNvSpPr/>
              <p:nvPr/>
            </p:nvSpPr>
            <p:spPr>
              <a:xfrm rot="11852637">
                <a:off x="6379980" y="666571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7" name="Oval 1306">
                <a:extLst>
                  <a:ext uri="{FF2B5EF4-FFF2-40B4-BE49-F238E27FC236}">
                    <a16:creationId xmlns:a16="http://schemas.microsoft.com/office/drawing/2014/main" id="{465DC040-EF70-1745-B27B-EB5EDE7BCD48}"/>
                  </a:ext>
                </a:extLst>
              </p:cNvPr>
              <p:cNvSpPr/>
              <p:nvPr/>
            </p:nvSpPr>
            <p:spPr>
              <a:xfrm rot="11852637">
                <a:off x="6403216" y="6636940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8" name="Oval 1307">
                <a:extLst>
                  <a:ext uri="{FF2B5EF4-FFF2-40B4-BE49-F238E27FC236}">
                    <a16:creationId xmlns:a16="http://schemas.microsoft.com/office/drawing/2014/main" id="{51F450E0-B8D6-8F48-9453-47DB6CA4F19B}"/>
                  </a:ext>
                </a:extLst>
              </p:cNvPr>
              <p:cNvSpPr/>
              <p:nvPr/>
            </p:nvSpPr>
            <p:spPr>
              <a:xfrm rot="11852637">
                <a:off x="6400059" y="6676268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3F29F5D6-002C-794B-982E-BA079E9F8E47}"/>
                  </a:ext>
                </a:extLst>
              </p:cNvPr>
              <p:cNvSpPr/>
              <p:nvPr/>
            </p:nvSpPr>
            <p:spPr>
              <a:xfrm rot="11852637">
                <a:off x="6418202" y="6657533"/>
                <a:ext cx="24598" cy="42265"/>
              </a:xfrm>
              <a:prstGeom prst="ellipse">
                <a:avLst/>
              </a:prstGeom>
              <a:solidFill>
                <a:srgbClr val="FFFF00"/>
              </a:solidFill>
              <a:ln w="127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4EAAF319-9292-3B4A-A288-6618ED20AC59}"/>
                  </a:ext>
                </a:extLst>
              </p:cNvPr>
              <p:cNvSpPr/>
              <p:nvPr/>
            </p:nvSpPr>
            <p:spPr>
              <a:xfrm rot="18535560">
                <a:off x="6045401" y="6304373"/>
                <a:ext cx="235075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11" name="Freeform 1310">
                <a:extLst>
                  <a:ext uri="{FF2B5EF4-FFF2-40B4-BE49-F238E27FC236}">
                    <a16:creationId xmlns:a16="http://schemas.microsoft.com/office/drawing/2014/main" id="{31389FF2-65BF-F947-9DD8-D94648924BEC}"/>
                  </a:ext>
                </a:extLst>
              </p:cNvPr>
              <p:cNvSpPr/>
              <p:nvPr/>
            </p:nvSpPr>
            <p:spPr>
              <a:xfrm rot="18535560" flipH="1">
                <a:off x="6160015" y="6157256"/>
                <a:ext cx="227078" cy="569842"/>
              </a:xfrm>
              <a:custGeom>
                <a:avLst/>
                <a:gdLst>
                  <a:gd name="connsiteX0" fmla="*/ 1364105 w 1364105"/>
                  <a:gd name="connsiteY0" fmla="*/ 5059180 h 5059180"/>
                  <a:gd name="connsiteX1" fmla="*/ 1364105 w 1364105"/>
                  <a:gd name="connsiteY1" fmla="*/ 5059180 h 5059180"/>
                  <a:gd name="connsiteX2" fmla="*/ 1341619 w 1364105"/>
                  <a:gd name="connsiteY2" fmla="*/ 4999219 h 5059180"/>
                  <a:gd name="connsiteX3" fmla="*/ 1326629 w 1364105"/>
                  <a:gd name="connsiteY3" fmla="*/ 4976734 h 5059180"/>
                  <a:gd name="connsiteX4" fmla="*/ 1311639 w 1364105"/>
                  <a:gd name="connsiteY4" fmla="*/ 4931764 h 5059180"/>
                  <a:gd name="connsiteX5" fmla="*/ 1296649 w 1364105"/>
                  <a:gd name="connsiteY5" fmla="*/ 4886793 h 5059180"/>
                  <a:gd name="connsiteX6" fmla="*/ 1289154 w 1364105"/>
                  <a:gd name="connsiteY6" fmla="*/ 4864308 h 5059180"/>
                  <a:gd name="connsiteX7" fmla="*/ 1281659 w 1364105"/>
                  <a:gd name="connsiteY7" fmla="*/ 4841823 h 5059180"/>
                  <a:gd name="connsiteX8" fmla="*/ 1266669 w 1364105"/>
                  <a:gd name="connsiteY8" fmla="*/ 4819337 h 5059180"/>
                  <a:gd name="connsiteX9" fmla="*/ 1259174 w 1364105"/>
                  <a:gd name="connsiteY9" fmla="*/ 4781862 h 5059180"/>
                  <a:gd name="connsiteX10" fmla="*/ 1251679 w 1364105"/>
                  <a:gd name="connsiteY10" fmla="*/ 4759377 h 5059180"/>
                  <a:gd name="connsiteX11" fmla="*/ 1229193 w 1364105"/>
                  <a:gd name="connsiteY11" fmla="*/ 4601980 h 5059180"/>
                  <a:gd name="connsiteX12" fmla="*/ 1221698 w 1364105"/>
                  <a:gd name="connsiteY12" fmla="*/ 4549515 h 5059180"/>
                  <a:gd name="connsiteX13" fmla="*/ 1206708 w 1364105"/>
                  <a:gd name="connsiteY13" fmla="*/ 4407108 h 5059180"/>
                  <a:gd name="connsiteX14" fmla="*/ 1191718 w 1364105"/>
                  <a:gd name="connsiteY14" fmla="*/ 4279692 h 5059180"/>
                  <a:gd name="connsiteX15" fmla="*/ 1176728 w 1364105"/>
                  <a:gd name="connsiteY15" fmla="*/ 4137285 h 5059180"/>
                  <a:gd name="connsiteX16" fmla="*/ 1161738 w 1364105"/>
                  <a:gd name="connsiteY16" fmla="*/ 4092315 h 5059180"/>
                  <a:gd name="connsiteX17" fmla="*/ 1154242 w 1364105"/>
                  <a:gd name="connsiteY17" fmla="*/ 4069829 h 5059180"/>
                  <a:gd name="connsiteX18" fmla="*/ 1139252 w 1364105"/>
                  <a:gd name="connsiteY18" fmla="*/ 3934918 h 5059180"/>
                  <a:gd name="connsiteX19" fmla="*/ 1131757 w 1364105"/>
                  <a:gd name="connsiteY19" fmla="*/ 3852472 h 5059180"/>
                  <a:gd name="connsiteX20" fmla="*/ 921895 w 1364105"/>
                  <a:gd name="connsiteY20" fmla="*/ 3252865 h 5059180"/>
                  <a:gd name="connsiteX21" fmla="*/ 854439 w 1364105"/>
                  <a:gd name="connsiteY21" fmla="*/ 2031167 h 5059180"/>
                  <a:gd name="connsiteX22" fmla="*/ 899410 w 1364105"/>
                  <a:gd name="connsiteY22" fmla="*/ 1319134 h 5059180"/>
                  <a:gd name="connsiteX23" fmla="*/ 876924 w 1364105"/>
                  <a:gd name="connsiteY23" fmla="*/ 742013 h 5059180"/>
                  <a:gd name="connsiteX24" fmla="*/ 824459 w 1364105"/>
                  <a:gd name="connsiteY24" fmla="*/ 389744 h 5059180"/>
                  <a:gd name="connsiteX25" fmla="*/ 667062 w 1364105"/>
                  <a:gd name="connsiteY25" fmla="*/ 127416 h 5059180"/>
                  <a:gd name="connsiteX26" fmla="*/ 644577 w 1364105"/>
                  <a:gd name="connsiteY26" fmla="*/ 67456 h 5059180"/>
                  <a:gd name="connsiteX27" fmla="*/ 352269 w 1364105"/>
                  <a:gd name="connsiteY27" fmla="*/ 14990 h 5059180"/>
                  <a:gd name="connsiteX28" fmla="*/ 67456 w 1364105"/>
                  <a:gd name="connsiteY28" fmla="*/ 0 h 5059180"/>
                  <a:gd name="connsiteX29" fmla="*/ 0 w 1364105"/>
                  <a:gd name="connsiteY29" fmla="*/ 82446 h 5059180"/>
                  <a:gd name="connsiteX30" fmla="*/ 232347 w 1364105"/>
                  <a:gd name="connsiteY30" fmla="*/ 562131 h 5059180"/>
                  <a:gd name="connsiteX31" fmla="*/ 374754 w 1364105"/>
                  <a:gd name="connsiteY31" fmla="*/ 1843790 h 5059180"/>
                  <a:gd name="connsiteX32" fmla="*/ 449705 w 1364105"/>
                  <a:gd name="connsiteY32" fmla="*/ 3867462 h 5059180"/>
                  <a:gd name="connsiteX33" fmla="*/ 667062 w 1364105"/>
                  <a:gd name="connsiteY33" fmla="*/ 4601980 h 5059180"/>
                  <a:gd name="connsiteX34" fmla="*/ 884419 w 1364105"/>
                  <a:gd name="connsiteY34" fmla="*/ 4976734 h 5059180"/>
                  <a:gd name="connsiteX35" fmla="*/ 1364105 w 1364105"/>
                  <a:gd name="connsiteY35" fmla="*/ 5059180 h 50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64105" h="5059180">
                    <a:moveTo>
                      <a:pt x="1364105" y="5059180"/>
                    </a:moveTo>
                    <a:lnTo>
                      <a:pt x="1364105" y="5059180"/>
                    </a:lnTo>
                    <a:cubicBezTo>
                      <a:pt x="1356610" y="5039193"/>
                      <a:pt x="1350452" y="5018652"/>
                      <a:pt x="1341619" y="4999219"/>
                    </a:cubicBezTo>
                    <a:cubicBezTo>
                      <a:pt x="1337891" y="4991019"/>
                      <a:pt x="1330287" y="4984965"/>
                      <a:pt x="1326629" y="4976734"/>
                    </a:cubicBezTo>
                    <a:cubicBezTo>
                      <a:pt x="1320212" y="4962295"/>
                      <a:pt x="1316636" y="4946754"/>
                      <a:pt x="1311639" y="4931764"/>
                    </a:cubicBezTo>
                    <a:lnTo>
                      <a:pt x="1296649" y="4886793"/>
                    </a:lnTo>
                    <a:lnTo>
                      <a:pt x="1289154" y="4864308"/>
                    </a:lnTo>
                    <a:cubicBezTo>
                      <a:pt x="1286656" y="4856813"/>
                      <a:pt x="1286041" y="4848397"/>
                      <a:pt x="1281659" y="4841823"/>
                    </a:cubicBezTo>
                    <a:lnTo>
                      <a:pt x="1266669" y="4819337"/>
                    </a:lnTo>
                    <a:cubicBezTo>
                      <a:pt x="1264171" y="4806845"/>
                      <a:pt x="1262264" y="4794221"/>
                      <a:pt x="1259174" y="4781862"/>
                    </a:cubicBezTo>
                    <a:cubicBezTo>
                      <a:pt x="1257258" y="4774197"/>
                      <a:pt x="1253228" y="4767124"/>
                      <a:pt x="1251679" y="4759377"/>
                    </a:cubicBezTo>
                    <a:cubicBezTo>
                      <a:pt x="1234344" y="4672707"/>
                      <a:pt x="1239020" y="4680598"/>
                      <a:pt x="1229193" y="4601980"/>
                    </a:cubicBezTo>
                    <a:cubicBezTo>
                      <a:pt x="1227002" y="4584451"/>
                      <a:pt x="1223723" y="4567064"/>
                      <a:pt x="1221698" y="4549515"/>
                    </a:cubicBezTo>
                    <a:cubicBezTo>
                      <a:pt x="1216227" y="4502098"/>
                      <a:pt x="1210672" y="4454674"/>
                      <a:pt x="1206708" y="4407108"/>
                    </a:cubicBezTo>
                    <a:cubicBezTo>
                      <a:pt x="1198155" y="4304472"/>
                      <a:pt x="1205113" y="4346667"/>
                      <a:pt x="1191718" y="4279692"/>
                    </a:cubicBezTo>
                    <a:cubicBezTo>
                      <a:pt x="1188420" y="4233519"/>
                      <a:pt x="1189246" y="4183183"/>
                      <a:pt x="1176728" y="4137285"/>
                    </a:cubicBezTo>
                    <a:cubicBezTo>
                      <a:pt x="1172571" y="4122041"/>
                      <a:pt x="1166735" y="4107305"/>
                      <a:pt x="1161738" y="4092315"/>
                    </a:cubicBezTo>
                    <a:lnTo>
                      <a:pt x="1154242" y="4069829"/>
                    </a:lnTo>
                    <a:cubicBezTo>
                      <a:pt x="1150410" y="4031512"/>
                      <a:pt x="1145315" y="3974326"/>
                      <a:pt x="1139252" y="3934918"/>
                    </a:cubicBezTo>
                    <a:cubicBezTo>
                      <a:pt x="1128817" y="3867092"/>
                      <a:pt x="1131757" y="3928598"/>
                      <a:pt x="1131757" y="3852472"/>
                    </a:cubicBezTo>
                    <a:lnTo>
                      <a:pt x="921895" y="3252865"/>
                    </a:lnTo>
                    <a:lnTo>
                      <a:pt x="854439" y="2031167"/>
                    </a:lnTo>
                    <a:lnTo>
                      <a:pt x="899410" y="1319134"/>
                    </a:lnTo>
                    <a:lnTo>
                      <a:pt x="876924" y="742013"/>
                    </a:lnTo>
                    <a:lnTo>
                      <a:pt x="824459" y="389744"/>
                    </a:lnTo>
                    <a:lnTo>
                      <a:pt x="667062" y="127416"/>
                    </a:lnTo>
                    <a:lnTo>
                      <a:pt x="644577" y="67456"/>
                    </a:lnTo>
                    <a:lnTo>
                      <a:pt x="352269" y="14990"/>
                    </a:lnTo>
                    <a:lnTo>
                      <a:pt x="67456" y="0"/>
                    </a:lnTo>
                    <a:lnTo>
                      <a:pt x="0" y="82446"/>
                    </a:lnTo>
                    <a:lnTo>
                      <a:pt x="232347" y="562131"/>
                    </a:lnTo>
                    <a:lnTo>
                      <a:pt x="374754" y="1843790"/>
                    </a:lnTo>
                    <a:lnTo>
                      <a:pt x="449705" y="3867462"/>
                    </a:lnTo>
                    <a:lnTo>
                      <a:pt x="667062" y="4601980"/>
                    </a:lnTo>
                    <a:lnTo>
                      <a:pt x="884419" y="4976734"/>
                    </a:lnTo>
                    <a:lnTo>
                      <a:pt x="1364105" y="5059180"/>
                    </a:lnTo>
                    <a:close/>
                  </a:path>
                </a:pathLst>
              </a:custGeom>
              <a:solidFill>
                <a:srgbClr val="92D050"/>
              </a:solidFill>
              <a:ln w="3175">
                <a:solidFill>
                  <a:srgbClr val="00B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22" name="Oval 1321">
              <a:extLst>
                <a:ext uri="{FF2B5EF4-FFF2-40B4-BE49-F238E27FC236}">
                  <a16:creationId xmlns:a16="http://schemas.microsoft.com/office/drawing/2014/main" id="{6BC12203-990F-D740-9282-38097114A95F}"/>
                </a:ext>
              </a:extLst>
            </p:cNvPr>
            <p:cNvSpPr/>
            <p:nvPr/>
          </p:nvSpPr>
          <p:spPr>
            <a:xfrm rot="2143402">
              <a:off x="4287401" y="52640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312" name="Group 1311">
              <a:extLst>
                <a:ext uri="{FF2B5EF4-FFF2-40B4-BE49-F238E27FC236}">
                  <a16:creationId xmlns:a16="http://schemas.microsoft.com/office/drawing/2014/main" id="{7B474998-DA63-A448-88E8-F82C996FF80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415678" y="5237832"/>
              <a:ext cx="781866" cy="426239"/>
              <a:chOff x="3201292" y="2360359"/>
              <a:chExt cx="2414304" cy="1316173"/>
            </a:xfrm>
            <a:solidFill>
              <a:srgbClr val="945200"/>
            </a:solidFill>
          </p:grpSpPr>
          <p:sp>
            <p:nvSpPr>
              <p:cNvPr id="1313" name="Rectangle 1312">
                <a:extLst>
                  <a:ext uri="{FF2B5EF4-FFF2-40B4-BE49-F238E27FC236}">
                    <a16:creationId xmlns:a16="http://schemas.microsoft.com/office/drawing/2014/main" id="{F163403C-4F84-5243-819A-BC5CBF94CC7D}"/>
                  </a:ext>
                </a:extLst>
              </p:cNvPr>
              <p:cNvSpPr/>
              <p:nvPr/>
            </p:nvSpPr>
            <p:spPr>
              <a:xfrm rot="15476139">
                <a:off x="2817867" y="2883547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4" name="Rectangle 1313">
                <a:extLst>
                  <a:ext uri="{FF2B5EF4-FFF2-40B4-BE49-F238E27FC236}">
                    <a16:creationId xmlns:a16="http://schemas.microsoft.com/office/drawing/2014/main" id="{8658AD68-4B54-804F-A288-2FF4D87B26EE}"/>
                  </a:ext>
                </a:extLst>
              </p:cNvPr>
              <p:cNvSpPr/>
              <p:nvPr/>
            </p:nvSpPr>
            <p:spPr>
              <a:xfrm rot="16805759">
                <a:off x="4792679" y="2899071"/>
                <a:ext cx="1232289" cy="200631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5" name="Rectangle 1314">
                <a:extLst>
                  <a:ext uri="{FF2B5EF4-FFF2-40B4-BE49-F238E27FC236}">
                    <a16:creationId xmlns:a16="http://schemas.microsoft.com/office/drawing/2014/main" id="{02A89261-D9CD-B140-9804-B53A68C1E2FA}"/>
                  </a:ext>
                </a:extLst>
              </p:cNvPr>
              <p:cNvSpPr/>
              <p:nvPr/>
            </p:nvSpPr>
            <p:spPr>
              <a:xfrm rot="15723645">
                <a:off x="3318840" y="2883270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6" name="Rectangle 1315">
                <a:extLst>
                  <a:ext uri="{FF2B5EF4-FFF2-40B4-BE49-F238E27FC236}">
                    <a16:creationId xmlns:a16="http://schemas.microsoft.com/office/drawing/2014/main" id="{3B66BC70-B0FE-FA46-8F65-2435880C1F20}"/>
                  </a:ext>
                </a:extLst>
              </p:cNvPr>
              <p:cNvSpPr/>
              <p:nvPr/>
            </p:nvSpPr>
            <p:spPr>
              <a:xfrm rot="16637368">
                <a:off x="4512031" y="2882723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7" name="Rectangle 1316">
                <a:extLst>
                  <a:ext uri="{FF2B5EF4-FFF2-40B4-BE49-F238E27FC236}">
                    <a16:creationId xmlns:a16="http://schemas.microsoft.com/office/drawing/2014/main" id="{C490457E-87F2-AD42-9EB9-CBD66F65954C}"/>
                  </a:ext>
                </a:extLst>
              </p:cNvPr>
              <p:cNvSpPr/>
              <p:nvPr/>
            </p:nvSpPr>
            <p:spPr>
              <a:xfrm rot="16412111">
                <a:off x="4125130" y="2882716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8" name="Rectangle 1317">
                <a:extLst>
                  <a:ext uri="{FF2B5EF4-FFF2-40B4-BE49-F238E27FC236}">
                    <a16:creationId xmlns:a16="http://schemas.microsoft.com/office/drawing/2014/main" id="{3E733510-A2C7-5742-9279-EB92FF64C4C8}"/>
                  </a:ext>
                </a:extLst>
              </p:cNvPr>
              <p:cNvSpPr/>
              <p:nvPr/>
            </p:nvSpPr>
            <p:spPr>
              <a:xfrm rot="15975407">
                <a:off x="3713083" y="2882718"/>
                <a:ext cx="1015166" cy="23332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19" name="Rectangle 1318">
                <a:extLst>
                  <a:ext uri="{FF2B5EF4-FFF2-40B4-BE49-F238E27FC236}">
                    <a16:creationId xmlns:a16="http://schemas.microsoft.com/office/drawing/2014/main" id="{55592BCE-0C5E-7C45-832D-346B676BE7E4}"/>
                  </a:ext>
                </a:extLst>
              </p:cNvPr>
              <p:cNvSpPr/>
              <p:nvPr/>
            </p:nvSpPr>
            <p:spPr>
              <a:xfrm>
                <a:off x="3201292" y="2360359"/>
                <a:ext cx="2414304" cy="187758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0" name="Rectangle 1319">
                <a:extLst>
                  <a:ext uri="{FF2B5EF4-FFF2-40B4-BE49-F238E27FC236}">
                    <a16:creationId xmlns:a16="http://schemas.microsoft.com/office/drawing/2014/main" id="{718C2ABE-5EC0-B44F-9CC2-C8C310AD479B}"/>
                  </a:ext>
                </a:extLst>
              </p:cNvPr>
              <p:cNvSpPr/>
              <p:nvPr/>
            </p:nvSpPr>
            <p:spPr>
              <a:xfrm>
                <a:off x="3445667" y="3449576"/>
                <a:ext cx="1963156" cy="226956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21" name="Rectangle 1320">
                <a:extLst>
                  <a:ext uri="{FF2B5EF4-FFF2-40B4-BE49-F238E27FC236}">
                    <a16:creationId xmlns:a16="http://schemas.microsoft.com/office/drawing/2014/main" id="{018FE47D-C770-2E45-A737-5D78F8F6FE36}"/>
                  </a:ext>
                </a:extLst>
              </p:cNvPr>
              <p:cNvSpPr/>
              <p:nvPr/>
            </p:nvSpPr>
            <p:spPr>
              <a:xfrm>
                <a:off x="3351008" y="2926523"/>
                <a:ext cx="2114872" cy="144645"/>
              </a:xfrm>
              <a:prstGeom prst="rect">
                <a:avLst/>
              </a:prstGeom>
              <a:grpFill/>
              <a:ln w="6350">
                <a:noFill/>
              </a:ln>
              <a:effectLst>
                <a:outerShdw blurRad="50800" dist="38100" dir="5400000" algn="ctr" rotWithShape="0">
                  <a:schemeClr val="tx1"/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443" name="Group 1442">
            <a:extLst>
              <a:ext uri="{FF2B5EF4-FFF2-40B4-BE49-F238E27FC236}">
                <a16:creationId xmlns:a16="http://schemas.microsoft.com/office/drawing/2014/main" id="{A9E538D7-4E90-7245-B99B-4C98E1D412E3}"/>
              </a:ext>
            </a:extLst>
          </p:cNvPr>
          <p:cNvGrpSpPr/>
          <p:nvPr/>
        </p:nvGrpSpPr>
        <p:grpSpPr>
          <a:xfrm>
            <a:off x="7071855" y="3874480"/>
            <a:ext cx="686823" cy="439136"/>
            <a:chOff x="5871652" y="6279397"/>
            <a:chExt cx="686823" cy="439136"/>
          </a:xfrm>
        </p:grpSpPr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7FADE1C1-7BE9-0F4E-B7B0-21E8DD019A89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5" name="Freeform 1444">
              <a:extLst>
                <a:ext uri="{FF2B5EF4-FFF2-40B4-BE49-F238E27FC236}">
                  <a16:creationId xmlns:a16="http://schemas.microsoft.com/office/drawing/2014/main" id="{DBF6AB07-3E23-5449-8D49-06B1EEF723A8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6" name="Freeform 1445">
              <a:extLst>
                <a:ext uri="{FF2B5EF4-FFF2-40B4-BE49-F238E27FC236}">
                  <a16:creationId xmlns:a16="http://schemas.microsoft.com/office/drawing/2014/main" id="{FF3750DD-5792-0A42-B829-B0D9FD69297A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7" name="Rectangle 1446">
              <a:extLst>
                <a:ext uri="{FF2B5EF4-FFF2-40B4-BE49-F238E27FC236}">
                  <a16:creationId xmlns:a16="http://schemas.microsoft.com/office/drawing/2014/main" id="{31C6BF22-E731-224F-B53B-CF189CE4617D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448" name="Oval 1447">
              <a:extLst>
                <a:ext uri="{FF2B5EF4-FFF2-40B4-BE49-F238E27FC236}">
                  <a16:creationId xmlns:a16="http://schemas.microsoft.com/office/drawing/2014/main" id="{80B05E8A-65AB-C84E-9D93-F2FA4AA584F9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49" name="Oval 1448">
              <a:extLst>
                <a:ext uri="{FF2B5EF4-FFF2-40B4-BE49-F238E27FC236}">
                  <a16:creationId xmlns:a16="http://schemas.microsoft.com/office/drawing/2014/main" id="{5B0FBAFE-EB53-194A-9F2F-05972436CE09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0" name="Oval 1449">
              <a:extLst>
                <a:ext uri="{FF2B5EF4-FFF2-40B4-BE49-F238E27FC236}">
                  <a16:creationId xmlns:a16="http://schemas.microsoft.com/office/drawing/2014/main" id="{09D518F0-F270-5448-A0CD-ED83063B4445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1" name="Oval 1450">
              <a:extLst>
                <a:ext uri="{FF2B5EF4-FFF2-40B4-BE49-F238E27FC236}">
                  <a16:creationId xmlns:a16="http://schemas.microsoft.com/office/drawing/2014/main" id="{FBFA3D05-4970-BE4E-9D48-F078B47DC907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383D5E06-246B-F14D-B4E9-1F845F011207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CFD7E2F6-0CAA-FD47-95C1-49954EC1A682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4" name="Oval 1453">
              <a:extLst>
                <a:ext uri="{FF2B5EF4-FFF2-40B4-BE49-F238E27FC236}">
                  <a16:creationId xmlns:a16="http://schemas.microsoft.com/office/drawing/2014/main" id="{0DFEB4A9-AC6D-E346-A7A9-00D35A49B089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5" name="Oval 1454">
              <a:extLst>
                <a:ext uri="{FF2B5EF4-FFF2-40B4-BE49-F238E27FC236}">
                  <a16:creationId xmlns:a16="http://schemas.microsoft.com/office/drawing/2014/main" id="{22A2EEE4-9721-E446-8CB1-C0AF49D6201A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6" name="Oval 1455">
              <a:extLst>
                <a:ext uri="{FF2B5EF4-FFF2-40B4-BE49-F238E27FC236}">
                  <a16:creationId xmlns:a16="http://schemas.microsoft.com/office/drawing/2014/main" id="{AE7DBD66-D50C-0641-8FEB-1A1E7016A755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7" name="Oval 1456">
              <a:extLst>
                <a:ext uri="{FF2B5EF4-FFF2-40B4-BE49-F238E27FC236}">
                  <a16:creationId xmlns:a16="http://schemas.microsoft.com/office/drawing/2014/main" id="{B27B789E-BE7F-A949-B9DC-4F422B0D1E77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7179CE1C-3963-584E-B87D-C869CA896D4B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3ACB84E7-1B38-0F45-A974-8B0DF4C535E2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914F035F-F862-684F-B256-2BECF1F9EC0C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B6C7892D-8FE8-704C-A925-169AED74C083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2" name="Oval 1461">
              <a:extLst>
                <a:ext uri="{FF2B5EF4-FFF2-40B4-BE49-F238E27FC236}">
                  <a16:creationId xmlns:a16="http://schemas.microsoft.com/office/drawing/2014/main" id="{43BE6DB6-9112-FE4C-AE74-763A3F373076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3" name="Oval 1462">
              <a:extLst>
                <a:ext uri="{FF2B5EF4-FFF2-40B4-BE49-F238E27FC236}">
                  <a16:creationId xmlns:a16="http://schemas.microsoft.com/office/drawing/2014/main" id="{74A2F338-142E-9949-B32E-83BF3695EC23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4" name="Oval 1463">
              <a:extLst>
                <a:ext uri="{FF2B5EF4-FFF2-40B4-BE49-F238E27FC236}">
                  <a16:creationId xmlns:a16="http://schemas.microsoft.com/office/drawing/2014/main" id="{9D8363CF-4694-A344-8DF1-BA55066C5A48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5" name="Oval 1464">
              <a:extLst>
                <a:ext uri="{FF2B5EF4-FFF2-40B4-BE49-F238E27FC236}">
                  <a16:creationId xmlns:a16="http://schemas.microsoft.com/office/drawing/2014/main" id="{F874A3B8-F291-0C4A-AFCF-5D6648D8EA50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6" name="Oval 1465">
              <a:extLst>
                <a:ext uri="{FF2B5EF4-FFF2-40B4-BE49-F238E27FC236}">
                  <a16:creationId xmlns:a16="http://schemas.microsoft.com/office/drawing/2014/main" id="{C7D31985-247A-E049-828B-07A84EC90D70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7" name="Oval 1466">
              <a:extLst>
                <a:ext uri="{FF2B5EF4-FFF2-40B4-BE49-F238E27FC236}">
                  <a16:creationId xmlns:a16="http://schemas.microsoft.com/office/drawing/2014/main" id="{76F41E43-D0CE-5B49-B6EE-81C1FBCE92AA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8" name="Oval 1467">
              <a:extLst>
                <a:ext uri="{FF2B5EF4-FFF2-40B4-BE49-F238E27FC236}">
                  <a16:creationId xmlns:a16="http://schemas.microsoft.com/office/drawing/2014/main" id="{2D3DCAFB-86F3-8542-B4F2-1A2F29016552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9" name="Oval 1468">
              <a:extLst>
                <a:ext uri="{FF2B5EF4-FFF2-40B4-BE49-F238E27FC236}">
                  <a16:creationId xmlns:a16="http://schemas.microsoft.com/office/drawing/2014/main" id="{277BE643-F6A8-4B4A-9650-79D6C2D367F0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0" name="Oval 1469">
              <a:extLst>
                <a:ext uri="{FF2B5EF4-FFF2-40B4-BE49-F238E27FC236}">
                  <a16:creationId xmlns:a16="http://schemas.microsoft.com/office/drawing/2014/main" id="{90413B7E-003D-9041-8999-5356CD2FBDA2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1" name="Oval 1470">
              <a:extLst>
                <a:ext uri="{FF2B5EF4-FFF2-40B4-BE49-F238E27FC236}">
                  <a16:creationId xmlns:a16="http://schemas.microsoft.com/office/drawing/2014/main" id="{D89F74C0-2953-544A-8497-BBE079BC8B5D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2" name="Oval 1471">
              <a:extLst>
                <a:ext uri="{FF2B5EF4-FFF2-40B4-BE49-F238E27FC236}">
                  <a16:creationId xmlns:a16="http://schemas.microsoft.com/office/drawing/2014/main" id="{B10FACB0-182D-5E4E-8949-816436DC2431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3" name="Oval 1472">
              <a:extLst>
                <a:ext uri="{FF2B5EF4-FFF2-40B4-BE49-F238E27FC236}">
                  <a16:creationId xmlns:a16="http://schemas.microsoft.com/office/drawing/2014/main" id="{FDD3DCA9-EF01-0A41-8561-5D382C840173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4" name="Oval 1473">
              <a:extLst>
                <a:ext uri="{FF2B5EF4-FFF2-40B4-BE49-F238E27FC236}">
                  <a16:creationId xmlns:a16="http://schemas.microsoft.com/office/drawing/2014/main" id="{DECAF569-7720-5243-9A82-76AA4FCB5F60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5" name="Oval 1474">
              <a:extLst>
                <a:ext uri="{FF2B5EF4-FFF2-40B4-BE49-F238E27FC236}">
                  <a16:creationId xmlns:a16="http://schemas.microsoft.com/office/drawing/2014/main" id="{5C3A768B-74F4-1547-A7B0-FDE5EFEB710D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6" name="Oval 1475">
              <a:extLst>
                <a:ext uri="{FF2B5EF4-FFF2-40B4-BE49-F238E27FC236}">
                  <a16:creationId xmlns:a16="http://schemas.microsoft.com/office/drawing/2014/main" id="{15CE3216-371E-004A-ADB4-AA09267EFE81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7" name="Oval 1476">
              <a:extLst>
                <a:ext uri="{FF2B5EF4-FFF2-40B4-BE49-F238E27FC236}">
                  <a16:creationId xmlns:a16="http://schemas.microsoft.com/office/drawing/2014/main" id="{C7543F96-2DAF-A34C-8A12-057810F14856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8" name="Oval 1477">
              <a:extLst>
                <a:ext uri="{FF2B5EF4-FFF2-40B4-BE49-F238E27FC236}">
                  <a16:creationId xmlns:a16="http://schemas.microsoft.com/office/drawing/2014/main" id="{23780E3F-C4CA-4E4C-BD16-9C1E1186D56F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79" name="Oval 1478">
              <a:extLst>
                <a:ext uri="{FF2B5EF4-FFF2-40B4-BE49-F238E27FC236}">
                  <a16:creationId xmlns:a16="http://schemas.microsoft.com/office/drawing/2014/main" id="{3FB4BE41-76E7-E149-8E80-5454EC6934CE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0" name="Oval 1479">
              <a:extLst>
                <a:ext uri="{FF2B5EF4-FFF2-40B4-BE49-F238E27FC236}">
                  <a16:creationId xmlns:a16="http://schemas.microsoft.com/office/drawing/2014/main" id="{E67673C3-2170-6A43-A5A6-BDE26A75F0F2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1" name="Oval 1480">
              <a:extLst>
                <a:ext uri="{FF2B5EF4-FFF2-40B4-BE49-F238E27FC236}">
                  <a16:creationId xmlns:a16="http://schemas.microsoft.com/office/drawing/2014/main" id="{993E9A39-B155-474C-B274-94416E8BBA11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2" name="Oval 1481">
              <a:extLst>
                <a:ext uri="{FF2B5EF4-FFF2-40B4-BE49-F238E27FC236}">
                  <a16:creationId xmlns:a16="http://schemas.microsoft.com/office/drawing/2014/main" id="{7807ABF2-DD54-0D4F-9039-488C8A277B8A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3" name="Oval 1482">
              <a:extLst>
                <a:ext uri="{FF2B5EF4-FFF2-40B4-BE49-F238E27FC236}">
                  <a16:creationId xmlns:a16="http://schemas.microsoft.com/office/drawing/2014/main" id="{B5D86B5E-EE3E-5C4C-8B7E-EC5831AF0DDA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4" name="Oval 1483">
              <a:extLst>
                <a:ext uri="{FF2B5EF4-FFF2-40B4-BE49-F238E27FC236}">
                  <a16:creationId xmlns:a16="http://schemas.microsoft.com/office/drawing/2014/main" id="{AC23B371-715D-D34B-B386-67ACAEDEEE0A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5" name="Oval 1484">
              <a:extLst>
                <a:ext uri="{FF2B5EF4-FFF2-40B4-BE49-F238E27FC236}">
                  <a16:creationId xmlns:a16="http://schemas.microsoft.com/office/drawing/2014/main" id="{D391570B-8380-7143-9A1E-D7A08EDCADF3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6" name="Oval 1485">
              <a:extLst>
                <a:ext uri="{FF2B5EF4-FFF2-40B4-BE49-F238E27FC236}">
                  <a16:creationId xmlns:a16="http://schemas.microsoft.com/office/drawing/2014/main" id="{726B0CAC-C262-B046-8112-69B4301BCCFA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7" name="Oval 1486">
              <a:extLst>
                <a:ext uri="{FF2B5EF4-FFF2-40B4-BE49-F238E27FC236}">
                  <a16:creationId xmlns:a16="http://schemas.microsoft.com/office/drawing/2014/main" id="{9D1F0AB5-DDAA-6543-9BA7-120A2E502F88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8" name="Oval 1487">
              <a:extLst>
                <a:ext uri="{FF2B5EF4-FFF2-40B4-BE49-F238E27FC236}">
                  <a16:creationId xmlns:a16="http://schemas.microsoft.com/office/drawing/2014/main" id="{5B8A3705-B261-8549-8D3E-172E548AF367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1B4BC5AA-1D94-B247-8BE5-DB1C102DC4FB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0" name="Oval 1489">
              <a:extLst>
                <a:ext uri="{FF2B5EF4-FFF2-40B4-BE49-F238E27FC236}">
                  <a16:creationId xmlns:a16="http://schemas.microsoft.com/office/drawing/2014/main" id="{25F963F8-6F98-8A47-870F-377287025028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1" name="Oval 1490">
              <a:extLst>
                <a:ext uri="{FF2B5EF4-FFF2-40B4-BE49-F238E27FC236}">
                  <a16:creationId xmlns:a16="http://schemas.microsoft.com/office/drawing/2014/main" id="{C195C59C-47A9-494C-97F8-03EFF86867D2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2" name="Oval 1491">
              <a:extLst>
                <a:ext uri="{FF2B5EF4-FFF2-40B4-BE49-F238E27FC236}">
                  <a16:creationId xmlns:a16="http://schemas.microsoft.com/office/drawing/2014/main" id="{7E07C8FD-85F6-A640-9148-57DC6F43FA29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3" name="Oval 1492">
              <a:extLst>
                <a:ext uri="{FF2B5EF4-FFF2-40B4-BE49-F238E27FC236}">
                  <a16:creationId xmlns:a16="http://schemas.microsoft.com/office/drawing/2014/main" id="{089BBD72-F2F4-8C43-8747-B1B04DAF4BB3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4" name="Oval 1493">
              <a:extLst>
                <a:ext uri="{FF2B5EF4-FFF2-40B4-BE49-F238E27FC236}">
                  <a16:creationId xmlns:a16="http://schemas.microsoft.com/office/drawing/2014/main" id="{BFCD335A-E8AC-D844-9E2A-94B126D6EFA8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5" name="Oval 1494">
              <a:extLst>
                <a:ext uri="{FF2B5EF4-FFF2-40B4-BE49-F238E27FC236}">
                  <a16:creationId xmlns:a16="http://schemas.microsoft.com/office/drawing/2014/main" id="{117C76B9-4675-6E49-9004-ADFD8AA7581D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6" name="Oval 1495">
              <a:extLst>
                <a:ext uri="{FF2B5EF4-FFF2-40B4-BE49-F238E27FC236}">
                  <a16:creationId xmlns:a16="http://schemas.microsoft.com/office/drawing/2014/main" id="{33EB2B6F-D67A-F64F-8F69-AEB1048F838C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7" name="Oval 1496">
              <a:extLst>
                <a:ext uri="{FF2B5EF4-FFF2-40B4-BE49-F238E27FC236}">
                  <a16:creationId xmlns:a16="http://schemas.microsoft.com/office/drawing/2014/main" id="{51ECACF3-B882-D946-951D-819BB180BA92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8" name="Oval 1497">
              <a:extLst>
                <a:ext uri="{FF2B5EF4-FFF2-40B4-BE49-F238E27FC236}">
                  <a16:creationId xmlns:a16="http://schemas.microsoft.com/office/drawing/2014/main" id="{071DB126-4B84-2E40-82D5-CE0D71944FCA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99" name="Oval 1498">
              <a:extLst>
                <a:ext uri="{FF2B5EF4-FFF2-40B4-BE49-F238E27FC236}">
                  <a16:creationId xmlns:a16="http://schemas.microsoft.com/office/drawing/2014/main" id="{6708D94C-7CC6-6D45-8C42-83C9C8638676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0" name="Oval 1499">
              <a:extLst>
                <a:ext uri="{FF2B5EF4-FFF2-40B4-BE49-F238E27FC236}">
                  <a16:creationId xmlns:a16="http://schemas.microsoft.com/office/drawing/2014/main" id="{0891E954-EE57-A440-9E92-B8BFD4CB0624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1" name="Oval 1500">
              <a:extLst>
                <a:ext uri="{FF2B5EF4-FFF2-40B4-BE49-F238E27FC236}">
                  <a16:creationId xmlns:a16="http://schemas.microsoft.com/office/drawing/2014/main" id="{72EA6B87-1A34-B740-AD07-300F42BB0408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2" name="Oval 1501">
              <a:extLst>
                <a:ext uri="{FF2B5EF4-FFF2-40B4-BE49-F238E27FC236}">
                  <a16:creationId xmlns:a16="http://schemas.microsoft.com/office/drawing/2014/main" id="{66B07152-40E2-6D49-A8BC-8776A2C264DF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3" name="Oval 1502">
              <a:extLst>
                <a:ext uri="{FF2B5EF4-FFF2-40B4-BE49-F238E27FC236}">
                  <a16:creationId xmlns:a16="http://schemas.microsoft.com/office/drawing/2014/main" id="{03BFC5CA-28E1-0743-82BE-F994F5F5A722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4" name="Oval 1503">
              <a:extLst>
                <a:ext uri="{FF2B5EF4-FFF2-40B4-BE49-F238E27FC236}">
                  <a16:creationId xmlns:a16="http://schemas.microsoft.com/office/drawing/2014/main" id="{80C3A0DB-EACE-7340-A32E-2EA319C1443C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5" name="Oval 1504">
              <a:extLst>
                <a:ext uri="{FF2B5EF4-FFF2-40B4-BE49-F238E27FC236}">
                  <a16:creationId xmlns:a16="http://schemas.microsoft.com/office/drawing/2014/main" id="{830BBAC6-9E0A-1247-BAF9-8FEE81B014EF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6" name="Oval 1505">
              <a:extLst>
                <a:ext uri="{FF2B5EF4-FFF2-40B4-BE49-F238E27FC236}">
                  <a16:creationId xmlns:a16="http://schemas.microsoft.com/office/drawing/2014/main" id="{7E6E465B-2205-A948-AB21-80A84B651833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7" name="Oval 1506">
              <a:extLst>
                <a:ext uri="{FF2B5EF4-FFF2-40B4-BE49-F238E27FC236}">
                  <a16:creationId xmlns:a16="http://schemas.microsoft.com/office/drawing/2014/main" id="{F5A4782D-9C0E-1143-A3D2-EA1A6A1539AE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8" name="Oval 1507">
              <a:extLst>
                <a:ext uri="{FF2B5EF4-FFF2-40B4-BE49-F238E27FC236}">
                  <a16:creationId xmlns:a16="http://schemas.microsoft.com/office/drawing/2014/main" id="{0855581F-CCB4-A641-AEEC-E31A896D44B1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09" name="Oval 1508">
              <a:extLst>
                <a:ext uri="{FF2B5EF4-FFF2-40B4-BE49-F238E27FC236}">
                  <a16:creationId xmlns:a16="http://schemas.microsoft.com/office/drawing/2014/main" id="{2904E1AF-CC06-E244-B101-E2820B2536DB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0" name="Oval 1509">
              <a:extLst>
                <a:ext uri="{FF2B5EF4-FFF2-40B4-BE49-F238E27FC236}">
                  <a16:creationId xmlns:a16="http://schemas.microsoft.com/office/drawing/2014/main" id="{6800FB08-6A4B-E544-87A7-4D7812A208EC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1" name="Oval 1510">
              <a:extLst>
                <a:ext uri="{FF2B5EF4-FFF2-40B4-BE49-F238E27FC236}">
                  <a16:creationId xmlns:a16="http://schemas.microsoft.com/office/drawing/2014/main" id="{11AB3228-6A59-C646-8794-7F5394D05E81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2" name="Oval 1511">
              <a:extLst>
                <a:ext uri="{FF2B5EF4-FFF2-40B4-BE49-F238E27FC236}">
                  <a16:creationId xmlns:a16="http://schemas.microsoft.com/office/drawing/2014/main" id="{06C5A586-3EA3-CE4E-887E-21CF45641EEC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3" name="Oval 1512">
              <a:extLst>
                <a:ext uri="{FF2B5EF4-FFF2-40B4-BE49-F238E27FC236}">
                  <a16:creationId xmlns:a16="http://schemas.microsoft.com/office/drawing/2014/main" id="{D519CD16-BB9B-EA4A-9C9F-46B6C4AA4D43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4" name="Oval 1513">
              <a:extLst>
                <a:ext uri="{FF2B5EF4-FFF2-40B4-BE49-F238E27FC236}">
                  <a16:creationId xmlns:a16="http://schemas.microsoft.com/office/drawing/2014/main" id="{D3740861-21C4-5141-83D4-A1D2DE18A337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5" name="Oval 1514">
              <a:extLst>
                <a:ext uri="{FF2B5EF4-FFF2-40B4-BE49-F238E27FC236}">
                  <a16:creationId xmlns:a16="http://schemas.microsoft.com/office/drawing/2014/main" id="{99E9607C-6D81-7C4F-BB36-8CD656EFD2AF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6" name="Oval 1515">
              <a:extLst>
                <a:ext uri="{FF2B5EF4-FFF2-40B4-BE49-F238E27FC236}">
                  <a16:creationId xmlns:a16="http://schemas.microsoft.com/office/drawing/2014/main" id="{45DE63E6-9294-C640-9DA4-32264C8142C9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7" name="Oval 1516">
              <a:extLst>
                <a:ext uri="{FF2B5EF4-FFF2-40B4-BE49-F238E27FC236}">
                  <a16:creationId xmlns:a16="http://schemas.microsoft.com/office/drawing/2014/main" id="{7976B084-72B4-F34F-86D1-DD8BCCF51F99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8" name="Oval 1517">
              <a:extLst>
                <a:ext uri="{FF2B5EF4-FFF2-40B4-BE49-F238E27FC236}">
                  <a16:creationId xmlns:a16="http://schemas.microsoft.com/office/drawing/2014/main" id="{DDD0E0C6-4B67-B74A-A93E-88B660CD877F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19" name="Oval 1518">
              <a:extLst>
                <a:ext uri="{FF2B5EF4-FFF2-40B4-BE49-F238E27FC236}">
                  <a16:creationId xmlns:a16="http://schemas.microsoft.com/office/drawing/2014/main" id="{CEC98451-0F0A-3E47-ADFC-73EFB3BD00B9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0" name="Oval 1519">
              <a:extLst>
                <a:ext uri="{FF2B5EF4-FFF2-40B4-BE49-F238E27FC236}">
                  <a16:creationId xmlns:a16="http://schemas.microsoft.com/office/drawing/2014/main" id="{FA5997CC-4835-2F46-BCBB-36EA10F166E6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1" name="Oval 1520">
              <a:extLst>
                <a:ext uri="{FF2B5EF4-FFF2-40B4-BE49-F238E27FC236}">
                  <a16:creationId xmlns:a16="http://schemas.microsoft.com/office/drawing/2014/main" id="{7C00EF55-0428-C64C-8713-4FA3B311AC4C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2" name="Oval 1521">
              <a:extLst>
                <a:ext uri="{FF2B5EF4-FFF2-40B4-BE49-F238E27FC236}">
                  <a16:creationId xmlns:a16="http://schemas.microsoft.com/office/drawing/2014/main" id="{6263682E-0246-B845-96E3-390B83B83DCE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3" name="Oval 1522">
              <a:extLst>
                <a:ext uri="{FF2B5EF4-FFF2-40B4-BE49-F238E27FC236}">
                  <a16:creationId xmlns:a16="http://schemas.microsoft.com/office/drawing/2014/main" id="{70906C5E-A36C-AB43-9301-D6B0FE74E2BB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4" name="Oval 1523">
              <a:extLst>
                <a:ext uri="{FF2B5EF4-FFF2-40B4-BE49-F238E27FC236}">
                  <a16:creationId xmlns:a16="http://schemas.microsoft.com/office/drawing/2014/main" id="{A9086247-E8DF-8942-AEDF-E5BFC6ED7BC7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5" name="Oval 1524">
              <a:extLst>
                <a:ext uri="{FF2B5EF4-FFF2-40B4-BE49-F238E27FC236}">
                  <a16:creationId xmlns:a16="http://schemas.microsoft.com/office/drawing/2014/main" id="{B75D3D2F-98BF-DA43-8785-9138B9C1E14B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6" name="Oval 1525">
              <a:extLst>
                <a:ext uri="{FF2B5EF4-FFF2-40B4-BE49-F238E27FC236}">
                  <a16:creationId xmlns:a16="http://schemas.microsoft.com/office/drawing/2014/main" id="{9AAA842E-B441-BA42-98D9-A43D087B6EA5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7" name="Oval 1526">
              <a:extLst>
                <a:ext uri="{FF2B5EF4-FFF2-40B4-BE49-F238E27FC236}">
                  <a16:creationId xmlns:a16="http://schemas.microsoft.com/office/drawing/2014/main" id="{6BD8565A-BEDB-974D-A29B-4614A09005AE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8" name="Oval 1527">
              <a:extLst>
                <a:ext uri="{FF2B5EF4-FFF2-40B4-BE49-F238E27FC236}">
                  <a16:creationId xmlns:a16="http://schemas.microsoft.com/office/drawing/2014/main" id="{E07347B6-F29F-124B-B32E-DE42580B56D8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29" name="Oval 1528">
              <a:extLst>
                <a:ext uri="{FF2B5EF4-FFF2-40B4-BE49-F238E27FC236}">
                  <a16:creationId xmlns:a16="http://schemas.microsoft.com/office/drawing/2014/main" id="{2119D621-06A8-FE47-B015-BA58BDFF8A1C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0" name="Oval 1529">
              <a:extLst>
                <a:ext uri="{FF2B5EF4-FFF2-40B4-BE49-F238E27FC236}">
                  <a16:creationId xmlns:a16="http://schemas.microsoft.com/office/drawing/2014/main" id="{9502F760-0F61-054B-B39B-DA3D1747A364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1" name="Oval 1530">
              <a:extLst>
                <a:ext uri="{FF2B5EF4-FFF2-40B4-BE49-F238E27FC236}">
                  <a16:creationId xmlns:a16="http://schemas.microsoft.com/office/drawing/2014/main" id="{39F3B5F3-B27F-EC4B-A54D-00E7EAC20143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2" name="Oval 1531">
              <a:extLst>
                <a:ext uri="{FF2B5EF4-FFF2-40B4-BE49-F238E27FC236}">
                  <a16:creationId xmlns:a16="http://schemas.microsoft.com/office/drawing/2014/main" id="{D3DD6438-2DBE-194D-929C-D1E6067E6D6C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3" name="Oval 1532">
              <a:extLst>
                <a:ext uri="{FF2B5EF4-FFF2-40B4-BE49-F238E27FC236}">
                  <a16:creationId xmlns:a16="http://schemas.microsoft.com/office/drawing/2014/main" id="{0D35AC9A-D4B1-B24F-9350-B3E089CADDBD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4" name="Oval 1533">
              <a:extLst>
                <a:ext uri="{FF2B5EF4-FFF2-40B4-BE49-F238E27FC236}">
                  <a16:creationId xmlns:a16="http://schemas.microsoft.com/office/drawing/2014/main" id="{9E64E069-3B28-AE48-BC83-E0624FAD5E5B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5" name="Oval 1534">
              <a:extLst>
                <a:ext uri="{FF2B5EF4-FFF2-40B4-BE49-F238E27FC236}">
                  <a16:creationId xmlns:a16="http://schemas.microsoft.com/office/drawing/2014/main" id="{23192834-0AD9-3F4B-8E1C-28502EDD33DF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6" name="Oval 1535">
              <a:extLst>
                <a:ext uri="{FF2B5EF4-FFF2-40B4-BE49-F238E27FC236}">
                  <a16:creationId xmlns:a16="http://schemas.microsoft.com/office/drawing/2014/main" id="{25B865B8-C476-6C4F-BB36-B15CB04AE65E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7" name="Oval 1536">
              <a:extLst>
                <a:ext uri="{FF2B5EF4-FFF2-40B4-BE49-F238E27FC236}">
                  <a16:creationId xmlns:a16="http://schemas.microsoft.com/office/drawing/2014/main" id="{C53C1B83-E38A-3749-9C84-B7679E1843B6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8" name="Oval 1537">
              <a:extLst>
                <a:ext uri="{FF2B5EF4-FFF2-40B4-BE49-F238E27FC236}">
                  <a16:creationId xmlns:a16="http://schemas.microsoft.com/office/drawing/2014/main" id="{A49EA486-72B1-014E-B0EA-86BC6E10E61A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39" name="Oval 1538">
              <a:extLst>
                <a:ext uri="{FF2B5EF4-FFF2-40B4-BE49-F238E27FC236}">
                  <a16:creationId xmlns:a16="http://schemas.microsoft.com/office/drawing/2014/main" id="{1082D901-DB90-DC47-B8C0-6D11F9A056E9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0" name="Oval 1539">
              <a:extLst>
                <a:ext uri="{FF2B5EF4-FFF2-40B4-BE49-F238E27FC236}">
                  <a16:creationId xmlns:a16="http://schemas.microsoft.com/office/drawing/2014/main" id="{99BDB043-0FA6-6449-8C4B-5348C4168DB0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1" name="Oval 1540">
              <a:extLst>
                <a:ext uri="{FF2B5EF4-FFF2-40B4-BE49-F238E27FC236}">
                  <a16:creationId xmlns:a16="http://schemas.microsoft.com/office/drawing/2014/main" id="{F6E17881-6FFA-5646-B6D3-F3EE940A7A14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2" name="Oval 1541">
              <a:extLst>
                <a:ext uri="{FF2B5EF4-FFF2-40B4-BE49-F238E27FC236}">
                  <a16:creationId xmlns:a16="http://schemas.microsoft.com/office/drawing/2014/main" id="{7DD7BD71-FD92-474B-BEDC-E563A23504D9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3" name="Oval 1542">
              <a:extLst>
                <a:ext uri="{FF2B5EF4-FFF2-40B4-BE49-F238E27FC236}">
                  <a16:creationId xmlns:a16="http://schemas.microsoft.com/office/drawing/2014/main" id="{38009454-F251-694B-80B2-F8B9ADAE48EE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4" name="Oval 1543">
              <a:extLst>
                <a:ext uri="{FF2B5EF4-FFF2-40B4-BE49-F238E27FC236}">
                  <a16:creationId xmlns:a16="http://schemas.microsoft.com/office/drawing/2014/main" id="{AF15B4E3-A1D0-0C47-A0F6-B5B714B710AC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5" name="Oval 1544">
              <a:extLst>
                <a:ext uri="{FF2B5EF4-FFF2-40B4-BE49-F238E27FC236}">
                  <a16:creationId xmlns:a16="http://schemas.microsoft.com/office/drawing/2014/main" id="{7EEFBF8B-3700-CD47-960B-6CB1251C7BFA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6" name="Oval 1545">
              <a:extLst>
                <a:ext uri="{FF2B5EF4-FFF2-40B4-BE49-F238E27FC236}">
                  <a16:creationId xmlns:a16="http://schemas.microsoft.com/office/drawing/2014/main" id="{6C19E496-D9D6-CA45-9D2E-65263F063323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7" name="Oval 1546">
              <a:extLst>
                <a:ext uri="{FF2B5EF4-FFF2-40B4-BE49-F238E27FC236}">
                  <a16:creationId xmlns:a16="http://schemas.microsoft.com/office/drawing/2014/main" id="{68933510-379B-FF48-BA88-B4C0A9F942D8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8" name="Oval 1547">
              <a:extLst>
                <a:ext uri="{FF2B5EF4-FFF2-40B4-BE49-F238E27FC236}">
                  <a16:creationId xmlns:a16="http://schemas.microsoft.com/office/drawing/2014/main" id="{F19CF9C7-7A13-064C-A77A-B6E187C36EF1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49" name="Oval 1548">
              <a:extLst>
                <a:ext uri="{FF2B5EF4-FFF2-40B4-BE49-F238E27FC236}">
                  <a16:creationId xmlns:a16="http://schemas.microsoft.com/office/drawing/2014/main" id="{334424F2-025A-FB49-8350-0293FAC57992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0" name="Oval 1549">
              <a:extLst>
                <a:ext uri="{FF2B5EF4-FFF2-40B4-BE49-F238E27FC236}">
                  <a16:creationId xmlns:a16="http://schemas.microsoft.com/office/drawing/2014/main" id="{5C6954AE-D841-BF4B-9FD1-FC3C49B954DC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1" name="Oval 1550">
              <a:extLst>
                <a:ext uri="{FF2B5EF4-FFF2-40B4-BE49-F238E27FC236}">
                  <a16:creationId xmlns:a16="http://schemas.microsoft.com/office/drawing/2014/main" id="{BF186647-0E01-0A41-9BC2-1B5CD63479DC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2" name="Oval 1551">
              <a:extLst>
                <a:ext uri="{FF2B5EF4-FFF2-40B4-BE49-F238E27FC236}">
                  <a16:creationId xmlns:a16="http://schemas.microsoft.com/office/drawing/2014/main" id="{F22A4E08-2059-704A-9296-0294CBA6BC46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3" name="Oval 1552">
              <a:extLst>
                <a:ext uri="{FF2B5EF4-FFF2-40B4-BE49-F238E27FC236}">
                  <a16:creationId xmlns:a16="http://schemas.microsoft.com/office/drawing/2014/main" id="{0A75DD8B-F61D-4C42-90A6-7A9068A558B5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4" name="Oval 1553">
              <a:extLst>
                <a:ext uri="{FF2B5EF4-FFF2-40B4-BE49-F238E27FC236}">
                  <a16:creationId xmlns:a16="http://schemas.microsoft.com/office/drawing/2014/main" id="{F5282C7D-0ADA-F946-8E3D-6614BAA56B4C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5" name="Oval 1554">
              <a:extLst>
                <a:ext uri="{FF2B5EF4-FFF2-40B4-BE49-F238E27FC236}">
                  <a16:creationId xmlns:a16="http://schemas.microsoft.com/office/drawing/2014/main" id="{4CDD6FAB-11CB-3D48-9582-8F5B432B6F28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6" name="Oval 1555">
              <a:extLst>
                <a:ext uri="{FF2B5EF4-FFF2-40B4-BE49-F238E27FC236}">
                  <a16:creationId xmlns:a16="http://schemas.microsoft.com/office/drawing/2014/main" id="{B3E4A4AE-F528-F64E-BFF2-E606BB845245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7" name="Oval 1556">
              <a:extLst>
                <a:ext uri="{FF2B5EF4-FFF2-40B4-BE49-F238E27FC236}">
                  <a16:creationId xmlns:a16="http://schemas.microsoft.com/office/drawing/2014/main" id="{76223A2A-0C22-A14A-837B-692F5F52898C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8" name="Oval 1557">
              <a:extLst>
                <a:ext uri="{FF2B5EF4-FFF2-40B4-BE49-F238E27FC236}">
                  <a16:creationId xmlns:a16="http://schemas.microsoft.com/office/drawing/2014/main" id="{A76BCD0E-8FC6-1040-942E-D3A93EB14ACF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59" name="Oval 1558">
              <a:extLst>
                <a:ext uri="{FF2B5EF4-FFF2-40B4-BE49-F238E27FC236}">
                  <a16:creationId xmlns:a16="http://schemas.microsoft.com/office/drawing/2014/main" id="{74467DE4-E8FB-DA48-A7F8-D7B4B7883AE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0" name="Oval 1559">
              <a:extLst>
                <a:ext uri="{FF2B5EF4-FFF2-40B4-BE49-F238E27FC236}">
                  <a16:creationId xmlns:a16="http://schemas.microsoft.com/office/drawing/2014/main" id="{C0645BAF-006A-6540-8661-B11E9EE3FA43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1" name="Freeform 1560">
              <a:extLst>
                <a:ext uri="{FF2B5EF4-FFF2-40B4-BE49-F238E27FC236}">
                  <a16:creationId xmlns:a16="http://schemas.microsoft.com/office/drawing/2014/main" id="{8F4058D6-7A8F-184C-80EC-0806C55FBDAC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2" name="Freeform 1561">
              <a:extLst>
                <a:ext uri="{FF2B5EF4-FFF2-40B4-BE49-F238E27FC236}">
                  <a16:creationId xmlns:a16="http://schemas.microsoft.com/office/drawing/2014/main" id="{92EB998A-EC24-4649-9658-3D4B5116755F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63" name="Group 1562">
            <a:extLst>
              <a:ext uri="{FF2B5EF4-FFF2-40B4-BE49-F238E27FC236}">
                <a16:creationId xmlns:a16="http://schemas.microsoft.com/office/drawing/2014/main" id="{70433880-C181-DC4D-8BBF-2221928ADB3D}"/>
              </a:ext>
            </a:extLst>
          </p:cNvPr>
          <p:cNvGrpSpPr/>
          <p:nvPr/>
        </p:nvGrpSpPr>
        <p:grpSpPr>
          <a:xfrm rot="797170">
            <a:off x="7540050" y="3255082"/>
            <a:ext cx="1160764" cy="514866"/>
            <a:chOff x="5871652" y="6279397"/>
            <a:chExt cx="686823" cy="439136"/>
          </a:xfrm>
        </p:grpSpPr>
        <p:sp>
          <p:nvSpPr>
            <p:cNvPr id="1564" name="Freeform 1563">
              <a:extLst>
                <a:ext uri="{FF2B5EF4-FFF2-40B4-BE49-F238E27FC236}">
                  <a16:creationId xmlns:a16="http://schemas.microsoft.com/office/drawing/2014/main" id="{E6A494C6-D5E2-9440-AF4D-CB5C61F1CC67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5" name="Freeform 1564">
              <a:extLst>
                <a:ext uri="{FF2B5EF4-FFF2-40B4-BE49-F238E27FC236}">
                  <a16:creationId xmlns:a16="http://schemas.microsoft.com/office/drawing/2014/main" id="{C618C221-8523-7B4E-941A-60D0C1069E79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6" name="Freeform 1565">
              <a:extLst>
                <a:ext uri="{FF2B5EF4-FFF2-40B4-BE49-F238E27FC236}">
                  <a16:creationId xmlns:a16="http://schemas.microsoft.com/office/drawing/2014/main" id="{0E5B5F2A-7912-5941-9378-2175F05D6615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3DACD6DE-A283-5349-B4D9-40086E805435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568" name="Oval 1567">
              <a:extLst>
                <a:ext uri="{FF2B5EF4-FFF2-40B4-BE49-F238E27FC236}">
                  <a16:creationId xmlns:a16="http://schemas.microsoft.com/office/drawing/2014/main" id="{5D24FD6B-509F-BF44-B066-82FB826E40F6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69" name="Oval 1568">
              <a:extLst>
                <a:ext uri="{FF2B5EF4-FFF2-40B4-BE49-F238E27FC236}">
                  <a16:creationId xmlns:a16="http://schemas.microsoft.com/office/drawing/2014/main" id="{ED4A7A99-920A-3C48-8930-684BF701549F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0" name="Oval 1569">
              <a:extLst>
                <a:ext uri="{FF2B5EF4-FFF2-40B4-BE49-F238E27FC236}">
                  <a16:creationId xmlns:a16="http://schemas.microsoft.com/office/drawing/2014/main" id="{3708113C-726D-CA43-8059-F4F943645DDB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1" name="Oval 1570">
              <a:extLst>
                <a:ext uri="{FF2B5EF4-FFF2-40B4-BE49-F238E27FC236}">
                  <a16:creationId xmlns:a16="http://schemas.microsoft.com/office/drawing/2014/main" id="{0B2C184E-8D79-AD42-B927-93983B818A56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2" name="Oval 1571">
              <a:extLst>
                <a:ext uri="{FF2B5EF4-FFF2-40B4-BE49-F238E27FC236}">
                  <a16:creationId xmlns:a16="http://schemas.microsoft.com/office/drawing/2014/main" id="{FEE8451D-263B-A641-B379-CA04B6AC3D22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3" name="Oval 1572">
              <a:extLst>
                <a:ext uri="{FF2B5EF4-FFF2-40B4-BE49-F238E27FC236}">
                  <a16:creationId xmlns:a16="http://schemas.microsoft.com/office/drawing/2014/main" id="{E50EB97C-B9F1-DF4F-810F-B0CD1A3E95A9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4" name="Oval 1573">
              <a:extLst>
                <a:ext uri="{FF2B5EF4-FFF2-40B4-BE49-F238E27FC236}">
                  <a16:creationId xmlns:a16="http://schemas.microsoft.com/office/drawing/2014/main" id="{B2786F1C-1CB8-8142-892E-666B26983CAC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5" name="Oval 1574">
              <a:extLst>
                <a:ext uri="{FF2B5EF4-FFF2-40B4-BE49-F238E27FC236}">
                  <a16:creationId xmlns:a16="http://schemas.microsoft.com/office/drawing/2014/main" id="{48BAA3A7-C930-3748-9F14-C9160A8E0599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6" name="Oval 1575">
              <a:extLst>
                <a:ext uri="{FF2B5EF4-FFF2-40B4-BE49-F238E27FC236}">
                  <a16:creationId xmlns:a16="http://schemas.microsoft.com/office/drawing/2014/main" id="{0E6D0DA8-E630-A249-92F8-256A1DAF0BA1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7" name="Oval 1576">
              <a:extLst>
                <a:ext uri="{FF2B5EF4-FFF2-40B4-BE49-F238E27FC236}">
                  <a16:creationId xmlns:a16="http://schemas.microsoft.com/office/drawing/2014/main" id="{1C177EA1-2610-DF4D-8A79-55868D304B0F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8" name="Oval 1577">
              <a:extLst>
                <a:ext uri="{FF2B5EF4-FFF2-40B4-BE49-F238E27FC236}">
                  <a16:creationId xmlns:a16="http://schemas.microsoft.com/office/drawing/2014/main" id="{0F6F162D-BC62-C644-8206-DDE5312CFE32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79" name="Oval 1578">
              <a:extLst>
                <a:ext uri="{FF2B5EF4-FFF2-40B4-BE49-F238E27FC236}">
                  <a16:creationId xmlns:a16="http://schemas.microsoft.com/office/drawing/2014/main" id="{97531B1E-20B7-234D-AEC6-D253768DBB1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0" name="Oval 1579">
              <a:extLst>
                <a:ext uri="{FF2B5EF4-FFF2-40B4-BE49-F238E27FC236}">
                  <a16:creationId xmlns:a16="http://schemas.microsoft.com/office/drawing/2014/main" id="{69149D68-7ED3-3A42-945D-169E8E7FE6AC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1" name="Oval 1580">
              <a:extLst>
                <a:ext uri="{FF2B5EF4-FFF2-40B4-BE49-F238E27FC236}">
                  <a16:creationId xmlns:a16="http://schemas.microsoft.com/office/drawing/2014/main" id="{B0283D7F-CA18-EF48-9D1C-53BDCC90B943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2" name="Oval 1581">
              <a:extLst>
                <a:ext uri="{FF2B5EF4-FFF2-40B4-BE49-F238E27FC236}">
                  <a16:creationId xmlns:a16="http://schemas.microsoft.com/office/drawing/2014/main" id="{22997DB5-F4B0-F541-BE42-C6406DD42B16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3" name="Oval 1582">
              <a:extLst>
                <a:ext uri="{FF2B5EF4-FFF2-40B4-BE49-F238E27FC236}">
                  <a16:creationId xmlns:a16="http://schemas.microsoft.com/office/drawing/2014/main" id="{AB5252AB-F677-6D4C-99FB-3FC02C4B4761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4" name="Oval 1583">
              <a:extLst>
                <a:ext uri="{FF2B5EF4-FFF2-40B4-BE49-F238E27FC236}">
                  <a16:creationId xmlns:a16="http://schemas.microsoft.com/office/drawing/2014/main" id="{26EDC2D1-3E46-5342-8053-65E975CD30DB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5" name="Oval 1584">
              <a:extLst>
                <a:ext uri="{FF2B5EF4-FFF2-40B4-BE49-F238E27FC236}">
                  <a16:creationId xmlns:a16="http://schemas.microsoft.com/office/drawing/2014/main" id="{FB6550EF-C98E-8B44-A9FD-6C663D14A389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6" name="Oval 1585">
              <a:extLst>
                <a:ext uri="{FF2B5EF4-FFF2-40B4-BE49-F238E27FC236}">
                  <a16:creationId xmlns:a16="http://schemas.microsoft.com/office/drawing/2014/main" id="{97FC3309-FE05-BF42-81F1-EBDB8E13B1A8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7" name="Oval 1586">
              <a:extLst>
                <a:ext uri="{FF2B5EF4-FFF2-40B4-BE49-F238E27FC236}">
                  <a16:creationId xmlns:a16="http://schemas.microsoft.com/office/drawing/2014/main" id="{8CB5B460-7503-6C48-8EF5-7E514D468815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8" name="Oval 1587">
              <a:extLst>
                <a:ext uri="{FF2B5EF4-FFF2-40B4-BE49-F238E27FC236}">
                  <a16:creationId xmlns:a16="http://schemas.microsoft.com/office/drawing/2014/main" id="{66CB89BB-9D03-BC4F-ACC3-1F55A7CEEB66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89" name="Oval 1588">
              <a:extLst>
                <a:ext uri="{FF2B5EF4-FFF2-40B4-BE49-F238E27FC236}">
                  <a16:creationId xmlns:a16="http://schemas.microsoft.com/office/drawing/2014/main" id="{687F834F-321C-1144-9E78-530DEAC65253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0" name="Oval 1589">
              <a:extLst>
                <a:ext uri="{FF2B5EF4-FFF2-40B4-BE49-F238E27FC236}">
                  <a16:creationId xmlns:a16="http://schemas.microsoft.com/office/drawing/2014/main" id="{4B939631-87D6-9643-8DAD-08AF2039D96F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1" name="Oval 1590">
              <a:extLst>
                <a:ext uri="{FF2B5EF4-FFF2-40B4-BE49-F238E27FC236}">
                  <a16:creationId xmlns:a16="http://schemas.microsoft.com/office/drawing/2014/main" id="{CC01B7E3-1206-2044-82EB-BA29C3E15289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2" name="Oval 1591">
              <a:extLst>
                <a:ext uri="{FF2B5EF4-FFF2-40B4-BE49-F238E27FC236}">
                  <a16:creationId xmlns:a16="http://schemas.microsoft.com/office/drawing/2014/main" id="{BE934C49-9600-6844-8E90-26546D4D842F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3" name="Oval 1592">
              <a:extLst>
                <a:ext uri="{FF2B5EF4-FFF2-40B4-BE49-F238E27FC236}">
                  <a16:creationId xmlns:a16="http://schemas.microsoft.com/office/drawing/2014/main" id="{13DFD226-0DD7-624E-BF88-905932D43991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4" name="Oval 1593">
              <a:extLst>
                <a:ext uri="{FF2B5EF4-FFF2-40B4-BE49-F238E27FC236}">
                  <a16:creationId xmlns:a16="http://schemas.microsoft.com/office/drawing/2014/main" id="{E34BF598-3973-4244-968A-8C9A56EC0C96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5" name="Oval 1594">
              <a:extLst>
                <a:ext uri="{FF2B5EF4-FFF2-40B4-BE49-F238E27FC236}">
                  <a16:creationId xmlns:a16="http://schemas.microsoft.com/office/drawing/2014/main" id="{335E7E33-C043-A74F-986C-22061D6644EE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6" name="Oval 1595">
              <a:extLst>
                <a:ext uri="{FF2B5EF4-FFF2-40B4-BE49-F238E27FC236}">
                  <a16:creationId xmlns:a16="http://schemas.microsoft.com/office/drawing/2014/main" id="{277412E6-C1D3-454B-91DA-D312D1E6EFED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7" name="Oval 1596">
              <a:extLst>
                <a:ext uri="{FF2B5EF4-FFF2-40B4-BE49-F238E27FC236}">
                  <a16:creationId xmlns:a16="http://schemas.microsoft.com/office/drawing/2014/main" id="{FBDD16D4-8AEA-0345-8B2A-B7A822B94330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4EA53A5B-D0CD-484E-AA77-0A16DB8EE40A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99" name="Oval 1598">
              <a:extLst>
                <a:ext uri="{FF2B5EF4-FFF2-40B4-BE49-F238E27FC236}">
                  <a16:creationId xmlns:a16="http://schemas.microsoft.com/office/drawing/2014/main" id="{17640CD6-5CDA-964F-A435-85F21E0E659C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2976FA02-B51A-4449-B29C-98976A9E39F4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1" name="Oval 1600">
              <a:extLst>
                <a:ext uri="{FF2B5EF4-FFF2-40B4-BE49-F238E27FC236}">
                  <a16:creationId xmlns:a16="http://schemas.microsoft.com/office/drawing/2014/main" id="{38A0C3C4-A268-BC44-BF78-9DD23E2796A7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2869D9E0-407D-1C45-98ED-485431AB77A0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732CFE31-AE4A-804F-87A8-2ED984C00D28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4" name="Oval 1603">
              <a:extLst>
                <a:ext uri="{FF2B5EF4-FFF2-40B4-BE49-F238E27FC236}">
                  <a16:creationId xmlns:a16="http://schemas.microsoft.com/office/drawing/2014/main" id="{44036630-1183-CE45-8FDE-BB5F358685F6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5" name="Oval 1604">
              <a:extLst>
                <a:ext uri="{FF2B5EF4-FFF2-40B4-BE49-F238E27FC236}">
                  <a16:creationId xmlns:a16="http://schemas.microsoft.com/office/drawing/2014/main" id="{D43278F7-05B4-3942-ADA2-816A1620B54D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5A36924B-FF8F-8241-BCB5-25EB11133E00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7" name="Oval 1606">
              <a:extLst>
                <a:ext uri="{FF2B5EF4-FFF2-40B4-BE49-F238E27FC236}">
                  <a16:creationId xmlns:a16="http://schemas.microsoft.com/office/drawing/2014/main" id="{E7637E65-3678-5044-9C69-1417D6BDF778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FC64D002-0836-DD46-8520-7ECE57684504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775E602E-EC96-1740-B98D-3FFE2B759663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0C548692-036E-A646-9798-B3DBF0E87B76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1" name="Oval 1610">
              <a:extLst>
                <a:ext uri="{FF2B5EF4-FFF2-40B4-BE49-F238E27FC236}">
                  <a16:creationId xmlns:a16="http://schemas.microsoft.com/office/drawing/2014/main" id="{A7E0081A-6064-9C48-BE88-B21E2B749A2A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B187C92A-484F-354B-BDA4-221088902019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3" name="Oval 1612">
              <a:extLst>
                <a:ext uri="{FF2B5EF4-FFF2-40B4-BE49-F238E27FC236}">
                  <a16:creationId xmlns:a16="http://schemas.microsoft.com/office/drawing/2014/main" id="{16EA3BA4-33E6-8E46-8FB8-E1E31AF371FA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B89ABAAD-FEC9-5242-A4FA-0D44D9A9105C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6DDAEFE4-A86D-894F-9902-05284C729B11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6" name="Oval 1615">
              <a:extLst>
                <a:ext uri="{FF2B5EF4-FFF2-40B4-BE49-F238E27FC236}">
                  <a16:creationId xmlns:a16="http://schemas.microsoft.com/office/drawing/2014/main" id="{E853A3CA-A5BA-8444-B3BB-2525409444E4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18CD8A44-91A2-E94A-B40A-799EA4F382A1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C1008416-A339-F348-8A4C-C8834FC0A415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3DAC1FD0-068B-D441-B134-20C0BDCE00C1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0F6AB1F2-3203-4D4E-A07E-61965ACC84A6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C460F94D-9240-5C4A-9BAB-0E9BAE324A61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2" name="Oval 1621">
              <a:extLst>
                <a:ext uri="{FF2B5EF4-FFF2-40B4-BE49-F238E27FC236}">
                  <a16:creationId xmlns:a16="http://schemas.microsoft.com/office/drawing/2014/main" id="{CD3686E8-D99B-CE41-822B-746EAE47B321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9AD3B993-4DEC-2B48-AB63-3081019E8D29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4897EDAF-E386-AC4C-B4AE-236E631AC643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5" name="Oval 1624">
              <a:extLst>
                <a:ext uri="{FF2B5EF4-FFF2-40B4-BE49-F238E27FC236}">
                  <a16:creationId xmlns:a16="http://schemas.microsoft.com/office/drawing/2014/main" id="{DEC928F5-B81C-2744-8FE5-CF6C07A2E0F7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EB93AAA8-20AB-BC46-90A3-34A1293D64FD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0368DFF9-C108-D140-817C-1978B23639F3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8" name="Oval 1627">
              <a:extLst>
                <a:ext uri="{FF2B5EF4-FFF2-40B4-BE49-F238E27FC236}">
                  <a16:creationId xmlns:a16="http://schemas.microsoft.com/office/drawing/2014/main" id="{9368F82B-0505-3B47-9C57-89799D1DC097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63DC3E7E-7B7A-7345-AB0C-414E10608041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3CC058B2-D522-E447-87FE-7632385B3143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1" name="Oval 1630">
              <a:extLst>
                <a:ext uri="{FF2B5EF4-FFF2-40B4-BE49-F238E27FC236}">
                  <a16:creationId xmlns:a16="http://schemas.microsoft.com/office/drawing/2014/main" id="{F4246058-C499-AA40-8937-BCA7E2ABB9B8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8C6FF292-1AF3-6645-9F24-E3B4B9A247FB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F3D17F8C-BD92-FC44-94A2-7982D56280C0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4" name="Oval 1633">
              <a:extLst>
                <a:ext uri="{FF2B5EF4-FFF2-40B4-BE49-F238E27FC236}">
                  <a16:creationId xmlns:a16="http://schemas.microsoft.com/office/drawing/2014/main" id="{233561FF-2A98-8B49-800B-ADA571736092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320F4D55-5317-0946-BC19-15571DBF75AE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6" name="Oval 1635">
              <a:extLst>
                <a:ext uri="{FF2B5EF4-FFF2-40B4-BE49-F238E27FC236}">
                  <a16:creationId xmlns:a16="http://schemas.microsoft.com/office/drawing/2014/main" id="{52BA1E2E-44D5-DB48-A541-BDEDB8EBE487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7" name="Oval 1636">
              <a:extLst>
                <a:ext uri="{FF2B5EF4-FFF2-40B4-BE49-F238E27FC236}">
                  <a16:creationId xmlns:a16="http://schemas.microsoft.com/office/drawing/2014/main" id="{078E6420-E0AA-574C-BD07-BAAB5082B31B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A2986854-8901-FE47-8EF1-4ED49F9D654C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39" name="Oval 1638">
              <a:extLst>
                <a:ext uri="{FF2B5EF4-FFF2-40B4-BE49-F238E27FC236}">
                  <a16:creationId xmlns:a16="http://schemas.microsoft.com/office/drawing/2014/main" id="{2B58CCB2-297F-C047-85A9-10B30BA4F3F3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0" name="Oval 1639">
              <a:extLst>
                <a:ext uri="{FF2B5EF4-FFF2-40B4-BE49-F238E27FC236}">
                  <a16:creationId xmlns:a16="http://schemas.microsoft.com/office/drawing/2014/main" id="{3089366F-E875-284E-BEEC-02142C986007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0EBAD8CE-40F4-1045-9F2F-20D2F03DB058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2" name="Oval 1641">
              <a:extLst>
                <a:ext uri="{FF2B5EF4-FFF2-40B4-BE49-F238E27FC236}">
                  <a16:creationId xmlns:a16="http://schemas.microsoft.com/office/drawing/2014/main" id="{42E62981-5A5B-ED4C-ADAD-6B5A5D94245C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3" name="Oval 1642">
              <a:extLst>
                <a:ext uri="{FF2B5EF4-FFF2-40B4-BE49-F238E27FC236}">
                  <a16:creationId xmlns:a16="http://schemas.microsoft.com/office/drawing/2014/main" id="{CA3E4DB5-5563-264F-BB37-3BFAD1E8423E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05E10427-3156-8045-A1F8-9248A6FD0813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5" name="Oval 1644">
              <a:extLst>
                <a:ext uri="{FF2B5EF4-FFF2-40B4-BE49-F238E27FC236}">
                  <a16:creationId xmlns:a16="http://schemas.microsoft.com/office/drawing/2014/main" id="{D39766A8-872E-684C-8D15-195AEE9987FE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6" name="Oval 1645">
              <a:extLst>
                <a:ext uri="{FF2B5EF4-FFF2-40B4-BE49-F238E27FC236}">
                  <a16:creationId xmlns:a16="http://schemas.microsoft.com/office/drawing/2014/main" id="{9383A3AE-CDB2-264B-BD97-CAE3DBE4B292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7" name="Oval 1646">
              <a:extLst>
                <a:ext uri="{FF2B5EF4-FFF2-40B4-BE49-F238E27FC236}">
                  <a16:creationId xmlns:a16="http://schemas.microsoft.com/office/drawing/2014/main" id="{4EE23F97-9E56-4E4A-BED3-5D0EEDDFBECA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8" name="Oval 1647">
              <a:extLst>
                <a:ext uri="{FF2B5EF4-FFF2-40B4-BE49-F238E27FC236}">
                  <a16:creationId xmlns:a16="http://schemas.microsoft.com/office/drawing/2014/main" id="{C1B59A26-6271-D34A-A7BD-61C5AC9C46EF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9" name="Oval 1648">
              <a:extLst>
                <a:ext uri="{FF2B5EF4-FFF2-40B4-BE49-F238E27FC236}">
                  <a16:creationId xmlns:a16="http://schemas.microsoft.com/office/drawing/2014/main" id="{325AD262-5A5B-3444-AAB7-2B6E1483F05B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0" name="Oval 1649">
              <a:extLst>
                <a:ext uri="{FF2B5EF4-FFF2-40B4-BE49-F238E27FC236}">
                  <a16:creationId xmlns:a16="http://schemas.microsoft.com/office/drawing/2014/main" id="{B8597C60-0C95-4441-836A-A38E6C16967D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1" name="Oval 1650">
              <a:extLst>
                <a:ext uri="{FF2B5EF4-FFF2-40B4-BE49-F238E27FC236}">
                  <a16:creationId xmlns:a16="http://schemas.microsoft.com/office/drawing/2014/main" id="{88DFE2D4-8FC1-234D-877F-0F17D26D1734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2" name="Oval 1651">
              <a:extLst>
                <a:ext uri="{FF2B5EF4-FFF2-40B4-BE49-F238E27FC236}">
                  <a16:creationId xmlns:a16="http://schemas.microsoft.com/office/drawing/2014/main" id="{055C1E4B-D080-6940-BC85-B9C6EDC16A34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3" name="Oval 1652">
              <a:extLst>
                <a:ext uri="{FF2B5EF4-FFF2-40B4-BE49-F238E27FC236}">
                  <a16:creationId xmlns:a16="http://schemas.microsoft.com/office/drawing/2014/main" id="{CA60253D-C863-734A-BB97-BC2D3A839562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4" name="Oval 1653">
              <a:extLst>
                <a:ext uri="{FF2B5EF4-FFF2-40B4-BE49-F238E27FC236}">
                  <a16:creationId xmlns:a16="http://schemas.microsoft.com/office/drawing/2014/main" id="{2FA9B76A-C421-8D4E-859B-4C4ACCBF0265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5" name="Oval 1654">
              <a:extLst>
                <a:ext uri="{FF2B5EF4-FFF2-40B4-BE49-F238E27FC236}">
                  <a16:creationId xmlns:a16="http://schemas.microsoft.com/office/drawing/2014/main" id="{FB2EB70F-E54F-E342-8DFD-EB4A1E3E948D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6" name="Oval 1655">
              <a:extLst>
                <a:ext uri="{FF2B5EF4-FFF2-40B4-BE49-F238E27FC236}">
                  <a16:creationId xmlns:a16="http://schemas.microsoft.com/office/drawing/2014/main" id="{B830602F-2789-E349-B38A-5DA6426CFA66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7" name="Oval 1656">
              <a:extLst>
                <a:ext uri="{FF2B5EF4-FFF2-40B4-BE49-F238E27FC236}">
                  <a16:creationId xmlns:a16="http://schemas.microsoft.com/office/drawing/2014/main" id="{1077A25B-0062-6A49-9A87-7A8ADEA77F53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8" name="Oval 1657">
              <a:extLst>
                <a:ext uri="{FF2B5EF4-FFF2-40B4-BE49-F238E27FC236}">
                  <a16:creationId xmlns:a16="http://schemas.microsoft.com/office/drawing/2014/main" id="{46C8C53B-F8C4-8849-8A6B-7C3D9E47649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9" name="Oval 1658">
              <a:extLst>
                <a:ext uri="{FF2B5EF4-FFF2-40B4-BE49-F238E27FC236}">
                  <a16:creationId xmlns:a16="http://schemas.microsoft.com/office/drawing/2014/main" id="{239BB852-4DD1-F94B-A57C-098CB9174367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0" name="Oval 1659">
              <a:extLst>
                <a:ext uri="{FF2B5EF4-FFF2-40B4-BE49-F238E27FC236}">
                  <a16:creationId xmlns:a16="http://schemas.microsoft.com/office/drawing/2014/main" id="{4AF1784B-963A-EE4E-8E72-8AE0BD32FD31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1" name="Oval 1660">
              <a:extLst>
                <a:ext uri="{FF2B5EF4-FFF2-40B4-BE49-F238E27FC236}">
                  <a16:creationId xmlns:a16="http://schemas.microsoft.com/office/drawing/2014/main" id="{5EA28C96-E934-FD46-B46F-CA52EFEC7BA3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2" name="Oval 1661">
              <a:extLst>
                <a:ext uri="{FF2B5EF4-FFF2-40B4-BE49-F238E27FC236}">
                  <a16:creationId xmlns:a16="http://schemas.microsoft.com/office/drawing/2014/main" id="{78745A7C-400D-144B-98E8-4C3A5DCFC5CB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3" name="Oval 1662">
              <a:extLst>
                <a:ext uri="{FF2B5EF4-FFF2-40B4-BE49-F238E27FC236}">
                  <a16:creationId xmlns:a16="http://schemas.microsoft.com/office/drawing/2014/main" id="{0CA049C2-63D4-9541-AA7B-D7FB4E7B40CD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4" name="Oval 1663">
              <a:extLst>
                <a:ext uri="{FF2B5EF4-FFF2-40B4-BE49-F238E27FC236}">
                  <a16:creationId xmlns:a16="http://schemas.microsoft.com/office/drawing/2014/main" id="{ACBBF8CB-42CE-8049-B42A-4883CD3DC459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5" name="Oval 1664">
              <a:extLst>
                <a:ext uri="{FF2B5EF4-FFF2-40B4-BE49-F238E27FC236}">
                  <a16:creationId xmlns:a16="http://schemas.microsoft.com/office/drawing/2014/main" id="{4DC084EA-0B1C-434F-8D21-33D3F152832F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6" name="Oval 1665">
              <a:extLst>
                <a:ext uri="{FF2B5EF4-FFF2-40B4-BE49-F238E27FC236}">
                  <a16:creationId xmlns:a16="http://schemas.microsoft.com/office/drawing/2014/main" id="{3F46187D-2B08-0E41-83EB-A22B9A222104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7" name="Oval 1666">
              <a:extLst>
                <a:ext uri="{FF2B5EF4-FFF2-40B4-BE49-F238E27FC236}">
                  <a16:creationId xmlns:a16="http://schemas.microsoft.com/office/drawing/2014/main" id="{607613F8-E0A4-2A4D-855A-3787458F360F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8" name="Oval 1667">
              <a:extLst>
                <a:ext uri="{FF2B5EF4-FFF2-40B4-BE49-F238E27FC236}">
                  <a16:creationId xmlns:a16="http://schemas.microsoft.com/office/drawing/2014/main" id="{505F4362-1C25-254F-BBC2-D2A43F40CA96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9" name="Oval 1668">
              <a:extLst>
                <a:ext uri="{FF2B5EF4-FFF2-40B4-BE49-F238E27FC236}">
                  <a16:creationId xmlns:a16="http://schemas.microsoft.com/office/drawing/2014/main" id="{2D2A431A-1BBF-A24E-980F-9B050FD93196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0" name="Oval 1669">
              <a:extLst>
                <a:ext uri="{FF2B5EF4-FFF2-40B4-BE49-F238E27FC236}">
                  <a16:creationId xmlns:a16="http://schemas.microsoft.com/office/drawing/2014/main" id="{BEA299AB-56C1-CE42-A141-4998531587E6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1" name="Oval 1670">
              <a:extLst>
                <a:ext uri="{FF2B5EF4-FFF2-40B4-BE49-F238E27FC236}">
                  <a16:creationId xmlns:a16="http://schemas.microsoft.com/office/drawing/2014/main" id="{90B055B1-DB1A-A748-9D8C-9210C3BC9F35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2" name="Oval 1671">
              <a:extLst>
                <a:ext uri="{FF2B5EF4-FFF2-40B4-BE49-F238E27FC236}">
                  <a16:creationId xmlns:a16="http://schemas.microsoft.com/office/drawing/2014/main" id="{A77EC5E2-9E35-314D-A114-34C3D54E88D0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3" name="Oval 1672">
              <a:extLst>
                <a:ext uri="{FF2B5EF4-FFF2-40B4-BE49-F238E27FC236}">
                  <a16:creationId xmlns:a16="http://schemas.microsoft.com/office/drawing/2014/main" id="{1B666DC3-6C50-3A40-8A3C-FA2A0CB58EB2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4" name="Oval 1673">
              <a:extLst>
                <a:ext uri="{FF2B5EF4-FFF2-40B4-BE49-F238E27FC236}">
                  <a16:creationId xmlns:a16="http://schemas.microsoft.com/office/drawing/2014/main" id="{EDEBFD42-4F0E-9344-95FF-CDD9DD91222F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5" name="Oval 1674">
              <a:extLst>
                <a:ext uri="{FF2B5EF4-FFF2-40B4-BE49-F238E27FC236}">
                  <a16:creationId xmlns:a16="http://schemas.microsoft.com/office/drawing/2014/main" id="{733AC0EE-EB66-4245-B710-0C95DF4862E2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6" name="Oval 1675">
              <a:extLst>
                <a:ext uri="{FF2B5EF4-FFF2-40B4-BE49-F238E27FC236}">
                  <a16:creationId xmlns:a16="http://schemas.microsoft.com/office/drawing/2014/main" id="{379AACF3-A871-F243-99E1-F7C478713195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7" name="Oval 1676">
              <a:extLst>
                <a:ext uri="{FF2B5EF4-FFF2-40B4-BE49-F238E27FC236}">
                  <a16:creationId xmlns:a16="http://schemas.microsoft.com/office/drawing/2014/main" id="{33E40D74-73B7-D847-A1C1-E505B9889197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8" name="Oval 1677">
              <a:extLst>
                <a:ext uri="{FF2B5EF4-FFF2-40B4-BE49-F238E27FC236}">
                  <a16:creationId xmlns:a16="http://schemas.microsoft.com/office/drawing/2014/main" id="{443959CA-517E-4346-BAA5-31A533C86099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79" name="Oval 1678">
              <a:extLst>
                <a:ext uri="{FF2B5EF4-FFF2-40B4-BE49-F238E27FC236}">
                  <a16:creationId xmlns:a16="http://schemas.microsoft.com/office/drawing/2014/main" id="{A5BB83F4-621C-6745-AF48-C7E5313C5908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0" name="Oval 1679">
              <a:extLst>
                <a:ext uri="{FF2B5EF4-FFF2-40B4-BE49-F238E27FC236}">
                  <a16:creationId xmlns:a16="http://schemas.microsoft.com/office/drawing/2014/main" id="{C57EAFE5-C943-D546-932E-7C01D1F778F7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1" name="Freeform 1680">
              <a:extLst>
                <a:ext uri="{FF2B5EF4-FFF2-40B4-BE49-F238E27FC236}">
                  <a16:creationId xmlns:a16="http://schemas.microsoft.com/office/drawing/2014/main" id="{ECA9C190-B6AC-E34A-8C9B-FF7CEF23B367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2" name="Freeform 1681">
              <a:extLst>
                <a:ext uri="{FF2B5EF4-FFF2-40B4-BE49-F238E27FC236}">
                  <a16:creationId xmlns:a16="http://schemas.microsoft.com/office/drawing/2014/main" id="{389A2F00-4BB1-D149-B57A-3D0BF8F79C45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A91C72E8-D1C9-BB48-B194-7EC978955DE4}"/>
              </a:ext>
            </a:extLst>
          </p:cNvPr>
          <p:cNvGrpSpPr/>
          <p:nvPr/>
        </p:nvGrpSpPr>
        <p:grpSpPr>
          <a:xfrm rot="1478697">
            <a:off x="7652263" y="4019638"/>
            <a:ext cx="686823" cy="439136"/>
            <a:chOff x="5871652" y="6279397"/>
            <a:chExt cx="686823" cy="439136"/>
          </a:xfrm>
        </p:grpSpPr>
        <p:sp>
          <p:nvSpPr>
            <p:cNvPr id="1684" name="Freeform 1683">
              <a:extLst>
                <a:ext uri="{FF2B5EF4-FFF2-40B4-BE49-F238E27FC236}">
                  <a16:creationId xmlns:a16="http://schemas.microsoft.com/office/drawing/2014/main" id="{0DEA8136-CDFB-1B4A-9ED4-61B28F6B07E5}"/>
                </a:ext>
              </a:extLst>
            </p:cNvPr>
            <p:cNvSpPr/>
            <p:nvPr/>
          </p:nvSpPr>
          <p:spPr>
            <a:xfrm rot="17421667">
              <a:off x="5962111" y="6248061"/>
              <a:ext cx="147799" cy="230790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6FA03B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Freeform 1684">
              <a:extLst>
                <a:ext uri="{FF2B5EF4-FFF2-40B4-BE49-F238E27FC236}">
                  <a16:creationId xmlns:a16="http://schemas.microsoft.com/office/drawing/2014/main" id="{F31FFD31-4B8C-7D45-B513-3F1956A713C5}"/>
                </a:ext>
              </a:extLst>
            </p:cNvPr>
            <p:cNvSpPr/>
            <p:nvPr/>
          </p:nvSpPr>
          <p:spPr>
            <a:xfrm rot="18535560" flipH="1">
              <a:off x="6065278" y="6197211"/>
              <a:ext cx="146579" cy="338361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6" name="Freeform 1685">
              <a:extLst>
                <a:ext uri="{FF2B5EF4-FFF2-40B4-BE49-F238E27FC236}">
                  <a16:creationId xmlns:a16="http://schemas.microsoft.com/office/drawing/2014/main" id="{A5359002-70DB-C944-B06F-FFB18182DF47}"/>
                </a:ext>
              </a:extLst>
            </p:cNvPr>
            <p:cNvSpPr/>
            <p:nvPr/>
          </p:nvSpPr>
          <p:spPr>
            <a:xfrm rot="18535560">
              <a:off x="5968342" y="6315152"/>
              <a:ext cx="147799" cy="341179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84BE47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7" name="Rectangle 1686">
              <a:extLst>
                <a:ext uri="{FF2B5EF4-FFF2-40B4-BE49-F238E27FC236}">
                  <a16:creationId xmlns:a16="http://schemas.microsoft.com/office/drawing/2014/main" id="{A1A8EC89-DC01-4B4C-ACA0-8690D76F6875}"/>
                </a:ext>
              </a:extLst>
            </p:cNvPr>
            <p:cNvSpPr/>
            <p:nvPr/>
          </p:nvSpPr>
          <p:spPr>
            <a:xfrm rot="18535560">
              <a:off x="6119618" y="6244121"/>
              <a:ext cx="142391" cy="504896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1688" name="Oval 1687">
              <a:extLst>
                <a:ext uri="{FF2B5EF4-FFF2-40B4-BE49-F238E27FC236}">
                  <a16:creationId xmlns:a16="http://schemas.microsoft.com/office/drawing/2014/main" id="{161114A9-45B7-5440-9D95-FC9FCC1C8197}"/>
                </a:ext>
              </a:extLst>
            </p:cNvPr>
            <p:cNvSpPr/>
            <p:nvPr/>
          </p:nvSpPr>
          <p:spPr>
            <a:xfrm rot="18535560">
              <a:off x="5929443" y="6341203"/>
              <a:ext cx="32213" cy="24486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89" name="Oval 1688">
              <a:extLst>
                <a:ext uri="{FF2B5EF4-FFF2-40B4-BE49-F238E27FC236}">
                  <a16:creationId xmlns:a16="http://schemas.microsoft.com/office/drawing/2014/main" id="{1D7BB733-0297-6B4C-83B5-E54F76688FE7}"/>
                </a:ext>
              </a:extLst>
            </p:cNvPr>
            <p:cNvSpPr/>
            <p:nvPr/>
          </p:nvSpPr>
          <p:spPr>
            <a:xfrm rot="18535560">
              <a:off x="5936891" y="636058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0" name="Oval 1689">
              <a:extLst>
                <a:ext uri="{FF2B5EF4-FFF2-40B4-BE49-F238E27FC236}">
                  <a16:creationId xmlns:a16="http://schemas.microsoft.com/office/drawing/2014/main" id="{0A259BF4-7B54-4D47-8FED-339D0B607C63}"/>
                </a:ext>
              </a:extLst>
            </p:cNvPr>
            <p:cNvSpPr/>
            <p:nvPr/>
          </p:nvSpPr>
          <p:spPr>
            <a:xfrm rot="18535560">
              <a:off x="5954255" y="633452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1" name="Oval 1690">
              <a:extLst>
                <a:ext uri="{FF2B5EF4-FFF2-40B4-BE49-F238E27FC236}">
                  <a16:creationId xmlns:a16="http://schemas.microsoft.com/office/drawing/2014/main" id="{2A0EAA84-45E6-6C4D-9E21-F662EF4848E0}"/>
                </a:ext>
              </a:extLst>
            </p:cNvPr>
            <p:cNvSpPr/>
            <p:nvPr/>
          </p:nvSpPr>
          <p:spPr>
            <a:xfrm rot="18535560">
              <a:off x="5971959" y="631260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2" name="Oval 1691">
              <a:extLst>
                <a:ext uri="{FF2B5EF4-FFF2-40B4-BE49-F238E27FC236}">
                  <a16:creationId xmlns:a16="http://schemas.microsoft.com/office/drawing/2014/main" id="{09E25B97-6286-3247-B6E2-FE96EA57EFBC}"/>
                </a:ext>
              </a:extLst>
            </p:cNvPr>
            <p:cNvSpPr/>
            <p:nvPr/>
          </p:nvSpPr>
          <p:spPr>
            <a:xfrm rot="18535560">
              <a:off x="5995195" y="628383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3" name="Oval 1692">
              <a:extLst>
                <a:ext uri="{FF2B5EF4-FFF2-40B4-BE49-F238E27FC236}">
                  <a16:creationId xmlns:a16="http://schemas.microsoft.com/office/drawing/2014/main" id="{A01A5D64-7486-CC4F-9FCE-118EAFA718EB}"/>
                </a:ext>
              </a:extLst>
            </p:cNvPr>
            <p:cNvSpPr/>
            <p:nvPr/>
          </p:nvSpPr>
          <p:spPr>
            <a:xfrm rot="18535560">
              <a:off x="5952745" y="6313963"/>
              <a:ext cx="31259" cy="23761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4" name="Oval 1693">
              <a:extLst>
                <a:ext uri="{FF2B5EF4-FFF2-40B4-BE49-F238E27FC236}">
                  <a16:creationId xmlns:a16="http://schemas.microsoft.com/office/drawing/2014/main" id="{DB36B0D4-4052-F84A-B30A-913F54F871BE}"/>
                </a:ext>
              </a:extLst>
            </p:cNvPr>
            <p:cNvSpPr/>
            <p:nvPr/>
          </p:nvSpPr>
          <p:spPr>
            <a:xfrm rot="18535560">
              <a:off x="5975491" y="6287033"/>
              <a:ext cx="32958" cy="22209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5" name="Oval 1694">
              <a:extLst>
                <a:ext uri="{FF2B5EF4-FFF2-40B4-BE49-F238E27FC236}">
                  <a16:creationId xmlns:a16="http://schemas.microsoft.com/office/drawing/2014/main" id="{0FA8C94C-D4D2-0C41-8A69-56931D685321}"/>
                </a:ext>
              </a:extLst>
            </p:cNvPr>
            <p:cNvSpPr/>
            <p:nvPr/>
          </p:nvSpPr>
          <p:spPr>
            <a:xfrm rot="18535560">
              <a:off x="5938537" y="6393133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6" name="Oval 1695">
              <a:extLst>
                <a:ext uri="{FF2B5EF4-FFF2-40B4-BE49-F238E27FC236}">
                  <a16:creationId xmlns:a16="http://schemas.microsoft.com/office/drawing/2014/main" id="{0093D110-D512-E54C-9EA0-AF86623E002D}"/>
                </a:ext>
              </a:extLst>
            </p:cNvPr>
            <p:cNvSpPr/>
            <p:nvPr/>
          </p:nvSpPr>
          <p:spPr>
            <a:xfrm rot="18535560">
              <a:off x="5961773" y="63643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7" name="Oval 1696">
              <a:extLst>
                <a:ext uri="{FF2B5EF4-FFF2-40B4-BE49-F238E27FC236}">
                  <a16:creationId xmlns:a16="http://schemas.microsoft.com/office/drawing/2014/main" id="{0164FCC3-BB42-B746-B270-D727C6AAC04C}"/>
                </a:ext>
              </a:extLst>
            </p:cNvPr>
            <p:cNvSpPr/>
            <p:nvPr/>
          </p:nvSpPr>
          <p:spPr>
            <a:xfrm rot="18535560">
              <a:off x="5979476" y="634244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8" name="Oval 1697">
              <a:extLst>
                <a:ext uri="{FF2B5EF4-FFF2-40B4-BE49-F238E27FC236}">
                  <a16:creationId xmlns:a16="http://schemas.microsoft.com/office/drawing/2014/main" id="{255417BE-14A6-DE41-9887-909C9EB8408F}"/>
                </a:ext>
              </a:extLst>
            </p:cNvPr>
            <p:cNvSpPr/>
            <p:nvPr/>
          </p:nvSpPr>
          <p:spPr>
            <a:xfrm rot="18535560">
              <a:off x="6002713" y="631367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9" name="Oval 1698">
              <a:extLst>
                <a:ext uri="{FF2B5EF4-FFF2-40B4-BE49-F238E27FC236}">
                  <a16:creationId xmlns:a16="http://schemas.microsoft.com/office/drawing/2014/main" id="{5E0209D6-23A8-5740-9CB6-B11B821F93CE}"/>
                </a:ext>
              </a:extLst>
            </p:cNvPr>
            <p:cNvSpPr/>
            <p:nvPr/>
          </p:nvSpPr>
          <p:spPr>
            <a:xfrm rot="18535560">
              <a:off x="6022271" y="628759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0" name="Oval 1699">
              <a:extLst>
                <a:ext uri="{FF2B5EF4-FFF2-40B4-BE49-F238E27FC236}">
                  <a16:creationId xmlns:a16="http://schemas.microsoft.com/office/drawing/2014/main" id="{944DA57C-F171-4040-A1F8-C7213374B9FE}"/>
                </a:ext>
              </a:extLst>
            </p:cNvPr>
            <p:cNvSpPr/>
            <p:nvPr/>
          </p:nvSpPr>
          <p:spPr>
            <a:xfrm rot="18535560">
              <a:off x="5958616" y="6403691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1" name="Oval 1700">
              <a:extLst>
                <a:ext uri="{FF2B5EF4-FFF2-40B4-BE49-F238E27FC236}">
                  <a16:creationId xmlns:a16="http://schemas.microsoft.com/office/drawing/2014/main" id="{17253A11-6D53-894F-8627-48348D7D8D1D}"/>
                </a:ext>
              </a:extLst>
            </p:cNvPr>
            <p:cNvSpPr/>
            <p:nvPr/>
          </p:nvSpPr>
          <p:spPr>
            <a:xfrm rot="18535560">
              <a:off x="5976759" y="63849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2" name="Oval 1701">
              <a:extLst>
                <a:ext uri="{FF2B5EF4-FFF2-40B4-BE49-F238E27FC236}">
                  <a16:creationId xmlns:a16="http://schemas.microsoft.com/office/drawing/2014/main" id="{AAF27D38-953C-D543-AB1F-6456FB8B1AD2}"/>
                </a:ext>
              </a:extLst>
            </p:cNvPr>
            <p:cNvSpPr/>
            <p:nvPr/>
          </p:nvSpPr>
          <p:spPr>
            <a:xfrm rot="18535560">
              <a:off x="5994934" y="636058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3" name="Oval 1702">
              <a:extLst>
                <a:ext uri="{FF2B5EF4-FFF2-40B4-BE49-F238E27FC236}">
                  <a16:creationId xmlns:a16="http://schemas.microsoft.com/office/drawing/2014/main" id="{42FDB1E3-480D-D740-8226-92FB1B837EEA}"/>
                </a:ext>
              </a:extLst>
            </p:cNvPr>
            <p:cNvSpPr/>
            <p:nvPr/>
          </p:nvSpPr>
          <p:spPr>
            <a:xfrm rot="18535560">
              <a:off x="6019553" y="63301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4" name="Oval 1703">
              <a:extLst>
                <a:ext uri="{FF2B5EF4-FFF2-40B4-BE49-F238E27FC236}">
                  <a16:creationId xmlns:a16="http://schemas.microsoft.com/office/drawing/2014/main" id="{F822D6C2-A0E5-1A42-9B6F-38D2DB1C5CD8}"/>
                </a:ext>
              </a:extLst>
            </p:cNvPr>
            <p:cNvSpPr/>
            <p:nvPr/>
          </p:nvSpPr>
          <p:spPr>
            <a:xfrm rot="18535560">
              <a:off x="6042350" y="62981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5" name="Oval 1704">
              <a:extLst>
                <a:ext uri="{FF2B5EF4-FFF2-40B4-BE49-F238E27FC236}">
                  <a16:creationId xmlns:a16="http://schemas.microsoft.com/office/drawing/2014/main" id="{FEB86638-22B4-D349-A2BB-FDB4E426294D}"/>
                </a:ext>
              </a:extLst>
            </p:cNvPr>
            <p:cNvSpPr/>
            <p:nvPr/>
          </p:nvSpPr>
          <p:spPr>
            <a:xfrm rot="18535560">
              <a:off x="5974595" y="6426784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6" name="Oval 1705">
              <a:extLst>
                <a:ext uri="{FF2B5EF4-FFF2-40B4-BE49-F238E27FC236}">
                  <a16:creationId xmlns:a16="http://schemas.microsoft.com/office/drawing/2014/main" id="{4A410991-38CE-9A48-BFD5-FB3FF3A782D9}"/>
                </a:ext>
              </a:extLst>
            </p:cNvPr>
            <p:cNvSpPr/>
            <p:nvPr/>
          </p:nvSpPr>
          <p:spPr>
            <a:xfrm rot="18535560">
              <a:off x="5997831" y="639801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7" name="Oval 1706">
              <a:extLst>
                <a:ext uri="{FF2B5EF4-FFF2-40B4-BE49-F238E27FC236}">
                  <a16:creationId xmlns:a16="http://schemas.microsoft.com/office/drawing/2014/main" id="{9EC01451-A680-DF46-ACE5-69AA17EFC4CF}"/>
                </a:ext>
              </a:extLst>
            </p:cNvPr>
            <p:cNvSpPr/>
            <p:nvPr/>
          </p:nvSpPr>
          <p:spPr>
            <a:xfrm rot="18535560">
              <a:off x="6015534" y="63760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8" name="Oval 1707">
              <a:extLst>
                <a:ext uri="{FF2B5EF4-FFF2-40B4-BE49-F238E27FC236}">
                  <a16:creationId xmlns:a16="http://schemas.microsoft.com/office/drawing/2014/main" id="{43A8E4F9-0168-904D-B0E5-A1DA5082F59D}"/>
                </a:ext>
              </a:extLst>
            </p:cNvPr>
            <p:cNvSpPr/>
            <p:nvPr/>
          </p:nvSpPr>
          <p:spPr>
            <a:xfrm rot="18535560">
              <a:off x="6038770" y="634732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9" name="Oval 1708">
              <a:extLst>
                <a:ext uri="{FF2B5EF4-FFF2-40B4-BE49-F238E27FC236}">
                  <a16:creationId xmlns:a16="http://schemas.microsoft.com/office/drawing/2014/main" id="{BA0B5CA7-D346-FE43-A9BD-8DCEC4614B31}"/>
                </a:ext>
              </a:extLst>
            </p:cNvPr>
            <p:cNvSpPr/>
            <p:nvPr/>
          </p:nvSpPr>
          <p:spPr>
            <a:xfrm rot="18535560">
              <a:off x="6058329" y="632124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0" name="Oval 1709">
              <a:extLst>
                <a:ext uri="{FF2B5EF4-FFF2-40B4-BE49-F238E27FC236}">
                  <a16:creationId xmlns:a16="http://schemas.microsoft.com/office/drawing/2014/main" id="{03A71BB9-B431-D543-AE7A-18D4E389B11B}"/>
                </a:ext>
              </a:extLst>
            </p:cNvPr>
            <p:cNvSpPr/>
            <p:nvPr/>
          </p:nvSpPr>
          <p:spPr>
            <a:xfrm rot="18535560">
              <a:off x="5994673" y="6437342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1" name="Oval 1710">
              <a:extLst>
                <a:ext uri="{FF2B5EF4-FFF2-40B4-BE49-F238E27FC236}">
                  <a16:creationId xmlns:a16="http://schemas.microsoft.com/office/drawing/2014/main" id="{FC5CE6A7-2D32-BD41-962E-EAD4C91755F5}"/>
                </a:ext>
              </a:extLst>
            </p:cNvPr>
            <p:cNvSpPr/>
            <p:nvPr/>
          </p:nvSpPr>
          <p:spPr>
            <a:xfrm rot="18535560">
              <a:off x="6012817" y="64186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2" name="Oval 1711">
              <a:extLst>
                <a:ext uri="{FF2B5EF4-FFF2-40B4-BE49-F238E27FC236}">
                  <a16:creationId xmlns:a16="http://schemas.microsoft.com/office/drawing/2014/main" id="{E07B58BA-D905-C44B-A8FF-5B9C3AC00A02}"/>
                </a:ext>
              </a:extLst>
            </p:cNvPr>
            <p:cNvSpPr/>
            <p:nvPr/>
          </p:nvSpPr>
          <p:spPr>
            <a:xfrm rot="18535560">
              <a:off x="6030991" y="63942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3" name="Oval 1712">
              <a:extLst>
                <a:ext uri="{FF2B5EF4-FFF2-40B4-BE49-F238E27FC236}">
                  <a16:creationId xmlns:a16="http://schemas.microsoft.com/office/drawing/2014/main" id="{38742CEC-A95B-BD4D-88C2-B9038B1288D0}"/>
                </a:ext>
              </a:extLst>
            </p:cNvPr>
            <p:cNvSpPr/>
            <p:nvPr/>
          </p:nvSpPr>
          <p:spPr>
            <a:xfrm rot="18535560">
              <a:off x="6055611" y="636375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4" name="Oval 1713">
              <a:extLst>
                <a:ext uri="{FF2B5EF4-FFF2-40B4-BE49-F238E27FC236}">
                  <a16:creationId xmlns:a16="http://schemas.microsoft.com/office/drawing/2014/main" id="{8F50B0E7-4181-AF49-AD50-383E5F44BCA3}"/>
                </a:ext>
              </a:extLst>
            </p:cNvPr>
            <p:cNvSpPr/>
            <p:nvPr/>
          </p:nvSpPr>
          <p:spPr>
            <a:xfrm rot="18535560">
              <a:off x="6078408" y="633180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5" name="Oval 1714">
              <a:extLst>
                <a:ext uri="{FF2B5EF4-FFF2-40B4-BE49-F238E27FC236}">
                  <a16:creationId xmlns:a16="http://schemas.microsoft.com/office/drawing/2014/main" id="{C875C9B0-9C3A-904F-8214-D266B9D05132}"/>
                </a:ext>
              </a:extLst>
            </p:cNvPr>
            <p:cNvSpPr/>
            <p:nvPr/>
          </p:nvSpPr>
          <p:spPr>
            <a:xfrm rot="18535560">
              <a:off x="6021084" y="644565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B92F8165-5084-4345-A45A-CF3A4BCE6DF9}"/>
                </a:ext>
              </a:extLst>
            </p:cNvPr>
            <p:cNvSpPr/>
            <p:nvPr/>
          </p:nvSpPr>
          <p:spPr>
            <a:xfrm rot="18535560">
              <a:off x="6044320" y="641688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7" name="Oval 1716">
              <a:extLst>
                <a:ext uri="{FF2B5EF4-FFF2-40B4-BE49-F238E27FC236}">
                  <a16:creationId xmlns:a16="http://schemas.microsoft.com/office/drawing/2014/main" id="{D069236C-A658-C840-8502-90692584613A}"/>
                </a:ext>
              </a:extLst>
            </p:cNvPr>
            <p:cNvSpPr/>
            <p:nvPr/>
          </p:nvSpPr>
          <p:spPr>
            <a:xfrm rot="18535560">
              <a:off x="6062024" y="639496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8" name="Oval 1717">
              <a:extLst>
                <a:ext uri="{FF2B5EF4-FFF2-40B4-BE49-F238E27FC236}">
                  <a16:creationId xmlns:a16="http://schemas.microsoft.com/office/drawing/2014/main" id="{14BF03A4-3DB1-9A40-A98D-44E3563E1E15}"/>
                </a:ext>
              </a:extLst>
            </p:cNvPr>
            <p:cNvSpPr/>
            <p:nvPr/>
          </p:nvSpPr>
          <p:spPr>
            <a:xfrm rot="18535560">
              <a:off x="6085260" y="6366194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9" name="Oval 1718">
              <a:extLst>
                <a:ext uri="{FF2B5EF4-FFF2-40B4-BE49-F238E27FC236}">
                  <a16:creationId xmlns:a16="http://schemas.microsoft.com/office/drawing/2014/main" id="{0AEAAA3F-DDB7-184C-992B-0E2CBB442161}"/>
                </a:ext>
              </a:extLst>
            </p:cNvPr>
            <p:cNvSpPr/>
            <p:nvPr/>
          </p:nvSpPr>
          <p:spPr>
            <a:xfrm rot="18535560">
              <a:off x="6104818" y="63401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0" name="Oval 1719">
              <a:extLst>
                <a:ext uri="{FF2B5EF4-FFF2-40B4-BE49-F238E27FC236}">
                  <a16:creationId xmlns:a16="http://schemas.microsoft.com/office/drawing/2014/main" id="{4A33D386-5220-A647-BD7E-E2F76A5F7F35}"/>
                </a:ext>
              </a:extLst>
            </p:cNvPr>
            <p:cNvSpPr/>
            <p:nvPr/>
          </p:nvSpPr>
          <p:spPr>
            <a:xfrm rot="18535560">
              <a:off x="6041163" y="6456212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1" name="Oval 1720">
              <a:extLst>
                <a:ext uri="{FF2B5EF4-FFF2-40B4-BE49-F238E27FC236}">
                  <a16:creationId xmlns:a16="http://schemas.microsoft.com/office/drawing/2014/main" id="{88FE1DB9-5854-5042-86B5-704A8A99B96B}"/>
                </a:ext>
              </a:extLst>
            </p:cNvPr>
            <p:cNvSpPr/>
            <p:nvPr/>
          </p:nvSpPr>
          <p:spPr>
            <a:xfrm rot="18535560">
              <a:off x="6059306" y="64374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2" name="Oval 1721">
              <a:extLst>
                <a:ext uri="{FF2B5EF4-FFF2-40B4-BE49-F238E27FC236}">
                  <a16:creationId xmlns:a16="http://schemas.microsoft.com/office/drawing/2014/main" id="{7E16F2EF-E8AE-CD44-B717-F7D5E1749BB0}"/>
                </a:ext>
              </a:extLst>
            </p:cNvPr>
            <p:cNvSpPr/>
            <p:nvPr/>
          </p:nvSpPr>
          <p:spPr>
            <a:xfrm rot="18535560">
              <a:off x="6077481" y="64131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3" name="Oval 1722">
              <a:extLst>
                <a:ext uri="{FF2B5EF4-FFF2-40B4-BE49-F238E27FC236}">
                  <a16:creationId xmlns:a16="http://schemas.microsoft.com/office/drawing/2014/main" id="{233A1A46-4433-3044-9683-EA9DE7B20B12}"/>
                </a:ext>
              </a:extLst>
            </p:cNvPr>
            <p:cNvSpPr/>
            <p:nvPr/>
          </p:nvSpPr>
          <p:spPr>
            <a:xfrm rot="18535560">
              <a:off x="6102100" y="638262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4" name="Oval 1723">
              <a:extLst>
                <a:ext uri="{FF2B5EF4-FFF2-40B4-BE49-F238E27FC236}">
                  <a16:creationId xmlns:a16="http://schemas.microsoft.com/office/drawing/2014/main" id="{F71901A7-9D2E-D144-82E8-7CE76018383E}"/>
                </a:ext>
              </a:extLst>
            </p:cNvPr>
            <p:cNvSpPr/>
            <p:nvPr/>
          </p:nvSpPr>
          <p:spPr>
            <a:xfrm rot="18535560">
              <a:off x="6124897" y="6350671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5" name="Oval 1724">
              <a:extLst>
                <a:ext uri="{FF2B5EF4-FFF2-40B4-BE49-F238E27FC236}">
                  <a16:creationId xmlns:a16="http://schemas.microsoft.com/office/drawing/2014/main" id="{F5ABC6CF-8DD3-D54D-A8CD-D2EA37F4F6D6}"/>
                </a:ext>
              </a:extLst>
            </p:cNvPr>
            <p:cNvSpPr/>
            <p:nvPr/>
          </p:nvSpPr>
          <p:spPr>
            <a:xfrm rot="4135560">
              <a:off x="6061511" y="6470754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6" name="Oval 1725">
              <a:extLst>
                <a:ext uri="{FF2B5EF4-FFF2-40B4-BE49-F238E27FC236}">
                  <a16:creationId xmlns:a16="http://schemas.microsoft.com/office/drawing/2014/main" id="{DAF7FBD2-9644-D74A-A6D5-3A1760361099}"/>
                </a:ext>
              </a:extLst>
            </p:cNvPr>
            <p:cNvSpPr/>
            <p:nvPr/>
          </p:nvSpPr>
          <p:spPr>
            <a:xfrm rot="4135560">
              <a:off x="6084747" y="644198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7" name="Oval 1726">
              <a:extLst>
                <a:ext uri="{FF2B5EF4-FFF2-40B4-BE49-F238E27FC236}">
                  <a16:creationId xmlns:a16="http://schemas.microsoft.com/office/drawing/2014/main" id="{7F0F78DF-B3DD-EE49-B6D1-C079A6000300}"/>
                </a:ext>
              </a:extLst>
            </p:cNvPr>
            <p:cNvSpPr/>
            <p:nvPr/>
          </p:nvSpPr>
          <p:spPr>
            <a:xfrm rot="4135560">
              <a:off x="6102451" y="642006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8" name="Oval 1727">
              <a:extLst>
                <a:ext uri="{FF2B5EF4-FFF2-40B4-BE49-F238E27FC236}">
                  <a16:creationId xmlns:a16="http://schemas.microsoft.com/office/drawing/2014/main" id="{31878874-778E-4C44-8DCE-389B97AFABA5}"/>
                </a:ext>
              </a:extLst>
            </p:cNvPr>
            <p:cNvSpPr/>
            <p:nvPr/>
          </p:nvSpPr>
          <p:spPr>
            <a:xfrm rot="4135560">
              <a:off x="6125687" y="639129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29" name="Oval 1728">
              <a:extLst>
                <a:ext uri="{FF2B5EF4-FFF2-40B4-BE49-F238E27FC236}">
                  <a16:creationId xmlns:a16="http://schemas.microsoft.com/office/drawing/2014/main" id="{5AE192B0-7BE7-AB4C-AD7C-A379851E5C8B}"/>
                </a:ext>
              </a:extLst>
            </p:cNvPr>
            <p:cNvSpPr/>
            <p:nvPr/>
          </p:nvSpPr>
          <p:spPr>
            <a:xfrm rot="4135560">
              <a:off x="6145245" y="636521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0" name="Oval 1729">
              <a:extLst>
                <a:ext uri="{FF2B5EF4-FFF2-40B4-BE49-F238E27FC236}">
                  <a16:creationId xmlns:a16="http://schemas.microsoft.com/office/drawing/2014/main" id="{FD6523BA-1CC7-E248-AA32-3EB79EA156DF}"/>
                </a:ext>
              </a:extLst>
            </p:cNvPr>
            <p:cNvSpPr/>
            <p:nvPr/>
          </p:nvSpPr>
          <p:spPr>
            <a:xfrm rot="4135560">
              <a:off x="6081590" y="648131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1" name="Oval 1730">
              <a:extLst>
                <a:ext uri="{FF2B5EF4-FFF2-40B4-BE49-F238E27FC236}">
                  <a16:creationId xmlns:a16="http://schemas.microsoft.com/office/drawing/2014/main" id="{68CBA566-51F4-F84B-833A-CA6FFC0534F3}"/>
                </a:ext>
              </a:extLst>
            </p:cNvPr>
            <p:cNvSpPr/>
            <p:nvPr/>
          </p:nvSpPr>
          <p:spPr>
            <a:xfrm rot="4135560">
              <a:off x="6099733" y="646257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2" name="Oval 1731">
              <a:extLst>
                <a:ext uri="{FF2B5EF4-FFF2-40B4-BE49-F238E27FC236}">
                  <a16:creationId xmlns:a16="http://schemas.microsoft.com/office/drawing/2014/main" id="{00F375CD-2774-9A49-90B0-42FD9DC34393}"/>
                </a:ext>
              </a:extLst>
            </p:cNvPr>
            <p:cNvSpPr/>
            <p:nvPr/>
          </p:nvSpPr>
          <p:spPr>
            <a:xfrm rot="4135560">
              <a:off x="6117908" y="64382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3" name="Oval 1732">
              <a:extLst>
                <a:ext uri="{FF2B5EF4-FFF2-40B4-BE49-F238E27FC236}">
                  <a16:creationId xmlns:a16="http://schemas.microsoft.com/office/drawing/2014/main" id="{7392E9F6-BA2D-4F4F-8B9D-66258244114F}"/>
                </a:ext>
              </a:extLst>
            </p:cNvPr>
            <p:cNvSpPr/>
            <p:nvPr/>
          </p:nvSpPr>
          <p:spPr>
            <a:xfrm rot="4135560">
              <a:off x="6142527" y="6407727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4" name="Oval 1733">
              <a:extLst>
                <a:ext uri="{FF2B5EF4-FFF2-40B4-BE49-F238E27FC236}">
                  <a16:creationId xmlns:a16="http://schemas.microsoft.com/office/drawing/2014/main" id="{D62BD037-6126-A748-B2D2-CA13793C17A4}"/>
                </a:ext>
              </a:extLst>
            </p:cNvPr>
            <p:cNvSpPr/>
            <p:nvPr/>
          </p:nvSpPr>
          <p:spPr>
            <a:xfrm rot="4135560">
              <a:off x="6165324" y="637577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5" name="Oval 1734">
              <a:extLst>
                <a:ext uri="{FF2B5EF4-FFF2-40B4-BE49-F238E27FC236}">
                  <a16:creationId xmlns:a16="http://schemas.microsoft.com/office/drawing/2014/main" id="{BEA04ABD-6548-E848-A676-6651E04B6C8D}"/>
                </a:ext>
              </a:extLst>
            </p:cNvPr>
            <p:cNvSpPr/>
            <p:nvPr/>
          </p:nvSpPr>
          <p:spPr>
            <a:xfrm rot="18535560">
              <a:off x="6094097" y="650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6" name="Oval 1735">
              <a:extLst>
                <a:ext uri="{FF2B5EF4-FFF2-40B4-BE49-F238E27FC236}">
                  <a16:creationId xmlns:a16="http://schemas.microsoft.com/office/drawing/2014/main" id="{7B6506CA-4C5B-AB4C-8A8A-8109B814678D}"/>
                </a:ext>
              </a:extLst>
            </p:cNvPr>
            <p:cNvSpPr/>
            <p:nvPr/>
          </p:nvSpPr>
          <p:spPr>
            <a:xfrm rot="18535560">
              <a:off x="6117333" y="64756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7" name="Oval 1736">
              <a:extLst>
                <a:ext uri="{FF2B5EF4-FFF2-40B4-BE49-F238E27FC236}">
                  <a16:creationId xmlns:a16="http://schemas.microsoft.com/office/drawing/2014/main" id="{E40B4AF8-0AD3-C64F-A28D-F9ECFBB73837}"/>
                </a:ext>
              </a:extLst>
            </p:cNvPr>
            <p:cNvSpPr/>
            <p:nvPr/>
          </p:nvSpPr>
          <p:spPr>
            <a:xfrm rot="18535560">
              <a:off x="6135037" y="64536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8" name="Oval 1737">
              <a:extLst>
                <a:ext uri="{FF2B5EF4-FFF2-40B4-BE49-F238E27FC236}">
                  <a16:creationId xmlns:a16="http://schemas.microsoft.com/office/drawing/2014/main" id="{22B3B777-C613-4846-9E6A-9FFE6203378E}"/>
                </a:ext>
              </a:extLst>
            </p:cNvPr>
            <p:cNvSpPr/>
            <p:nvPr/>
          </p:nvSpPr>
          <p:spPr>
            <a:xfrm rot="18535560">
              <a:off x="6158273" y="642492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9" name="Oval 1738">
              <a:extLst>
                <a:ext uri="{FF2B5EF4-FFF2-40B4-BE49-F238E27FC236}">
                  <a16:creationId xmlns:a16="http://schemas.microsoft.com/office/drawing/2014/main" id="{8789FC4C-EFF9-994A-B21F-3B9E87764527}"/>
                </a:ext>
              </a:extLst>
            </p:cNvPr>
            <p:cNvSpPr/>
            <p:nvPr/>
          </p:nvSpPr>
          <p:spPr>
            <a:xfrm rot="18535560">
              <a:off x="6177831" y="63988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0" name="Oval 1739">
              <a:extLst>
                <a:ext uri="{FF2B5EF4-FFF2-40B4-BE49-F238E27FC236}">
                  <a16:creationId xmlns:a16="http://schemas.microsoft.com/office/drawing/2014/main" id="{EFCFC518-D95A-7D42-BE97-D14B235DCB41}"/>
                </a:ext>
              </a:extLst>
            </p:cNvPr>
            <p:cNvSpPr/>
            <p:nvPr/>
          </p:nvSpPr>
          <p:spPr>
            <a:xfrm rot="18535560">
              <a:off x="6114176" y="651493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1" name="Oval 1740">
              <a:extLst>
                <a:ext uri="{FF2B5EF4-FFF2-40B4-BE49-F238E27FC236}">
                  <a16:creationId xmlns:a16="http://schemas.microsoft.com/office/drawing/2014/main" id="{29D9084C-150C-CB4C-ABFB-5644FB61CB7E}"/>
                </a:ext>
              </a:extLst>
            </p:cNvPr>
            <p:cNvSpPr/>
            <p:nvPr/>
          </p:nvSpPr>
          <p:spPr>
            <a:xfrm rot="18535560">
              <a:off x="6132319" y="649620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2" name="Oval 1741">
              <a:extLst>
                <a:ext uri="{FF2B5EF4-FFF2-40B4-BE49-F238E27FC236}">
                  <a16:creationId xmlns:a16="http://schemas.microsoft.com/office/drawing/2014/main" id="{DACDA845-2DBC-1A45-B22E-BD44F72F3FE4}"/>
                </a:ext>
              </a:extLst>
            </p:cNvPr>
            <p:cNvSpPr/>
            <p:nvPr/>
          </p:nvSpPr>
          <p:spPr>
            <a:xfrm rot="18535560">
              <a:off x="6150494" y="647183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3" name="Oval 1742">
              <a:extLst>
                <a:ext uri="{FF2B5EF4-FFF2-40B4-BE49-F238E27FC236}">
                  <a16:creationId xmlns:a16="http://schemas.microsoft.com/office/drawing/2014/main" id="{152BAF98-B76A-D84F-A840-EFB41E432427}"/>
                </a:ext>
              </a:extLst>
            </p:cNvPr>
            <p:cNvSpPr/>
            <p:nvPr/>
          </p:nvSpPr>
          <p:spPr>
            <a:xfrm rot="18535560">
              <a:off x="6175113" y="644135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4" name="Oval 1743">
              <a:extLst>
                <a:ext uri="{FF2B5EF4-FFF2-40B4-BE49-F238E27FC236}">
                  <a16:creationId xmlns:a16="http://schemas.microsoft.com/office/drawing/2014/main" id="{1433336B-11D9-D94B-8FBB-6A810872ED0B}"/>
                </a:ext>
              </a:extLst>
            </p:cNvPr>
            <p:cNvSpPr/>
            <p:nvPr/>
          </p:nvSpPr>
          <p:spPr>
            <a:xfrm rot="18535560">
              <a:off x="6197911" y="640939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5" name="Oval 1744">
              <a:extLst>
                <a:ext uri="{FF2B5EF4-FFF2-40B4-BE49-F238E27FC236}">
                  <a16:creationId xmlns:a16="http://schemas.microsoft.com/office/drawing/2014/main" id="{C71FA492-BD8C-BD48-AA14-90F3623E0936}"/>
                </a:ext>
              </a:extLst>
            </p:cNvPr>
            <p:cNvSpPr/>
            <p:nvPr/>
          </p:nvSpPr>
          <p:spPr>
            <a:xfrm rot="18535560">
              <a:off x="6140586" y="652325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6" name="Oval 1745">
              <a:extLst>
                <a:ext uri="{FF2B5EF4-FFF2-40B4-BE49-F238E27FC236}">
                  <a16:creationId xmlns:a16="http://schemas.microsoft.com/office/drawing/2014/main" id="{2CB8ED56-0472-7B4B-9ADC-A472E7A705DE}"/>
                </a:ext>
              </a:extLst>
            </p:cNvPr>
            <p:cNvSpPr/>
            <p:nvPr/>
          </p:nvSpPr>
          <p:spPr>
            <a:xfrm rot="18535560">
              <a:off x="6163823" y="64944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744CD1DC-F932-6146-A511-B8538F408183}"/>
                </a:ext>
              </a:extLst>
            </p:cNvPr>
            <p:cNvSpPr/>
            <p:nvPr/>
          </p:nvSpPr>
          <p:spPr>
            <a:xfrm rot="18535560">
              <a:off x="6181526" y="64725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C6B3690E-DEC0-9F47-94C7-EDE0A3C097ED}"/>
                </a:ext>
              </a:extLst>
            </p:cNvPr>
            <p:cNvSpPr/>
            <p:nvPr/>
          </p:nvSpPr>
          <p:spPr>
            <a:xfrm rot="18535560">
              <a:off x="6204762" y="644379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5737C9FE-B899-D44E-BAFE-5A1B699D4ADF}"/>
                </a:ext>
              </a:extLst>
            </p:cNvPr>
            <p:cNvSpPr/>
            <p:nvPr/>
          </p:nvSpPr>
          <p:spPr>
            <a:xfrm rot="18535560">
              <a:off x="6224321" y="64177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0" name="Oval 1749">
              <a:extLst>
                <a:ext uri="{FF2B5EF4-FFF2-40B4-BE49-F238E27FC236}">
                  <a16:creationId xmlns:a16="http://schemas.microsoft.com/office/drawing/2014/main" id="{04A904D2-A295-A64C-B57C-288C32FBD825}"/>
                </a:ext>
              </a:extLst>
            </p:cNvPr>
            <p:cNvSpPr/>
            <p:nvPr/>
          </p:nvSpPr>
          <p:spPr>
            <a:xfrm rot="18535560">
              <a:off x="6160665" y="6533809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1" name="Oval 1750">
              <a:extLst>
                <a:ext uri="{FF2B5EF4-FFF2-40B4-BE49-F238E27FC236}">
                  <a16:creationId xmlns:a16="http://schemas.microsoft.com/office/drawing/2014/main" id="{63A3BEC9-8285-AE4C-8BDE-FBF6EDA113C4}"/>
                </a:ext>
              </a:extLst>
            </p:cNvPr>
            <p:cNvSpPr/>
            <p:nvPr/>
          </p:nvSpPr>
          <p:spPr>
            <a:xfrm rot="18535560">
              <a:off x="6178809" y="651507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2" name="Oval 1751">
              <a:extLst>
                <a:ext uri="{FF2B5EF4-FFF2-40B4-BE49-F238E27FC236}">
                  <a16:creationId xmlns:a16="http://schemas.microsoft.com/office/drawing/2014/main" id="{4A7A7A10-1196-6741-805F-E75A97F8D772}"/>
                </a:ext>
              </a:extLst>
            </p:cNvPr>
            <p:cNvSpPr/>
            <p:nvPr/>
          </p:nvSpPr>
          <p:spPr>
            <a:xfrm rot="18535560">
              <a:off x="6196983" y="649070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4F15B5CC-AF24-FB44-B519-C98FE781DBFE}"/>
                </a:ext>
              </a:extLst>
            </p:cNvPr>
            <p:cNvSpPr/>
            <p:nvPr/>
          </p:nvSpPr>
          <p:spPr>
            <a:xfrm rot="18535560">
              <a:off x="6221603" y="646022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4E4B9D09-E41F-FF43-9AA5-189EE32B38CD}"/>
                </a:ext>
              </a:extLst>
            </p:cNvPr>
            <p:cNvSpPr/>
            <p:nvPr/>
          </p:nvSpPr>
          <p:spPr>
            <a:xfrm rot="18535560">
              <a:off x="6244400" y="64282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5" name="Oval 1754">
              <a:extLst>
                <a:ext uri="{FF2B5EF4-FFF2-40B4-BE49-F238E27FC236}">
                  <a16:creationId xmlns:a16="http://schemas.microsoft.com/office/drawing/2014/main" id="{BD41A74B-7225-474F-96FC-0348185594E5}"/>
                </a:ext>
              </a:extLst>
            </p:cNvPr>
            <p:cNvSpPr/>
            <p:nvPr/>
          </p:nvSpPr>
          <p:spPr>
            <a:xfrm rot="4135560">
              <a:off x="6181014" y="65483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9DC83479-0E40-DD4F-9DF4-DDEB09D06EFA}"/>
                </a:ext>
              </a:extLst>
            </p:cNvPr>
            <p:cNvSpPr/>
            <p:nvPr/>
          </p:nvSpPr>
          <p:spPr>
            <a:xfrm rot="4135560">
              <a:off x="6204250" y="651958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7" name="Oval 1756">
              <a:extLst>
                <a:ext uri="{FF2B5EF4-FFF2-40B4-BE49-F238E27FC236}">
                  <a16:creationId xmlns:a16="http://schemas.microsoft.com/office/drawing/2014/main" id="{CE94E47A-4D69-4B44-A3E2-94E9C544AA8D}"/>
                </a:ext>
              </a:extLst>
            </p:cNvPr>
            <p:cNvSpPr/>
            <p:nvPr/>
          </p:nvSpPr>
          <p:spPr>
            <a:xfrm rot="4135560">
              <a:off x="6221953" y="649766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4E3BA60B-4F92-F14F-AD39-63B85507AAD0}"/>
                </a:ext>
              </a:extLst>
            </p:cNvPr>
            <p:cNvSpPr/>
            <p:nvPr/>
          </p:nvSpPr>
          <p:spPr>
            <a:xfrm rot="4135560">
              <a:off x="6245189" y="646889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9025DC46-1DC4-7649-9DEE-5F845B29C9B1}"/>
                </a:ext>
              </a:extLst>
            </p:cNvPr>
            <p:cNvSpPr/>
            <p:nvPr/>
          </p:nvSpPr>
          <p:spPr>
            <a:xfrm rot="4135560">
              <a:off x="6264748" y="64428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9AD7E6DA-FFE7-A24A-8185-CCB11307B045}"/>
                </a:ext>
              </a:extLst>
            </p:cNvPr>
            <p:cNvSpPr/>
            <p:nvPr/>
          </p:nvSpPr>
          <p:spPr>
            <a:xfrm rot="4135560">
              <a:off x="6201093" y="6558909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1" name="Oval 1760">
              <a:extLst>
                <a:ext uri="{FF2B5EF4-FFF2-40B4-BE49-F238E27FC236}">
                  <a16:creationId xmlns:a16="http://schemas.microsoft.com/office/drawing/2014/main" id="{9D248CD1-1E44-E642-93E6-4EE39F0191B0}"/>
                </a:ext>
              </a:extLst>
            </p:cNvPr>
            <p:cNvSpPr/>
            <p:nvPr/>
          </p:nvSpPr>
          <p:spPr>
            <a:xfrm rot="4135560">
              <a:off x="6219236" y="6540174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2" name="Oval 1761">
              <a:extLst>
                <a:ext uri="{FF2B5EF4-FFF2-40B4-BE49-F238E27FC236}">
                  <a16:creationId xmlns:a16="http://schemas.microsoft.com/office/drawing/2014/main" id="{18FCA0BD-BEFC-9942-986D-2628920881B5}"/>
                </a:ext>
              </a:extLst>
            </p:cNvPr>
            <p:cNvSpPr/>
            <p:nvPr/>
          </p:nvSpPr>
          <p:spPr>
            <a:xfrm rot="4135560">
              <a:off x="6237411" y="651580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23DCAB77-45DF-DD43-BEE4-6ED3268F657C}"/>
                </a:ext>
              </a:extLst>
            </p:cNvPr>
            <p:cNvSpPr/>
            <p:nvPr/>
          </p:nvSpPr>
          <p:spPr>
            <a:xfrm rot="4135560">
              <a:off x="6262030" y="648532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4" name="Oval 1763">
              <a:extLst>
                <a:ext uri="{FF2B5EF4-FFF2-40B4-BE49-F238E27FC236}">
                  <a16:creationId xmlns:a16="http://schemas.microsoft.com/office/drawing/2014/main" id="{6FBE9939-F8D5-3940-A7CA-2252CB98A63A}"/>
                </a:ext>
              </a:extLst>
            </p:cNvPr>
            <p:cNvSpPr/>
            <p:nvPr/>
          </p:nvSpPr>
          <p:spPr>
            <a:xfrm rot="4135560">
              <a:off x="6284827" y="645336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5" name="Oval 1764">
              <a:extLst>
                <a:ext uri="{FF2B5EF4-FFF2-40B4-BE49-F238E27FC236}">
                  <a16:creationId xmlns:a16="http://schemas.microsoft.com/office/drawing/2014/main" id="{BB8A05F3-4F2E-AC42-BF70-4B06C773C2E5}"/>
                </a:ext>
              </a:extLst>
            </p:cNvPr>
            <p:cNvSpPr/>
            <p:nvPr/>
          </p:nvSpPr>
          <p:spPr>
            <a:xfrm rot="18535560">
              <a:off x="6207334" y="657853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6" name="Oval 1765">
              <a:extLst>
                <a:ext uri="{FF2B5EF4-FFF2-40B4-BE49-F238E27FC236}">
                  <a16:creationId xmlns:a16="http://schemas.microsoft.com/office/drawing/2014/main" id="{1615B030-6A38-4946-9287-B0A65CF05E8F}"/>
                </a:ext>
              </a:extLst>
            </p:cNvPr>
            <p:cNvSpPr/>
            <p:nvPr/>
          </p:nvSpPr>
          <p:spPr>
            <a:xfrm rot="18535560">
              <a:off x="6230570" y="654976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7" name="Oval 1766">
              <a:extLst>
                <a:ext uri="{FF2B5EF4-FFF2-40B4-BE49-F238E27FC236}">
                  <a16:creationId xmlns:a16="http://schemas.microsoft.com/office/drawing/2014/main" id="{AAA32523-40CC-6E49-A917-D41C4CF5CBEF}"/>
                </a:ext>
              </a:extLst>
            </p:cNvPr>
            <p:cNvSpPr/>
            <p:nvPr/>
          </p:nvSpPr>
          <p:spPr>
            <a:xfrm rot="18535560">
              <a:off x="6248274" y="65278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8" name="Oval 1767">
              <a:extLst>
                <a:ext uri="{FF2B5EF4-FFF2-40B4-BE49-F238E27FC236}">
                  <a16:creationId xmlns:a16="http://schemas.microsoft.com/office/drawing/2014/main" id="{38BF5D47-B7E7-6747-B6CA-EFC38EDDB1DE}"/>
                </a:ext>
              </a:extLst>
            </p:cNvPr>
            <p:cNvSpPr/>
            <p:nvPr/>
          </p:nvSpPr>
          <p:spPr>
            <a:xfrm rot="18535560">
              <a:off x="6271510" y="649907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9" name="Oval 1768">
              <a:extLst>
                <a:ext uri="{FF2B5EF4-FFF2-40B4-BE49-F238E27FC236}">
                  <a16:creationId xmlns:a16="http://schemas.microsoft.com/office/drawing/2014/main" id="{1017B933-FFF7-564C-A770-BB80981CF6A3}"/>
                </a:ext>
              </a:extLst>
            </p:cNvPr>
            <p:cNvSpPr/>
            <p:nvPr/>
          </p:nvSpPr>
          <p:spPr>
            <a:xfrm rot="18535560">
              <a:off x="6291069" y="64729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0" name="Oval 1769">
              <a:extLst>
                <a:ext uri="{FF2B5EF4-FFF2-40B4-BE49-F238E27FC236}">
                  <a16:creationId xmlns:a16="http://schemas.microsoft.com/office/drawing/2014/main" id="{941109AE-F0DF-D648-B2B4-65AB0C65B471}"/>
                </a:ext>
              </a:extLst>
            </p:cNvPr>
            <p:cNvSpPr/>
            <p:nvPr/>
          </p:nvSpPr>
          <p:spPr>
            <a:xfrm rot="18535560">
              <a:off x="6227413" y="658909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1" name="Oval 1770">
              <a:extLst>
                <a:ext uri="{FF2B5EF4-FFF2-40B4-BE49-F238E27FC236}">
                  <a16:creationId xmlns:a16="http://schemas.microsoft.com/office/drawing/2014/main" id="{4C6F1BED-6F12-2440-8268-450726FDA191}"/>
                </a:ext>
              </a:extLst>
            </p:cNvPr>
            <p:cNvSpPr/>
            <p:nvPr/>
          </p:nvSpPr>
          <p:spPr>
            <a:xfrm rot="18535560">
              <a:off x="6245557" y="657036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2" name="Oval 1771">
              <a:extLst>
                <a:ext uri="{FF2B5EF4-FFF2-40B4-BE49-F238E27FC236}">
                  <a16:creationId xmlns:a16="http://schemas.microsoft.com/office/drawing/2014/main" id="{2A1E92FF-349B-DE4F-A3D7-C825BE463D77}"/>
                </a:ext>
              </a:extLst>
            </p:cNvPr>
            <p:cNvSpPr/>
            <p:nvPr/>
          </p:nvSpPr>
          <p:spPr>
            <a:xfrm rot="18535560">
              <a:off x="6263731" y="654599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3" name="Oval 1772">
              <a:extLst>
                <a:ext uri="{FF2B5EF4-FFF2-40B4-BE49-F238E27FC236}">
                  <a16:creationId xmlns:a16="http://schemas.microsoft.com/office/drawing/2014/main" id="{8B10C752-F510-A44C-B3E5-A1B43D6E9AD8}"/>
                </a:ext>
              </a:extLst>
            </p:cNvPr>
            <p:cNvSpPr/>
            <p:nvPr/>
          </p:nvSpPr>
          <p:spPr>
            <a:xfrm rot="18535560">
              <a:off x="6288350" y="651551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4" name="Oval 1773">
              <a:extLst>
                <a:ext uri="{FF2B5EF4-FFF2-40B4-BE49-F238E27FC236}">
                  <a16:creationId xmlns:a16="http://schemas.microsoft.com/office/drawing/2014/main" id="{C458ADEA-F64E-4B45-8DC7-624AF6A7FF08}"/>
                </a:ext>
              </a:extLst>
            </p:cNvPr>
            <p:cNvSpPr/>
            <p:nvPr/>
          </p:nvSpPr>
          <p:spPr>
            <a:xfrm rot="18535560">
              <a:off x="6311148" y="6483555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0A901341-B79C-4444-A8D5-BAFDA5195F82}"/>
                </a:ext>
              </a:extLst>
            </p:cNvPr>
            <p:cNvSpPr/>
            <p:nvPr/>
          </p:nvSpPr>
          <p:spPr>
            <a:xfrm rot="18535560">
              <a:off x="6253824" y="659740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6" name="Oval 1775">
              <a:extLst>
                <a:ext uri="{FF2B5EF4-FFF2-40B4-BE49-F238E27FC236}">
                  <a16:creationId xmlns:a16="http://schemas.microsoft.com/office/drawing/2014/main" id="{F42A909D-A184-3F4E-BE04-CD8869C79DB9}"/>
                </a:ext>
              </a:extLst>
            </p:cNvPr>
            <p:cNvSpPr/>
            <p:nvPr/>
          </p:nvSpPr>
          <p:spPr>
            <a:xfrm rot="18535560">
              <a:off x="6277060" y="6568638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7" name="Oval 1776">
              <a:extLst>
                <a:ext uri="{FF2B5EF4-FFF2-40B4-BE49-F238E27FC236}">
                  <a16:creationId xmlns:a16="http://schemas.microsoft.com/office/drawing/2014/main" id="{167EECA1-BA79-F947-AC78-B2212C9C43A9}"/>
                </a:ext>
              </a:extLst>
            </p:cNvPr>
            <p:cNvSpPr/>
            <p:nvPr/>
          </p:nvSpPr>
          <p:spPr>
            <a:xfrm rot="18535560">
              <a:off x="6294763" y="654671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8" name="Oval 1777">
              <a:extLst>
                <a:ext uri="{FF2B5EF4-FFF2-40B4-BE49-F238E27FC236}">
                  <a16:creationId xmlns:a16="http://schemas.microsoft.com/office/drawing/2014/main" id="{F8FB5A78-4BFB-E049-A1E6-695D25A87FED}"/>
                </a:ext>
              </a:extLst>
            </p:cNvPr>
            <p:cNvSpPr/>
            <p:nvPr/>
          </p:nvSpPr>
          <p:spPr>
            <a:xfrm rot="18535560">
              <a:off x="6317999" y="6517947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9" name="Oval 1778">
              <a:extLst>
                <a:ext uri="{FF2B5EF4-FFF2-40B4-BE49-F238E27FC236}">
                  <a16:creationId xmlns:a16="http://schemas.microsoft.com/office/drawing/2014/main" id="{6C0A64A9-8EE6-B74F-9955-AE21A4EA382C}"/>
                </a:ext>
              </a:extLst>
            </p:cNvPr>
            <p:cNvSpPr/>
            <p:nvPr/>
          </p:nvSpPr>
          <p:spPr>
            <a:xfrm rot="18535560">
              <a:off x="6337558" y="6491866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0" name="Oval 1779">
              <a:extLst>
                <a:ext uri="{FF2B5EF4-FFF2-40B4-BE49-F238E27FC236}">
                  <a16:creationId xmlns:a16="http://schemas.microsoft.com/office/drawing/2014/main" id="{F20D79A4-4795-CA40-952A-F87B934CAF33}"/>
                </a:ext>
              </a:extLst>
            </p:cNvPr>
            <p:cNvSpPr/>
            <p:nvPr/>
          </p:nvSpPr>
          <p:spPr>
            <a:xfrm rot="18535560">
              <a:off x="6273902" y="6607966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1" name="Oval 1780">
              <a:extLst>
                <a:ext uri="{FF2B5EF4-FFF2-40B4-BE49-F238E27FC236}">
                  <a16:creationId xmlns:a16="http://schemas.microsoft.com/office/drawing/2014/main" id="{75018171-0079-8447-9811-1A352DAAC6BD}"/>
                </a:ext>
              </a:extLst>
            </p:cNvPr>
            <p:cNvSpPr/>
            <p:nvPr/>
          </p:nvSpPr>
          <p:spPr>
            <a:xfrm rot="18535560">
              <a:off x="6292046" y="658923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2" name="Oval 1781">
              <a:extLst>
                <a:ext uri="{FF2B5EF4-FFF2-40B4-BE49-F238E27FC236}">
                  <a16:creationId xmlns:a16="http://schemas.microsoft.com/office/drawing/2014/main" id="{50713C83-44C9-0240-8E76-D42AA296489F}"/>
                </a:ext>
              </a:extLst>
            </p:cNvPr>
            <p:cNvSpPr/>
            <p:nvPr/>
          </p:nvSpPr>
          <p:spPr>
            <a:xfrm rot="18535560">
              <a:off x="6310221" y="6564863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3" name="Oval 1782">
              <a:extLst>
                <a:ext uri="{FF2B5EF4-FFF2-40B4-BE49-F238E27FC236}">
                  <a16:creationId xmlns:a16="http://schemas.microsoft.com/office/drawing/2014/main" id="{1F95A65E-838F-6542-BE28-81E6A847577B}"/>
                </a:ext>
              </a:extLst>
            </p:cNvPr>
            <p:cNvSpPr/>
            <p:nvPr/>
          </p:nvSpPr>
          <p:spPr>
            <a:xfrm rot="18535560">
              <a:off x="6334840" y="6534380"/>
              <a:ext cx="36982" cy="28112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4" name="Oval 1783">
              <a:extLst>
                <a:ext uri="{FF2B5EF4-FFF2-40B4-BE49-F238E27FC236}">
                  <a16:creationId xmlns:a16="http://schemas.microsoft.com/office/drawing/2014/main" id="{D8A1693F-ACF5-D040-BDC5-4486E00A86EB}"/>
                </a:ext>
              </a:extLst>
            </p:cNvPr>
            <p:cNvSpPr/>
            <p:nvPr/>
          </p:nvSpPr>
          <p:spPr>
            <a:xfrm rot="18535560">
              <a:off x="6357637" y="6502425"/>
              <a:ext cx="36982" cy="28112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5" name="Oval 1784">
              <a:extLst>
                <a:ext uri="{FF2B5EF4-FFF2-40B4-BE49-F238E27FC236}">
                  <a16:creationId xmlns:a16="http://schemas.microsoft.com/office/drawing/2014/main" id="{AB4E867B-3A5B-FF44-8543-9530056D5BD2}"/>
                </a:ext>
              </a:extLst>
            </p:cNvPr>
            <p:cNvSpPr/>
            <p:nvPr/>
          </p:nvSpPr>
          <p:spPr>
            <a:xfrm rot="4135560">
              <a:off x="6294251" y="662250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6" name="Oval 1785">
              <a:extLst>
                <a:ext uri="{FF2B5EF4-FFF2-40B4-BE49-F238E27FC236}">
                  <a16:creationId xmlns:a16="http://schemas.microsoft.com/office/drawing/2014/main" id="{98F4FF0B-E0A1-7344-8AFE-A67FC072DED0}"/>
                </a:ext>
              </a:extLst>
            </p:cNvPr>
            <p:cNvSpPr/>
            <p:nvPr/>
          </p:nvSpPr>
          <p:spPr>
            <a:xfrm rot="4135560">
              <a:off x="6317487" y="659373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7" name="Oval 1786">
              <a:extLst>
                <a:ext uri="{FF2B5EF4-FFF2-40B4-BE49-F238E27FC236}">
                  <a16:creationId xmlns:a16="http://schemas.microsoft.com/office/drawing/2014/main" id="{F73D013F-201B-584C-8BA6-9F44DFDB48B9}"/>
                </a:ext>
              </a:extLst>
            </p:cNvPr>
            <p:cNvSpPr/>
            <p:nvPr/>
          </p:nvSpPr>
          <p:spPr>
            <a:xfrm rot="4135560">
              <a:off x="6335190" y="6571818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8" name="Oval 1787">
              <a:extLst>
                <a:ext uri="{FF2B5EF4-FFF2-40B4-BE49-F238E27FC236}">
                  <a16:creationId xmlns:a16="http://schemas.microsoft.com/office/drawing/2014/main" id="{7AA8838B-E285-1848-ADE7-40BA11310BBC}"/>
                </a:ext>
              </a:extLst>
            </p:cNvPr>
            <p:cNvSpPr/>
            <p:nvPr/>
          </p:nvSpPr>
          <p:spPr>
            <a:xfrm rot="4135560">
              <a:off x="6314330" y="6633066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89" name="Oval 1788">
              <a:extLst>
                <a:ext uri="{FF2B5EF4-FFF2-40B4-BE49-F238E27FC236}">
                  <a16:creationId xmlns:a16="http://schemas.microsoft.com/office/drawing/2014/main" id="{04FC6B4B-CB24-0A41-B151-3F4DE7B5A999}"/>
                </a:ext>
              </a:extLst>
            </p:cNvPr>
            <p:cNvSpPr/>
            <p:nvPr/>
          </p:nvSpPr>
          <p:spPr>
            <a:xfrm rot="4135560">
              <a:off x="6332473" y="6614331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0" name="Oval 1789">
              <a:extLst>
                <a:ext uri="{FF2B5EF4-FFF2-40B4-BE49-F238E27FC236}">
                  <a16:creationId xmlns:a16="http://schemas.microsoft.com/office/drawing/2014/main" id="{34DB143C-23D8-9341-AE6E-7AB04092D7C4}"/>
                </a:ext>
              </a:extLst>
            </p:cNvPr>
            <p:cNvSpPr/>
            <p:nvPr/>
          </p:nvSpPr>
          <p:spPr>
            <a:xfrm rot="4135560">
              <a:off x="6350648" y="6589963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1" name="Oval 1790">
              <a:extLst>
                <a:ext uri="{FF2B5EF4-FFF2-40B4-BE49-F238E27FC236}">
                  <a16:creationId xmlns:a16="http://schemas.microsoft.com/office/drawing/2014/main" id="{B4BE0608-B279-4D43-8C3B-39F233C9B659}"/>
                </a:ext>
              </a:extLst>
            </p:cNvPr>
            <p:cNvSpPr/>
            <p:nvPr/>
          </p:nvSpPr>
          <p:spPr>
            <a:xfrm rot="11852637">
              <a:off x="6333490" y="664684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2" name="Oval 1791">
              <a:extLst>
                <a:ext uri="{FF2B5EF4-FFF2-40B4-BE49-F238E27FC236}">
                  <a16:creationId xmlns:a16="http://schemas.microsoft.com/office/drawing/2014/main" id="{A44935E6-C614-DC48-8897-2B955AB46B86}"/>
                </a:ext>
              </a:extLst>
            </p:cNvPr>
            <p:cNvSpPr/>
            <p:nvPr/>
          </p:nvSpPr>
          <p:spPr>
            <a:xfrm rot="11852637">
              <a:off x="6356726" y="661807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3" name="Oval 1792">
              <a:extLst>
                <a:ext uri="{FF2B5EF4-FFF2-40B4-BE49-F238E27FC236}">
                  <a16:creationId xmlns:a16="http://schemas.microsoft.com/office/drawing/2014/main" id="{705A1F11-F3F7-C64C-9C3A-00688E5BF56F}"/>
                </a:ext>
              </a:extLst>
            </p:cNvPr>
            <p:cNvSpPr/>
            <p:nvPr/>
          </p:nvSpPr>
          <p:spPr>
            <a:xfrm rot="11852637">
              <a:off x="6374430" y="6596150"/>
              <a:ext cx="24598" cy="42265"/>
            </a:xfrm>
            <a:prstGeom prst="ellipse">
              <a:avLst/>
            </a:prstGeom>
            <a:solidFill>
              <a:srgbClr val="FFEB1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4" name="Oval 1793">
              <a:extLst>
                <a:ext uri="{FF2B5EF4-FFF2-40B4-BE49-F238E27FC236}">
                  <a16:creationId xmlns:a16="http://schemas.microsoft.com/office/drawing/2014/main" id="{F1236500-ADB6-A046-879A-B2DEBD717EEA}"/>
                </a:ext>
              </a:extLst>
            </p:cNvPr>
            <p:cNvSpPr/>
            <p:nvPr/>
          </p:nvSpPr>
          <p:spPr>
            <a:xfrm rot="11852637">
              <a:off x="6353569" y="665739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5" name="Oval 1794">
              <a:extLst>
                <a:ext uri="{FF2B5EF4-FFF2-40B4-BE49-F238E27FC236}">
                  <a16:creationId xmlns:a16="http://schemas.microsoft.com/office/drawing/2014/main" id="{A3AE1CD8-59E4-8A45-8930-A745E0EC6BD4}"/>
                </a:ext>
              </a:extLst>
            </p:cNvPr>
            <p:cNvSpPr/>
            <p:nvPr/>
          </p:nvSpPr>
          <p:spPr>
            <a:xfrm rot="11852637">
              <a:off x="6371713" y="6638662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6" name="Oval 1795">
              <a:extLst>
                <a:ext uri="{FF2B5EF4-FFF2-40B4-BE49-F238E27FC236}">
                  <a16:creationId xmlns:a16="http://schemas.microsoft.com/office/drawing/2014/main" id="{A694526B-57BF-A946-A945-FFE62ED1EC60}"/>
                </a:ext>
              </a:extLst>
            </p:cNvPr>
            <p:cNvSpPr/>
            <p:nvPr/>
          </p:nvSpPr>
          <p:spPr>
            <a:xfrm rot="11852637">
              <a:off x="6389887" y="6614295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7" name="Oval 1796">
              <a:extLst>
                <a:ext uri="{FF2B5EF4-FFF2-40B4-BE49-F238E27FC236}">
                  <a16:creationId xmlns:a16="http://schemas.microsoft.com/office/drawing/2014/main" id="{FE86D70E-00C8-C74A-9C34-42CC4C23F27D}"/>
                </a:ext>
              </a:extLst>
            </p:cNvPr>
            <p:cNvSpPr/>
            <p:nvPr/>
          </p:nvSpPr>
          <p:spPr>
            <a:xfrm rot="11852637">
              <a:off x="6379980" y="666571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8" name="Oval 1797">
              <a:extLst>
                <a:ext uri="{FF2B5EF4-FFF2-40B4-BE49-F238E27FC236}">
                  <a16:creationId xmlns:a16="http://schemas.microsoft.com/office/drawing/2014/main" id="{D19C2416-129F-C744-A802-3DBDB606C425}"/>
                </a:ext>
              </a:extLst>
            </p:cNvPr>
            <p:cNvSpPr/>
            <p:nvPr/>
          </p:nvSpPr>
          <p:spPr>
            <a:xfrm rot="11852637">
              <a:off x="6403216" y="6636940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99" name="Oval 1798">
              <a:extLst>
                <a:ext uri="{FF2B5EF4-FFF2-40B4-BE49-F238E27FC236}">
                  <a16:creationId xmlns:a16="http://schemas.microsoft.com/office/drawing/2014/main" id="{5CD4E5CD-AF74-6C48-B1AC-D6F69F568159}"/>
                </a:ext>
              </a:extLst>
            </p:cNvPr>
            <p:cNvSpPr/>
            <p:nvPr/>
          </p:nvSpPr>
          <p:spPr>
            <a:xfrm rot="11852637">
              <a:off x="6400059" y="6676268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0" name="Oval 1799">
              <a:extLst>
                <a:ext uri="{FF2B5EF4-FFF2-40B4-BE49-F238E27FC236}">
                  <a16:creationId xmlns:a16="http://schemas.microsoft.com/office/drawing/2014/main" id="{2064F0AA-F089-2B44-A565-F0B97119BC56}"/>
                </a:ext>
              </a:extLst>
            </p:cNvPr>
            <p:cNvSpPr/>
            <p:nvPr/>
          </p:nvSpPr>
          <p:spPr>
            <a:xfrm rot="11852637">
              <a:off x="6418202" y="6657533"/>
              <a:ext cx="24598" cy="42265"/>
            </a:xfrm>
            <a:prstGeom prst="ellipse">
              <a:avLst/>
            </a:prstGeom>
            <a:solidFill>
              <a:srgbClr val="FFFF00"/>
            </a:solidFill>
            <a:ln w="127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1" name="Freeform 1800">
              <a:extLst>
                <a:ext uri="{FF2B5EF4-FFF2-40B4-BE49-F238E27FC236}">
                  <a16:creationId xmlns:a16="http://schemas.microsoft.com/office/drawing/2014/main" id="{51EBD36B-1A92-3847-80A3-92202AD3BE81}"/>
                </a:ext>
              </a:extLst>
            </p:cNvPr>
            <p:cNvSpPr/>
            <p:nvPr/>
          </p:nvSpPr>
          <p:spPr>
            <a:xfrm rot="18535560">
              <a:off x="6045401" y="6304373"/>
              <a:ext cx="235075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2" name="Freeform 1801">
              <a:extLst>
                <a:ext uri="{FF2B5EF4-FFF2-40B4-BE49-F238E27FC236}">
                  <a16:creationId xmlns:a16="http://schemas.microsoft.com/office/drawing/2014/main" id="{932F1FE1-AEEA-6E4A-873A-5D4B6F9CB5A9}"/>
                </a:ext>
              </a:extLst>
            </p:cNvPr>
            <p:cNvSpPr/>
            <p:nvPr/>
          </p:nvSpPr>
          <p:spPr>
            <a:xfrm rot="18535560" flipH="1">
              <a:off x="6160015" y="6157256"/>
              <a:ext cx="227078" cy="569842"/>
            </a:xfrm>
            <a:custGeom>
              <a:avLst/>
              <a:gdLst>
                <a:gd name="connsiteX0" fmla="*/ 1364105 w 1364105"/>
                <a:gd name="connsiteY0" fmla="*/ 5059180 h 5059180"/>
                <a:gd name="connsiteX1" fmla="*/ 1364105 w 1364105"/>
                <a:gd name="connsiteY1" fmla="*/ 5059180 h 5059180"/>
                <a:gd name="connsiteX2" fmla="*/ 1341619 w 1364105"/>
                <a:gd name="connsiteY2" fmla="*/ 4999219 h 5059180"/>
                <a:gd name="connsiteX3" fmla="*/ 1326629 w 1364105"/>
                <a:gd name="connsiteY3" fmla="*/ 4976734 h 5059180"/>
                <a:gd name="connsiteX4" fmla="*/ 1311639 w 1364105"/>
                <a:gd name="connsiteY4" fmla="*/ 4931764 h 5059180"/>
                <a:gd name="connsiteX5" fmla="*/ 1296649 w 1364105"/>
                <a:gd name="connsiteY5" fmla="*/ 4886793 h 5059180"/>
                <a:gd name="connsiteX6" fmla="*/ 1289154 w 1364105"/>
                <a:gd name="connsiteY6" fmla="*/ 4864308 h 5059180"/>
                <a:gd name="connsiteX7" fmla="*/ 1281659 w 1364105"/>
                <a:gd name="connsiteY7" fmla="*/ 4841823 h 5059180"/>
                <a:gd name="connsiteX8" fmla="*/ 1266669 w 1364105"/>
                <a:gd name="connsiteY8" fmla="*/ 4819337 h 5059180"/>
                <a:gd name="connsiteX9" fmla="*/ 1259174 w 1364105"/>
                <a:gd name="connsiteY9" fmla="*/ 4781862 h 5059180"/>
                <a:gd name="connsiteX10" fmla="*/ 1251679 w 1364105"/>
                <a:gd name="connsiteY10" fmla="*/ 4759377 h 5059180"/>
                <a:gd name="connsiteX11" fmla="*/ 1229193 w 1364105"/>
                <a:gd name="connsiteY11" fmla="*/ 4601980 h 5059180"/>
                <a:gd name="connsiteX12" fmla="*/ 1221698 w 1364105"/>
                <a:gd name="connsiteY12" fmla="*/ 4549515 h 5059180"/>
                <a:gd name="connsiteX13" fmla="*/ 1206708 w 1364105"/>
                <a:gd name="connsiteY13" fmla="*/ 4407108 h 5059180"/>
                <a:gd name="connsiteX14" fmla="*/ 1191718 w 1364105"/>
                <a:gd name="connsiteY14" fmla="*/ 4279692 h 5059180"/>
                <a:gd name="connsiteX15" fmla="*/ 1176728 w 1364105"/>
                <a:gd name="connsiteY15" fmla="*/ 4137285 h 5059180"/>
                <a:gd name="connsiteX16" fmla="*/ 1161738 w 1364105"/>
                <a:gd name="connsiteY16" fmla="*/ 4092315 h 5059180"/>
                <a:gd name="connsiteX17" fmla="*/ 1154242 w 1364105"/>
                <a:gd name="connsiteY17" fmla="*/ 4069829 h 5059180"/>
                <a:gd name="connsiteX18" fmla="*/ 1139252 w 1364105"/>
                <a:gd name="connsiteY18" fmla="*/ 3934918 h 5059180"/>
                <a:gd name="connsiteX19" fmla="*/ 1131757 w 1364105"/>
                <a:gd name="connsiteY19" fmla="*/ 3852472 h 5059180"/>
                <a:gd name="connsiteX20" fmla="*/ 921895 w 1364105"/>
                <a:gd name="connsiteY20" fmla="*/ 3252865 h 5059180"/>
                <a:gd name="connsiteX21" fmla="*/ 854439 w 1364105"/>
                <a:gd name="connsiteY21" fmla="*/ 2031167 h 5059180"/>
                <a:gd name="connsiteX22" fmla="*/ 899410 w 1364105"/>
                <a:gd name="connsiteY22" fmla="*/ 1319134 h 5059180"/>
                <a:gd name="connsiteX23" fmla="*/ 876924 w 1364105"/>
                <a:gd name="connsiteY23" fmla="*/ 742013 h 5059180"/>
                <a:gd name="connsiteX24" fmla="*/ 824459 w 1364105"/>
                <a:gd name="connsiteY24" fmla="*/ 389744 h 5059180"/>
                <a:gd name="connsiteX25" fmla="*/ 667062 w 1364105"/>
                <a:gd name="connsiteY25" fmla="*/ 127416 h 5059180"/>
                <a:gd name="connsiteX26" fmla="*/ 644577 w 1364105"/>
                <a:gd name="connsiteY26" fmla="*/ 67456 h 5059180"/>
                <a:gd name="connsiteX27" fmla="*/ 352269 w 1364105"/>
                <a:gd name="connsiteY27" fmla="*/ 14990 h 5059180"/>
                <a:gd name="connsiteX28" fmla="*/ 67456 w 1364105"/>
                <a:gd name="connsiteY28" fmla="*/ 0 h 5059180"/>
                <a:gd name="connsiteX29" fmla="*/ 0 w 1364105"/>
                <a:gd name="connsiteY29" fmla="*/ 82446 h 5059180"/>
                <a:gd name="connsiteX30" fmla="*/ 232347 w 1364105"/>
                <a:gd name="connsiteY30" fmla="*/ 562131 h 5059180"/>
                <a:gd name="connsiteX31" fmla="*/ 374754 w 1364105"/>
                <a:gd name="connsiteY31" fmla="*/ 1843790 h 5059180"/>
                <a:gd name="connsiteX32" fmla="*/ 449705 w 1364105"/>
                <a:gd name="connsiteY32" fmla="*/ 3867462 h 5059180"/>
                <a:gd name="connsiteX33" fmla="*/ 667062 w 1364105"/>
                <a:gd name="connsiteY33" fmla="*/ 4601980 h 5059180"/>
                <a:gd name="connsiteX34" fmla="*/ 884419 w 1364105"/>
                <a:gd name="connsiteY34" fmla="*/ 4976734 h 5059180"/>
                <a:gd name="connsiteX35" fmla="*/ 1364105 w 1364105"/>
                <a:gd name="connsiteY35" fmla="*/ 5059180 h 5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64105" h="5059180">
                  <a:moveTo>
                    <a:pt x="1364105" y="5059180"/>
                  </a:moveTo>
                  <a:lnTo>
                    <a:pt x="1364105" y="5059180"/>
                  </a:lnTo>
                  <a:cubicBezTo>
                    <a:pt x="1356610" y="5039193"/>
                    <a:pt x="1350452" y="5018652"/>
                    <a:pt x="1341619" y="4999219"/>
                  </a:cubicBezTo>
                  <a:cubicBezTo>
                    <a:pt x="1337891" y="4991019"/>
                    <a:pt x="1330287" y="4984965"/>
                    <a:pt x="1326629" y="4976734"/>
                  </a:cubicBezTo>
                  <a:cubicBezTo>
                    <a:pt x="1320212" y="4962295"/>
                    <a:pt x="1316636" y="4946754"/>
                    <a:pt x="1311639" y="4931764"/>
                  </a:cubicBezTo>
                  <a:lnTo>
                    <a:pt x="1296649" y="4886793"/>
                  </a:lnTo>
                  <a:lnTo>
                    <a:pt x="1289154" y="4864308"/>
                  </a:lnTo>
                  <a:cubicBezTo>
                    <a:pt x="1286656" y="4856813"/>
                    <a:pt x="1286041" y="4848397"/>
                    <a:pt x="1281659" y="4841823"/>
                  </a:cubicBezTo>
                  <a:lnTo>
                    <a:pt x="1266669" y="4819337"/>
                  </a:lnTo>
                  <a:cubicBezTo>
                    <a:pt x="1264171" y="4806845"/>
                    <a:pt x="1262264" y="4794221"/>
                    <a:pt x="1259174" y="4781862"/>
                  </a:cubicBezTo>
                  <a:cubicBezTo>
                    <a:pt x="1257258" y="4774197"/>
                    <a:pt x="1253228" y="4767124"/>
                    <a:pt x="1251679" y="4759377"/>
                  </a:cubicBezTo>
                  <a:cubicBezTo>
                    <a:pt x="1234344" y="4672707"/>
                    <a:pt x="1239020" y="4680598"/>
                    <a:pt x="1229193" y="4601980"/>
                  </a:cubicBezTo>
                  <a:cubicBezTo>
                    <a:pt x="1227002" y="4584451"/>
                    <a:pt x="1223723" y="4567064"/>
                    <a:pt x="1221698" y="4549515"/>
                  </a:cubicBezTo>
                  <a:cubicBezTo>
                    <a:pt x="1216227" y="4502098"/>
                    <a:pt x="1210672" y="4454674"/>
                    <a:pt x="1206708" y="4407108"/>
                  </a:cubicBezTo>
                  <a:cubicBezTo>
                    <a:pt x="1198155" y="4304472"/>
                    <a:pt x="1205113" y="4346667"/>
                    <a:pt x="1191718" y="4279692"/>
                  </a:cubicBezTo>
                  <a:cubicBezTo>
                    <a:pt x="1188420" y="4233519"/>
                    <a:pt x="1189246" y="4183183"/>
                    <a:pt x="1176728" y="4137285"/>
                  </a:cubicBezTo>
                  <a:cubicBezTo>
                    <a:pt x="1172571" y="4122041"/>
                    <a:pt x="1166735" y="4107305"/>
                    <a:pt x="1161738" y="4092315"/>
                  </a:cubicBezTo>
                  <a:lnTo>
                    <a:pt x="1154242" y="4069829"/>
                  </a:lnTo>
                  <a:cubicBezTo>
                    <a:pt x="1150410" y="4031512"/>
                    <a:pt x="1145315" y="3974326"/>
                    <a:pt x="1139252" y="3934918"/>
                  </a:cubicBezTo>
                  <a:cubicBezTo>
                    <a:pt x="1128817" y="3867092"/>
                    <a:pt x="1131757" y="3928598"/>
                    <a:pt x="1131757" y="3852472"/>
                  </a:cubicBezTo>
                  <a:lnTo>
                    <a:pt x="921895" y="3252865"/>
                  </a:lnTo>
                  <a:lnTo>
                    <a:pt x="854439" y="2031167"/>
                  </a:lnTo>
                  <a:lnTo>
                    <a:pt x="899410" y="1319134"/>
                  </a:lnTo>
                  <a:lnTo>
                    <a:pt x="876924" y="742013"/>
                  </a:lnTo>
                  <a:lnTo>
                    <a:pt x="824459" y="389744"/>
                  </a:lnTo>
                  <a:lnTo>
                    <a:pt x="667062" y="127416"/>
                  </a:lnTo>
                  <a:lnTo>
                    <a:pt x="644577" y="67456"/>
                  </a:lnTo>
                  <a:lnTo>
                    <a:pt x="352269" y="14990"/>
                  </a:lnTo>
                  <a:lnTo>
                    <a:pt x="67456" y="0"/>
                  </a:lnTo>
                  <a:lnTo>
                    <a:pt x="0" y="82446"/>
                  </a:lnTo>
                  <a:lnTo>
                    <a:pt x="232347" y="562131"/>
                  </a:lnTo>
                  <a:lnTo>
                    <a:pt x="374754" y="1843790"/>
                  </a:lnTo>
                  <a:lnTo>
                    <a:pt x="449705" y="3867462"/>
                  </a:lnTo>
                  <a:lnTo>
                    <a:pt x="667062" y="4601980"/>
                  </a:lnTo>
                  <a:lnTo>
                    <a:pt x="884419" y="4976734"/>
                  </a:lnTo>
                  <a:lnTo>
                    <a:pt x="1364105" y="5059180"/>
                  </a:lnTo>
                  <a:close/>
                </a:path>
              </a:pathLst>
            </a:custGeom>
            <a:solidFill>
              <a:srgbClr val="92D050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4222373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" name="Picture 117" descr="grass-clipart-9cRBx69ce.png">
            <a:extLst>
              <a:ext uri="{FF2B5EF4-FFF2-40B4-BE49-F238E27FC236}">
                <a16:creationId xmlns:a16="http://schemas.microsoft.com/office/drawing/2014/main" id="{24A63DD9-172B-3D4D-9323-AF345128F6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820" y="5371078"/>
            <a:ext cx="1323181" cy="1321181"/>
          </a:xfrm>
          <a:prstGeom prst="rect">
            <a:avLst/>
          </a:prstGeom>
        </p:spPr>
      </p:pic>
      <p:pic>
        <p:nvPicPr>
          <p:cNvPr id="19" name="Picture 18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8524" y="5627757"/>
            <a:ext cx="1176216" cy="1174439"/>
          </a:xfrm>
          <a:prstGeom prst="rect">
            <a:avLst/>
          </a:prstGeom>
        </p:spPr>
      </p:pic>
      <p:pic>
        <p:nvPicPr>
          <p:cNvPr id="20" name="Picture 19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432" y="5714460"/>
            <a:ext cx="1101602" cy="1099938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D109DA1F-346E-3545-8378-6A9050ABBC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1314965">
            <a:off x="-7619" y="4954345"/>
            <a:ext cx="2066067" cy="1647344"/>
          </a:xfrm>
          <a:prstGeom prst="rect">
            <a:avLst/>
          </a:prstGeom>
        </p:spPr>
      </p:pic>
      <p:pic>
        <p:nvPicPr>
          <p:cNvPr id="6" name="Picture 5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78" y="6336126"/>
            <a:ext cx="472881" cy="472166"/>
          </a:xfrm>
          <a:prstGeom prst="rect">
            <a:avLst/>
          </a:prstGeom>
        </p:spPr>
      </p:pic>
      <p:pic>
        <p:nvPicPr>
          <p:cNvPr id="7" name="Picture 6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018" y="6208290"/>
            <a:ext cx="600910" cy="600002"/>
          </a:xfrm>
          <a:prstGeom prst="rect">
            <a:avLst/>
          </a:prstGeom>
        </p:spPr>
      </p:pic>
      <p:pic>
        <p:nvPicPr>
          <p:cNvPr id="8" name="Picture 7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487" y="5934941"/>
            <a:ext cx="874673" cy="873352"/>
          </a:xfrm>
          <a:prstGeom prst="rect">
            <a:avLst/>
          </a:prstGeom>
        </p:spPr>
      </p:pic>
      <p:pic>
        <p:nvPicPr>
          <p:cNvPr id="9" name="Picture 8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9886" y="5460366"/>
            <a:ext cx="1323181" cy="1321181"/>
          </a:xfrm>
          <a:prstGeom prst="rect">
            <a:avLst/>
          </a:prstGeom>
        </p:spPr>
      </p:pic>
      <p:pic>
        <p:nvPicPr>
          <p:cNvPr id="10" name="Picture 9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1704" y="5807942"/>
            <a:ext cx="1001864" cy="1000350"/>
          </a:xfrm>
          <a:prstGeom prst="rect">
            <a:avLst/>
          </a:prstGeom>
        </p:spPr>
      </p:pic>
      <p:pic>
        <p:nvPicPr>
          <p:cNvPr id="11" name="Picture 10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11452" y="6141606"/>
            <a:ext cx="667695" cy="666686"/>
          </a:xfrm>
          <a:prstGeom prst="rect">
            <a:avLst/>
          </a:prstGeom>
        </p:spPr>
      </p:pic>
      <p:pic>
        <p:nvPicPr>
          <p:cNvPr id="12" name="Picture 11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6779" y="5928525"/>
            <a:ext cx="874673" cy="873352"/>
          </a:xfrm>
          <a:prstGeom prst="rect">
            <a:avLst/>
          </a:prstGeom>
        </p:spPr>
      </p:pic>
      <p:pic>
        <p:nvPicPr>
          <p:cNvPr id="13" name="Picture 12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8955" y="6162807"/>
            <a:ext cx="646462" cy="645485"/>
          </a:xfrm>
          <a:prstGeom prst="rect">
            <a:avLst/>
          </a:prstGeom>
        </p:spPr>
      </p:pic>
      <p:pic>
        <p:nvPicPr>
          <p:cNvPr id="14" name="Picture 13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56065" y="6095415"/>
            <a:ext cx="713957" cy="712877"/>
          </a:xfrm>
          <a:prstGeom prst="rect">
            <a:avLst/>
          </a:prstGeom>
        </p:spPr>
      </p:pic>
      <p:pic>
        <p:nvPicPr>
          <p:cNvPr id="15" name="Picture 14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74782" y="6242756"/>
            <a:ext cx="560286" cy="559440"/>
          </a:xfrm>
          <a:prstGeom prst="rect">
            <a:avLst/>
          </a:prstGeom>
        </p:spPr>
      </p:pic>
      <p:pic>
        <p:nvPicPr>
          <p:cNvPr id="16" name="Picture 15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54926" y="6317096"/>
            <a:ext cx="501946" cy="501188"/>
          </a:xfrm>
          <a:prstGeom prst="rect">
            <a:avLst/>
          </a:prstGeom>
        </p:spPr>
      </p:pic>
      <p:pic>
        <p:nvPicPr>
          <p:cNvPr id="17" name="Picture 16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3752" y="5395092"/>
            <a:ext cx="1323181" cy="1321181"/>
          </a:xfrm>
          <a:prstGeom prst="rect">
            <a:avLst/>
          </a:prstGeom>
        </p:spPr>
      </p:pic>
      <p:pic>
        <p:nvPicPr>
          <p:cNvPr id="18" name="Picture 17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9076" y="5926828"/>
            <a:ext cx="874673" cy="873352"/>
          </a:xfrm>
          <a:prstGeom prst="rect">
            <a:avLst/>
          </a:prstGeom>
        </p:spPr>
      </p:pic>
      <p:pic>
        <p:nvPicPr>
          <p:cNvPr id="21" name="Picture 20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278" y="6076474"/>
            <a:ext cx="726820" cy="725722"/>
          </a:xfrm>
          <a:prstGeom prst="rect">
            <a:avLst/>
          </a:prstGeom>
        </p:spPr>
      </p:pic>
      <p:pic>
        <p:nvPicPr>
          <p:cNvPr id="22" name="Picture 21" descr="grass-clipart-9cRBx69ce.png"/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06473" y="6240308"/>
            <a:ext cx="554552" cy="553714"/>
          </a:xfrm>
          <a:prstGeom prst="rect">
            <a:avLst/>
          </a:prstGeom>
        </p:spPr>
      </p:pic>
      <p:pic>
        <p:nvPicPr>
          <p:cNvPr id="23" name="Picture 22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45" y="6456309"/>
            <a:ext cx="362523" cy="361975"/>
          </a:xfrm>
          <a:prstGeom prst="rect">
            <a:avLst/>
          </a:prstGeom>
        </p:spPr>
      </p:pic>
      <p:pic>
        <p:nvPicPr>
          <p:cNvPr id="24" name="Picture 23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770" y="6440221"/>
            <a:ext cx="362523" cy="361975"/>
          </a:xfrm>
          <a:prstGeom prst="rect">
            <a:avLst/>
          </a:prstGeom>
        </p:spPr>
      </p:pic>
      <p:pic>
        <p:nvPicPr>
          <p:cNvPr id="32" name="Picture 31" descr="grass-clipart-9cRBx69c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642" y="6632792"/>
            <a:ext cx="185772" cy="185492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88780462-F325-0E47-AEB5-BF1C4F4CEE19}"/>
              </a:ext>
            </a:extLst>
          </p:cNvPr>
          <p:cNvSpPr txBox="1"/>
          <p:nvPr/>
        </p:nvSpPr>
        <p:spPr>
          <a:xfrm>
            <a:off x="2504562" y="174904"/>
            <a:ext cx="4611484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Grazing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A32A294C-8A23-F842-B2F8-D86E67A8EF18}"/>
              </a:ext>
            </a:extLst>
          </p:cNvPr>
          <p:cNvSpPr/>
          <p:nvPr/>
        </p:nvSpPr>
        <p:spPr>
          <a:xfrm>
            <a:off x="2204104" y="1440496"/>
            <a:ext cx="5160234" cy="3431124"/>
          </a:xfrm>
          <a:prstGeom prst="rect">
            <a:avLst/>
          </a:prstGeom>
          <a:solidFill>
            <a:srgbClr val="FFFDF0"/>
          </a:solidFill>
          <a:ln w="25400">
            <a:solidFill>
              <a:srgbClr val="A01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23886F5-5B1F-E04D-AC66-CF528B8F85B1}"/>
              </a:ext>
            </a:extLst>
          </p:cNvPr>
          <p:cNvSpPr txBox="1"/>
          <p:nvPr/>
        </p:nvSpPr>
        <p:spPr>
          <a:xfrm>
            <a:off x="2225285" y="1494095"/>
            <a:ext cx="5160234" cy="33690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Grazing Occurrence: </a:t>
            </a:r>
          </a:p>
          <a:p>
            <a:pPr>
              <a:buClr>
                <a:srgbClr val="A01300"/>
              </a:buClr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LAI above minimum threshold value</a:t>
            </a:r>
          </a:p>
          <a:p>
            <a:pPr>
              <a:buClr>
                <a:srgbClr val="A01300"/>
              </a:buClr>
            </a:pPr>
            <a:endParaRPr lang="en-US" sz="1200" b="1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Grazing Rate:</a:t>
            </a:r>
            <a:endParaRPr lang="en-US" b="1" i="1" baseline="-250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buClr>
                <a:srgbClr val="A01300"/>
              </a:buClr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Constant fraction of canopy pools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/>
                <a:cs typeface="Helvetica"/>
              </a:rPr>
              <a:t>-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Two rates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+ Productive (large climatological LAI)</a:t>
            </a:r>
          </a:p>
          <a:p>
            <a:pPr>
              <a:buClr>
                <a:srgbClr val="A01300"/>
              </a:buClr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         + Non-productive (small climatological LAI)</a:t>
            </a:r>
          </a:p>
          <a:p>
            <a:pPr>
              <a:buClr>
                <a:srgbClr val="A01300"/>
              </a:buClr>
            </a:pPr>
            <a:endParaRPr lang="en-US" sz="12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 marL="285750" indent="-285750">
              <a:buClr>
                <a:srgbClr val="A01300"/>
              </a:buClr>
              <a:buFont typeface="Wingdings" pitchFamily="2" charset="2"/>
              <a:buChar char="q"/>
            </a:pPr>
            <a:r>
              <a:rPr lang="en-US" b="1" dirty="0">
                <a:solidFill>
                  <a:srgbClr val="654321"/>
                </a:solidFill>
                <a:latin typeface="Helvetica"/>
                <a:cs typeface="Helvetica"/>
              </a:rPr>
              <a:t>Grazed Carbon Fates:</a:t>
            </a:r>
          </a:p>
          <a:p>
            <a:pPr>
              <a:lnSpc>
                <a:spcPts val="2800"/>
              </a:lnSpc>
            </a:pPr>
            <a:r>
              <a:rPr lang="en-US" dirty="0"/>
              <a:t>      </a:t>
            </a:r>
            <a:r>
              <a:rPr lang="en-US" b="1" dirty="0">
                <a:solidFill>
                  <a:srgbClr val="4A311A"/>
                </a:solidFill>
                <a:latin typeface="Helvetica" pitchFamily="2" charset="0"/>
              </a:rPr>
              <a:t>-</a:t>
            </a:r>
            <a:r>
              <a:rPr lang="en-US" dirty="0"/>
              <a:t>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Released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back to the atmosphere</a:t>
            </a:r>
          </a:p>
          <a:p>
            <a:pPr>
              <a:lnSpc>
                <a:spcPts val="2800"/>
              </a:lnSpc>
            </a:pP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    </a:t>
            </a:r>
            <a:r>
              <a:rPr lang="en-US" b="1" dirty="0">
                <a:solidFill>
                  <a:srgbClr val="4A311A"/>
                </a:solidFill>
                <a:latin typeface="Helvetica" pitchFamily="2" charset="0"/>
              </a:rPr>
              <a:t>-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Transferred</a:t>
            </a:r>
            <a:r>
              <a:rPr lang="en-US" dirty="0">
                <a:solidFill>
                  <a:schemeClr val="accent3">
                    <a:lumMod val="50000"/>
                  </a:schemeClr>
                </a:solidFill>
                <a:latin typeface="Helvetica" pitchFamily="2" charset="0"/>
              </a:rPr>
              <a:t> 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to </a:t>
            </a:r>
            <a:r>
              <a:rPr lang="en-US" dirty="0">
                <a:solidFill>
                  <a:srgbClr val="9E160D"/>
                </a:solidFill>
                <a:latin typeface="Helvetica" pitchFamily="2" charset="0"/>
              </a:rPr>
              <a:t>dead</a:t>
            </a:r>
            <a:r>
              <a:rPr lang="en-US" dirty="0">
                <a:solidFill>
                  <a:srgbClr val="4A311A"/>
                </a:solidFill>
                <a:latin typeface="Helvetica" pitchFamily="2" charset="0"/>
              </a:rPr>
              <a:t> c</a:t>
            </a:r>
            <a:r>
              <a:rPr lang="en-US" dirty="0">
                <a:solidFill>
                  <a:srgbClr val="4B3118"/>
                </a:solidFill>
                <a:latin typeface="Helvetica" pitchFamily="2" charset="0"/>
              </a:rPr>
              <a:t>arbon pools</a:t>
            </a:r>
            <a:endParaRPr lang="en-US" dirty="0"/>
          </a:p>
        </p:txBody>
      </p:sp>
      <p:pic>
        <p:nvPicPr>
          <p:cNvPr id="83" name="Picture 82" descr="grass-clipart-9cRBx69ce.png">
            <a:extLst>
              <a:ext uri="{FF2B5EF4-FFF2-40B4-BE49-F238E27FC236}">
                <a16:creationId xmlns:a16="http://schemas.microsoft.com/office/drawing/2014/main" id="{1DCFC416-CF12-B54A-84A9-9C6DD836278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04623" y="5631643"/>
            <a:ext cx="1176216" cy="1174439"/>
          </a:xfrm>
          <a:prstGeom prst="rect">
            <a:avLst/>
          </a:prstGeom>
        </p:spPr>
      </p:pic>
      <p:pic>
        <p:nvPicPr>
          <p:cNvPr id="84" name="Picture 83" descr="grass-clipart-9cRBx69ce.png">
            <a:extLst>
              <a:ext uri="{FF2B5EF4-FFF2-40B4-BE49-F238E27FC236}">
                <a16:creationId xmlns:a16="http://schemas.microsoft.com/office/drawing/2014/main" id="{8388228C-5845-2143-9612-674F8FDED2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8531" y="5718346"/>
            <a:ext cx="1101602" cy="1099938"/>
          </a:xfrm>
          <a:prstGeom prst="rect">
            <a:avLst/>
          </a:prstGeom>
        </p:spPr>
      </p:pic>
      <p:pic>
        <p:nvPicPr>
          <p:cNvPr id="86" name="Picture 85" descr="grass-clipart-9cRBx69ce.png">
            <a:extLst>
              <a:ext uri="{FF2B5EF4-FFF2-40B4-BE49-F238E27FC236}">
                <a16:creationId xmlns:a16="http://schemas.microsoft.com/office/drawing/2014/main" id="{E4AD8C8D-E6E2-7242-A1C7-267C73C49A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36677" y="6340012"/>
            <a:ext cx="472881" cy="472166"/>
          </a:xfrm>
          <a:prstGeom prst="rect">
            <a:avLst/>
          </a:prstGeom>
        </p:spPr>
      </p:pic>
      <p:pic>
        <p:nvPicPr>
          <p:cNvPr id="87" name="Picture 86" descr="grass-clipart-9cRBx69ce.png">
            <a:extLst>
              <a:ext uri="{FF2B5EF4-FFF2-40B4-BE49-F238E27FC236}">
                <a16:creationId xmlns:a16="http://schemas.microsoft.com/office/drawing/2014/main" id="{2705D2D8-CCEE-D54F-ABE5-F9A4DDA747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3117" y="6212176"/>
            <a:ext cx="600910" cy="600002"/>
          </a:xfrm>
          <a:prstGeom prst="rect">
            <a:avLst/>
          </a:prstGeom>
        </p:spPr>
      </p:pic>
      <p:pic>
        <p:nvPicPr>
          <p:cNvPr id="88" name="Picture 87" descr="grass-clipart-9cRBx69ce.png">
            <a:extLst>
              <a:ext uri="{FF2B5EF4-FFF2-40B4-BE49-F238E27FC236}">
                <a16:creationId xmlns:a16="http://schemas.microsoft.com/office/drawing/2014/main" id="{EE8B1DD2-26C9-6846-AEA1-0B9D2BB0F6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7586" y="5938827"/>
            <a:ext cx="874673" cy="873352"/>
          </a:xfrm>
          <a:prstGeom prst="rect">
            <a:avLst/>
          </a:prstGeom>
        </p:spPr>
      </p:pic>
      <p:pic>
        <p:nvPicPr>
          <p:cNvPr id="89" name="Picture 88" descr="grass-clipart-9cRBx69ce.png">
            <a:extLst>
              <a:ext uri="{FF2B5EF4-FFF2-40B4-BE49-F238E27FC236}">
                <a16:creationId xmlns:a16="http://schemas.microsoft.com/office/drawing/2014/main" id="{7B1CB4B2-2DBB-3B4A-9AE3-FCFDBDD991E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95985" y="5464252"/>
            <a:ext cx="1323181" cy="1321181"/>
          </a:xfrm>
          <a:prstGeom prst="rect">
            <a:avLst/>
          </a:prstGeom>
        </p:spPr>
      </p:pic>
      <p:pic>
        <p:nvPicPr>
          <p:cNvPr id="90" name="Picture 89" descr="grass-clipart-9cRBx69ce.png">
            <a:extLst>
              <a:ext uri="{FF2B5EF4-FFF2-40B4-BE49-F238E27FC236}">
                <a16:creationId xmlns:a16="http://schemas.microsoft.com/office/drawing/2014/main" id="{FBF9CAC1-253B-A84C-A8CD-EA18BED547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7803" y="5811828"/>
            <a:ext cx="1001864" cy="1000350"/>
          </a:xfrm>
          <a:prstGeom prst="rect">
            <a:avLst/>
          </a:prstGeom>
        </p:spPr>
      </p:pic>
      <p:pic>
        <p:nvPicPr>
          <p:cNvPr id="91" name="Picture 90" descr="grass-clipart-9cRBx69ce.png">
            <a:extLst>
              <a:ext uri="{FF2B5EF4-FFF2-40B4-BE49-F238E27FC236}">
                <a16:creationId xmlns:a16="http://schemas.microsoft.com/office/drawing/2014/main" id="{A39AA1C1-B9D0-3345-B82A-77787DD3F9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7551" y="6145492"/>
            <a:ext cx="667695" cy="666686"/>
          </a:xfrm>
          <a:prstGeom prst="rect">
            <a:avLst/>
          </a:prstGeom>
        </p:spPr>
      </p:pic>
      <p:pic>
        <p:nvPicPr>
          <p:cNvPr id="92" name="Picture 91" descr="grass-clipart-9cRBx69ce.png">
            <a:extLst>
              <a:ext uri="{FF2B5EF4-FFF2-40B4-BE49-F238E27FC236}">
                <a16:creationId xmlns:a16="http://schemas.microsoft.com/office/drawing/2014/main" id="{B5FB60F7-777E-8B48-AE92-558F39057E1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72878" y="5932411"/>
            <a:ext cx="874673" cy="873352"/>
          </a:xfrm>
          <a:prstGeom prst="rect">
            <a:avLst/>
          </a:prstGeom>
        </p:spPr>
      </p:pic>
      <p:pic>
        <p:nvPicPr>
          <p:cNvPr id="93" name="Picture 92" descr="grass-clipart-9cRBx69ce.png">
            <a:extLst>
              <a:ext uri="{FF2B5EF4-FFF2-40B4-BE49-F238E27FC236}">
                <a16:creationId xmlns:a16="http://schemas.microsoft.com/office/drawing/2014/main" id="{80F73F70-807D-9640-8A0B-AB9122913CE2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5054" y="6166693"/>
            <a:ext cx="646462" cy="645485"/>
          </a:xfrm>
          <a:prstGeom prst="rect">
            <a:avLst/>
          </a:prstGeom>
        </p:spPr>
      </p:pic>
      <p:pic>
        <p:nvPicPr>
          <p:cNvPr id="94" name="Picture 93" descr="grass-clipart-9cRBx69ce.png">
            <a:extLst>
              <a:ext uri="{FF2B5EF4-FFF2-40B4-BE49-F238E27FC236}">
                <a16:creationId xmlns:a16="http://schemas.microsoft.com/office/drawing/2014/main" id="{2AEF9B70-91E7-3644-94E7-3BF988BF5F5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2164" y="6099301"/>
            <a:ext cx="713957" cy="712877"/>
          </a:xfrm>
          <a:prstGeom prst="rect">
            <a:avLst/>
          </a:prstGeom>
        </p:spPr>
      </p:pic>
      <p:pic>
        <p:nvPicPr>
          <p:cNvPr id="95" name="Picture 94" descr="grass-clipart-9cRBx69ce.png">
            <a:extLst>
              <a:ext uri="{FF2B5EF4-FFF2-40B4-BE49-F238E27FC236}">
                <a16:creationId xmlns:a16="http://schemas.microsoft.com/office/drawing/2014/main" id="{F3DB328A-F55C-F94B-A5BA-56ABC4520161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10881" y="6246642"/>
            <a:ext cx="560286" cy="559440"/>
          </a:xfrm>
          <a:prstGeom prst="rect">
            <a:avLst/>
          </a:prstGeom>
        </p:spPr>
      </p:pic>
      <p:pic>
        <p:nvPicPr>
          <p:cNvPr id="96" name="Picture 95" descr="grass-clipart-9cRBx69ce.png">
            <a:extLst>
              <a:ext uri="{FF2B5EF4-FFF2-40B4-BE49-F238E27FC236}">
                <a16:creationId xmlns:a16="http://schemas.microsoft.com/office/drawing/2014/main" id="{CC9056BD-3524-AB4A-A206-A025332CDF70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91025" y="6320982"/>
            <a:ext cx="501946" cy="501188"/>
          </a:xfrm>
          <a:prstGeom prst="rect">
            <a:avLst/>
          </a:prstGeom>
        </p:spPr>
      </p:pic>
      <p:pic>
        <p:nvPicPr>
          <p:cNvPr id="97" name="Picture 96" descr="grass-clipart-9cRBx69ce.png">
            <a:extLst>
              <a:ext uri="{FF2B5EF4-FFF2-40B4-BE49-F238E27FC236}">
                <a16:creationId xmlns:a16="http://schemas.microsoft.com/office/drawing/2014/main" id="{6BF59A6F-A52B-9F4C-A8AE-C70A9A08D8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69851" y="5398978"/>
            <a:ext cx="1323181" cy="1321181"/>
          </a:xfrm>
          <a:prstGeom prst="rect">
            <a:avLst/>
          </a:prstGeom>
        </p:spPr>
      </p:pic>
      <p:pic>
        <p:nvPicPr>
          <p:cNvPr id="98" name="Picture 97" descr="grass-clipart-9cRBx69ce.png">
            <a:extLst>
              <a:ext uri="{FF2B5EF4-FFF2-40B4-BE49-F238E27FC236}">
                <a16:creationId xmlns:a16="http://schemas.microsoft.com/office/drawing/2014/main" id="{A715DC8F-36FA-4B4B-AA3D-937836B97B01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45175" y="5930714"/>
            <a:ext cx="874673" cy="873352"/>
          </a:xfrm>
          <a:prstGeom prst="rect">
            <a:avLst/>
          </a:prstGeom>
        </p:spPr>
      </p:pic>
      <p:pic>
        <p:nvPicPr>
          <p:cNvPr id="99" name="Picture 98" descr="grass-clipart-9cRBx69ce.png">
            <a:extLst>
              <a:ext uri="{FF2B5EF4-FFF2-40B4-BE49-F238E27FC236}">
                <a16:creationId xmlns:a16="http://schemas.microsoft.com/office/drawing/2014/main" id="{BDD3E42F-920C-FA46-8F54-D4C6530EBF2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2377" y="6080360"/>
            <a:ext cx="726820" cy="725722"/>
          </a:xfrm>
          <a:prstGeom prst="rect">
            <a:avLst/>
          </a:prstGeom>
        </p:spPr>
      </p:pic>
      <p:pic>
        <p:nvPicPr>
          <p:cNvPr id="100" name="Picture 99" descr="grass-clipart-9cRBx69ce.png">
            <a:extLst>
              <a:ext uri="{FF2B5EF4-FFF2-40B4-BE49-F238E27FC236}">
                <a16:creationId xmlns:a16="http://schemas.microsoft.com/office/drawing/2014/main" id="{2255473B-8045-6E46-B680-5683DEE74700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2572" y="6244194"/>
            <a:ext cx="554552" cy="553714"/>
          </a:xfrm>
          <a:prstGeom prst="rect">
            <a:avLst/>
          </a:prstGeom>
        </p:spPr>
      </p:pic>
      <p:pic>
        <p:nvPicPr>
          <p:cNvPr id="101" name="Picture 100" descr="grass-clipart-9cRBx69ce.png">
            <a:extLst>
              <a:ext uri="{FF2B5EF4-FFF2-40B4-BE49-F238E27FC236}">
                <a16:creationId xmlns:a16="http://schemas.microsoft.com/office/drawing/2014/main" id="{94FAC976-CA5D-784A-AD99-9B951521C0A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7644" y="6460195"/>
            <a:ext cx="362523" cy="361975"/>
          </a:xfrm>
          <a:prstGeom prst="rect">
            <a:avLst/>
          </a:prstGeom>
        </p:spPr>
      </p:pic>
      <p:pic>
        <p:nvPicPr>
          <p:cNvPr id="102" name="Picture 101" descr="grass-clipart-9cRBx69ce.png">
            <a:extLst>
              <a:ext uri="{FF2B5EF4-FFF2-40B4-BE49-F238E27FC236}">
                <a16:creationId xmlns:a16="http://schemas.microsoft.com/office/drawing/2014/main" id="{C1D37291-D390-6747-A9E6-B318489250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2869" y="6444107"/>
            <a:ext cx="362523" cy="361975"/>
          </a:xfrm>
          <a:prstGeom prst="rect">
            <a:avLst/>
          </a:prstGeom>
        </p:spPr>
      </p:pic>
      <p:pic>
        <p:nvPicPr>
          <p:cNvPr id="103" name="Picture 102" descr="grass-clipart-9cRBx69ce.png">
            <a:extLst>
              <a:ext uri="{FF2B5EF4-FFF2-40B4-BE49-F238E27FC236}">
                <a16:creationId xmlns:a16="http://schemas.microsoft.com/office/drawing/2014/main" id="{C1378C00-A4C2-E748-A9CF-E07C85CAFA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5457" y="6636678"/>
            <a:ext cx="185772" cy="185492"/>
          </a:xfrm>
          <a:prstGeom prst="rect">
            <a:avLst/>
          </a:prstGeom>
        </p:spPr>
      </p:pic>
      <p:pic>
        <p:nvPicPr>
          <p:cNvPr id="104" name="Picture 103" descr="grass-clipart-9cRBx69ce.png">
            <a:extLst>
              <a:ext uri="{FF2B5EF4-FFF2-40B4-BE49-F238E27FC236}">
                <a16:creationId xmlns:a16="http://schemas.microsoft.com/office/drawing/2014/main" id="{270D9C22-55FE-5541-A673-C7322ACFAAF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4592" y="5603743"/>
            <a:ext cx="1176216" cy="1174439"/>
          </a:xfrm>
          <a:prstGeom prst="rect">
            <a:avLst/>
          </a:prstGeom>
        </p:spPr>
      </p:pic>
      <p:pic>
        <p:nvPicPr>
          <p:cNvPr id="105" name="Picture 104" descr="grass-clipart-9cRBx69ce.png">
            <a:extLst>
              <a:ext uri="{FF2B5EF4-FFF2-40B4-BE49-F238E27FC236}">
                <a16:creationId xmlns:a16="http://schemas.microsoft.com/office/drawing/2014/main" id="{4A1FBEFC-EBDF-1349-8256-5A63E155D7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88500" y="5690446"/>
            <a:ext cx="1101602" cy="1099938"/>
          </a:xfrm>
          <a:prstGeom prst="rect">
            <a:avLst/>
          </a:prstGeom>
        </p:spPr>
      </p:pic>
      <p:pic>
        <p:nvPicPr>
          <p:cNvPr id="106" name="Picture 105">
            <a:extLst>
              <a:ext uri="{FF2B5EF4-FFF2-40B4-BE49-F238E27FC236}">
                <a16:creationId xmlns:a16="http://schemas.microsoft.com/office/drawing/2014/main" id="{A27B52E2-13FF-524C-93F1-E98ECEEDAB3A}"/>
              </a:ext>
            </a:extLst>
          </p:cNvPr>
          <p:cNvPicPr>
            <a:picLocks noChangeAspect="1"/>
          </p:cNvPicPr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299573">
            <a:off x="6971805" y="4832551"/>
            <a:ext cx="2066067" cy="1647344"/>
          </a:xfrm>
          <a:prstGeom prst="rect">
            <a:avLst/>
          </a:prstGeom>
          <a:scene3d>
            <a:camera prst="orthographicFront">
              <a:rot lat="0" lon="10800000" rev="0"/>
            </a:camera>
            <a:lightRig rig="threePt" dir="t"/>
          </a:scene3d>
        </p:spPr>
      </p:pic>
      <p:pic>
        <p:nvPicPr>
          <p:cNvPr id="107" name="Picture 106" descr="grass-clipart-9cRBx69ce.png">
            <a:extLst>
              <a:ext uri="{FF2B5EF4-FFF2-40B4-BE49-F238E27FC236}">
                <a16:creationId xmlns:a16="http://schemas.microsoft.com/office/drawing/2014/main" id="{65D2C2F1-DD11-984A-8144-31245BAA10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6646" y="6312112"/>
            <a:ext cx="472881" cy="472166"/>
          </a:xfrm>
          <a:prstGeom prst="rect">
            <a:avLst/>
          </a:prstGeom>
        </p:spPr>
      </p:pic>
      <p:pic>
        <p:nvPicPr>
          <p:cNvPr id="108" name="Picture 107" descr="grass-clipart-9cRBx69ce.png">
            <a:extLst>
              <a:ext uri="{FF2B5EF4-FFF2-40B4-BE49-F238E27FC236}">
                <a16:creationId xmlns:a16="http://schemas.microsoft.com/office/drawing/2014/main" id="{E9419751-00D8-6D47-B1A5-55C514071A2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53086" y="6184276"/>
            <a:ext cx="600910" cy="600002"/>
          </a:xfrm>
          <a:prstGeom prst="rect">
            <a:avLst/>
          </a:prstGeom>
        </p:spPr>
      </p:pic>
      <p:pic>
        <p:nvPicPr>
          <p:cNvPr id="109" name="Picture 108" descr="grass-clipart-9cRBx69ce.png">
            <a:extLst>
              <a:ext uri="{FF2B5EF4-FFF2-40B4-BE49-F238E27FC236}">
                <a16:creationId xmlns:a16="http://schemas.microsoft.com/office/drawing/2014/main" id="{ABBB026C-7FB9-884B-9F73-477DAD0A69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7555" y="5910927"/>
            <a:ext cx="874673" cy="873352"/>
          </a:xfrm>
          <a:prstGeom prst="rect">
            <a:avLst/>
          </a:prstGeom>
        </p:spPr>
      </p:pic>
      <p:pic>
        <p:nvPicPr>
          <p:cNvPr id="110" name="Picture 109" descr="grass-clipart-9cRBx69ce.png">
            <a:extLst>
              <a:ext uri="{FF2B5EF4-FFF2-40B4-BE49-F238E27FC236}">
                <a16:creationId xmlns:a16="http://schemas.microsoft.com/office/drawing/2014/main" id="{9E8BD284-E206-3642-A13C-D13BC40925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5954" y="5436352"/>
            <a:ext cx="1323181" cy="1321181"/>
          </a:xfrm>
          <a:prstGeom prst="rect">
            <a:avLst/>
          </a:prstGeom>
        </p:spPr>
      </p:pic>
      <p:pic>
        <p:nvPicPr>
          <p:cNvPr id="111" name="Picture 110" descr="grass-clipart-9cRBx69ce.png">
            <a:extLst>
              <a:ext uri="{FF2B5EF4-FFF2-40B4-BE49-F238E27FC236}">
                <a16:creationId xmlns:a16="http://schemas.microsoft.com/office/drawing/2014/main" id="{15CC8B9D-F307-7A4D-990B-3EFC335CE3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7772" y="5783928"/>
            <a:ext cx="1001864" cy="1000350"/>
          </a:xfrm>
          <a:prstGeom prst="rect">
            <a:avLst/>
          </a:prstGeom>
        </p:spPr>
      </p:pic>
      <p:pic>
        <p:nvPicPr>
          <p:cNvPr id="112" name="Picture 111" descr="grass-clipart-9cRBx69ce.png">
            <a:extLst>
              <a:ext uri="{FF2B5EF4-FFF2-40B4-BE49-F238E27FC236}">
                <a16:creationId xmlns:a16="http://schemas.microsoft.com/office/drawing/2014/main" id="{AF2CFC60-626E-7C47-B00A-0E69D563630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7520" y="6117592"/>
            <a:ext cx="667695" cy="666686"/>
          </a:xfrm>
          <a:prstGeom prst="rect">
            <a:avLst/>
          </a:prstGeom>
        </p:spPr>
      </p:pic>
      <p:pic>
        <p:nvPicPr>
          <p:cNvPr id="113" name="Picture 112" descr="grass-clipart-9cRBx69ce.png">
            <a:extLst>
              <a:ext uri="{FF2B5EF4-FFF2-40B4-BE49-F238E27FC236}">
                <a16:creationId xmlns:a16="http://schemas.microsoft.com/office/drawing/2014/main" id="{D98672BF-A835-AC44-B2BA-343626F86CA4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847" y="5904511"/>
            <a:ext cx="874673" cy="873352"/>
          </a:xfrm>
          <a:prstGeom prst="rect">
            <a:avLst/>
          </a:prstGeom>
        </p:spPr>
      </p:pic>
      <p:pic>
        <p:nvPicPr>
          <p:cNvPr id="114" name="Picture 113" descr="grass-clipart-9cRBx69ce.png">
            <a:extLst>
              <a:ext uri="{FF2B5EF4-FFF2-40B4-BE49-F238E27FC236}">
                <a16:creationId xmlns:a16="http://schemas.microsoft.com/office/drawing/2014/main" id="{A0C8FA04-26DA-1D4B-8787-9FB98F360F34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5023" y="6138793"/>
            <a:ext cx="646462" cy="645485"/>
          </a:xfrm>
          <a:prstGeom prst="rect">
            <a:avLst/>
          </a:prstGeom>
        </p:spPr>
      </p:pic>
      <p:pic>
        <p:nvPicPr>
          <p:cNvPr id="115" name="Picture 114" descr="grass-clipart-9cRBx69ce.png">
            <a:extLst>
              <a:ext uri="{FF2B5EF4-FFF2-40B4-BE49-F238E27FC236}">
                <a16:creationId xmlns:a16="http://schemas.microsoft.com/office/drawing/2014/main" id="{4F3558AA-73BB-C14C-92D1-F363A5072002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72133" y="6071401"/>
            <a:ext cx="713957" cy="712877"/>
          </a:xfrm>
          <a:prstGeom prst="rect">
            <a:avLst/>
          </a:prstGeom>
        </p:spPr>
      </p:pic>
      <p:pic>
        <p:nvPicPr>
          <p:cNvPr id="116" name="Picture 115" descr="grass-clipart-9cRBx69ce.png">
            <a:extLst>
              <a:ext uri="{FF2B5EF4-FFF2-40B4-BE49-F238E27FC236}">
                <a16:creationId xmlns:a16="http://schemas.microsoft.com/office/drawing/2014/main" id="{71F549DB-498D-104E-85C1-CCD7D9FE40B4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0850" y="6218742"/>
            <a:ext cx="560286" cy="559440"/>
          </a:xfrm>
          <a:prstGeom prst="rect">
            <a:avLst/>
          </a:prstGeom>
        </p:spPr>
      </p:pic>
      <p:pic>
        <p:nvPicPr>
          <p:cNvPr id="117" name="Picture 116" descr="grass-clipart-9cRBx69ce.png">
            <a:extLst>
              <a:ext uri="{FF2B5EF4-FFF2-40B4-BE49-F238E27FC236}">
                <a16:creationId xmlns:a16="http://schemas.microsoft.com/office/drawing/2014/main" id="{F8ED0758-151F-6948-B4CF-382D89F4B061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70994" y="6293082"/>
            <a:ext cx="501946" cy="501188"/>
          </a:xfrm>
          <a:prstGeom prst="rect">
            <a:avLst/>
          </a:prstGeom>
        </p:spPr>
      </p:pic>
      <p:pic>
        <p:nvPicPr>
          <p:cNvPr id="119" name="Picture 118" descr="grass-clipart-9cRBx69ce.png">
            <a:extLst>
              <a:ext uri="{FF2B5EF4-FFF2-40B4-BE49-F238E27FC236}">
                <a16:creationId xmlns:a16="http://schemas.microsoft.com/office/drawing/2014/main" id="{23EFAE31-F4DA-1C40-81D0-93C603F8451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5144" y="5902814"/>
            <a:ext cx="874673" cy="873352"/>
          </a:xfrm>
          <a:prstGeom prst="rect">
            <a:avLst/>
          </a:prstGeom>
        </p:spPr>
      </p:pic>
      <p:pic>
        <p:nvPicPr>
          <p:cNvPr id="120" name="Picture 119" descr="grass-clipart-9cRBx69ce.png">
            <a:extLst>
              <a:ext uri="{FF2B5EF4-FFF2-40B4-BE49-F238E27FC236}">
                <a16:creationId xmlns:a16="http://schemas.microsoft.com/office/drawing/2014/main" id="{677452F1-E9FF-0847-A268-DF4CEF4EF3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2346" y="6052460"/>
            <a:ext cx="726820" cy="725722"/>
          </a:xfrm>
          <a:prstGeom prst="rect">
            <a:avLst/>
          </a:prstGeom>
        </p:spPr>
      </p:pic>
      <p:pic>
        <p:nvPicPr>
          <p:cNvPr id="121" name="Picture 120" descr="grass-clipart-9cRBx69ce.png">
            <a:extLst>
              <a:ext uri="{FF2B5EF4-FFF2-40B4-BE49-F238E27FC236}">
                <a16:creationId xmlns:a16="http://schemas.microsoft.com/office/drawing/2014/main" id="{982C6FDA-8306-1E4C-AF61-3AA76AA8DB93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2478"/>
                    </a14:imgEffect>
                    <a14:imgEffect>
                      <a14:saturation sa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2541" y="6216294"/>
            <a:ext cx="554552" cy="553714"/>
          </a:xfrm>
          <a:prstGeom prst="rect">
            <a:avLst/>
          </a:prstGeom>
        </p:spPr>
      </p:pic>
      <p:pic>
        <p:nvPicPr>
          <p:cNvPr id="122" name="Picture 121" descr="grass-clipart-9cRBx69ce.png">
            <a:extLst>
              <a:ext uri="{FF2B5EF4-FFF2-40B4-BE49-F238E27FC236}">
                <a16:creationId xmlns:a16="http://schemas.microsoft.com/office/drawing/2014/main" id="{B5034226-B63C-2747-9388-0DD74DD3BBE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57613" y="6432295"/>
            <a:ext cx="362523" cy="361975"/>
          </a:xfrm>
          <a:prstGeom prst="rect">
            <a:avLst/>
          </a:prstGeom>
        </p:spPr>
      </p:pic>
      <p:pic>
        <p:nvPicPr>
          <p:cNvPr id="123" name="Picture 122" descr="grass-clipart-9cRBx69ce.png">
            <a:extLst>
              <a:ext uri="{FF2B5EF4-FFF2-40B4-BE49-F238E27FC236}">
                <a16:creationId xmlns:a16="http://schemas.microsoft.com/office/drawing/2014/main" id="{C7D72572-F012-CF42-B60D-FD1D30E3E6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2838" y="6416207"/>
            <a:ext cx="362523" cy="361975"/>
          </a:xfrm>
          <a:prstGeom prst="rect">
            <a:avLst/>
          </a:prstGeom>
        </p:spPr>
      </p:pic>
      <p:pic>
        <p:nvPicPr>
          <p:cNvPr id="124" name="Picture 123" descr="grass-clipart-9cRBx69ce.png">
            <a:extLst>
              <a:ext uri="{FF2B5EF4-FFF2-40B4-BE49-F238E27FC236}">
                <a16:creationId xmlns:a16="http://schemas.microsoft.com/office/drawing/2014/main" id="{45B27417-4A5A-9F4B-8500-3F9D2F2104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5426" y="6608778"/>
            <a:ext cx="185772" cy="185492"/>
          </a:xfrm>
          <a:prstGeom prst="rect">
            <a:avLst/>
          </a:prstGeom>
        </p:spPr>
      </p:pic>
      <p:pic>
        <p:nvPicPr>
          <p:cNvPr id="74" name="Picture 73">
            <a:extLst>
              <a:ext uri="{FF2B5EF4-FFF2-40B4-BE49-F238E27FC236}">
                <a16:creationId xmlns:a16="http://schemas.microsoft.com/office/drawing/2014/main" id="{31DBD5CA-7AA3-9841-9787-70C40CBABBB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-66158" y="524493"/>
            <a:ext cx="2160009" cy="1210914"/>
          </a:xfrm>
          <a:prstGeom prst="rect">
            <a:avLst/>
          </a:prstGeom>
        </p:spPr>
      </p:pic>
      <p:pic>
        <p:nvPicPr>
          <p:cNvPr id="75" name="Picture 74">
            <a:extLst>
              <a:ext uri="{FF2B5EF4-FFF2-40B4-BE49-F238E27FC236}">
                <a16:creationId xmlns:a16="http://schemas.microsoft.com/office/drawing/2014/main" id="{3862989D-4362-F940-97D5-083295FBDAC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colorTemperature colorTemp="8800"/>
                    </a14:imgEffect>
                    <a14:imgEffect>
                      <a14:saturation sat="364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0" y="-7377"/>
            <a:ext cx="2540581" cy="1413104"/>
          </a:xfrm>
          <a:prstGeom prst="rect">
            <a:avLst/>
          </a:prstGeom>
        </p:spPr>
      </p:pic>
      <p:pic>
        <p:nvPicPr>
          <p:cNvPr id="76" name="Picture 75">
            <a:extLst>
              <a:ext uri="{FF2B5EF4-FFF2-40B4-BE49-F238E27FC236}">
                <a16:creationId xmlns:a16="http://schemas.microsoft.com/office/drawing/2014/main" id="{6C8CB009-1DE1-144A-83AF-8D2D96CEF79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flipH="1">
            <a:off x="328533" y="449759"/>
            <a:ext cx="1988683" cy="1106131"/>
          </a:xfrm>
          <a:prstGeom prst="rect">
            <a:avLst/>
          </a:prstGeom>
        </p:spPr>
      </p:pic>
      <p:grpSp>
        <p:nvGrpSpPr>
          <p:cNvPr id="77" name="Group 76">
            <a:extLst>
              <a:ext uri="{FF2B5EF4-FFF2-40B4-BE49-F238E27FC236}">
                <a16:creationId xmlns:a16="http://schemas.microsoft.com/office/drawing/2014/main" id="{A71701C7-B815-F442-AD15-5DA8B99DE6FD}"/>
              </a:ext>
            </a:extLst>
          </p:cNvPr>
          <p:cNvGrpSpPr/>
          <p:nvPr/>
        </p:nvGrpSpPr>
        <p:grpSpPr>
          <a:xfrm>
            <a:off x="7590183" y="240052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7AA2B863-6579-9C47-A759-A83A58F65F44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B528F868-A39D-1E4E-9DBF-57511C0B7E43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1189F141-6AEE-4945-B900-B1641AD93C10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3F6F5A60-6F66-B441-937D-4BFCE8456302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80492043-9187-134E-8218-6A4B4DA93497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A1DBF70-342F-D24C-9E04-AACEEE14C107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94489211-026A-474E-BB18-DD6081DB7185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225E2B17-9D19-044E-8483-E384EB3CB239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5617F575-42E3-C34A-BD87-72454E0050F8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C27A5267-7676-7C49-BF6B-3266937D152B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C9DF3083-82C3-5C4A-BF51-FB5EA4A066C8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A6CA9F59-AC0D-9645-8FAA-6A663C63DEFF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B4FF716B-D39C-0F43-BD22-9A59BF688C4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096324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8" name="Lightning Bolt 2857">
            <a:extLst>
              <a:ext uri="{FF2B5EF4-FFF2-40B4-BE49-F238E27FC236}">
                <a16:creationId xmlns:a16="http://schemas.microsoft.com/office/drawing/2014/main" id="{20EAF4AF-5284-4045-90C7-F86768B89B8A}"/>
              </a:ext>
            </a:extLst>
          </p:cNvPr>
          <p:cNvSpPr/>
          <p:nvPr/>
        </p:nvSpPr>
        <p:spPr>
          <a:xfrm rot="847910">
            <a:off x="1266590" y="1299507"/>
            <a:ext cx="914400" cy="914400"/>
          </a:xfrm>
          <a:prstGeom prst="lightningBol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857" name="Straight Connector 2856">
            <a:extLst>
              <a:ext uri="{FF2B5EF4-FFF2-40B4-BE49-F238E27FC236}">
                <a16:creationId xmlns:a16="http://schemas.microsoft.com/office/drawing/2014/main" id="{7A91A7A2-9E59-9041-8DC3-1BE3A39E9722}"/>
              </a:ext>
            </a:extLst>
          </p:cNvPr>
          <p:cNvCxnSpPr>
            <a:cxnSpLocks/>
          </p:cNvCxnSpPr>
          <p:nvPr/>
        </p:nvCxnSpPr>
        <p:spPr>
          <a:xfrm flipV="1">
            <a:off x="0" y="6805248"/>
            <a:ext cx="9144000" cy="1"/>
          </a:xfrm>
          <a:prstGeom prst="line">
            <a:avLst/>
          </a:prstGeom>
          <a:noFill/>
          <a:ln w="22225" cap="flat" cmpd="sng" algn="ctr">
            <a:solidFill>
              <a:srgbClr val="92D050"/>
            </a:solidFill>
            <a:prstDash val="solid"/>
            <a:miter lim="800000"/>
          </a:ln>
          <a:effectLst>
            <a:outerShdw blurRad="50800" dist="25400" dir="5400000" algn="ctr" rotWithShape="0">
              <a:srgbClr val="000000">
                <a:alpha val="73000"/>
              </a:srgbClr>
            </a:outerShdw>
          </a:effectLst>
        </p:spPr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88780462-F325-0E47-AEB5-BF1C4F4CEE19}"/>
              </a:ext>
            </a:extLst>
          </p:cNvPr>
          <p:cNvSpPr txBox="1"/>
          <p:nvPr/>
        </p:nvSpPr>
        <p:spPr>
          <a:xfrm>
            <a:off x="2578620" y="137711"/>
            <a:ext cx="385572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Disturbance: Fire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1DA0A3D-D3EB-FB44-92A1-64389C07B7D8}"/>
              </a:ext>
            </a:extLst>
          </p:cNvPr>
          <p:cNvGrpSpPr/>
          <p:nvPr/>
        </p:nvGrpSpPr>
        <p:grpSpPr>
          <a:xfrm>
            <a:off x="2419902" y="1408293"/>
            <a:ext cx="4173161" cy="2763696"/>
            <a:chOff x="2595000" y="1408293"/>
            <a:chExt cx="4173161" cy="276369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470921A3-D708-1B4F-B9B6-552AED8A7831}"/>
                </a:ext>
              </a:extLst>
            </p:cNvPr>
            <p:cNvSpPr/>
            <p:nvPr/>
          </p:nvSpPr>
          <p:spPr>
            <a:xfrm>
              <a:off x="2595000" y="1408293"/>
              <a:ext cx="4173161" cy="2763696"/>
            </a:xfrm>
            <a:prstGeom prst="rect">
              <a:avLst/>
            </a:prstGeom>
            <a:solidFill>
              <a:srgbClr val="FFFDF0"/>
            </a:solidFill>
            <a:ln w="25400">
              <a:solidFill>
                <a:srgbClr val="A013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EB18ECF-7536-E34C-88A4-F7A5C923AAAE}"/>
                </a:ext>
              </a:extLst>
            </p:cNvPr>
            <p:cNvSpPr txBox="1"/>
            <p:nvPr/>
          </p:nvSpPr>
          <p:spPr>
            <a:xfrm>
              <a:off x="2635922" y="1463555"/>
              <a:ext cx="4123245" cy="2708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Fire Emissions: </a:t>
              </a: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9E160D"/>
                  </a:solidFill>
                  <a:latin typeface="Helvetica"/>
                  <a:cs typeface="Helvetica"/>
                </a:rPr>
                <a:t>     -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Global Fire Emissions Database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(GFED v4)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Beginning 2003</a:t>
              </a:r>
            </a:p>
            <a:p>
              <a:pPr>
                <a:buClr>
                  <a:srgbClr val="A01300"/>
                </a:buClr>
              </a:pPr>
              <a:endParaRPr lang="en-US" sz="800" dirty="0">
                <a:solidFill>
                  <a:srgbClr val="4B3118"/>
                </a:solidFill>
                <a:latin typeface="Helvetica" pitchFamily="2" charset="0"/>
              </a:endParaRPr>
            </a:p>
            <a:p>
              <a:pPr marL="285750" indent="-285750">
                <a:buClr>
                  <a:srgbClr val="A01300"/>
                </a:buClr>
                <a:buFont typeface="Wingdings" pitchFamily="2" charset="2"/>
                <a:buChar char="q"/>
              </a:pPr>
              <a:r>
                <a:rPr lang="en-US" b="1" dirty="0">
                  <a:solidFill>
                    <a:srgbClr val="654321"/>
                  </a:solidFill>
                  <a:latin typeface="Helvetica"/>
                  <a:cs typeface="Helvetica"/>
                </a:rPr>
                <a:t>Burned Carbon Fates:</a:t>
              </a:r>
            </a:p>
            <a:p>
              <a:pPr>
                <a:buClr>
                  <a:srgbClr val="A01300"/>
                </a:buClr>
              </a:pP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     -</a:t>
              </a:r>
              <a:r>
                <a:rPr lang="en-US" dirty="0"/>
                <a:t>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Released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back to the atmosphere</a:t>
              </a:r>
            </a:p>
            <a:p>
              <a:pPr>
                <a:buClr>
                  <a:srgbClr val="A01300"/>
                </a:buClr>
              </a:pPr>
              <a:r>
                <a:rPr lang="en-US" dirty="0"/>
                <a:t>      </a:t>
              </a:r>
              <a:r>
                <a:rPr lang="en-US" b="1" dirty="0">
                  <a:solidFill>
                    <a:srgbClr val="9E160D"/>
                  </a:solidFill>
                  <a:latin typeface="Helvetica" pitchFamily="2" charset="0"/>
                </a:rPr>
                <a:t>-</a:t>
              </a:r>
              <a:r>
                <a:rPr lang="en-US" dirty="0"/>
                <a:t> </a:t>
              </a:r>
              <a:r>
                <a:rPr lang="en-US" b="1" dirty="0">
                  <a:latin typeface="Helvetica" pitchFamily="2" charset="0"/>
                </a:rPr>
                <a:t>Removed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from carbon pools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+ </a:t>
              </a:r>
              <a:r>
                <a:rPr lang="en-US" dirty="0">
                  <a:solidFill>
                    <a:schemeClr val="accent3">
                      <a:lumMod val="50000"/>
                    </a:schemeClr>
                  </a:solidFill>
                  <a:latin typeface="Helvetica" pitchFamily="2" charset="0"/>
                </a:rPr>
                <a:t>Live 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Canopy Pools</a:t>
              </a:r>
            </a:p>
            <a:p>
              <a:pPr>
                <a:buClr>
                  <a:srgbClr val="A01300"/>
                </a:buClr>
              </a:pP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       + </a:t>
              </a:r>
              <a:r>
                <a:rPr lang="en-US" dirty="0">
                  <a:solidFill>
                    <a:srgbClr val="9E160D"/>
                  </a:solidFill>
                  <a:latin typeface="Helvetica" pitchFamily="2" charset="0"/>
                </a:rPr>
                <a:t>Dead</a:t>
              </a:r>
              <a:r>
                <a:rPr lang="en-US" dirty="0">
                  <a:solidFill>
                    <a:srgbClr val="4B3118"/>
                  </a:solidFill>
                  <a:latin typeface="Helvetica" pitchFamily="2" charset="0"/>
                </a:rPr>
                <a:t> Surface Pools</a:t>
              </a:r>
            </a:p>
          </p:txBody>
        </p:sp>
      </p:grpSp>
      <p:grpSp>
        <p:nvGrpSpPr>
          <p:cNvPr id="1807" name="Group 1806">
            <a:extLst>
              <a:ext uri="{FF2B5EF4-FFF2-40B4-BE49-F238E27FC236}">
                <a16:creationId xmlns:a16="http://schemas.microsoft.com/office/drawing/2014/main" id="{1F8EFBA1-7D87-DB48-AE6A-468BA1BE8CA5}"/>
              </a:ext>
            </a:extLst>
          </p:cNvPr>
          <p:cNvGrpSpPr/>
          <p:nvPr/>
        </p:nvGrpSpPr>
        <p:grpSpPr>
          <a:xfrm>
            <a:off x="7335339" y="245666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1808" name="Oval 1807">
              <a:extLst>
                <a:ext uri="{FF2B5EF4-FFF2-40B4-BE49-F238E27FC236}">
                  <a16:creationId xmlns:a16="http://schemas.microsoft.com/office/drawing/2014/main" id="{2A68F07F-458B-074E-9551-A0B6EF0F76A2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9" name="Group 1808">
              <a:extLst>
                <a:ext uri="{FF2B5EF4-FFF2-40B4-BE49-F238E27FC236}">
                  <a16:creationId xmlns:a16="http://schemas.microsoft.com/office/drawing/2014/main" id="{3DA0A381-30BC-AC42-BE11-51C2A610D00A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1819" name="Rectangle 1818">
                <a:extLst>
                  <a:ext uri="{FF2B5EF4-FFF2-40B4-BE49-F238E27FC236}">
                    <a16:creationId xmlns:a16="http://schemas.microsoft.com/office/drawing/2014/main" id="{6B0D63B4-D41B-2045-B710-A2DB456B0F4F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0" name="Rectangle 1819">
                <a:extLst>
                  <a:ext uri="{FF2B5EF4-FFF2-40B4-BE49-F238E27FC236}">
                    <a16:creationId xmlns:a16="http://schemas.microsoft.com/office/drawing/2014/main" id="{717D51AD-6228-D341-99B1-F059D1EB3B13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10" name="Group 1809">
              <a:extLst>
                <a:ext uri="{FF2B5EF4-FFF2-40B4-BE49-F238E27FC236}">
                  <a16:creationId xmlns:a16="http://schemas.microsoft.com/office/drawing/2014/main" id="{877EFF5F-50F0-534D-8B08-06C7D6D2D510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817" name="Rectangle 1816">
                <a:extLst>
                  <a:ext uri="{FF2B5EF4-FFF2-40B4-BE49-F238E27FC236}">
                    <a16:creationId xmlns:a16="http://schemas.microsoft.com/office/drawing/2014/main" id="{510AA502-4AA4-614C-929E-99BFDBE6EAD8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18" name="Rectangle 1817">
                <a:extLst>
                  <a:ext uri="{FF2B5EF4-FFF2-40B4-BE49-F238E27FC236}">
                    <a16:creationId xmlns:a16="http://schemas.microsoft.com/office/drawing/2014/main" id="{01F02CA2-9C48-6B4E-A101-39E373A3C45C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11" name="Group 1810">
              <a:extLst>
                <a:ext uri="{FF2B5EF4-FFF2-40B4-BE49-F238E27FC236}">
                  <a16:creationId xmlns:a16="http://schemas.microsoft.com/office/drawing/2014/main" id="{7205C5C3-F465-E141-BF81-7054F5FF37BF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815" name="Rectangle 1814">
                <a:extLst>
                  <a:ext uri="{FF2B5EF4-FFF2-40B4-BE49-F238E27FC236}">
                    <a16:creationId xmlns:a16="http://schemas.microsoft.com/office/drawing/2014/main" id="{6940283E-60F7-374C-8195-64D561273CF4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16" name="Rectangle 1815">
                <a:extLst>
                  <a:ext uri="{FF2B5EF4-FFF2-40B4-BE49-F238E27FC236}">
                    <a16:creationId xmlns:a16="http://schemas.microsoft.com/office/drawing/2014/main" id="{56A41758-85FA-7F4A-BD6E-A6E18A28A034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12" name="Group 1811">
              <a:extLst>
                <a:ext uri="{FF2B5EF4-FFF2-40B4-BE49-F238E27FC236}">
                  <a16:creationId xmlns:a16="http://schemas.microsoft.com/office/drawing/2014/main" id="{0B3768E3-32C5-E446-8900-C7B71F46953F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1813" name="Rectangle 1812">
                <a:extLst>
                  <a:ext uri="{FF2B5EF4-FFF2-40B4-BE49-F238E27FC236}">
                    <a16:creationId xmlns:a16="http://schemas.microsoft.com/office/drawing/2014/main" id="{B4A21C86-F369-2544-9E2F-728A48FF7B27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14" name="Rectangle 1813">
                <a:extLst>
                  <a:ext uri="{FF2B5EF4-FFF2-40B4-BE49-F238E27FC236}">
                    <a16:creationId xmlns:a16="http://schemas.microsoft.com/office/drawing/2014/main" id="{A0926B2C-5AD5-7841-89C2-4B150D832E37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143" name="Triangle 2142">
            <a:extLst>
              <a:ext uri="{FF2B5EF4-FFF2-40B4-BE49-F238E27FC236}">
                <a16:creationId xmlns:a16="http://schemas.microsoft.com/office/drawing/2014/main" id="{AA5180B9-525C-304E-B0D6-AA0256E82E0E}"/>
              </a:ext>
            </a:extLst>
          </p:cNvPr>
          <p:cNvSpPr/>
          <p:nvPr/>
        </p:nvSpPr>
        <p:spPr>
          <a:xfrm>
            <a:off x="89302" y="3941692"/>
            <a:ext cx="2586029" cy="1753782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4" name="Triangle 263">
            <a:extLst>
              <a:ext uri="{FF2B5EF4-FFF2-40B4-BE49-F238E27FC236}">
                <a16:creationId xmlns:a16="http://schemas.microsoft.com/office/drawing/2014/main" id="{6E86D6C2-9770-D346-864B-BD7446B5E352}"/>
              </a:ext>
            </a:extLst>
          </p:cNvPr>
          <p:cNvSpPr/>
          <p:nvPr/>
        </p:nvSpPr>
        <p:spPr>
          <a:xfrm>
            <a:off x="237446" y="3209317"/>
            <a:ext cx="2213114" cy="1753782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5" name="Triangle 264">
            <a:extLst>
              <a:ext uri="{FF2B5EF4-FFF2-40B4-BE49-F238E27FC236}">
                <a16:creationId xmlns:a16="http://schemas.microsoft.com/office/drawing/2014/main" id="{739674C6-0F93-1E4E-ACCA-19302B3344B4}"/>
              </a:ext>
            </a:extLst>
          </p:cNvPr>
          <p:cNvSpPr/>
          <p:nvPr/>
        </p:nvSpPr>
        <p:spPr>
          <a:xfrm>
            <a:off x="365559" y="2474912"/>
            <a:ext cx="1890622" cy="175378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6" name="Triangle 264">
            <a:extLst>
              <a:ext uri="{FF2B5EF4-FFF2-40B4-BE49-F238E27FC236}">
                <a16:creationId xmlns:a16="http://schemas.microsoft.com/office/drawing/2014/main" id="{973DC83B-D5B4-A749-87C6-666270607BCD}"/>
              </a:ext>
            </a:extLst>
          </p:cNvPr>
          <p:cNvSpPr/>
          <p:nvPr/>
        </p:nvSpPr>
        <p:spPr>
          <a:xfrm>
            <a:off x="482367" y="2285054"/>
            <a:ext cx="1596587" cy="121606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7" name="Triangle 2146">
            <a:extLst>
              <a:ext uri="{FF2B5EF4-FFF2-40B4-BE49-F238E27FC236}">
                <a16:creationId xmlns:a16="http://schemas.microsoft.com/office/drawing/2014/main" id="{7F9E2869-CBF2-FE4D-867C-3AF7E1CA2709}"/>
              </a:ext>
            </a:extLst>
          </p:cNvPr>
          <p:cNvSpPr/>
          <p:nvPr/>
        </p:nvSpPr>
        <p:spPr>
          <a:xfrm>
            <a:off x="374906" y="4215481"/>
            <a:ext cx="1998741" cy="1327590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8" name="Triangle 263">
            <a:extLst>
              <a:ext uri="{FF2B5EF4-FFF2-40B4-BE49-F238E27FC236}">
                <a16:creationId xmlns:a16="http://schemas.microsoft.com/office/drawing/2014/main" id="{CDE535A2-2672-7740-8FB5-2E76649E6E4C}"/>
              </a:ext>
            </a:extLst>
          </p:cNvPr>
          <p:cNvSpPr/>
          <p:nvPr/>
        </p:nvSpPr>
        <p:spPr>
          <a:xfrm>
            <a:off x="511717" y="3503525"/>
            <a:ext cx="1668304" cy="1322046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49" name="Triangle 264">
            <a:extLst>
              <a:ext uri="{FF2B5EF4-FFF2-40B4-BE49-F238E27FC236}">
                <a16:creationId xmlns:a16="http://schemas.microsoft.com/office/drawing/2014/main" id="{F7BFAB2B-4488-B643-9763-48AD3143ADD2}"/>
              </a:ext>
            </a:extLst>
          </p:cNvPr>
          <p:cNvSpPr/>
          <p:nvPr/>
        </p:nvSpPr>
        <p:spPr>
          <a:xfrm>
            <a:off x="631820" y="2765877"/>
            <a:ext cx="1397781" cy="1296611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50" name="Freeform 2149">
            <a:extLst>
              <a:ext uri="{FF2B5EF4-FFF2-40B4-BE49-F238E27FC236}">
                <a16:creationId xmlns:a16="http://schemas.microsoft.com/office/drawing/2014/main" id="{5BED5FB6-378A-BE42-9E2D-BE1B8832D1FF}"/>
              </a:ext>
            </a:extLst>
          </p:cNvPr>
          <p:cNvSpPr/>
          <p:nvPr/>
        </p:nvSpPr>
        <p:spPr>
          <a:xfrm>
            <a:off x="1247063" y="6264333"/>
            <a:ext cx="268370" cy="593667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51" name="Triangle 264">
            <a:extLst>
              <a:ext uri="{FF2B5EF4-FFF2-40B4-BE49-F238E27FC236}">
                <a16:creationId xmlns:a16="http://schemas.microsoft.com/office/drawing/2014/main" id="{4B7C7437-5DDE-BE40-8DB9-F75DA3D60C46}"/>
              </a:ext>
            </a:extLst>
          </p:cNvPr>
          <p:cNvSpPr/>
          <p:nvPr/>
        </p:nvSpPr>
        <p:spPr>
          <a:xfrm>
            <a:off x="658511" y="2104437"/>
            <a:ext cx="1153193" cy="74294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52" name="Triangle 264">
            <a:extLst>
              <a:ext uri="{FF2B5EF4-FFF2-40B4-BE49-F238E27FC236}">
                <a16:creationId xmlns:a16="http://schemas.microsoft.com/office/drawing/2014/main" id="{B4DF49B2-E103-A44E-970D-393DC8E82DE4}"/>
              </a:ext>
            </a:extLst>
          </p:cNvPr>
          <p:cNvSpPr/>
          <p:nvPr/>
        </p:nvSpPr>
        <p:spPr>
          <a:xfrm>
            <a:off x="879158" y="2281557"/>
            <a:ext cx="711007" cy="458065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53" name="Triangle 264">
            <a:extLst>
              <a:ext uri="{FF2B5EF4-FFF2-40B4-BE49-F238E27FC236}">
                <a16:creationId xmlns:a16="http://schemas.microsoft.com/office/drawing/2014/main" id="{5EF1CDC3-AC98-D64E-A945-8E34B621BCBC}"/>
              </a:ext>
            </a:extLst>
          </p:cNvPr>
          <p:cNvSpPr/>
          <p:nvPr/>
        </p:nvSpPr>
        <p:spPr>
          <a:xfrm>
            <a:off x="749878" y="2535341"/>
            <a:ext cx="1084966" cy="826380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154" name="Freeform 2153">
            <a:extLst>
              <a:ext uri="{FF2B5EF4-FFF2-40B4-BE49-F238E27FC236}">
                <a16:creationId xmlns:a16="http://schemas.microsoft.com/office/drawing/2014/main" id="{B6FAD1B2-39A9-0C4C-920D-4922804FFAF1}"/>
              </a:ext>
            </a:extLst>
          </p:cNvPr>
          <p:cNvSpPr/>
          <p:nvPr/>
        </p:nvSpPr>
        <p:spPr>
          <a:xfrm rot="10800000">
            <a:off x="1258949" y="5531118"/>
            <a:ext cx="268370" cy="786653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2155" name="Group 2154">
            <a:extLst>
              <a:ext uri="{FF2B5EF4-FFF2-40B4-BE49-F238E27FC236}">
                <a16:creationId xmlns:a16="http://schemas.microsoft.com/office/drawing/2014/main" id="{0E45226B-DD62-BC4C-8B9C-7DAEAF2CC2A6}"/>
              </a:ext>
            </a:extLst>
          </p:cNvPr>
          <p:cNvGrpSpPr/>
          <p:nvPr/>
        </p:nvGrpSpPr>
        <p:grpSpPr>
          <a:xfrm rot="20275914">
            <a:off x="1427145" y="4603921"/>
            <a:ext cx="202364" cy="373937"/>
            <a:chOff x="3510479" y="1211170"/>
            <a:chExt cx="2079479" cy="2629470"/>
          </a:xfrm>
        </p:grpSpPr>
        <p:sp>
          <p:nvSpPr>
            <p:cNvPr id="2218" name="Oval 1">
              <a:extLst>
                <a:ext uri="{FF2B5EF4-FFF2-40B4-BE49-F238E27FC236}">
                  <a16:creationId xmlns:a16="http://schemas.microsoft.com/office/drawing/2014/main" id="{D054D1A5-6BAA-404D-B18B-45F1B05E2D5B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9" name="Teardrop 2218">
              <a:extLst>
                <a:ext uri="{FF2B5EF4-FFF2-40B4-BE49-F238E27FC236}">
                  <a16:creationId xmlns:a16="http://schemas.microsoft.com/office/drawing/2014/main" id="{485B0B49-C2B9-424F-8068-4CDE01EA313E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0" name="Teardrop 2219">
              <a:extLst>
                <a:ext uri="{FF2B5EF4-FFF2-40B4-BE49-F238E27FC236}">
                  <a16:creationId xmlns:a16="http://schemas.microsoft.com/office/drawing/2014/main" id="{7E7AEE65-B1C5-6C4A-BAC4-39014FF1A773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1" name="Teardrop 2220">
              <a:extLst>
                <a:ext uri="{FF2B5EF4-FFF2-40B4-BE49-F238E27FC236}">
                  <a16:creationId xmlns:a16="http://schemas.microsoft.com/office/drawing/2014/main" id="{600F58E4-7523-574B-B06F-8C285D18F144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2" name="Teardrop 2221">
              <a:extLst>
                <a:ext uri="{FF2B5EF4-FFF2-40B4-BE49-F238E27FC236}">
                  <a16:creationId xmlns:a16="http://schemas.microsoft.com/office/drawing/2014/main" id="{C02849F6-D400-8C40-A8B6-5F7371D0E4D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3" name="Teardrop 2222">
              <a:extLst>
                <a:ext uri="{FF2B5EF4-FFF2-40B4-BE49-F238E27FC236}">
                  <a16:creationId xmlns:a16="http://schemas.microsoft.com/office/drawing/2014/main" id="{1650D79D-1973-B442-829B-FDECD2E8F1C0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4" name="Teardrop 2223">
              <a:extLst>
                <a:ext uri="{FF2B5EF4-FFF2-40B4-BE49-F238E27FC236}">
                  <a16:creationId xmlns:a16="http://schemas.microsoft.com/office/drawing/2014/main" id="{C3052055-8551-5948-9FF4-82A3B1EC71DA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5" name="Teardrop 2224">
              <a:extLst>
                <a:ext uri="{FF2B5EF4-FFF2-40B4-BE49-F238E27FC236}">
                  <a16:creationId xmlns:a16="http://schemas.microsoft.com/office/drawing/2014/main" id="{7400139E-9DCE-E640-A4CC-4AD2BA8043F7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6" name="Teardrop 2225">
              <a:extLst>
                <a:ext uri="{FF2B5EF4-FFF2-40B4-BE49-F238E27FC236}">
                  <a16:creationId xmlns:a16="http://schemas.microsoft.com/office/drawing/2014/main" id="{DA6E1965-B5A0-7546-B21C-065C56123705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7" name="Teardrop 2226">
              <a:extLst>
                <a:ext uri="{FF2B5EF4-FFF2-40B4-BE49-F238E27FC236}">
                  <a16:creationId xmlns:a16="http://schemas.microsoft.com/office/drawing/2014/main" id="{3205BE04-87FE-3E45-8146-F7A51CA0C05D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8" name="Teardrop 2227">
              <a:extLst>
                <a:ext uri="{FF2B5EF4-FFF2-40B4-BE49-F238E27FC236}">
                  <a16:creationId xmlns:a16="http://schemas.microsoft.com/office/drawing/2014/main" id="{A6F4F041-D5E8-7643-95E9-E6BD9C554F55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29" name="Teardrop 2228">
              <a:extLst>
                <a:ext uri="{FF2B5EF4-FFF2-40B4-BE49-F238E27FC236}">
                  <a16:creationId xmlns:a16="http://schemas.microsoft.com/office/drawing/2014/main" id="{F3F6B683-E391-F843-B467-360DE335AAC2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0" name="Teardrop 2229">
              <a:extLst>
                <a:ext uri="{FF2B5EF4-FFF2-40B4-BE49-F238E27FC236}">
                  <a16:creationId xmlns:a16="http://schemas.microsoft.com/office/drawing/2014/main" id="{6E474265-E524-534A-BDE5-50E93740D62A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1" name="Teardrop 2230">
              <a:extLst>
                <a:ext uri="{FF2B5EF4-FFF2-40B4-BE49-F238E27FC236}">
                  <a16:creationId xmlns:a16="http://schemas.microsoft.com/office/drawing/2014/main" id="{5CAC7600-B168-AC40-94A6-BA513DCAB1F9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2" name="Teardrop 2231">
              <a:extLst>
                <a:ext uri="{FF2B5EF4-FFF2-40B4-BE49-F238E27FC236}">
                  <a16:creationId xmlns:a16="http://schemas.microsoft.com/office/drawing/2014/main" id="{79032020-2C91-6548-ACE7-713E99A4F172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3" name="Teardrop 2232">
              <a:extLst>
                <a:ext uri="{FF2B5EF4-FFF2-40B4-BE49-F238E27FC236}">
                  <a16:creationId xmlns:a16="http://schemas.microsoft.com/office/drawing/2014/main" id="{3E2AA821-78D3-6C44-9FD6-67D1E55C009B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4" name="Teardrop 2233">
              <a:extLst>
                <a:ext uri="{FF2B5EF4-FFF2-40B4-BE49-F238E27FC236}">
                  <a16:creationId xmlns:a16="http://schemas.microsoft.com/office/drawing/2014/main" id="{2629D8F1-CC2A-834B-A606-E39D5B1B1792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5" name="Teardrop 2234">
              <a:extLst>
                <a:ext uri="{FF2B5EF4-FFF2-40B4-BE49-F238E27FC236}">
                  <a16:creationId xmlns:a16="http://schemas.microsoft.com/office/drawing/2014/main" id="{23A60B89-F1A7-C143-93E9-732A87D967A0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6" name="Teardrop 2235">
              <a:extLst>
                <a:ext uri="{FF2B5EF4-FFF2-40B4-BE49-F238E27FC236}">
                  <a16:creationId xmlns:a16="http://schemas.microsoft.com/office/drawing/2014/main" id="{015FCCE0-7F44-A547-AE0F-33BF2AEBD527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7" name="Teardrop 2236">
              <a:extLst>
                <a:ext uri="{FF2B5EF4-FFF2-40B4-BE49-F238E27FC236}">
                  <a16:creationId xmlns:a16="http://schemas.microsoft.com/office/drawing/2014/main" id="{199B9C0D-60A8-AE42-99D5-07F0054F8F06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8" name="Teardrop 2237">
              <a:extLst>
                <a:ext uri="{FF2B5EF4-FFF2-40B4-BE49-F238E27FC236}">
                  <a16:creationId xmlns:a16="http://schemas.microsoft.com/office/drawing/2014/main" id="{7E8472DB-AC32-D843-8DC9-BFC6A84BCAFA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39" name="Teardrop 2238">
              <a:extLst>
                <a:ext uri="{FF2B5EF4-FFF2-40B4-BE49-F238E27FC236}">
                  <a16:creationId xmlns:a16="http://schemas.microsoft.com/office/drawing/2014/main" id="{6568570A-CF8D-F442-8550-E9F9B4C7C523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0" name="Teardrop 2239">
              <a:extLst>
                <a:ext uri="{FF2B5EF4-FFF2-40B4-BE49-F238E27FC236}">
                  <a16:creationId xmlns:a16="http://schemas.microsoft.com/office/drawing/2014/main" id="{D4802199-ABF4-0C47-95F1-94B17D1EB620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1" name="Teardrop 2240">
              <a:extLst>
                <a:ext uri="{FF2B5EF4-FFF2-40B4-BE49-F238E27FC236}">
                  <a16:creationId xmlns:a16="http://schemas.microsoft.com/office/drawing/2014/main" id="{D3DCE7F3-73E4-724E-A54D-61FC20288651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2" name="Teardrop 2241">
              <a:extLst>
                <a:ext uri="{FF2B5EF4-FFF2-40B4-BE49-F238E27FC236}">
                  <a16:creationId xmlns:a16="http://schemas.microsoft.com/office/drawing/2014/main" id="{2FB49014-672A-E244-AE9C-E9EA691DD001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3" name="Teardrop 2242">
              <a:extLst>
                <a:ext uri="{FF2B5EF4-FFF2-40B4-BE49-F238E27FC236}">
                  <a16:creationId xmlns:a16="http://schemas.microsoft.com/office/drawing/2014/main" id="{E2CA6A5A-BE9D-A14D-9DF1-296C2684BEAD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4" name="Teardrop 2243">
              <a:extLst>
                <a:ext uri="{FF2B5EF4-FFF2-40B4-BE49-F238E27FC236}">
                  <a16:creationId xmlns:a16="http://schemas.microsoft.com/office/drawing/2014/main" id="{6E1FF83E-225A-7B4E-9762-C3399A567B43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5" name="Teardrop 2244">
              <a:extLst>
                <a:ext uri="{FF2B5EF4-FFF2-40B4-BE49-F238E27FC236}">
                  <a16:creationId xmlns:a16="http://schemas.microsoft.com/office/drawing/2014/main" id="{4470CFB2-9271-B74D-BB5F-E5C4E086B452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6" name="Teardrop 2245">
              <a:extLst>
                <a:ext uri="{FF2B5EF4-FFF2-40B4-BE49-F238E27FC236}">
                  <a16:creationId xmlns:a16="http://schemas.microsoft.com/office/drawing/2014/main" id="{4859250F-1C10-3147-ADD3-E978A9C27EA1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47" name="Teardrop 2246">
              <a:extLst>
                <a:ext uri="{FF2B5EF4-FFF2-40B4-BE49-F238E27FC236}">
                  <a16:creationId xmlns:a16="http://schemas.microsoft.com/office/drawing/2014/main" id="{1A1BDA4A-6997-F949-AA49-721E1D042EDD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56" name="Group 2155">
            <a:extLst>
              <a:ext uri="{FF2B5EF4-FFF2-40B4-BE49-F238E27FC236}">
                <a16:creationId xmlns:a16="http://schemas.microsoft.com/office/drawing/2014/main" id="{EEEFFD84-CB0B-8A41-A3C6-8FF6502C6835}"/>
              </a:ext>
            </a:extLst>
          </p:cNvPr>
          <p:cNvGrpSpPr/>
          <p:nvPr/>
        </p:nvGrpSpPr>
        <p:grpSpPr>
          <a:xfrm rot="20726076">
            <a:off x="1446017" y="3550744"/>
            <a:ext cx="202364" cy="373937"/>
            <a:chOff x="3510479" y="1211170"/>
            <a:chExt cx="2079479" cy="2629470"/>
          </a:xfrm>
        </p:grpSpPr>
        <p:sp>
          <p:nvSpPr>
            <p:cNvPr id="2188" name="Oval 1">
              <a:extLst>
                <a:ext uri="{FF2B5EF4-FFF2-40B4-BE49-F238E27FC236}">
                  <a16:creationId xmlns:a16="http://schemas.microsoft.com/office/drawing/2014/main" id="{EED4319E-8F72-7149-8898-A58D2799D43D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9" name="Teardrop 2188">
              <a:extLst>
                <a:ext uri="{FF2B5EF4-FFF2-40B4-BE49-F238E27FC236}">
                  <a16:creationId xmlns:a16="http://schemas.microsoft.com/office/drawing/2014/main" id="{A2E870F6-DBC5-B04C-8B98-00D3A22B435B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0" name="Teardrop 2189">
              <a:extLst>
                <a:ext uri="{FF2B5EF4-FFF2-40B4-BE49-F238E27FC236}">
                  <a16:creationId xmlns:a16="http://schemas.microsoft.com/office/drawing/2014/main" id="{DFA309EF-9991-CF4B-806B-2D6AA0120898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1" name="Teardrop 2190">
              <a:extLst>
                <a:ext uri="{FF2B5EF4-FFF2-40B4-BE49-F238E27FC236}">
                  <a16:creationId xmlns:a16="http://schemas.microsoft.com/office/drawing/2014/main" id="{7D9C4DFB-00D0-AA46-9AEF-C099638B5880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2" name="Teardrop 2191">
              <a:extLst>
                <a:ext uri="{FF2B5EF4-FFF2-40B4-BE49-F238E27FC236}">
                  <a16:creationId xmlns:a16="http://schemas.microsoft.com/office/drawing/2014/main" id="{0F20E616-94A6-FC4D-85F6-B6D1EE94C578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3" name="Teardrop 2192">
              <a:extLst>
                <a:ext uri="{FF2B5EF4-FFF2-40B4-BE49-F238E27FC236}">
                  <a16:creationId xmlns:a16="http://schemas.microsoft.com/office/drawing/2014/main" id="{2DD19B09-4457-1A4B-B1E8-09C16FB3DACD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4" name="Teardrop 2193">
              <a:extLst>
                <a:ext uri="{FF2B5EF4-FFF2-40B4-BE49-F238E27FC236}">
                  <a16:creationId xmlns:a16="http://schemas.microsoft.com/office/drawing/2014/main" id="{AF3394DF-48EE-4B43-83DB-F1054C8EA084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5" name="Teardrop 2194">
              <a:extLst>
                <a:ext uri="{FF2B5EF4-FFF2-40B4-BE49-F238E27FC236}">
                  <a16:creationId xmlns:a16="http://schemas.microsoft.com/office/drawing/2014/main" id="{1BFB100E-82A4-C84E-A288-3BC89F1003AA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6" name="Teardrop 2195">
              <a:extLst>
                <a:ext uri="{FF2B5EF4-FFF2-40B4-BE49-F238E27FC236}">
                  <a16:creationId xmlns:a16="http://schemas.microsoft.com/office/drawing/2014/main" id="{0A882ED1-BE54-C84D-8462-8234A262ABDB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7" name="Teardrop 2196">
              <a:extLst>
                <a:ext uri="{FF2B5EF4-FFF2-40B4-BE49-F238E27FC236}">
                  <a16:creationId xmlns:a16="http://schemas.microsoft.com/office/drawing/2014/main" id="{9DDB831C-0817-0649-8C5F-2BB1BD7016E9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8" name="Teardrop 2197">
              <a:extLst>
                <a:ext uri="{FF2B5EF4-FFF2-40B4-BE49-F238E27FC236}">
                  <a16:creationId xmlns:a16="http://schemas.microsoft.com/office/drawing/2014/main" id="{1C230A1C-1796-4F42-ADE3-E13C2490D832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99" name="Teardrop 2198">
              <a:extLst>
                <a:ext uri="{FF2B5EF4-FFF2-40B4-BE49-F238E27FC236}">
                  <a16:creationId xmlns:a16="http://schemas.microsoft.com/office/drawing/2014/main" id="{E5BA81F7-AD0E-FB4C-B6E1-F87E9F5B46FD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0" name="Teardrop 2199">
              <a:extLst>
                <a:ext uri="{FF2B5EF4-FFF2-40B4-BE49-F238E27FC236}">
                  <a16:creationId xmlns:a16="http://schemas.microsoft.com/office/drawing/2014/main" id="{932BAF83-95FD-DB41-B1E6-F640EF1951E0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1" name="Teardrop 2200">
              <a:extLst>
                <a:ext uri="{FF2B5EF4-FFF2-40B4-BE49-F238E27FC236}">
                  <a16:creationId xmlns:a16="http://schemas.microsoft.com/office/drawing/2014/main" id="{750A3BF5-94D0-C444-A457-056E4495226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2" name="Teardrop 2201">
              <a:extLst>
                <a:ext uri="{FF2B5EF4-FFF2-40B4-BE49-F238E27FC236}">
                  <a16:creationId xmlns:a16="http://schemas.microsoft.com/office/drawing/2014/main" id="{866B006E-B313-6547-93D4-7C863D2E39F5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3" name="Teardrop 2202">
              <a:extLst>
                <a:ext uri="{FF2B5EF4-FFF2-40B4-BE49-F238E27FC236}">
                  <a16:creationId xmlns:a16="http://schemas.microsoft.com/office/drawing/2014/main" id="{583B6AB7-2A08-DC4C-9434-1A5C14D06859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4" name="Teardrop 2203">
              <a:extLst>
                <a:ext uri="{FF2B5EF4-FFF2-40B4-BE49-F238E27FC236}">
                  <a16:creationId xmlns:a16="http://schemas.microsoft.com/office/drawing/2014/main" id="{BB21846B-22EC-7E40-BF99-33A08C7BCDB1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5" name="Teardrop 2204">
              <a:extLst>
                <a:ext uri="{FF2B5EF4-FFF2-40B4-BE49-F238E27FC236}">
                  <a16:creationId xmlns:a16="http://schemas.microsoft.com/office/drawing/2014/main" id="{E11A0EB6-C905-8940-BA3D-E67136E3FB7F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6" name="Teardrop 2205">
              <a:extLst>
                <a:ext uri="{FF2B5EF4-FFF2-40B4-BE49-F238E27FC236}">
                  <a16:creationId xmlns:a16="http://schemas.microsoft.com/office/drawing/2014/main" id="{D8703F20-E4BF-1946-B137-1A6EAC3F745F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7" name="Teardrop 2206">
              <a:extLst>
                <a:ext uri="{FF2B5EF4-FFF2-40B4-BE49-F238E27FC236}">
                  <a16:creationId xmlns:a16="http://schemas.microsoft.com/office/drawing/2014/main" id="{20537526-E5C3-C848-BFFF-E24F7AC1DD21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8" name="Teardrop 2207">
              <a:extLst>
                <a:ext uri="{FF2B5EF4-FFF2-40B4-BE49-F238E27FC236}">
                  <a16:creationId xmlns:a16="http://schemas.microsoft.com/office/drawing/2014/main" id="{A777F1CE-BA2D-2646-8E38-58DD1215DE43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09" name="Teardrop 2208">
              <a:extLst>
                <a:ext uri="{FF2B5EF4-FFF2-40B4-BE49-F238E27FC236}">
                  <a16:creationId xmlns:a16="http://schemas.microsoft.com/office/drawing/2014/main" id="{397D61FE-0195-0A4A-AF62-A2AE083D5383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0" name="Teardrop 2209">
              <a:extLst>
                <a:ext uri="{FF2B5EF4-FFF2-40B4-BE49-F238E27FC236}">
                  <a16:creationId xmlns:a16="http://schemas.microsoft.com/office/drawing/2014/main" id="{783C8316-E7A5-6048-9228-0503ADB18C7F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1" name="Teardrop 2210">
              <a:extLst>
                <a:ext uri="{FF2B5EF4-FFF2-40B4-BE49-F238E27FC236}">
                  <a16:creationId xmlns:a16="http://schemas.microsoft.com/office/drawing/2014/main" id="{B2A23FAB-5AF4-4341-BC00-8CE26BFF83A3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2" name="Teardrop 2211">
              <a:extLst>
                <a:ext uri="{FF2B5EF4-FFF2-40B4-BE49-F238E27FC236}">
                  <a16:creationId xmlns:a16="http://schemas.microsoft.com/office/drawing/2014/main" id="{21A3291D-8291-0849-947D-F72D86CED9B8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3" name="Teardrop 2212">
              <a:extLst>
                <a:ext uri="{FF2B5EF4-FFF2-40B4-BE49-F238E27FC236}">
                  <a16:creationId xmlns:a16="http://schemas.microsoft.com/office/drawing/2014/main" id="{50D1EECC-28D7-EB4B-827A-625CA873FD2A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4" name="Teardrop 2213">
              <a:extLst>
                <a:ext uri="{FF2B5EF4-FFF2-40B4-BE49-F238E27FC236}">
                  <a16:creationId xmlns:a16="http://schemas.microsoft.com/office/drawing/2014/main" id="{90CF9128-C805-404B-91B4-6FEDDC9E591E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5" name="Teardrop 2214">
              <a:extLst>
                <a:ext uri="{FF2B5EF4-FFF2-40B4-BE49-F238E27FC236}">
                  <a16:creationId xmlns:a16="http://schemas.microsoft.com/office/drawing/2014/main" id="{47184077-3B3C-8640-9EF0-7DB6F5A5719C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6" name="Teardrop 2215">
              <a:extLst>
                <a:ext uri="{FF2B5EF4-FFF2-40B4-BE49-F238E27FC236}">
                  <a16:creationId xmlns:a16="http://schemas.microsoft.com/office/drawing/2014/main" id="{8DA8E985-B41B-2F4C-82D7-123913634B2F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17" name="Teardrop 2216">
              <a:extLst>
                <a:ext uri="{FF2B5EF4-FFF2-40B4-BE49-F238E27FC236}">
                  <a16:creationId xmlns:a16="http://schemas.microsoft.com/office/drawing/2014/main" id="{E36CCF57-5CFD-6849-BCB6-7D5C3ADE6F64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57" name="Group 2156">
            <a:extLst>
              <a:ext uri="{FF2B5EF4-FFF2-40B4-BE49-F238E27FC236}">
                <a16:creationId xmlns:a16="http://schemas.microsoft.com/office/drawing/2014/main" id="{59B875D5-8516-8549-B008-C5D24F537EAE}"/>
              </a:ext>
            </a:extLst>
          </p:cNvPr>
          <p:cNvGrpSpPr/>
          <p:nvPr/>
        </p:nvGrpSpPr>
        <p:grpSpPr>
          <a:xfrm rot="21065350">
            <a:off x="991743" y="3941925"/>
            <a:ext cx="202364" cy="373937"/>
            <a:chOff x="3510479" y="1211170"/>
            <a:chExt cx="2079479" cy="2629470"/>
          </a:xfrm>
        </p:grpSpPr>
        <p:sp>
          <p:nvSpPr>
            <p:cNvPr id="2158" name="Oval 1">
              <a:extLst>
                <a:ext uri="{FF2B5EF4-FFF2-40B4-BE49-F238E27FC236}">
                  <a16:creationId xmlns:a16="http://schemas.microsoft.com/office/drawing/2014/main" id="{59CD2300-95D5-C84B-823C-F3812CC40558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59" name="Teardrop 2158">
              <a:extLst>
                <a:ext uri="{FF2B5EF4-FFF2-40B4-BE49-F238E27FC236}">
                  <a16:creationId xmlns:a16="http://schemas.microsoft.com/office/drawing/2014/main" id="{11C00590-5216-E54B-BDF9-FD4EE24DA75A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0" name="Teardrop 2159">
              <a:extLst>
                <a:ext uri="{FF2B5EF4-FFF2-40B4-BE49-F238E27FC236}">
                  <a16:creationId xmlns:a16="http://schemas.microsoft.com/office/drawing/2014/main" id="{8F0733F2-0E97-B942-A6C8-5A6AA903920A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1" name="Teardrop 2160">
              <a:extLst>
                <a:ext uri="{FF2B5EF4-FFF2-40B4-BE49-F238E27FC236}">
                  <a16:creationId xmlns:a16="http://schemas.microsoft.com/office/drawing/2014/main" id="{0FCD1832-06D3-EF4F-A94D-BA461D5A5003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2" name="Teardrop 2161">
              <a:extLst>
                <a:ext uri="{FF2B5EF4-FFF2-40B4-BE49-F238E27FC236}">
                  <a16:creationId xmlns:a16="http://schemas.microsoft.com/office/drawing/2014/main" id="{C11915DB-61F2-FA48-B4EA-E30E2946C311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3" name="Teardrop 2162">
              <a:extLst>
                <a:ext uri="{FF2B5EF4-FFF2-40B4-BE49-F238E27FC236}">
                  <a16:creationId xmlns:a16="http://schemas.microsoft.com/office/drawing/2014/main" id="{BB5C8A62-DBF8-3B4A-BED7-7BEBE5403AB2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4" name="Teardrop 2163">
              <a:extLst>
                <a:ext uri="{FF2B5EF4-FFF2-40B4-BE49-F238E27FC236}">
                  <a16:creationId xmlns:a16="http://schemas.microsoft.com/office/drawing/2014/main" id="{61FF89F8-F07B-ED4F-B7BE-74E983F8F6C6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5" name="Teardrop 2164">
              <a:extLst>
                <a:ext uri="{FF2B5EF4-FFF2-40B4-BE49-F238E27FC236}">
                  <a16:creationId xmlns:a16="http://schemas.microsoft.com/office/drawing/2014/main" id="{34323072-46E2-4C4F-9C7D-847973DF2C2C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6" name="Teardrop 2165">
              <a:extLst>
                <a:ext uri="{FF2B5EF4-FFF2-40B4-BE49-F238E27FC236}">
                  <a16:creationId xmlns:a16="http://schemas.microsoft.com/office/drawing/2014/main" id="{E63FF717-054B-5444-BF5F-E3E7469CD172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7" name="Teardrop 2166">
              <a:extLst>
                <a:ext uri="{FF2B5EF4-FFF2-40B4-BE49-F238E27FC236}">
                  <a16:creationId xmlns:a16="http://schemas.microsoft.com/office/drawing/2014/main" id="{613AEB09-B69C-9A47-B22D-1B244A28093C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8" name="Teardrop 2167">
              <a:extLst>
                <a:ext uri="{FF2B5EF4-FFF2-40B4-BE49-F238E27FC236}">
                  <a16:creationId xmlns:a16="http://schemas.microsoft.com/office/drawing/2014/main" id="{5527FC53-4FE2-F84A-B5EF-DBF1BC6E2F28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69" name="Teardrop 2168">
              <a:extLst>
                <a:ext uri="{FF2B5EF4-FFF2-40B4-BE49-F238E27FC236}">
                  <a16:creationId xmlns:a16="http://schemas.microsoft.com/office/drawing/2014/main" id="{4BB96073-334D-E949-8294-B690612F2C59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0" name="Teardrop 2169">
              <a:extLst>
                <a:ext uri="{FF2B5EF4-FFF2-40B4-BE49-F238E27FC236}">
                  <a16:creationId xmlns:a16="http://schemas.microsoft.com/office/drawing/2014/main" id="{237C6D9D-09FC-7942-AE93-6C936A422C68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1" name="Teardrop 2170">
              <a:extLst>
                <a:ext uri="{FF2B5EF4-FFF2-40B4-BE49-F238E27FC236}">
                  <a16:creationId xmlns:a16="http://schemas.microsoft.com/office/drawing/2014/main" id="{97CB1DD3-FFCD-AB43-9BD9-6F6C83D4FB0B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2" name="Teardrop 2171">
              <a:extLst>
                <a:ext uri="{FF2B5EF4-FFF2-40B4-BE49-F238E27FC236}">
                  <a16:creationId xmlns:a16="http://schemas.microsoft.com/office/drawing/2014/main" id="{D54FD714-869F-3C4C-93C6-F7FC82E65D59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3" name="Teardrop 2172">
              <a:extLst>
                <a:ext uri="{FF2B5EF4-FFF2-40B4-BE49-F238E27FC236}">
                  <a16:creationId xmlns:a16="http://schemas.microsoft.com/office/drawing/2014/main" id="{767D4B28-764E-2D4F-A8AF-DC6D302F9F14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4" name="Teardrop 2173">
              <a:extLst>
                <a:ext uri="{FF2B5EF4-FFF2-40B4-BE49-F238E27FC236}">
                  <a16:creationId xmlns:a16="http://schemas.microsoft.com/office/drawing/2014/main" id="{594FBC08-D74E-7A45-BAA0-DBB1F94DA9C9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5" name="Teardrop 2174">
              <a:extLst>
                <a:ext uri="{FF2B5EF4-FFF2-40B4-BE49-F238E27FC236}">
                  <a16:creationId xmlns:a16="http://schemas.microsoft.com/office/drawing/2014/main" id="{BA3FD2FA-93F5-044C-8732-A013A020C8D9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6" name="Teardrop 2175">
              <a:extLst>
                <a:ext uri="{FF2B5EF4-FFF2-40B4-BE49-F238E27FC236}">
                  <a16:creationId xmlns:a16="http://schemas.microsoft.com/office/drawing/2014/main" id="{4D0107BA-1B0E-7343-8437-9EB89399419E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7" name="Teardrop 2176">
              <a:extLst>
                <a:ext uri="{FF2B5EF4-FFF2-40B4-BE49-F238E27FC236}">
                  <a16:creationId xmlns:a16="http://schemas.microsoft.com/office/drawing/2014/main" id="{654E6F33-1940-2042-93EC-C7171A9F36AA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8" name="Teardrop 2177">
              <a:extLst>
                <a:ext uri="{FF2B5EF4-FFF2-40B4-BE49-F238E27FC236}">
                  <a16:creationId xmlns:a16="http://schemas.microsoft.com/office/drawing/2014/main" id="{BA72720A-1D12-6540-AD7F-AF6EBFF481F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79" name="Teardrop 2178">
              <a:extLst>
                <a:ext uri="{FF2B5EF4-FFF2-40B4-BE49-F238E27FC236}">
                  <a16:creationId xmlns:a16="http://schemas.microsoft.com/office/drawing/2014/main" id="{3B84ABB1-3AA8-1649-90C7-00E81A86EA59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0" name="Teardrop 2179">
              <a:extLst>
                <a:ext uri="{FF2B5EF4-FFF2-40B4-BE49-F238E27FC236}">
                  <a16:creationId xmlns:a16="http://schemas.microsoft.com/office/drawing/2014/main" id="{41BC2304-4336-D547-918D-79BC78DC45F8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1" name="Teardrop 2180">
              <a:extLst>
                <a:ext uri="{FF2B5EF4-FFF2-40B4-BE49-F238E27FC236}">
                  <a16:creationId xmlns:a16="http://schemas.microsoft.com/office/drawing/2014/main" id="{F9C141FF-BCB0-114A-BAE2-F26A832C4A94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2" name="Teardrop 2181">
              <a:extLst>
                <a:ext uri="{FF2B5EF4-FFF2-40B4-BE49-F238E27FC236}">
                  <a16:creationId xmlns:a16="http://schemas.microsoft.com/office/drawing/2014/main" id="{6FE95100-9640-1F4E-81C5-1CE58A4FD1D0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3" name="Teardrop 2182">
              <a:extLst>
                <a:ext uri="{FF2B5EF4-FFF2-40B4-BE49-F238E27FC236}">
                  <a16:creationId xmlns:a16="http://schemas.microsoft.com/office/drawing/2014/main" id="{96F2B96C-934A-D941-ADA6-55E39D412BF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4" name="Teardrop 2183">
              <a:extLst>
                <a:ext uri="{FF2B5EF4-FFF2-40B4-BE49-F238E27FC236}">
                  <a16:creationId xmlns:a16="http://schemas.microsoft.com/office/drawing/2014/main" id="{7DC6BDED-9684-6B4F-A91D-269B3FC65502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5" name="Teardrop 2184">
              <a:extLst>
                <a:ext uri="{FF2B5EF4-FFF2-40B4-BE49-F238E27FC236}">
                  <a16:creationId xmlns:a16="http://schemas.microsoft.com/office/drawing/2014/main" id="{865BE59D-25AD-7B43-97F5-A913A32C6A5F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6" name="Teardrop 2185">
              <a:extLst>
                <a:ext uri="{FF2B5EF4-FFF2-40B4-BE49-F238E27FC236}">
                  <a16:creationId xmlns:a16="http://schemas.microsoft.com/office/drawing/2014/main" id="{90D04C5E-4254-AD4A-93CE-01C7884DBF16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87" name="Teardrop 2186">
              <a:extLst>
                <a:ext uri="{FF2B5EF4-FFF2-40B4-BE49-F238E27FC236}">
                  <a16:creationId xmlns:a16="http://schemas.microsoft.com/office/drawing/2014/main" id="{12D2C4C0-9579-4948-8141-6DC1F01E0B6F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250" name="Triangle 2249">
            <a:extLst>
              <a:ext uri="{FF2B5EF4-FFF2-40B4-BE49-F238E27FC236}">
                <a16:creationId xmlns:a16="http://schemas.microsoft.com/office/drawing/2014/main" id="{B5AD4053-DDF3-8241-9090-DBA057901B16}"/>
              </a:ext>
            </a:extLst>
          </p:cNvPr>
          <p:cNvSpPr/>
          <p:nvPr/>
        </p:nvSpPr>
        <p:spPr>
          <a:xfrm>
            <a:off x="6486104" y="3942829"/>
            <a:ext cx="2586029" cy="1753782"/>
          </a:xfrm>
          <a:prstGeom prst="triangle">
            <a:avLst/>
          </a:pr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1" name="Triangle 263">
            <a:extLst>
              <a:ext uri="{FF2B5EF4-FFF2-40B4-BE49-F238E27FC236}">
                <a16:creationId xmlns:a16="http://schemas.microsoft.com/office/drawing/2014/main" id="{CBA1D369-3833-7646-BB7C-ED94004C74A3}"/>
              </a:ext>
            </a:extLst>
          </p:cNvPr>
          <p:cNvSpPr/>
          <p:nvPr/>
        </p:nvSpPr>
        <p:spPr>
          <a:xfrm>
            <a:off x="6634248" y="3210454"/>
            <a:ext cx="2213114" cy="1753782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2" name="Triangle 264">
            <a:extLst>
              <a:ext uri="{FF2B5EF4-FFF2-40B4-BE49-F238E27FC236}">
                <a16:creationId xmlns:a16="http://schemas.microsoft.com/office/drawing/2014/main" id="{B215277B-D778-1946-BF9F-49986C785EFC}"/>
              </a:ext>
            </a:extLst>
          </p:cNvPr>
          <p:cNvSpPr/>
          <p:nvPr/>
        </p:nvSpPr>
        <p:spPr>
          <a:xfrm>
            <a:off x="6762361" y="2476049"/>
            <a:ext cx="1890622" cy="175378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3" name="Triangle 264">
            <a:extLst>
              <a:ext uri="{FF2B5EF4-FFF2-40B4-BE49-F238E27FC236}">
                <a16:creationId xmlns:a16="http://schemas.microsoft.com/office/drawing/2014/main" id="{7C473129-DD5B-374A-9873-16C5F4734F68}"/>
              </a:ext>
            </a:extLst>
          </p:cNvPr>
          <p:cNvSpPr/>
          <p:nvPr/>
        </p:nvSpPr>
        <p:spPr>
          <a:xfrm>
            <a:off x="6879169" y="2286191"/>
            <a:ext cx="1596587" cy="1216064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4" name="Triangle 2253">
            <a:extLst>
              <a:ext uri="{FF2B5EF4-FFF2-40B4-BE49-F238E27FC236}">
                <a16:creationId xmlns:a16="http://schemas.microsoft.com/office/drawing/2014/main" id="{BC9AE896-59DB-DE4A-9C5E-DD3C12ADF8C3}"/>
              </a:ext>
            </a:extLst>
          </p:cNvPr>
          <p:cNvSpPr/>
          <p:nvPr/>
        </p:nvSpPr>
        <p:spPr>
          <a:xfrm>
            <a:off x="6771708" y="4216618"/>
            <a:ext cx="1998741" cy="1327590"/>
          </a:xfrm>
          <a:prstGeom prst="triangle">
            <a:avLst/>
          </a:pr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5" name="Triangle 263">
            <a:extLst>
              <a:ext uri="{FF2B5EF4-FFF2-40B4-BE49-F238E27FC236}">
                <a16:creationId xmlns:a16="http://schemas.microsoft.com/office/drawing/2014/main" id="{0B60D7C7-0AC9-9B46-B06F-4B3C41525992}"/>
              </a:ext>
            </a:extLst>
          </p:cNvPr>
          <p:cNvSpPr/>
          <p:nvPr/>
        </p:nvSpPr>
        <p:spPr>
          <a:xfrm>
            <a:off x="6908519" y="3504662"/>
            <a:ext cx="1668304" cy="1322046"/>
          </a:xfrm>
          <a:custGeom>
            <a:avLst/>
            <a:gdLst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6949 w 1610885"/>
              <a:gd name="connsiteY3" fmla="*/ 1080919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31824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19223 w 1610885"/>
              <a:gd name="connsiteY3" fmla="*/ 1013413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808988 w 1610885"/>
              <a:gd name="connsiteY3" fmla="*/ 1020236 h 1082416"/>
              <a:gd name="connsiteX4" fmla="*/ 0 w 1610885"/>
              <a:gd name="connsiteY4" fmla="*/ 1082416 h 1082416"/>
              <a:gd name="connsiteX0" fmla="*/ 0 w 1610885"/>
              <a:gd name="connsiteY0" fmla="*/ 1082416 h 1082416"/>
              <a:gd name="connsiteX1" fmla="*/ 805443 w 1610885"/>
              <a:gd name="connsiteY1" fmla="*/ 0 h 1082416"/>
              <a:gd name="connsiteX2" fmla="*/ 1610885 w 1610885"/>
              <a:gd name="connsiteY2" fmla="*/ 1082416 h 1082416"/>
              <a:gd name="connsiteX3" fmla="*/ 0 w 1610885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885" h="1082416">
                <a:moveTo>
                  <a:pt x="0" y="1082416"/>
                </a:moveTo>
                <a:lnTo>
                  <a:pt x="805443" y="0"/>
                </a:lnTo>
                <a:lnTo>
                  <a:pt x="1610885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6" name="Triangle 264">
            <a:extLst>
              <a:ext uri="{FF2B5EF4-FFF2-40B4-BE49-F238E27FC236}">
                <a16:creationId xmlns:a16="http://schemas.microsoft.com/office/drawing/2014/main" id="{9F86AEC6-D76B-E948-917B-970C3398FADC}"/>
              </a:ext>
            </a:extLst>
          </p:cNvPr>
          <p:cNvSpPr/>
          <p:nvPr/>
        </p:nvSpPr>
        <p:spPr>
          <a:xfrm>
            <a:off x="7028622" y="2767014"/>
            <a:ext cx="1397781" cy="1296611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5719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2072 w 1376149"/>
              <a:gd name="connsiteY3" fmla="*/ 100038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7" name="Freeform 2256">
            <a:extLst>
              <a:ext uri="{FF2B5EF4-FFF2-40B4-BE49-F238E27FC236}">
                <a16:creationId xmlns:a16="http://schemas.microsoft.com/office/drawing/2014/main" id="{80E4020D-D86A-6B46-BBB5-F0C27E715C43}"/>
              </a:ext>
            </a:extLst>
          </p:cNvPr>
          <p:cNvSpPr/>
          <p:nvPr/>
        </p:nvSpPr>
        <p:spPr>
          <a:xfrm>
            <a:off x="7643865" y="6265470"/>
            <a:ext cx="268370" cy="593667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8" name="Triangle 264">
            <a:extLst>
              <a:ext uri="{FF2B5EF4-FFF2-40B4-BE49-F238E27FC236}">
                <a16:creationId xmlns:a16="http://schemas.microsoft.com/office/drawing/2014/main" id="{24E965DD-B2CD-3F41-A548-2839548E3133}"/>
              </a:ext>
            </a:extLst>
          </p:cNvPr>
          <p:cNvSpPr/>
          <p:nvPr/>
        </p:nvSpPr>
        <p:spPr>
          <a:xfrm>
            <a:off x="7055313" y="2105574"/>
            <a:ext cx="1153193" cy="742942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70AD47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59" name="Triangle 264">
            <a:extLst>
              <a:ext uri="{FF2B5EF4-FFF2-40B4-BE49-F238E27FC236}">
                <a16:creationId xmlns:a16="http://schemas.microsoft.com/office/drawing/2014/main" id="{69D19C7D-3715-5841-A5F3-A719B9FF98BC}"/>
              </a:ext>
            </a:extLst>
          </p:cNvPr>
          <p:cNvSpPr/>
          <p:nvPr/>
        </p:nvSpPr>
        <p:spPr>
          <a:xfrm>
            <a:off x="7275960" y="2282694"/>
            <a:ext cx="711007" cy="458065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7261 w 1376149"/>
              <a:gd name="connsiteY3" fmla="*/ 918187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6043 w 1376149"/>
              <a:gd name="connsiteY3" fmla="*/ 910768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83956 w 1376149"/>
              <a:gd name="connsiteY3" fmla="*/ 1047515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91872 w 1376149"/>
              <a:gd name="connsiteY3" fmla="*/ 1001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60" name="Triangle 264">
            <a:extLst>
              <a:ext uri="{FF2B5EF4-FFF2-40B4-BE49-F238E27FC236}">
                <a16:creationId xmlns:a16="http://schemas.microsoft.com/office/drawing/2014/main" id="{2D61E834-B9FD-5F49-8794-FA2CDE8A7481}"/>
              </a:ext>
            </a:extLst>
          </p:cNvPr>
          <p:cNvSpPr/>
          <p:nvPr/>
        </p:nvSpPr>
        <p:spPr>
          <a:xfrm>
            <a:off x="7146680" y="2536478"/>
            <a:ext cx="1084966" cy="826380"/>
          </a:xfrm>
          <a:custGeom>
            <a:avLst/>
            <a:gdLst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1856 w 1376149"/>
              <a:gd name="connsiteY3" fmla="*/ 1080166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07993 w 1376149"/>
              <a:gd name="connsiteY3" fmla="*/ 102493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715261 w 1376149"/>
              <a:gd name="connsiteY3" fmla="*/ 998383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678898 w 1376149"/>
              <a:gd name="connsiteY3" fmla="*/ 993462 h 1082416"/>
              <a:gd name="connsiteX4" fmla="*/ 0 w 1376149"/>
              <a:gd name="connsiteY4" fmla="*/ 1082416 h 1082416"/>
              <a:gd name="connsiteX0" fmla="*/ 0 w 1376149"/>
              <a:gd name="connsiteY0" fmla="*/ 1082416 h 1082416"/>
              <a:gd name="connsiteX1" fmla="*/ 688075 w 1376149"/>
              <a:gd name="connsiteY1" fmla="*/ 0 h 1082416"/>
              <a:gd name="connsiteX2" fmla="*/ 1376149 w 1376149"/>
              <a:gd name="connsiteY2" fmla="*/ 1082416 h 1082416"/>
              <a:gd name="connsiteX3" fmla="*/ 0 w 1376149"/>
              <a:gd name="connsiteY3" fmla="*/ 1082416 h 108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6149" h="1082416">
                <a:moveTo>
                  <a:pt x="0" y="1082416"/>
                </a:moveTo>
                <a:lnTo>
                  <a:pt x="688075" y="0"/>
                </a:lnTo>
                <a:lnTo>
                  <a:pt x="1376149" y="1082416"/>
                </a:lnTo>
                <a:lnTo>
                  <a:pt x="0" y="1082416"/>
                </a:lnTo>
                <a:close/>
              </a:path>
            </a:pathLst>
          </a:custGeom>
          <a:solidFill>
            <a:srgbClr val="3B5C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2261" name="Freeform 2260">
            <a:extLst>
              <a:ext uri="{FF2B5EF4-FFF2-40B4-BE49-F238E27FC236}">
                <a16:creationId xmlns:a16="http://schemas.microsoft.com/office/drawing/2014/main" id="{011584EE-B8FF-7D4A-8B95-FF12CF02A6B8}"/>
              </a:ext>
            </a:extLst>
          </p:cNvPr>
          <p:cNvSpPr/>
          <p:nvPr/>
        </p:nvSpPr>
        <p:spPr>
          <a:xfrm rot="10800000">
            <a:off x="7655751" y="5532255"/>
            <a:ext cx="268370" cy="786653"/>
          </a:xfrm>
          <a:custGeom>
            <a:avLst/>
            <a:gdLst>
              <a:gd name="connsiteX0" fmla="*/ 0 w 421105"/>
              <a:gd name="connsiteY0" fmla="*/ 427121 h 445168"/>
              <a:gd name="connsiteX1" fmla="*/ 72189 w 421105"/>
              <a:gd name="connsiteY1" fmla="*/ 228600 h 445168"/>
              <a:gd name="connsiteX2" fmla="*/ 72189 w 421105"/>
              <a:gd name="connsiteY2" fmla="*/ 0 h 445168"/>
              <a:gd name="connsiteX3" fmla="*/ 360947 w 421105"/>
              <a:gd name="connsiteY3" fmla="*/ 0 h 445168"/>
              <a:gd name="connsiteX4" fmla="*/ 360947 w 421105"/>
              <a:gd name="connsiteY4" fmla="*/ 222584 h 445168"/>
              <a:gd name="connsiteX5" fmla="*/ 421105 w 421105"/>
              <a:gd name="connsiteY5" fmla="*/ 445168 h 445168"/>
              <a:gd name="connsiteX6" fmla="*/ 0 w 421105"/>
              <a:gd name="connsiteY6" fmla="*/ 427121 h 445168"/>
              <a:gd name="connsiteX0" fmla="*/ 0 w 424280"/>
              <a:gd name="connsiteY0" fmla="*/ 452521 h 452521"/>
              <a:gd name="connsiteX1" fmla="*/ 75364 w 424280"/>
              <a:gd name="connsiteY1" fmla="*/ 228600 h 452521"/>
              <a:gd name="connsiteX2" fmla="*/ 75364 w 424280"/>
              <a:gd name="connsiteY2" fmla="*/ 0 h 452521"/>
              <a:gd name="connsiteX3" fmla="*/ 364122 w 424280"/>
              <a:gd name="connsiteY3" fmla="*/ 0 h 452521"/>
              <a:gd name="connsiteX4" fmla="*/ 364122 w 424280"/>
              <a:gd name="connsiteY4" fmla="*/ 222584 h 452521"/>
              <a:gd name="connsiteX5" fmla="*/ 424280 w 424280"/>
              <a:gd name="connsiteY5" fmla="*/ 445168 h 452521"/>
              <a:gd name="connsiteX6" fmla="*/ 0 w 424280"/>
              <a:gd name="connsiteY6" fmla="*/ 452521 h 452521"/>
              <a:gd name="connsiteX0" fmla="*/ 0 w 421105"/>
              <a:gd name="connsiteY0" fmla="*/ 452521 h 452521"/>
              <a:gd name="connsiteX1" fmla="*/ 75364 w 421105"/>
              <a:gd name="connsiteY1" fmla="*/ 228600 h 452521"/>
              <a:gd name="connsiteX2" fmla="*/ 75364 w 421105"/>
              <a:gd name="connsiteY2" fmla="*/ 0 h 452521"/>
              <a:gd name="connsiteX3" fmla="*/ 364122 w 421105"/>
              <a:gd name="connsiteY3" fmla="*/ 0 h 452521"/>
              <a:gd name="connsiteX4" fmla="*/ 364122 w 421105"/>
              <a:gd name="connsiteY4" fmla="*/ 222584 h 452521"/>
              <a:gd name="connsiteX5" fmla="*/ 421105 w 421105"/>
              <a:gd name="connsiteY5" fmla="*/ 435643 h 452521"/>
              <a:gd name="connsiteX6" fmla="*/ 0 w 421105"/>
              <a:gd name="connsiteY6" fmla="*/ 452521 h 452521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4122 w 421105"/>
              <a:gd name="connsiteY4" fmla="*/ 2225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21105"/>
              <a:gd name="connsiteY0" fmla="*/ 433471 h 435643"/>
              <a:gd name="connsiteX1" fmla="*/ 75364 w 421105"/>
              <a:gd name="connsiteY1" fmla="*/ 228600 h 435643"/>
              <a:gd name="connsiteX2" fmla="*/ 75364 w 421105"/>
              <a:gd name="connsiteY2" fmla="*/ 0 h 435643"/>
              <a:gd name="connsiteX3" fmla="*/ 364122 w 421105"/>
              <a:gd name="connsiteY3" fmla="*/ 0 h 435643"/>
              <a:gd name="connsiteX4" fmla="*/ 367297 w 421105"/>
              <a:gd name="connsiteY4" fmla="*/ 235284 h 435643"/>
              <a:gd name="connsiteX5" fmla="*/ 421105 w 421105"/>
              <a:gd name="connsiteY5" fmla="*/ 435643 h 435643"/>
              <a:gd name="connsiteX6" fmla="*/ 0 w 421105"/>
              <a:gd name="connsiteY6" fmla="*/ 433471 h 435643"/>
              <a:gd name="connsiteX0" fmla="*/ 0 w 414755"/>
              <a:gd name="connsiteY0" fmla="*/ 436646 h 436646"/>
              <a:gd name="connsiteX1" fmla="*/ 69014 w 414755"/>
              <a:gd name="connsiteY1" fmla="*/ 228600 h 436646"/>
              <a:gd name="connsiteX2" fmla="*/ 69014 w 414755"/>
              <a:gd name="connsiteY2" fmla="*/ 0 h 436646"/>
              <a:gd name="connsiteX3" fmla="*/ 357772 w 414755"/>
              <a:gd name="connsiteY3" fmla="*/ 0 h 436646"/>
              <a:gd name="connsiteX4" fmla="*/ 360947 w 414755"/>
              <a:gd name="connsiteY4" fmla="*/ 235284 h 436646"/>
              <a:gd name="connsiteX5" fmla="*/ 414755 w 414755"/>
              <a:gd name="connsiteY5" fmla="*/ 435643 h 436646"/>
              <a:gd name="connsiteX6" fmla="*/ 0 w 414755"/>
              <a:gd name="connsiteY6" fmla="*/ 436646 h 436646"/>
              <a:gd name="connsiteX0" fmla="*/ 0 w 424280"/>
              <a:gd name="connsiteY0" fmla="*/ 455696 h 455696"/>
              <a:gd name="connsiteX1" fmla="*/ 78539 w 424280"/>
              <a:gd name="connsiteY1" fmla="*/ 228600 h 455696"/>
              <a:gd name="connsiteX2" fmla="*/ 78539 w 424280"/>
              <a:gd name="connsiteY2" fmla="*/ 0 h 455696"/>
              <a:gd name="connsiteX3" fmla="*/ 367297 w 424280"/>
              <a:gd name="connsiteY3" fmla="*/ 0 h 455696"/>
              <a:gd name="connsiteX4" fmla="*/ 370472 w 424280"/>
              <a:gd name="connsiteY4" fmla="*/ 235284 h 455696"/>
              <a:gd name="connsiteX5" fmla="*/ 424280 w 424280"/>
              <a:gd name="connsiteY5" fmla="*/ 435643 h 455696"/>
              <a:gd name="connsiteX6" fmla="*/ 0 w 424280"/>
              <a:gd name="connsiteY6" fmla="*/ 455696 h 455696"/>
              <a:gd name="connsiteX0" fmla="*/ 0 w 427455"/>
              <a:gd name="connsiteY0" fmla="*/ 455696 h 457868"/>
              <a:gd name="connsiteX1" fmla="*/ 78539 w 427455"/>
              <a:gd name="connsiteY1" fmla="*/ 228600 h 457868"/>
              <a:gd name="connsiteX2" fmla="*/ 78539 w 427455"/>
              <a:gd name="connsiteY2" fmla="*/ 0 h 457868"/>
              <a:gd name="connsiteX3" fmla="*/ 367297 w 427455"/>
              <a:gd name="connsiteY3" fmla="*/ 0 h 457868"/>
              <a:gd name="connsiteX4" fmla="*/ 370472 w 427455"/>
              <a:gd name="connsiteY4" fmla="*/ 235284 h 457868"/>
              <a:gd name="connsiteX5" fmla="*/ 427455 w 427455"/>
              <a:gd name="connsiteY5" fmla="*/ 457868 h 457868"/>
              <a:gd name="connsiteX6" fmla="*/ 0 w 427455"/>
              <a:gd name="connsiteY6" fmla="*/ 455696 h 457868"/>
              <a:gd name="connsiteX0" fmla="*/ 0 w 427455"/>
              <a:gd name="connsiteY0" fmla="*/ 455696 h 455696"/>
              <a:gd name="connsiteX1" fmla="*/ 78539 w 427455"/>
              <a:gd name="connsiteY1" fmla="*/ 228600 h 455696"/>
              <a:gd name="connsiteX2" fmla="*/ 78539 w 427455"/>
              <a:gd name="connsiteY2" fmla="*/ 0 h 455696"/>
              <a:gd name="connsiteX3" fmla="*/ 367297 w 427455"/>
              <a:gd name="connsiteY3" fmla="*/ 0 h 455696"/>
              <a:gd name="connsiteX4" fmla="*/ 370472 w 427455"/>
              <a:gd name="connsiteY4" fmla="*/ 235284 h 455696"/>
              <a:gd name="connsiteX5" fmla="*/ 427455 w 427455"/>
              <a:gd name="connsiteY5" fmla="*/ 451518 h 455696"/>
              <a:gd name="connsiteX6" fmla="*/ 0 w 427455"/>
              <a:gd name="connsiteY6" fmla="*/ 455696 h 455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7455" h="455696">
                <a:moveTo>
                  <a:pt x="0" y="455696"/>
                </a:moveTo>
                <a:lnTo>
                  <a:pt x="78539" y="228600"/>
                </a:lnTo>
                <a:lnTo>
                  <a:pt x="78539" y="0"/>
                </a:lnTo>
                <a:lnTo>
                  <a:pt x="367297" y="0"/>
                </a:lnTo>
                <a:cubicBezTo>
                  <a:pt x="368355" y="78428"/>
                  <a:pt x="369414" y="156856"/>
                  <a:pt x="370472" y="235284"/>
                </a:cubicBezTo>
                <a:lnTo>
                  <a:pt x="427455" y="451518"/>
                </a:lnTo>
                <a:lnTo>
                  <a:pt x="0" y="455696"/>
                </a:lnTo>
                <a:close/>
              </a:path>
            </a:pathLst>
          </a:custGeom>
          <a:solidFill>
            <a:srgbClr val="A1926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2262" name="Group 2261">
            <a:extLst>
              <a:ext uri="{FF2B5EF4-FFF2-40B4-BE49-F238E27FC236}">
                <a16:creationId xmlns:a16="http://schemas.microsoft.com/office/drawing/2014/main" id="{93AB4F72-7B7B-F74E-A856-6A52306F3137}"/>
              </a:ext>
            </a:extLst>
          </p:cNvPr>
          <p:cNvGrpSpPr/>
          <p:nvPr/>
        </p:nvGrpSpPr>
        <p:grpSpPr>
          <a:xfrm rot="20275914">
            <a:off x="7823947" y="4605058"/>
            <a:ext cx="202364" cy="373937"/>
            <a:chOff x="3510479" y="1211170"/>
            <a:chExt cx="2079479" cy="2629470"/>
          </a:xfrm>
        </p:grpSpPr>
        <p:sp>
          <p:nvSpPr>
            <p:cNvPr id="2325" name="Oval 1">
              <a:extLst>
                <a:ext uri="{FF2B5EF4-FFF2-40B4-BE49-F238E27FC236}">
                  <a16:creationId xmlns:a16="http://schemas.microsoft.com/office/drawing/2014/main" id="{7F503D6B-1204-4540-B1DA-96A26E635178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6" name="Teardrop 2325">
              <a:extLst>
                <a:ext uri="{FF2B5EF4-FFF2-40B4-BE49-F238E27FC236}">
                  <a16:creationId xmlns:a16="http://schemas.microsoft.com/office/drawing/2014/main" id="{5C74EDC8-A355-DF48-B595-76117514271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7" name="Teardrop 2326">
              <a:extLst>
                <a:ext uri="{FF2B5EF4-FFF2-40B4-BE49-F238E27FC236}">
                  <a16:creationId xmlns:a16="http://schemas.microsoft.com/office/drawing/2014/main" id="{889F1986-CECC-A34E-A32F-BCD9E987709C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8" name="Teardrop 2327">
              <a:extLst>
                <a:ext uri="{FF2B5EF4-FFF2-40B4-BE49-F238E27FC236}">
                  <a16:creationId xmlns:a16="http://schemas.microsoft.com/office/drawing/2014/main" id="{401BA0B2-F849-E643-BF41-C4E1F9D7DEC4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9" name="Teardrop 2328">
              <a:extLst>
                <a:ext uri="{FF2B5EF4-FFF2-40B4-BE49-F238E27FC236}">
                  <a16:creationId xmlns:a16="http://schemas.microsoft.com/office/drawing/2014/main" id="{D3B2B780-C078-AD4F-B478-6C3D5AD98A8A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0" name="Teardrop 2329">
              <a:extLst>
                <a:ext uri="{FF2B5EF4-FFF2-40B4-BE49-F238E27FC236}">
                  <a16:creationId xmlns:a16="http://schemas.microsoft.com/office/drawing/2014/main" id="{41225179-8FAE-D043-8023-384AA994061A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1" name="Teardrop 2330">
              <a:extLst>
                <a:ext uri="{FF2B5EF4-FFF2-40B4-BE49-F238E27FC236}">
                  <a16:creationId xmlns:a16="http://schemas.microsoft.com/office/drawing/2014/main" id="{0C61B9AC-858E-A14C-9907-EBB00BA2E32B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2" name="Teardrop 2331">
              <a:extLst>
                <a:ext uri="{FF2B5EF4-FFF2-40B4-BE49-F238E27FC236}">
                  <a16:creationId xmlns:a16="http://schemas.microsoft.com/office/drawing/2014/main" id="{7819ABF4-3891-DD4E-82C9-5CEDC4E7AD04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3" name="Teardrop 2332">
              <a:extLst>
                <a:ext uri="{FF2B5EF4-FFF2-40B4-BE49-F238E27FC236}">
                  <a16:creationId xmlns:a16="http://schemas.microsoft.com/office/drawing/2014/main" id="{191EF6F6-3DC3-314B-9891-68567D21B6C3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4" name="Teardrop 2333">
              <a:extLst>
                <a:ext uri="{FF2B5EF4-FFF2-40B4-BE49-F238E27FC236}">
                  <a16:creationId xmlns:a16="http://schemas.microsoft.com/office/drawing/2014/main" id="{2F74FC3E-30E3-1248-842C-CB09DD1BF1C5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5" name="Teardrop 2334">
              <a:extLst>
                <a:ext uri="{FF2B5EF4-FFF2-40B4-BE49-F238E27FC236}">
                  <a16:creationId xmlns:a16="http://schemas.microsoft.com/office/drawing/2014/main" id="{24E7AA01-E661-D34F-BC90-1362E567CB5C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6" name="Teardrop 2335">
              <a:extLst>
                <a:ext uri="{FF2B5EF4-FFF2-40B4-BE49-F238E27FC236}">
                  <a16:creationId xmlns:a16="http://schemas.microsoft.com/office/drawing/2014/main" id="{E7ABBFDD-DA57-B949-ACED-C8750907484B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7" name="Teardrop 2336">
              <a:extLst>
                <a:ext uri="{FF2B5EF4-FFF2-40B4-BE49-F238E27FC236}">
                  <a16:creationId xmlns:a16="http://schemas.microsoft.com/office/drawing/2014/main" id="{ABA34AC2-E40E-3947-8D53-EC798C5333F3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8" name="Teardrop 2337">
              <a:extLst>
                <a:ext uri="{FF2B5EF4-FFF2-40B4-BE49-F238E27FC236}">
                  <a16:creationId xmlns:a16="http://schemas.microsoft.com/office/drawing/2014/main" id="{D59CFAC9-1ABB-6F4E-8A03-1A77121EC410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39" name="Teardrop 2338">
              <a:extLst>
                <a:ext uri="{FF2B5EF4-FFF2-40B4-BE49-F238E27FC236}">
                  <a16:creationId xmlns:a16="http://schemas.microsoft.com/office/drawing/2014/main" id="{2907010A-28EC-0042-AD62-70DCDF122097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0" name="Teardrop 2339">
              <a:extLst>
                <a:ext uri="{FF2B5EF4-FFF2-40B4-BE49-F238E27FC236}">
                  <a16:creationId xmlns:a16="http://schemas.microsoft.com/office/drawing/2014/main" id="{6307ED54-0A30-1D40-870D-460BB32E8DD0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1" name="Teardrop 2340">
              <a:extLst>
                <a:ext uri="{FF2B5EF4-FFF2-40B4-BE49-F238E27FC236}">
                  <a16:creationId xmlns:a16="http://schemas.microsoft.com/office/drawing/2014/main" id="{0E985996-9D9C-5F41-80C2-C1348782634B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2" name="Teardrop 2341">
              <a:extLst>
                <a:ext uri="{FF2B5EF4-FFF2-40B4-BE49-F238E27FC236}">
                  <a16:creationId xmlns:a16="http://schemas.microsoft.com/office/drawing/2014/main" id="{FC12BCDA-6127-8A44-890C-06D22725792D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3" name="Teardrop 2342">
              <a:extLst>
                <a:ext uri="{FF2B5EF4-FFF2-40B4-BE49-F238E27FC236}">
                  <a16:creationId xmlns:a16="http://schemas.microsoft.com/office/drawing/2014/main" id="{6A18ABD0-3CF5-CD46-9F97-AFF4004CDB1F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4" name="Teardrop 2343">
              <a:extLst>
                <a:ext uri="{FF2B5EF4-FFF2-40B4-BE49-F238E27FC236}">
                  <a16:creationId xmlns:a16="http://schemas.microsoft.com/office/drawing/2014/main" id="{E5334EE0-541E-9D4C-9219-5A8E205EE093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5" name="Teardrop 2344">
              <a:extLst>
                <a:ext uri="{FF2B5EF4-FFF2-40B4-BE49-F238E27FC236}">
                  <a16:creationId xmlns:a16="http://schemas.microsoft.com/office/drawing/2014/main" id="{A3DB5A83-0824-4342-B750-3DCAA8CAF4DD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6" name="Teardrop 2345">
              <a:extLst>
                <a:ext uri="{FF2B5EF4-FFF2-40B4-BE49-F238E27FC236}">
                  <a16:creationId xmlns:a16="http://schemas.microsoft.com/office/drawing/2014/main" id="{4A12C16E-02F3-BA44-9507-EAA0313DB2D4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7" name="Teardrop 2346">
              <a:extLst>
                <a:ext uri="{FF2B5EF4-FFF2-40B4-BE49-F238E27FC236}">
                  <a16:creationId xmlns:a16="http://schemas.microsoft.com/office/drawing/2014/main" id="{DC0E7D03-32DD-6B43-AF2C-49437DD9AFEB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8" name="Teardrop 2347">
              <a:extLst>
                <a:ext uri="{FF2B5EF4-FFF2-40B4-BE49-F238E27FC236}">
                  <a16:creationId xmlns:a16="http://schemas.microsoft.com/office/drawing/2014/main" id="{AA9344AE-01A6-B749-BB94-FF9CE7EE114D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49" name="Teardrop 2348">
              <a:extLst>
                <a:ext uri="{FF2B5EF4-FFF2-40B4-BE49-F238E27FC236}">
                  <a16:creationId xmlns:a16="http://schemas.microsoft.com/office/drawing/2014/main" id="{604C0F82-A0A8-7747-9569-185005479DDF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50" name="Teardrop 2349">
              <a:extLst>
                <a:ext uri="{FF2B5EF4-FFF2-40B4-BE49-F238E27FC236}">
                  <a16:creationId xmlns:a16="http://schemas.microsoft.com/office/drawing/2014/main" id="{55CE1DC8-E5A8-884C-AB7D-D7FAF04DD598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51" name="Teardrop 2350">
              <a:extLst>
                <a:ext uri="{FF2B5EF4-FFF2-40B4-BE49-F238E27FC236}">
                  <a16:creationId xmlns:a16="http://schemas.microsoft.com/office/drawing/2014/main" id="{DF4F5849-6A00-5941-95D7-213BB83E3E5E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52" name="Teardrop 2351">
              <a:extLst>
                <a:ext uri="{FF2B5EF4-FFF2-40B4-BE49-F238E27FC236}">
                  <a16:creationId xmlns:a16="http://schemas.microsoft.com/office/drawing/2014/main" id="{6522E262-6EB3-2B43-A6B0-5066B4D48D5E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53" name="Teardrop 2352">
              <a:extLst>
                <a:ext uri="{FF2B5EF4-FFF2-40B4-BE49-F238E27FC236}">
                  <a16:creationId xmlns:a16="http://schemas.microsoft.com/office/drawing/2014/main" id="{6DBD7E3F-A111-0849-8D61-D6930B182DAA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54" name="Teardrop 2353">
              <a:extLst>
                <a:ext uri="{FF2B5EF4-FFF2-40B4-BE49-F238E27FC236}">
                  <a16:creationId xmlns:a16="http://schemas.microsoft.com/office/drawing/2014/main" id="{83679252-7E67-5747-904F-919609839D4E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263" name="Group 2262">
            <a:extLst>
              <a:ext uri="{FF2B5EF4-FFF2-40B4-BE49-F238E27FC236}">
                <a16:creationId xmlns:a16="http://schemas.microsoft.com/office/drawing/2014/main" id="{5C791ADA-6126-214C-A10F-2D0AA72A7D70}"/>
              </a:ext>
            </a:extLst>
          </p:cNvPr>
          <p:cNvGrpSpPr/>
          <p:nvPr/>
        </p:nvGrpSpPr>
        <p:grpSpPr>
          <a:xfrm rot="20726076">
            <a:off x="7842819" y="3551881"/>
            <a:ext cx="202364" cy="373937"/>
            <a:chOff x="3510479" y="1211170"/>
            <a:chExt cx="2079479" cy="2629470"/>
          </a:xfrm>
        </p:grpSpPr>
        <p:sp>
          <p:nvSpPr>
            <p:cNvPr id="2295" name="Oval 1">
              <a:extLst>
                <a:ext uri="{FF2B5EF4-FFF2-40B4-BE49-F238E27FC236}">
                  <a16:creationId xmlns:a16="http://schemas.microsoft.com/office/drawing/2014/main" id="{C14FF009-D63C-DE4B-9A62-DA3364913374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6" name="Teardrop 2295">
              <a:extLst>
                <a:ext uri="{FF2B5EF4-FFF2-40B4-BE49-F238E27FC236}">
                  <a16:creationId xmlns:a16="http://schemas.microsoft.com/office/drawing/2014/main" id="{C8EF9976-9417-6B46-8279-F534AC6AB1A8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7" name="Teardrop 2296">
              <a:extLst>
                <a:ext uri="{FF2B5EF4-FFF2-40B4-BE49-F238E27FC236}">
                  <a16:creationId xmlns:a16="http://schemas.microsoft.com/office/drawing/2014/main" id="{0FCF7E5F-999A-5441-8824-0EACF66BB79B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8" name="Teardrop 2297">
              <a:extLst>
                <a:ext uri="{FF2B5EF4-FFF2-40B4-BE49-F238E27FC236}">
                  <a16:creationId xmlns:a16="http://schemas.microsoft.com/office/drawing/2014/main" id="{AB5CB8CE-A3FA-B740-BCAB-EFC5C37A8125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9" name="Teardrop 2298">
              <a:extLst>
                <a:ext uri="{FF2B5EF4-FFF2-40B4-BE49-F238E27FC236}">
                  <a16:creationId xmlns:a16="http://schemas.microsoft.com/office/drawing/2014/main" id="{B82DFCD7-CDE3-094F-B2B7-58E259934BAD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0" name="Teardrop 2299">
              <a:extLst>
                <a:ext uri="{FF2B5EF4-FFF2-40B4-BE49-F238E27FC236}">
                  <a16:creationId xmlns:a16="http://schemas.microsoft.com/office/drawing/2014/main" id="{78C57477-BA32-1C4C-9424-BDB6E931F551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1" name="Teardrop 2300">
              <a:extLst>
                <a:ext uri="{FF2B5EF4-FFF2-40B4-BE49-F238E27FC236}">
                  <a16:creationId xmlns:a16="http://schemas.microsoft.com/office/drawing/2014/main" id="{100AECB9-BC25-204E-A66B-8A0119D1945F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2" name="Teardrop 2301">
              <a:extLst>
                <a:ext uri="{FF2B5EF4-FFF2-40B4-BE49-F238E27FC236}">
                  <a16:creationId xmlns:a16="http://schemas.microsoft.com/office/drawing/2014/main" id="{9FE34CD8-009D-6F4F-BFFA-4E88D3EA492C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3" name="Teardrop 2302">
              <a:extLst>
                <a:ext uri="{FF2B5EF4-FFF2-40B4-BE49-F238E27FC236}">
                  <a16:creationId xmlns:a16="http://schemas.microsoft.com/office/drawing/2014/main" id="{0A4F8939-C8C7-374D-9DFF-A2A8DE83BA8F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4" name="Teardrop 2303">
              <a:extLst>
                <a:ext uri="{FF2B5EF4-FFF2-40B4-BE49-F238E27FC236}">
                  <a16:creationId xmlns:a16="http://schemas.microsoft.com/office/drawing/2014/main" id="{01FEDFBC-9AB9-EB48-BC47-533320C96A69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5" name="Teardrop 2304">
              <a:extLst>
                <a:ext uri="{FF2B5EF4-FFF2-40B4-BE49-F238E27FC236}">
                  <a16:creationId xmlns:a16="http://schemas.microsoft.com/office/drawing/2014/main" id="{682E2981-04E7-4349-BE5E-C2427181D257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6" name="Teardrop 2305">
              <a:extLst>
                <a:ext uri="{FF2B5EF4-FFF2-40B4-BE49-F238E27FC236}">
                  <a16:creationId xmlns:a16="http://schemas.microsoft.com/office/drawing/2014/main" id="{7FE17C2E-96F0-5445-8737-04416EDADF13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7" name="Teardrop 2306">
              <a:extLst>
                <a:ext uri="{FF2B5EF4-FFF2-40B4-BE49-F238E27FC236}">
                  <a16:creationId xmlns:a16="http://schemas.microsoft.com/office/drawing/2014/main" id="{6739B0D8-C67D-D84D-8015-D5A45CD20590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8" name="Teardrop 2307">
              <a:extLst>
                <a:ext uri="{FF2B5EF4-FFF2-40B4-BE49-F238E27FC236}">
                  <a16:creationId xmlns:a16="http://schemas.microsoft.com/office/drawing/2014/main" id="{7F9263CF-4424-AD44-850F-CC783F3C0254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09" name="Teardrop 2308">
              <a:extLst>
                <a:ext uri="{FF2B5EF4-FFF2-40B4-BE49-F238E27FC236}">
                  <a16:creationId xmlns:a16="http://schemas.microsoft.com/office/drawing/2014/main" id="{599381CB-9F25-C74B-BDD5-01931AC12050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0" name="Teardrop 2309">
              <a:extLst>
                <a:ext uri="{FF2B5EF4-FFF2-40B4-BE49-F238E27FC236}">
                  <a16:creationId xmlns:a16="http://schemas.microsoft.com/office/drawing/2014/main" id="{2A78133A-B046-6548-9C69-E8AEA1B99052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1" name="Teardrop 2310">
              <a:extLst>
                <a:ext uri="{FF2B5EF4-FFF2-40B4-BE49-F238E27FC236}">
                  <a16:creationId xmlns:a16="http://schemas.microsoft.com/office/drawing/2014/main" id="{113F1B91-EA3D-C145-B8EA-2028C03B6C91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2" name="Teardrop 2311">
              <a:extLst>
                <a:ext uri="{FF2B5EF4-FFF2-40B4-BE49-F238E27FC236}">
                  <a16:creationId xmlns:a16="http://schemas.microsoft.com/office/drawing/2014/main" id="{941ADC21-6F94-D440-839C-28E7ED783B9F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3" name="Teardrop 2312">
              <a:extLst>
                <a:ext uri="{FF2B5EF4-FFF2-40B4-BE49-F238E27FC236}">
                  <a16:creationId xmlns:a16="http://schemas.microsoft.com/office/drawing/2014/main" id="{704F251B-5A81-A44B-A34F-831D1612B40F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4" name="Teardrop 2313">
              <a:extLst>
                <a:ext uri="{FF2B5EF4-FFF2-40B4-BE49-F238E27FC236}">
                  <a16:creationId xmlns:a16="http://schemas.microsoft.com/office/drawing/2014/main" id="{D8DD81C4-000B-434F-8601-45AD38ACF682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5" name="Teardrop 2314">
              <a:extLst>
                <a:ext uri="{FF2B5EF4-FFF2-40B4-BE49-F238E27FC236}">
                  <a16:creationId xmlns:a16="http://schemas.microsoft.com/office/drawing/2014/main" id="{BCCE2673-03BD-0540-AC01-3B845F28852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6" name="Teardrop 2315">
              <a:extLst>
                <a:ext uri="{FF2B5EF4-FFF2-40B4-BE49-F238E27FC236}">
                  <a16:creationId xmlns:a16="http://schemas.microsoft.com/office/drawing/2014/main" id="{53727BED-90B7-5C4B-8C2A-C1C9E9E8C04A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7" name="Teardrop 2316">
              <a:extLst>
                <a:ext uri="{FF2B5EF4-FFF2-40B4-BE49-F238E27FC236}">
                  <a16:creationId xmlns:a16="http://schemas.microsoft.com/office/drawing/2014/main" id="{26013135-66BD-AB45-988C-4D47752BFC4B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8" name="Teardrop 2317">
              <a:extLst>
                <a:ext uri="{FF2B5EF4-FFF2-40B4-BE49-F238E27FC236}">
                  <a16:creationId xmlns:a16="http://schemas.microsoft.com/office/drawing/2014/main" id="{FA811860-6DCB-EE4B-9F4A-3542F7A88B92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19" name="Teardrop 2318">
              <a:extLst>
                <a:ext uri="{FF2B5EF4-FFF2-40B4-BE49-F238E27FC236}">
                  <a16:creationId xmlns:a16="http://schemas.microsoft.com/office/drawing/2014/main" id="{22E7DADF-9498-8049-B1D4-5DBC5EAE6CCF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0" name="Teardrop 2319">
              <a:extLst>
                <a:ext uri="{FF2B5EF4-FFF2-40B4-BE49-F238E27FC236}">
                  <a16:creationId xmlns:a16="http://schemas.microsoft.com/office/drawing/2014/main" id="{3EDBBCF7-F6F1-A047-A222-A5B997F44854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1" name="Teardrop 2320">
              <a:extLst>
                <a:ext uri="{FF2B5EF4-FFF2-40B4-BE49-F238E27FC236}">
                  <a16:creationId xmlns:a16="http://schemas.microsoft.com/office/drawing/2014/main" id="{C584700E-B014-EA43-B407-033A9641E8AD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2" name="Teardrop 2321">
              <a:extLst>
                <a:ext uri="{FF2B5EF4-FFF2-40B4-BE49-F238E27FC236}">
                  <a16:creationId xmlns:a16="http://schemas.microsoft.com/office/drawing/2014/main" id="{1DC836C6-D089-D845-B77A-7E493B606707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3" name="Teardrop 2322">
              <a:extLst>
                <a:ext uri="{FF2B5EF4-FFF2-40B4-BE49-F238E27FC236}">
                  <a16:creationId xmlns:a16="http://schemas.microsoft.com/office/drawing/2014/main" id="{6CE5B6C2-49CC-B145-B7D9-25F44D37C368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324" name="Teardrop 2323">
              <a:extLst>
                <a:ext uri="{FF2B5EF4-FFF2-40B4-BE49-F238E27FC236}">
                  <a16:creationId xmlns:a16="http://schemas.microsoft.com/office/drawing/2014/main" id="{2288B35C-B0FF-4544-A300-7F970A6A7C63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264" name="Group 2263">
            <a:extLst>
              <a:ext uri="{FF2B5EF4-FFF2-40B4-BE49-F238E27FC236}">
                <a16:creationId xmlns:a16="http://schemas.microsoft.com/office/drawing/2014/main" id="{74969282-6C6A-804B-87EF-CD6827F4EAFE}"/>
              </a:ext>
            </a:extLst>
          </p:cNvPr>
          <p:cNvGrpSpPr/>
          <p:nvPr/>
        </p:nvGrpSpPr>
        <p:grpSpPr>
          <a:xfrm rot="21065350">
            <a:off x="7388545" y="3943062"/>
            <a:ext cx="202364" cy="373937"/>
            <a:chOff x="3510479" y="1211170"/>
            <a:chExt cx="2079479" cy="2629470"/>
          </a:xfrm>
        </p:grpSpPr>
        <p:sp>
          <p:nvSpPr>
            <p:cNvPr id="2265" name="Oval 1">
              <a:extLst>
                <a:ext uri="{FF2B5EF4-FFF2-40B4-BE49-F238E27FC236}">
                  <a16:creationId xmlns:a16="http://schemas.microsoft.com/office/drawing/2014/main" id="{B88E2417-7D44-A34F-971A-0092557D0F92}"/>
                </a:ext>
              </a:extLst>
            </p:cNvPr>
            <p:cNvSpPr/>
            <p:nvPr/>
          </p:nvSpPr>
          <p:spPr>
            <a:xfrm>
              <a:off x="3674951" y="1470415"/>
              <a:ext cx="1740876" cy="2370225"/>
            </a:xfrm>
            <a:custGeom>
              <a:avLst/>
              <a:gdLst>
                <a:gd name="connsiteX0" fmla="*/ 0 w 1674688"/>
                <a:gd name="connsiteY0" fmla="*/ 1101947 h 2203893"/>
                <a:gd name="connsiteX1" fmla="*/ 837344 w 1674688"/>
                <a:gd name="connsiteY1" fmla="*/ 0 h 2203893"/>
                <a:gd name="connsiteX2" fmla="*/ 1674688 w 1674688"/>
                <a:gd name="connsiteY2" fmla="*/ 1101947 h 2203893"/>
                <a:gd name="connsiteX3" fmla="*/ 837344 w 1674688"/>
                <a:gd name="connsiteY3" fmla="*/ 2203894 h 2203893"/>
                <a:gd name="connsiteX4" fmla="*/ 0 w 1674688"/>
                <a:gd name="connsiteY4" fmla="*/ 1101947 h 2203893"/>
                <a:gd name="connsiteX0" fmla="*/ 15000 w 1689688"/>
                <a:gd name="connsiteY0" fmla="*/ 1101947 h 2264508"/>
                <a:gd name="connsiteX1" fmla="*/ 852344 w 1689688"/>
                <a:gd name="connsiteY1" fmla="*/ 0 h 2264508"/>
                <a:gd name="connsiteX2" fmla="*/ 1689688 w 1689688"/>
                <a:gd name="connsiteY2" fmla="*/ 1101947 h 2264508"/>
                <a:gd name="connsiteX3" fmla="*/ 852344 w 1689688"/>
                <a:gd name="connsiteY3" fmla="*/ 2203894 h 2264508"/>
                <a:gd name="connsiteX4" fmla="*/ 354048 w 1689688"/>
                <a:gd name="connsiteY4" fmla="*/ 2012657 h 2264508"/>
                <a:gd name="connsiteX5" fmla="*/ 15000 w 1689688"/>
                <a:gd name="connsiteY5" fmla="*/ 1101947 h 2264508"/>
                <a:gd name="connsiteX0" fmla="*/ 24303 w 1698991"/>
                <a:gd name="connsiteY0" fmla="*/ 1101947 h 2279713"/>
                <a:gd name="connsiteX1" fmla="*/ 861647 w 1698991"/>
                <a:gd name="connsiteY1" fmla="*/ 0 h 2279713"/>
                <a:gd name="connsiteX2" fmla="*/ 1698991 w 1698991"/>
                <a:gd name="connsiteY2" fmla="*/ 1101947 h 2279713"/>
                <a:gd name="connsiteX3" fmla="*/ 861647 w 1698991"/>
                <a:gd name="connsiteY3" fmla="*/ 2203894 h 2279713"/>
                <a:gd name="connsiteX4" fmla="*/ 281158 w 1698991"/>
                <a:gd name="connsiteY4" fmla="*/ 2064028 h 2279713"/>
                <a:gd name="connsiteX5" fmla="*/ 24303 w 1698991"/>
                <a:gd name="connsiteY5" fmla="*/ 1101947 h 2279713"/>
                <a:gd name="connsiteX0" fmla="*/ 24303 w 1702644"/>
                <a:gd name="connsiteY0" fmla="*/ 1101947 h 2212262"/>
                <a:gd name="connsiteX1" fmla="*/ 861647 w 1702644"/>
                <a:gd name="connsiteY1" fmla="*/ 0 h 2212262"/>
                <a:gd name="connsiteX2" fmla="*/ 1698991 w 1702644"/>
                <a:gd name="connsiteY2" fmla="*/ 1101947 h 2212262"/>
                <a:gd name="connsiteX3" fmla="*/ 1154462 w 1702644"/>
                <a:gd name="connsiteY3" fmla="*/ 2012656 h 2212262"/>
                <a:gd name="connsiteX4" fmla="*/ 861647 w 1702644"/>
                <a:gd name="connsiteY4" fmla="*/ 2203894 h 2212262"/>
                <a:gd name="connsiteX5" fmla="*/ 281158 w 1702644"/>
                <a:gd name="connsiteY5" fmla="*/ 2064028 h 2212262"/>
                <a:gd name="connsiteX6" fmla="*/ 24303 w 1702644"/>
                <a:gd name="connsiteY6" fmla="*/ 1101947 h 2212262"/>
                <a:gd name="connsiteX0" fmla="*/ 24303 w 1707293"/>
                <a:gd name="connsiteY0" fmla="*/ 1101947 h 2208459"/>
                <a:gd name="connsiteX1" fmla="*/ 861647 w 1707293"/>
                <a:gd name="connsiteY1" fmla="*/ 0 h 2208459"/>
                <a:gd name="connsiteX2" fmla="*/ 1698991 w 1707293"/>
                <a:gd name="connsiteY2" fmla="*/ 1101947 h 2208459"/>
                <a:gd name="connsiteX3" fmla="*/ 1431864 w 1707293"/>
                <a:gd name="connsiteY3" fmla="*/ 2064027 h 2208459"/>
                <a:gd name="connsiteX4" fmla="*/ 861647 w 1707293"/>
                <a:gd name="connsiteY4" fmla="*/ 2203894 h 2208459"/>
                <a:gd name="connsiteX5" fmla="*/ 281158 w 1707293"/>
                <a:gd name="connsiteY5" fmla="*/ 2064028 h 2208459"/>
                <a:gd name="connsiteX6" fmla="*/ 24303 w 1707293"/>
                <a:gd name="connsiteY6" fmla="*/ 1101947 h 2208459"/>
                <a:gd name="connsiteX0" fmla="*/ 24303 w 1709160"/>
                <a:gd name="connsiteY0" fmla="*/ 1101947 h 2221000"/>
                <a:gd name="connsiteX1" fmla="*/ 861647 w 1709160"/>
                <a:gd name="connsiteY1" fmla="*/ 0 h 2221000"/>
                <a:gd name="connsiteX2" fmla="*/ 1698991 w 1709160"/>
                <a:gd name="connsiteY2" fmla="*/ 1101947 h 2221000"/>
                <a:gd name="connsiteX3" fmla="*/ 1472961 w 1709160"/>
                <a:gd name="connsiteY3" fmla="*/ 2094849 h 2221000"/>
                <a:gd name="connsiteX4" fmla="*/ 861647 w 1709160"/>
                <a:gd name="connsiteY4" fmla="*/ 2203894 h 2221000"/>
                <a:gd name="connsiteX5" fmla="*/ 281158 w 1709160"/>
                <a:gd name="connsiteY5" fmla="*/ 2064028 h 2221000"/>
                <a:gd name="connsiteX6" fmla="*/ 24303 w 1709160"/>
                <a:gd name="connsiteY6" fmla="*/ 1101947 h 2221000"/>
                <a:gd name="connsiteX0" fmla="*/ 24303 w 1707695"/>
                <a:gd name="connsiteY0" fmla="*/ 1101947 h 2209220"/>
                <a:gd name="connsiteX1" fmla="*/ 861647 w 1707695"/>
                <a:gd name="connsiteY1" fmla="*/ 0 h 2209220"/>
                <a:gd name="connsiteX2" fmla="*/ 1698991 w 1707695"/>
                <a:gd name="connsiteY2" fmla="*/ 1101947 h 2209220"/>
                <a:gd name="connsiteX3" fmla="*/ 1442139 w 1707695"/>
                <a:gd name="connsiteY3" fmla="*/ 2053752 h 2209220"/>
                <a:gd name="connsiteX4" fmla="*/ 861647 w 1707695"/>
                <a:gd name="connsiteY4" fmla="*/ 2203894 h 2209220"/>
                <a:gd name="connsiteX5" fmla="*/ 281158 w 1707695"/>
                <a:gd name="connsiteY5" fmla="*/ 2064028 h 2209220"/>
                <a:gd name="connsiteX6" fmla="*/ 24303 w 1707695"/>
                <a:gd name="connsiteY6" fmla="*/ 1101947 h 2209220"/>
                <a:gd name="connsiteX0" fmla="*/ 24303 w 1707695"/>
                <a:gd name="connsiteY0" fmla="*/ 1169006 h 2276279"/>
                <a:gd name="connsiteX1" fmla="*/ 492844 w 1707695"/>
                <a:gd name="connsiteY1" fmla="*/ 235099 h 2276279"/>
                <a:gd name="connsiteX2" fmla="*/ 861647 w 1707695"/>
                <a:gd name="connsiteY2" fmla="*/ 67059 h 2276279"/>
                <a:gd name="connsiteX3" fmla="*/ 1698991 w 1707695"/>
                <a:gd name="connsiteY3" fmla="*/ 1169006 h 2276279"/>
                <a:gd name="connsiteX4" fmla="*/ 1442139 w 1707695"/>
                <a:gd name="connsiteY4" fmla="*/ 2120811 h 2276279"/>
                <a:gd name="connsiteX5" fmla="*/ 861647 w 1707695"/>
                <a:gd name="connsiteY5" fmla="*/ 2270953 h 2276279"/>
                <a:gd name="connsiteX6" fmla="*/ 281158 w 1707695"/>
                <a:gd name="connsiteY6" fmla="*/ 2131087 h 2276279"/>
                <a:gd name="connsiteX7" fmla="*/ 24303 w 1707695"/>
                <a:gd name="connsiteY7" fmla="*/ 1169006 h 2276279"/>
                <a:gd name="connsiteX0" fmla="*/ 10402 w 1693794"/>
                <a:gd name="connsiteY0" fmla="*/ 1166438 h 2273711"/>
                <a:gd name="connsiteX1" fmla="*/ 595309 w 1693794"/>
                <a:gd name="connsiteY1" fmla="*/ 241496 h 2273711"/>
                <a:gd name="connsiteX2" fmla="*/ 847746 w 1693794"/>
                <a:gd name="connsiteY2" fmla="*/ 64491 h 2273711"/>
                <a:gd name="connsiteX3" fmla="*/ 1685090 w 1693794"/>
                <a:gd name="connsiteY3" fmla="*/ 1166438 h 2273711"/>
                <a:gd name="connsiteX4" fmla="*/ 1428238 w 1693794"/>
                <a:gd name="connsiteY4" fmla="*/ 2118243 h 2273711"/>
                <a:gd name="connsiteX5" fmla="*/ 847746 w 1693794"/>
                <a:gd name="connsiteY5" fmla="*/ 2268385 h 2273711"/>
                <a:gd name="connsiteX6" fmla="*/ 267257 w 1693794"/>
                <a:gd name="connsiteY6" fmla="*/ 2128519 h 2273711"/>
                <a:gd name="connsiteX7" fmla="*/ 10402 w 1693794"/>
                <a:gd name="connsiteY7" fmla="*/ 1166438 h 2273711"/>
                <a:gd name="connsiteX0" fmla="*/ 10402 w 1698907"/>
                <a:gd name="connsiteY0" fmla="*/ 1102317 h 2209590"/>
                <a:gd name="connsiteX1" fmla="*/ 595309 w 1698907"/>
                <a:gd name="connsiteY1" fmla="*/ 177375 h 2209590"/>
                <a:gd name="connsiteX2" fmla="*/ 847746 w 1698907"/>
                <a:gd name="connsiteY2" fmla="*/ 370 h 2209590"/>
                <a:gd name="connsiteX3" fmla="*/ 1033396 w 1698907"/>
                <a:gd name="connsiteY3" fmla="*/ 186341 h 2209590"/>
                <a:gd name="connsiteX4" fmla="*/ 1685090 w 1698907"/>
                <a:gd name="connsiteY4" fmla="*/ 1102317 h 2209590"/>
                <a:gd name="connsiteX5" fmla="*/ 1428238 w 1698907"/>
                <a:gd name="connsiteY5" fmla="*/ 2054122 h 2209590"/>
                <a:gd name="connsiteX6" fmla="*/ 847746 w 1698907"/>
                <a:gd name="connsiteY6" fmla="*/ 2204264 h 2209590"/>
                <a:gd name="connsiteX7" fmla="*/ 267257 w 1698907"/>
                <a:gd name="connsiteY7" fmla="*/ 2064398 h 2209590"/>
                <a:gd name="connsiteX8" fmla="*/ 10402 w 1698907"/>
                <a:gd name="connsiteY8" fmla="*/ 1102317 h 2209590"/>
                <a:gd name="connsiteX0" fmla="*/ 10402 w 1698907"/>
                <a:gd name="connsiteY0" fmla="*/ 1103677 h 2210950"/>
                <a:gd name="connsiteX1" fmla="*/ 595309 w 1698907"/>
                <a:gd name="connsiteY1" fmla="*/ 178735 h 2210950"/>
                <a:gd name="connsiteX2" fmla="*/ 847746 w 1698907"/>
                <a:gd name="connsiteY2" fmla="*/ 1730 h 2210950"/>
                <a:gd name="connsiteX3" fmla="*/ 1047086 w 1698907"/>
                <a:gd name="connsiteY3" fmla="*/ 214595 h 2210950"/>
                <a:gd name="connsiteX4" fmla="*/ 1685090 w 1698907"/>
                <a:gd name="connsiteY4" fmla="*/ 1103677 h 2210950"/>
                <a:gd name="connsiteX5" fmla="*/ 1428238 w 1698907"/>
                <a:gd name="connsiteY5" fmla="*/ 2055482 h 2210950"/>
                <a:gd name="connsiteX6" fmla="*/ 847746 w 1698907"/>
                <a:gd name="connsiteY6" fmla="*/ 2205624 h 2210950"/>
                <a:gd name="connsiteX7" fmla="*/ 267257 w 1698907"/>
                <a:gd name="connsiteY7" fmla="*/ 2065758 h 2210950"/>
                <a:gd name="connsiteX8" fmla="*/ 10402 w 1698907"/>
                <a:gd name="connsiteY8" fmla="*/ 1103677 h 2210950"/>
                <a:gd name="connsiteX0" fmla="*/ 9076 w 1697581"/>
                <a:gd name="connsiteY0" fmla="*/ 1101998 h 2209271"/>
                <a:gd name="connsiteX1" fmla="*/ 566602 w 1697581"/>
                <a:gd name="connsiteY1" fmla="*/ 221879 h 2209271"/>
                <a:gd name="connsiteX2" fmla="*/ 846420 w 1697581"/>
                <a:gd name="connsiteY2" fmla="*/ 51 h 2209271"/>
                <a:gd name="connsiteX3" fmla="*/ 1045760 w 1697581"/>
                <a:gd name="connsiteY3" fmla="*/ 212916 h 2209271"/>
                <a:gd name="connsiteX4" fmla="*/ 1683764 w 1697581"/>
                <a:gd name="connsiteY4" fmla="*/ 1101998 h 2209271"/>
                <a:gd name="connsiteX5" fmla="*/ 1426912 w 1697581"/>
                <a:gd name="connsiteY5" fmla="*/ 2053803 h 2209271"/>
                <a:gd name="connsiteX6" fmla="*/ 846420 w 1697581"/>
                <a:gd name="connsiteY6" fmla="*/ 2203945 h 2209271"/>
                <a:gd name="connsiteX7" fmla="*/ 265931 w 1697581"/>
                <a:gd name="connsiteY7" fmla="*/ 2064079 h 2209271"/>
                <a:gd name="connsiteX8" fmla="*/ 9076 w 1697581"/>
                <a:gd name="connsiteY8" fmla="*/ 1101998 h 2209271"/>
                <a:gd name="connsiteX0" fmla="*/ 9076 w 1697581"/>
                <a:gd name="connsiteY0" fmla="*/ 1101998 h 2231919"/>
                <a:gd name="connsiteX1" fmla="*/ 566602 w 1697581"/>
                <a:gd name="connsiteY1" fmla="*/ 221879 h 2231919"/>
                <a:gd name="connsiteX2" fmla="*/ 846420 w 1697581"/>
                <a:gd name="connsiteY2" fmla="*/ 51 h 2231919"/>
                <a:gd name="connsiteX3" fmla="*/ 1045760 w 1697581"/>
                <a:gd name="connsiteY3" fmla="*/ 212916 h 2231919"/>
                <a:gd name="connsiteX4" fmla="*/ 1683764 w 1697581"/>
                <a:gd name="connsiteY4" fmla="*/ 1101998 h 2231919"/>
                <a:gd name="connsiteX5" fmla="*/ 1426912 w 1697581"/>
                <a:gd name="connsiteY5" fmla="*/ 2053803 h 2231919"/>
                <a:gd name="connsiteX6" fmla="*/ 846420 w 1697581"/>
                <a:gd name="connsiteY6" fmla="*/ 2203945 h 2231919"/>
                <a:gd name="connsiteX7" fmla="*/ 265931 w 1697581"/>
                <a:gd name="connsiteY7" fmla="*/ 1704483 h 2231919"/>
                <a:gd name="connsiteX8" fmla="*/ 9076 w 1697581"/>
                <a:gd name="connsiteY8" fmla="*/ 1101998 h 2231919"/>
                <a:gd name="connsiteX0" fmla="*/ 9076 w 1695336"/>
                <a:gd name="connsiteY0" fmla="*/ 1101998 h 2204052"/>
                <a:gd name="connsiteX1" fmla="*/ 566602 w 1695336"/>
                <a:gd name="connsiteY1" fmla="*/ 221879 h 2204052"/>
                <a:gd name="connsiteX2" fmla="*/ 846420 w 1695336"/>
                <a:gd name="connsiteY2" fmla="*/ 51 h 2204052"/>
                <a:gd name="connsiteX3" fmla="*/ 1045760 w 1695336"/>
                <a:gd name="connsiteY3" fmla="*/ 212916 h 2204052"/>
                <a:gd name="connsiteX4" fmla="*/ 1683764 w 1695336"/>
                <a:gd name="connsiteY4" fmla="*/ 1101998 h 2204052"/>
                <a:gd name="connsiteX5" fmla="*/ 1379843 w 1695336"/>
                <a:gd name="connsiteY5" fmla="*/ 1663385 h 2204052"/>
                <a:gd name="connsiteX6" fmla="*/ 846420 w 1695336"/>
                <a:gd name="connsiteY6" fmla="*/ 2203945 h 2204052"/>
                <a:gd name="connsiteX7" fmla="*/ 265931 w 1695336"/>
                <a:gd name="connsiteY7" fmla="*/ 1704483 h 2204052"/>
                <a:gd name="connsiteX8" fmla="*/ 9076 w 1695336"/>
                <a:gd name="connsiteY8" fmla="*/ 1101998 h 2204052"/>
                <a:gd name="connsiteX0" fmla="*/ 9076 w 1702265"/>
                <a:gd name="connsiteY0" fmla="*/ 1101998 h 2204235"/>
                <a:gd name="connsiteX1" fmla="*/ 566602 w 1702265"/>
                <a:gd name="connsiteY1" fmla="*/ 221879 h 2204235"/>
                <a:gd name="connsiteX2" fmla="*/ 846420 w 1702265"/>
                <a:gd name="connsiteY2" fmla="*/ 51 h 2204235"/>
                <a:gd name="connsiteX3" fmla="*/ 1045760 w 1702265"/>
                <a:gd name="connsiteY3" fmla="*/ 212916 h 2204235"/>
                <a:gd name="connsiteX4" fmla="*/ 1683764 w 1702265"/>
                <a:gd name="connsiteY4" fmla="*/ 1101998 h 2204235"/>
                <a:gd name="connsiteX5" fmla="*/ 1489673 w 1702265"/>
                <a:gd name="connsiteY5" fmla="*/ 1766127 h 2204235"/>
                <a:gd name="connsiteX6" fmla="*/ 846420 w 1702265"/>
                <a:gd name="connsiteY6" fmla="*/ 2203945 h 2204235"/>
                <a:gd name="connsiteX7" fmla="*/ 265931 w 1702265"/>
                <a:gd name="connsiteY7" fmla="*/ 1704483 h 2204235"/>
                <a:gd name="connsiteX8" fmla="*/ 9076 w 1702265"/>
                <a:gd name="connsiteY8" fmla="*/ 1101998 h 2204235"/>
                <a:gd name="connsiteX0" fmla="*/ 9076 w 1691229"/>
                <a:gd name="connsiteY0" fmla="*/ 1101998 h 2213666"/>
                <a:gd name="connsiteX1" fmla="*/ 566602 w 1691229"/>
                <a:gd name="connsiteY1" fmla="*/ 221879 h 2213666"/>
                <a:gd name="connsiteX2" fmla="*/ 846420 w 1691229"/>
                <a:gd name="connsiteY2" fmla="*/ 51 h 2213666"/>
                <a:gd name="connsiteX3" fmla="*/ 1045760 w 1691229"/>
                <a:gd name="connsiteY3" fmla="*/ 212916 h 2213666"/>
                <a:gd name="connsiteX4" fmla="*/ 1683764 w 1691229"/>
                <a:gd name="connsiteY4" fmla="*/ 1101998 h 2213666"/>
                <a:gd name="connsiteX5" fmla="*/ 1222945 w 1691229"/>
                <a:gd name="connsiteY5" fmla="*/ 1961336 h 2213666"/>
                <a:gd name="connsiteX6" fmla="*/ 846420 w 1691229"/>
                <a:gd name="connsiteY6" fmla="*/ 2203945 h 2213666"/>
                <a:gd name="connsiteX7" fmla="*/ 265931 w 1691229"/>
                <a:gd name="connsiteY7" fmla="*/ 1704483 h 2213666"/>
                <a:gd name="connsiteX8" fmla="*/ 9076 w 1691229"/>
                <a:gd name="connsiteY8" fmla="*/ 1101998 h 2213666"/>
                <a:gd name="connsiteX0" fmla="*/ 183 w 1682336"/>
                <a:gd name="connsiteY0" fmla="*/ 1101998 h 2204431"/>
                <a:gd name="connsiteX1" fmla="*/ 557709 w 1682336"/>
                <a:gd name="connsiteY1" fmla="*/ 221879 h 2204431"/>
                <a:gd name="connsiteX2" fmla="*/ 837527 w 1682336"/>
                <a:gd name="connsiteY2" fmla="*/ 51 h 2204431"/>
                <a:gd name="connsiteX3" fmla="*/ 1036867 w 1682336"/>
                <a:gd name="connsiteY3" fmla="*/ 212916 h 2204431"/>
                <a:gd name="connsiteX4" fmla="*/ 1674871 w 1682336"/>
                <a:gd name="connsiteY4" fmla="*/ 1101998 h 2204431"/>
                <a:gd name="connsiteX5" fmla="*/ 1214052 w 1682336"/>
                <a:gd name="connsiteY5" fmla="*/ 1961336 h 2204431"/>
                <a:gd name="connsiteX6" fmla="*/ 837527 w 1682336"/>
                <a:gd name="connsiteY6" fmla="*/ 2203945 h 2204431"/>
                <a:gd name="connsiteX7" fmla="*/ 500231 w 1682336"/>
                <a:gd name="connsiteY7" fmla="*/ 1992160 h 2204431"/>
                <a:gd name="connsiteX8" fmla="*/ 183 w 1682336"/>
                <a:gd name="connsiteY8" fmla="*/ 1101998 h 2204431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0614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183 w 1682336"/>
                <a:gd name="connsiteY0" fmla="*/ 1101998 h 2265788"/>
                <a:gd name="connsiteX1" fmla="*/ 557709 w 1682336"/>
                <a:gd name="connsiteY1" fmla="*/ 221879 h 2265788"/>
                <a:gd name="connsiteX2" fmla="*/ 837527 w 1682336"/>
                <a:gd name="connsiteY2" fmla="*/ 51 h 2265788"/>
                <a:gd name="connsiteX3" fmla="*/ 1036867 w 1682336"/>
                <a:gd name="connsiteY3" fmla="*/ 212916 h 2265788"/>
                <a:gd name="connsiteX4" fmla="*/ 1674871 w 1682336"/>
                <a:gd name="connsiteY4" fmla="*/ 1101998 h 2265788"/>
                <a:gd name="connsiteX5" fmla="*/ 1214052 w 1682336"/>
                <a:gd name="connsiteY5" fmla="*/ 1961336 h 2265788"/>
                <a:gd name="connsiteX6" fmla="*/ 868907 w 1682336"/>
                <a:gd name="connsiteY6" fmla="*/ 2265590 h 2265788"/>
                <a:gd name="connsiteX7" fmla="*/ 500231 w 1682336"/>
                <a:gd name="connsiteY7" fmla="*/ 1992160 h 2265788"/>
                <a:gd name="connsiteX8" fmla="*/ 183 w 1682336"/>
                <a:gd name="connsiteY8" fmla="*/ 1101998 h 2265788"/>
                <a:gd name="connsiteX0" fmla="*/ 379 w 1682532"/>
                <a:gd name="connsiteY0" fmla="*/ 1101998 h 2265853"/>
                <a:gd name="connsiteX1" fmla="*/ 557905 w 1682532"/>
                <a:gd name="connsiteY1" fmla="*/ 221879 h 2265853"/>
                <a:gd name="connsiteX2" fmla="*/ 837723 w 1682532"/>
                <a:gd name="connsiteY2" fmla="*/ 51 h 2265853"/>
                <a:gd name="connsiteX3" fmla="*/ 1037063 w 1682532"/>
                <a:gd name="connsiteY3" fmla="*/ 212916 h 2265853"/>
                <a:gd name="connsiteX4" fmla="*/ 1675067 w 1682532"/>
                <a:gd name="connsiteY4" fmla="*/ 1101998 h 2265853"/>
                <a:gd name="connsiteX5" fmla="*/ 1214248 w 1682532"/>
                <a:gd name="connsiteY5" fmla="*/ 1961336 h 2265853"/>
                <a:gd name="connsiteX6" fmla="*/ 869103 w 1682532"/>
                <a:gd name="connsiteY6" fmla="*/ 2265590 h 2265853"/>
                <a:gd name="connsiteX7" fmla="*/ 476892 w 1682532"/>
                <a:gd name="connsiteY7" fmla="*/ 1920241 h 2265853"/>
                <a:gd name="connsiteX8" fmla="*/ 379 w 1682532"/>
                <a:gd name="connsiteY8" fmla="*/ 1101998 h 2265853"/>
                <a:gd name="connsiteX0" fmla="*/ 868 w 1479053"/>
                <a:gd name="connsiteY0" fmla="*/ 1471868 h 2265853"/>
                <a:gd name="connsiteX1" fmla="*/ 354426 w 1479053"/>
                <a:gd name="connsiteY1" fmla="*/ 221879 h 2265853"/>
                <a:gd name="connsiteX2" fmla="*/ 634244 w 1479053"/>
                <a:gd name="connsiteY2" fmla="*/ 51 h 2265853"/>
                <a:gd name="connsiteX3" fmla="*/ 833584 w 1479053"/>
                <a:gd name="connsiteY3" fmla="*/ 212916 h 2265853"/>
                <a:gd name="connsiteX4" fmla="*/ 1471588 w 1479053"/>
                <a:gd name="connsiteY4" fmla="*/ 1101998 h 2265853"/>
                <a:gd name="connsiteX5" fmla="*/ 1010769 w 1479053"/>
                <a:gd name="connsiteY5" fmla="*/ 1961336 h 2265853"/>
                <a:gd name="connsiteX6" fmla="*/ 665624 w 1479053"/>
                <a:gd name="connsiteY6" fmla="*/ 2265590 h 2265853"/>
                <a:gd name="connsiteX7" fmla="*/ 273413 w 1479053"/>
                <a:gd name="connsiteY7" fmla="*/ 1920241 h 2265853"/>
                <a:gd name="connsiteX8" fmla="*/ 868 w 1479053"/>
                <a:gd name="connsiteY8" fmla="*/ 1471868 h 2265853"/>
                <a:gd name="connsiteX0" fmla="*/ 30662 w 1508847"/>
                <a:gd name="connsiteY0" fmla="*/ 1471868 h 2265853"/>
                <a:gd name="connsiteX1" fmla="*/ 384220 w 1508847"/>
                <a:gd name="connsiteY1" fmla="*/ 221879 h 2265853"/>
                <a:gd name="connsiteX2" fmla="*/ 664038 w 1508847"/>
                <a:gd name="connsiteY2" fmla="*/ 51 h 2265853"/>
                <a:gd name="connsiteX3" fmla="*/ 863378 w 1508847"/>
                <a:gd name="connsiteY3" fmla="*/ 212916 h 2265853"/>
                <a:gd name="connsiteX4" fmla="*/ 1501382 w 1508847"/>
                <a:gd name="connsiteY4" fmla="*/ 1101998 h 2265853"/>
                <a:gd name="connsiteX5" fmla="*/ 1040563 w 1508847"/>
                <a:gd name="connsiteY5" fmla="*/ 1961336 h 2265853"/>
                <a:gd name="connsiteX6" fmla="*/ 695418 w 1508847"/>
                <a:gd name="connsiteY6" fmla="*/ 2265590 h 2265853"/>
                <a:gd name="connsiteX7" fmla="*/ 303207 w 1508847"/>
                <a:gd name="connsiteY7" fmla="*/ 1920241 h 2265853"/>
                <a:gd name="connsiteX8" fmla="*/ 30662 w 1508847"/>
                <a:gd name="connsiteY8" fmla="*/ 1471868 h 2265853"/>
                <a:gd name="connsiteX0" fmla="*/ 30662 w 1378714"/>
                <a:gd name="connsiteY0" fmla="*/ 1471868 h 2265853"/>
                <a:gd name="connsiteX1" fmla="*/ 384220 w 1378714"/>
                <a:gd name="connsiteY1" fmla="*/ 221879 h 2265853"/>
                <a:gd name="connsiteX2" fmla="*/ 664038 w 1378714"/>
                <a:gd name="connsiteY2" fmla="*/ 51 h 2265853"/>
                <a:gd name="connsiteX3" fmla="*/ 863378 w 1378714"/>
                <a:gd name="connsiteY3" fmla="*/ 212916 h 2265853"/>
                <a:gd name="connsiteX4" fmla="*/ 1368018 w 1378714"/>
                <a:gd name="connsiteY4" fmla="*/ 1482141 h 2265853"/>
                <a:gd name="connsiteX5" fmla="*/ 1040563 w 1378714"/>
                <a:gd name="connsiteY5" fmla="*/ 1961336 h 2265853"/>
                <a:gd name="connsiteX6" fmla="*/ 695418 w 1378714"/>
                <a:gd name="connsiteY6" fmla="*/ 2265590 h 2265853"/>
                <a:gd name="connsiteX7" fmla="*/ 303207 w 1378714"/>
                <a:gd name="connsiteY7" fmla="*/ 1920241 h 2265853"/>
                <a:gd name="connsiteX8" fmla="*/ 30662 w 1378714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5853"/>
                <a:gd name="connsiteX1" fmla="*/ 384220 w 1410699"/>
                <a:gd name="connsiteY1" fmla="*/ 221879 h 2265853"/>
                <a:gd name="connsiteX2" fmla="*/ 664038 w 1410699"/>
                <a:gd name="connsiteY2" fmla="*/ 51 h 2265853"/>
                <a:gd name="connsiteX3" fmla="*/ 863378 w 1410699"/>
                <a:gd name="connsiteY3" fmla="*/ 212916 h 2265853"/>
                <a:gd name="connsiteX4" fmla="*/ 1368018 w 1410699"/>
                <a:gd name="connsiteY4" fmla="*/ 1482141 h 2265853"/>
                <a:gd name="connsiteX5" fmla="*/ 1040563 w 1410699"/>
                <a:gd name="connsiteY5" fmla="*/ 1961336 h 2265853"/>
                <a:gd name="connsiteX6" fmla="*/ 695418 w 1410699"/>
                <a:gd name="connsiteY6" fmla="*/ 2265590 h 2265853"/>
                <a:gd name="connsiteX7" fmla="*/ 303207 w 1410699"/>
                <a:gd name="connsiteY7" fmla="*/ 1920241 h 2265853"/>
                <a:gd name="connsiteX8" fmla="*/ 30662 w 1410699"/>
                <a:gd name="connsiteY8" fmla="*/ 1471868 h 2265853"/>
                <a:gd name="connsiteX0" fmla="*/ 30662 w 1410699"/>
                <a:gd name="connsiteY0" fmla="*/ 1471868 h 2266250"/>
                <a:gd name="connsiteX1" fmla="*/ 384220 w 1410699"/>
                <a:gd name="connsiteY1" fmla="*/ 221879 h 2266250"/>
                <a:gd name="connsiteX2" fmla="*/ 664038 w 1410699"/>
                <a:gd name="connsiteY2" fmla="*/ 51 h 2266250"/>
                <a:gd name="connsiteX3" fmla="*/ 863378 w 1410699"/>
                <a:gd name="connsiteY3" fmla="*/ 212916 h 2266250"/>
                <a:gd name="connsiteX4" fmla="*/ 1368018 w 1410699"/>
                <a:gd name="connsiteY4" fmla="*/ 1482141 h 2266250"/>
                <a:gd name="connsiteX5" fmla="*/ 1071942 w 1410699"/>
                <a:gd name="connsiteY5" fmla="*/ 1981884 h 2266250"/>
                <a:gd name="connsiteX6" fmla="*/ 695418 w 1410699"/>
                <a:gd name="connsiteY6" fmla="*/ 2265590 h 2266250"/>
                <a:gd name="connsiteX7" fmla="*/ 303207 w 1410699"/>
                <a:gd name="connsiteY7" fmla="*/ 1920241 h 2266250"/>
                <a:gd name="connsiteX8" fmla="*/ 30662 w 1410699"/>
                <a:gd name="connsiteY8" fmla="*/ 1471868 h 2266250"/>
                <a:gd name="connsiteX0" fmla="*/ 30662 w 1416493"/>
                <a:gd name="connsiteY0" fmla="*/ 1504310 h 2298692"/>
                <a:gd name="connsiteX1" fmla="*/ 384220 w 1416493"/>
                <a:gd name="connsiteY1" fmla="*/ 254321 h 2298692"/>
                <a:gd name="connsiteX2" fmla="*/ 664038 w 1416493"/>
                <a:gd name="connsiteY2" fmla="*/ 32493 h 2298692"/>
                <a:gd name="connsiteX3" fmla="*/ 949672 w 1416493"/>
                <a:gd name="connsiteY3" fmla="*/ 122068 h 2298692"/>
                <a:gd name="connsiteX4" fmla="*/ 1368018 w 1416493"/>
                <a:gd name="connsiteY4" fmla="*/ 1514583 h 2298692"/>
                <a:gd name="connsiteX5" fmla="*/ 1071942 w 1416493"/>
                <a:gd name="connsiteY5" fmla="*/ 2014326 h 2298692"/>
                <a:gd name="connsiteX6" fmla="*/ 695418 w 1416493"/>
                <a:gd name="connsiteY6" fmla="*/ 2298032 h 2298692"/>
                <a:gd name="connsiteX7" fmla="*/ 303207 w 1416493"/>
                <a:gd name="connsiteY7" fmla="*/ 1952683 h 2298692"/>
                <a:gd name="connsiteX8" fmla="*/ 30662 w 1416493"/>
                <a:gd name="connsiteY8" fmla="*/ 1504310 h 2298692"/>
                <a:gd name="connsiteX0" fmla="*/ 168 w 1385999"/>
                <a:gd name="connsiteY0" fmla="*/ 1509120 h 2303502"/>
                <a:gd name="connsiteX1" fmla="*/ 306656 w 1385999"/>
                <a:gd name="connsiteY1" fmla="*/ 105018 h 2303502"/>
                <a:gd name="connsiteX2" fmla="*/ 633544 w 1385999"/>
                <a:gd name="connsiteY2" fmla="*/ 37303 h 2303502"/>
                <a:gd name="connsiteX3" fmla="*/ 919178 w 1385999"/>
                <a:gd name="connsiteY3" fmla="*/ 126878 h 2303502"/>
                <a:gd name="connsiteX4" fmla="*/ 1337524 w 1385999"/>
                <a:gd name="connsiteY4" fmla="*/ 1519393 h 2303502"/>
                <a:gd name="connsiteX5" fmla="*/ 1041448 w 1385999"/>
                <a:gd name="connsiteY5" fmla="*/ 2019136 h 2303502"/>
                <a:gd name="connsiteX6" fmla="*/ 664924 w 1385999"/>
                <a:gd name="connsiteY6" fmla="*/ 2302842 h 2303502"/>
                <a:gd name="connsiteX7" fmla="*/ 272713 w 1385999"/>
                <a:gd name="connsiteY7" fmla="*/ 1957493 h 2303502"/>
                <a:gd name="connsiteX8" fmla="*/ 168 w 1385999"/>
                <a:gd name="connsiteY8" fmla="*/ 1509120 h 2303502"/>
                <a:gd name="connsiteX0" fmla="*/ 168 w 1385999"/>
                <a:gd name="connsiteY0" fmla="*/ 1575950 h 2370332"/>
                <a:gd name="connsiteX1" fmla="*/ 306656 w 1385999"/>
                <a:gd name="connsiteY1" fmla="*/ 171848 h 2370332"/>
                <a:gd name="connsiteX2" fmla="*/ 641389 w 1385999"/>
                <a:gd name="connsiteY2" fmla="*/ 1392 h 2370332"/>
                <a:gd name="connsiteX3" fmla="*/ 919178 w 1385999"/>
                <a:gd name="connsiteY3" fmla="*/ 193708 h 2370332"/>
                <a:gd name="connsiteX4" fmla="*/ 1337524 w 1385999"/>
                <a:gd name="connsiteY4" fmla="*/ 1586223 h 2370332"/>
                <a:gd name="connsiteX5" fmla="*/ 1041448 w 1385999"/>
                <a:gd name="connsiteY5" fmla="*/ 2085966 h 2370332"/>
                <a:gd name="connsiteX6" fmla="*/ 664924 w 1385999"/>
                <a:gd name="connsiteY6" fmla="*/ 2369672 h 2370332"/>
                <a:gd name="connsiteX7" fmla="*/ 272713 w 1385999"/>
                <a:gd name="connsiteY7" fmla="*/ 2024323 h 2370332"/>
                <a:gd name="connsiteX8" fmla="*/ 168 w 1385999"/>
                <a:gd name="connsiteY8" fmla="*/ 1575950 h 2370332"/>
                <a:gd name="connsiteX0" fmla="*/ 387 w 1386218"/>
                <a:gd name="connsiteY0" fmla="*/ 1575950 h 2369695"/>
                <a:gd name="connsiteX1" fmla="*/ 306875 w 1386218"/>
                <a:gd name="connsiteY1" fmla="*/ 171848 h 2369695"/>
                <a:gd name="connsiteX2" fmla="*/ 641608 w 1386218"/>
                <a:gd name="connsiteY2" fmla="*/ 1392 h 2369695"/>
                <a:gd name="connsiteX3" fmla="*/ 919397 w 1386218"/>
                <a:gd name="connsiteY3" fmla="*/ 193708 h 2369695"/>
                <a:gd name="connsiteX4" fmla="*/ 1337743 w 1386218"/>
                <a:gd name="connsiteY4" fmla="*/ 1586223 h 2369695"/>
                <a:gd name="connsiteX5" fmla="*/ 1041667 w 1386218"/>
                <a:gd name="connsiteY5" fmla="*/ 2085966 h 2369695"/>
                <a:gd name="connsiteX6" fmla="*/ 665143 w 1386218"/>
                <a:gd name="connsiteY6" fmla="*/ 2369672 h 2369695"/>
                <a:gd name="connsiteX7" fmla="*/ 257242 w 1386218"/>
                <a:gd name="connsiteY7" fmla="*/ 2096242 h 2369695"/>
                <a:gd name="connsiteX8" fmla="*/ 387 w 1386218"/>
                <a:gd name="connsiteY8" fmla="*/ 1575950 h 2369695"/>
                <a:gd name="connsiteX0" fmla="*/ 387 w 1386218"/>
                <a:gd name="connsiteY0" fmla="*/ 1575950 h 2370225"/>
                <a:gd name="connsiteX1" fmla="*/ 306875 w 1386218"/>
                <a:gd name="connsiteY1" fmla="*/ 171848 h 2370225"/>
                <a:gd name="connsiteX2" fmla="*/ 641608 w 1386218"/>
                <a:gd name="connsiteY2" fmla="*/ 1392 h 2370225"/>
                <a:gd name="connsiteX3" fmla="*/ 919397 w 1386218"/>
                <a:gd name="connsiteY3" fmla="*/ 193708 h 2370225"/>
                <a:gd name="connsiteX4" fmla="*/ 1337743 w 1386218"/>
                <a:gd name="connsiteY4" fmla="*/ 1586223 h 2370225"/>
                <a:gd name="connsiteX5" fmla="*/ 1073046 w 1386218"/>
                <a:gd name="connsiteY5" fmla="*/ 2137336 h 2370225"/>
                <a:gd name="connsiteX6" fmla="*/ 665143 w 1386218"/>
                <a:gd name="connsiteY6" fmla="*/ 2369672 h 2370225"/>
                <a:gd name="connsiteX7" fmla="*/ 257242 w 1386218"/>
                <a:gd name="connsiteY7" fmla="*/ 2096242 h 2370225"/>
                <a:gd name="connsiteX8" fmla="*/ 387 w 1386218"/>
                <a:gd name="connsiteY8" fmla="*/ 1575950 h 2370225"/>
                <a:gd name="connsiteX0" fmla="*/ 387 w 1350167"/>
                <a:gd name="connsiteY0" fmla="*/ 1575950 h 2370225"/>
                <a:gd name="connsiteX1" fmla="*/ 306875 w 1350167"/>
                <a:gd name="connsiteY1" fmla="*/ 171848 h 2370225"/>
                <a:gd name="connsiteX2" fmla="*/ 641608 w 1350167"/>
                <a:gd name="connsiteY2" fmla="*/ 1392 h 2370225"/>
                <a:gd name="connsiteX3" fmla="*/ 919397 w 1350167"/>
                <a:gd name="connsiteY3" fmla="*/ 193708 h 2370225"/>
                <a:gd name="connsiteX4" fmla="*/ 1298519 w 1350167"/>
                <a:gd name="connsiteY4" fmla="*/ 1617046 h 2370225"/>
                <a:gd name="connsiteX5" fmla="*/ 1073046 w 1350167"/>
                <a:gd name="connsiteY5" fmla="*/ 2137336 h 2370225"/>
                <a:gd name="connsiteX6" fmla="*/ 665143 w 1350167"/>
                <a:gd name="connsiteY6" fmla="*/ 2369672 h 2370225"/>
                <a:gd name="connsiteX7" fmla="*/ 257242 w 1350167"/>
                <a:gd name="connsiteY7" fmla="*/ 2096242 h 2370225"/>
                <a:gd name="connsiteX8" fmla="*/ 387 w 1350167"/>
                <a:gd name="connsiteY8" fmla="*/ 1575950 h 2370225"/>
                <a:gd name="connsiteX0" fmla="*/ 387 w 1364541"/>
                <a:gd name="connsiteY0" fmla="*/ 1575950 h 2370225"/>
                <a:gd name="connsiteX1" fmla="*/ 306875 w 1364541"/>
                <a:gd name="connsiteY1" fmla="*/ 171848 h 2370225"/>
                <a:gd name="connsiteX2" fmla="*/ 641608 w 1364541"/>
                <a:gd name="connsiteY2" fmla="*/ 1392 h 2370225"/>
                <a:gd name="connsiteX3" fmla="*/ 919397 w 1364541"/>
                <a:gd name="connsiteY3" fmla="*/ 193708 h 2370225"/>
                <a:gd name="connsiteX4" fmla="*/ 1314209 w 1364541"/>
                <a:gd name="connsiteY4" fmla="*/ 1647869 h 2370225"/>
                <a:gd name="connsiteX5" fmla="*/ 1073046 w 1364541"/>
                <a:gd name="connsiteY5" fmla="*/ 2137336 h 2370225"/>
                <a:gd name="connsiteX6" fmla="*/ 665143 w 1364541"/>
                <a:gd name="connsiteY6" fmla="*/ 2369672 h 2370225"/>
                <a:gd name="connsiteX7" fmla="*/ 257242 w 1364541"/>
                <a:gd name="connsiteY7" fmla="*/ 2096242 h 2370225"/>
                <a:gd name="connsiteX8" fmla="*/ 387 w 1364541"/>
                <a:gd name="connsiteY8" fmla="*/ 1575950 h 2370225"/>
                <a:gd name="connsiteX0" fmla="*/ 387 w 1329262"/>
                <a:gd name="connsiteY0" fmla="*/ 1575950 h 2370225"/>
                <a:gd name="connsiteX1" fmla="*/ 306875 w 1329262"/>
                <a:gd name="connsiteY1" fmla="*/ 171848 h 2370225"/>
                <a:gd name="connsiteX2" fmla="*/ 641608 w 1329262"/>
                <a:gd name="connsiteY2" fmla="*/ 1392 h 2370225"/>
                <a:gd name="connsiteX3" fmla="*/ 919397 w 1329262"/>
                <a:gd name="connsiteY3" fmla="*/ 193708 h 2370225"/>
                <a:gd name="connsiteX4" fmla="*/ 1314209 w 1329262"/>
                <a:gd name="connsiteY4" fmla="*/ 1647869 h 2370225"/>
                <a:gd name="connsiteX5" fmla="*/ 1073046 w 1329262"/>
                <a:gd name="connsiteY5" fmla="*/ 2137336 h 2370225"/>
                <a:gd name="connsiteX6" fmla="*/ 665143 w 1329262"/>
                <a:gd name="connsiteY6" fmla="*/ 2369672 h 2370225"/>
                <a:gd name="connsiteX7" fmla="*/ 257242 w 1329262"/>
                <a:gd name="connsiteY7" fmla="*/ 2096242 h 2370225"/>
                <a:gd name="connsiteX8" fmla="*/ 387 w 1329262"/>
                <a:gd name="connsiteY8" fmla="*/ 1575950 h 237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262" h="2370225">
                  <a:moveTo>
                    <a:pt x="387" y="1575950"/>
                  </a:moveTo>
                  <a:cubicBezTo>
                    <a:pt x="8659" y="1255218"/>
                    <a:pt x="167318" y="355506"/>
                    <a:pt x="306875" y="171848"/>
                  </a:cubicBezTo>
                  <a:cubicBezTo>
                    <a:pt x="446432" y="-11810"/>
                    <a:pt x="539521" y="-2251"/>
                    <a:pt x="641608" y="1392"/>
                  </a:cubicBezTo>
                  <a:cubicBezTo>
                    <a:pt x="743695" y="5035"/>
                    <a:pt x="779840" y="10050"/>
                    <a:pt x="919397" y="193708"/>
                  </a:cubicBezTo>
                  <a:cubicBezTo>
                    <a:pt x="1058954" y="377366"/>
                    <a:pt x="1405301" y="1285201"/>
                    <a:pt x="1314209" y="1647869"/>
                  </a:cubicBezTo>
                  <a:cubicBezTo>
                    <a:pt x="1230962" y="2020811"/>
                    <a:pt x="1212603" y="1953678"/>
                    <a:pt x="1073046" y="2137336"/>
                  </a:cubicBezTo>
                  <a:cubicBezTo>
                    <a:pt x="933489" y="2320994"/>
                    <a:pt x="801110" y="2376521"/>
                    <a:pt x="665143" y="2369672"/>
                  </a:cubicBezTo>
                  <a:cubicBezTo>
                    <a:pt x="529176" y="2362823"/>
                    <a:pt x="396799" y="2279900"/>
                    <a:pt x="257242" y="2096242"/>
                  </a:cubicBezTo>
                  <a:cubicBezTo>
                    <a:pt x="117685" y="1912584"/>
                    <a:pt x="-7885" y="1896682"/>
                    <a:pt x="387" y="1575950"/>
                  </a:cubicBezTo>
                  <a:close/>
                </a:path>
              </a:pathLst>
            </a:custGeom>
            <a:solidFill>
              <a:srgbClr val="512D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66" name="Teardrop 2265">
              <a:extLst>
                <a:ext uri="{FF2B5EF4-FFF2-40B4-BE49-F238E27FC236}">
                  <a16:creationId xmlns:a16="http://schemas.microsoft.com/office/drawing/2014/main" id="{B39B1AB2-3AB7-B349-AFCE-2CB634931FE6}"/>
                </a:ext>
              </a:extLst>
            </p:cNvPr>
            <p:cNvSpPr/>
            <p:nvPr/>
          </p:nvSpPr>
          <p:spPr>
            <a:xfrm rot="8100000">
              <a:off x="4122556" y="3485690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67" name="Teardrop 2266">
              <a:extLst>
                <a:ext uri="{FF2B5EF4-FFF2-40B4-BE49-F238E27FC236}">
                  <a16:creationId xmlns:a16="http://schemas.microsoft.com/office/drawing/2014/main" id="{BCFFE019-8B20-1D45-B264-DB36F9CB3A97}"/>
                </a:ext>
              </a:extLst>
            </p:cNvPr>
            <p:cNvSpPr/>
            <p:nvPr/>
          </p:nvSpPr>
          <p:spPr>
            <a:xfrm rot="8100000">
              <a:off x="3748743" y="334554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68" name="Teardrop 2267">
              <a:extLst>
                <a:ext uri="{FF2B5EF4-FFF2-40B4-BE49-F238E27FC236}">
                  <a16:creationId xmlns:a16="http://schemas.microsoft.com/office/drawing/2014/main" id="{E1C07740-E316-4D47-A2F2-F131CDCEB7F7}"/>
                </a:ext>
              </a:extLst>
            </p:cNvPr>
            <p:cNvSpPr/>
            <p:nvPr/>
          </p:nvSpPr>
          <p:spPr>
            <a:xfrm rot="8100000">
              <a:off x="4532617" y="34783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69" name="Teardrop 2268">
              <a:extLst>
                <a:ext uri="{FF2B5EF4-FFF2-40B4-BE49-F238E27FC236}">
                  <a16:creationId xmlns:a16="http://schemas.microsoft.com/office/drawing/2014/main" id="{86775C2B-9C38-7D4B-906A-32FA2F060774}"/>
                </a:ext>
              </a:extLst>
            </p:cNvPr>
            <p:cNvSpPr/>
            <p:nvPr/>
          </p:nvSpPr>
          <p:spPr>
            <a:xfrm rot="8100000">
              <a:off x="3510479" y="29979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0" name="Teardrop 2269">
              <a:extLst>
                <a:ext uri="{FF2B5EF4-FFF2-40B4-BE49-F238E27FC236}">
                  <a16:creationId xmlns:a16="http://schemas.microsoft.com/office/drawing/2014/main" id="{52C74F3A-5DBC-C246-9371-7B5CD669B0A5}"/>
                </a:ext>
              </a:extLst>
            </p:cNvPr>
            <p:cNvSpPr/>
            <p:nvPr/>
          </p:nvSpPr>
          <p:spPr>
            <a:xfrm rot="8100000">
              <a:off x="5139915" y="246645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1" name="Teardrop 2270">
              <a:extLst>
                <a:ext uri="{FF2B5EF4-FFF2-40B4-BE49-F238E27FC236}">
                  <a16:creationId xmlns:a16="http://schemas.microsoft.com/office/drawing/2014/main" id="{E7D3B55E-ECAD-DB48-A850-AD349845ABC2}"/>
                </a:ext>
              </a:extLst>
            </p:cNvPr>
            <p:cNvSpPr/>
            <p:nvPr/>
          </p:nvSpPr>
          <p:spPr>
            <a:xfrm rot="8100000">
              <a:off x="3574153" y="2482833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2" name="Teardrop 2271">
              <a:extLst>
                <a:ext uri="{FF2B5EF4-FFF2-40B4-BE49-F238E27FC236}">
                  <a16:creationId xmlns:a16="http://schemas.microsoft.com/office/drawing/2014/main" id="{1D3A6094-1AC0-8945-8932-6F72D62BEAF5}"/>
                </a:ext>
              </a:extLst>
            </p:cNvPr>
            <p:cNvSpPr/>
            <p:nvPr/>
          </p:nvSpPr>
          <p:spPr>
            <a:xfrm rot="8100000">
              <a:off x="4900212" y="3406801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3" name="Teardrop 2272">
              <a:extLst>
                <a:ext uri="{FF2B5EF4-FFF2-40B4-BE49-F238E27FC236}">
                  <a16:creationId xmlns:a16="http://schemas.microsoft.com/office/drawing/2014/main" id="{9242DC6D-E8CB-674E-A9A6-E9F8CB36DF7A}"/>
                </a:ext>
              </a:extLst>
            </p:cNvPr>
            <p:cNvSpPr/>
            <p:nvPr/>
          </p:nvSpPr>
          <p:spPr>
            <a:xfrm rot="8100000">
              <a:off x="3783908" y="27402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4" name="Teardrop 2273">
              <a:extLst>
                <a:ext uri="{FF2B5EF4-FFF2-40B4-BE49-F238E27FC236}">
                  <a16:creationId xmlns:a16="http://schemas.microsoft.com/office/drawing/2014/main" id="{AE563765-CCB5-7B40-BD6A-272D3CE2C0B5}"/>
                </a:ext>
              </a:extLst>
            </p:cNvPr>
            <p:cNvSpPr/>
            <p:nvPr/>
          </p:nvSpPr>
          <p:spPr>
            <a:xfrm rot="8100000">
              <a:off x="3734013" y="1993689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5" name="Teardrop 2274">
              <a:extLst>
                <a:ext uri="{FF2B5EF4-FFF2-40B4-BE49-F238E27FC236}">
                  <a16:creationId xmlns:a16="http://schemas.microsoft.com/office/drawing/2014/main" id="{9F6799BF-DD7D-8549-9B8F-7986BD289796}"/>
                </a:ext>
              </a:extLst>
            </p:cNvPr>
            <p:cNvSpPr/>
            <p:nvPr/>
          </p:nvSpPr>
          <p:spPr>
            <a:xfrm rot="8100000">
              <a:off x="3920441" y="1654064"/>
              <a:ext cx="294813" cy="280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6" name="Teardrop 2275">
              <a:extLst>
                <a:ext uri="{FF2B5EF4-FFF2-40B4-BE49-F238E27FC236}">
                  <a16:creationId xmlns:a16="http://schemas.microsoft.com/office/drawing/2014/main" id="{86D2B750-23A1-B24E-9B74-F41DC554F8E5}"/>
                </a:ext>
              </a:extLst>
            </p:cNvPr>
            <p:cNvSpPr/>
            <p:nvPr/>
          </p:nvSpPr>
          <p:spPr>
            <a:xfrm rot="8100000">
              <a:off x="4639104" y="1430925"/>
              <a:ext cx="283042" cy="26912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7" name="Teardrop 2276">
              <a:extLst>
                <a:ext uri="{FF2B5EF4-FFF2-40B4-BE49-F238E27FC236}">
                  <a16:creationId xmlns:a16="http://schemas.microsoft.com/office/drawing/2014/main" id="{8446E41F-FB11-1E46-959B-F85B77C0477C}"/>
                </a:ext>
              </a:extLst>
            </p:cNvPr>
            <p:cNvSpPr/>
            <p:nvPr/>
          </p:nvSpPr>
          <p:spPr>
            <a:xfrm rot="8100000">
              <a:off x="4405118" y="1211170"/>
              <a:ext cx="305575" cy="290551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8" name="Teardrop 2277">
              <a:extLst>
                <a:ext uri="{FF2B5EF4-FFF2-40B4-BE49-F238E27FC236}">
                  <a16:creationId xmlns:a16="http://schemas.microsoft.com/office/drawing/2014/main" id="{4EE3A122-6038-CF46-93F7-822451CF6E9C}"/>
                </a:ext>
              </a:extLst>
            </p:cNvPr>
            <p:cNvSpPr/>
            <p:nvPr/>
          </p:nvSpPr>
          <p:spPr>
            <a:xfrm rot="8100000">
              <a:off x="5226711" y="302064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79" name="Teardrop 2278">
              <a:extLst>
                <a:ext uri="{FF2B5EF4-FFF2-40B4-BE49-F238E27FC236}">
                  <a16:creationId xmlns:a16="http://schemas.microsoft.com/office/drawing/2014/main" id="{FF0F400E-0E21-414E-929D-D7A0413B9F26}"/>
                </a:ext>
              </a:extLst>
            </p:cNvPr>
            <p:cNvSpPr/>
            <p:nvPr/>
          </p:nvSpPr>
          <p:spPr>
            <a:xfrm rot="8100000">
              <a:off x="5024332" y="206767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0" name="Teardrop 2279">
              <a:extLst>
                <a:ext uri="{FF2B5EF4-FFF2-40B4-BE49-F238E27FC236}">
                  <a16:creationId xmlns:a16="http://schemas.microsoft.com/office/drawing/2014/main" id="{8AE4F911-E779-4649-9442-162D6423F20E}"/>
                </a:ext>
              </a:extLst>
            </p:cNvPr>
            <p:cNvSpPr/>
            <p:nvPr/>
          </p:nvSpPr>
          <p:spPr>
            <a:xfrm rot="8100000">
              <a:off x="4006357" y="30239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1" name="Teardrop 2280">
              <a:extLst>
                <a:ext uri="{FF2B5EF4-FFF2-40B4-BE49-F238E27FC236}">
                  <a16:creationId xmlns:a16="http://schemas.microsoft.com/office/drawing/2014/main" id="{C2F5F0BC-7BA6-F14F-B81C-307472E4C770}"/>
                </a:ext>
              </a:extLst>
            </p:cNvPr>
            <p:cNvSpPr/>
            <p:nvPr/>
          </p:nvSpPr>
          <p:spPr>
            <a:xfrm rot="8100000">
              <a:off x="4327086" y="304196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2" name="Teardrop 2281">
              <a:extLst>
                <a:ext uri="{FF2B5EF4-FFF2-40B4-BE49-F238E27FC236}">
                  <a16:creationId xmlns:a16="http://schemas.microsoft.com/office/drawing/2014/main" id="{88636AA8-78CC-2649-B5C8-21613109B22D}"/>
                </a:ext>
              </a:extLst>
            </p:cNvPr>
            <p:cNvSpPr/>
            <p:nvPr/>
          </p:nvSpPr>
          <p:spPr>
            <a:xfrm rot="8100000">
              <a:off x="4687785" y="3063635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3" name="Teardrop 2282">
              <a:extLst>
                <a:ext uri="{FF2B5EF4-FFF2-40B4-BE49-F238E27FC236}">
                  <a16:creationId xmlns:a16="http://schemas.microsoft.com/office/drawing/2014/main" id="{ACBC0A2B-F036-1E47-9248-D3D89ADE5556}"/>
                </a:ext>
              </a:extLst>
            </p:cNvPr>
            <p:cNvSpPr/>
            <p:nvPr/>
          </p:nvSpPr>
          <p:spPr>
            <a:xfrm rot="8100000">
              <a:off x="4974054" y="2837436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4" name="Teardrop 2283">
              <a:extLst>
                <a:ext uri="{FF2B5EF4-FFF2-40B4-BE49-F238E27FC236}">
                  <a16:creationId xmlns:a16="http://schemas.microsoft.com/office/drawing/2014/main" id="{F42A8F34-3EB7-AB4F-81BC-95D91A47AD65}"/>
                </a:ext>
              </a:extLst>
            </p:cNvPr>
            <p:cNvSpPr/>
            <p:nvPr/>
          </p:nvSpPr>
          <p:spPr>
            <a:xfrm rot="8100000">
              <a:off x="3992674" y="219571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5" name="Teardrop 2284">
              <a:extLst>
                <a:ext uri="{FF2B5EF4-FFF2-40B4-BE49-F238E27FC236}">
                  <a16:creationId xmlns:a16="http://schemas.microsoft.com/office/drawing/2014/main" id="{0A7F180B-EC79-6A46-860A-A75FF6A1C5D6}"/>
                </a:ext>
              </a:extLst>
            </p:cNvPr>
            <p:cNvSpPr/>
            <p:nvPr/>
          </p:nvSpPr>
          <p:spPr>
            <a:xfrm rot="8100000">
              <a:off x="4119866" y="2532837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6" name="Teardrop 2285">
              <a:extLst>
                <a:ext uri="{FF2B5EF4-FFF2-40B4-BE49-F238E27FC236}">
                  <a16:creationId xmlns:a16="http://schemas.microsoft.com/office/drawing/2014/main" id="{BCC06F83-C745-F94F-9EFC-73CD97F93991}"/>
                </a:ext>
              </a:extLst>
            </p:cNvPr>
            <p:cNvSpPr/>
            <p:nvPr/>
          </p:nvSpPr>
          <p:spPr>
            <a:xfrm rot="8100000">
              <a:off x="4478237" y="2609202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7" name="Teardrop 2286">
              <a:extLst>
                <a:ext uri="{FF2B5EF4-FFF2-40B4-BE49-F238E27FC236}">
                  <a16:creationId xmlns:a16="http://schemas.microsoft.com/office/drawing/2014/main" id="{8EDB74E3-CA4F-EC4F-94BC-7C8831062EC5}"/>
                </a:ext>
              </a:extLst>
            </p:cNvPr>
            <p:cNvSpPr/>
            <p:nvPr/>
          </p:nvSpPr>
          <p:spPr>
            <a:xfrm rot="8100000">
              <a:off x="4814195" y="2496154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8" name="Teardrop 2287">
              <a:extLst>
                <a:ext uri="{FF2B5EF4-FFF2-40B4-BE49-F238E27FC236}">
                  <a16:creationId xmlns:a16="http://schemas.microsoft.com/office/drawing/2014/main" id="{80F69A42-A672-5B49-9B30-4525C9FE857D}"/>
                </a:ext>
              </a:extLst>
            </p:cNvPr>
            <p:cNvSpPr/>
            <p:nvPr/>
          </p:nvSpPr>
          <p:spPr>
            <a:xfrm rot="8100000">
              <a:off x="4164276" y="1831731"/>
              <a:ext cx="316899" cy="301318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89" name="Teardrop 2288">
              <a:extLst>
                <a:ext uri="{FF2B5EF4-FFF2-40B4-BE49-F238E27FC236}">
                  <a16:creationId xmlns:a16="http://schemas.microsoft.com/office/drawing/2014/main" id="{065DE1B7-2F41-9749-8EA4-AB6D1CA70E6F}"/>
                </a:ext>
              </a:extLst>
            </p:cNvPr>
            <p:cNvSpPr/>
            <p:nvPr/>
          </p:nvSpPr>
          <p:spPr>
            <a:xfrm rot="8100000">
              <a:off x="4598358" y="1856228"/>
              <a:ext cx="247088" cy="23493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0" name="Teardrop 2289">
              <a:extLst>
                <a:ext uri="{FF2B5EF4-FFF2-40B4-BE49-F238E27FC236}">
                  <a16:creationId xmlns:a16="http://schemas.microsoft.com/office/drawing/2014/main" id="{5A8AF4D5-5258-984E-AA94-F4FC9AE22213}"/>
                </a:ext>
              </a:extLst>
            </p:cNvPr>
            <p:cNvSpPr/>
            <p:nvPr/>
          </p:nvSpPr>
          <p:spPr>
            <a:xfrm rot="8100000">
              <a:off x="4171848" y="1382970"/>
              <a:ext cx="309713" cy="29448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1" name="Teardrop 2290">
              <a:extLst>
                <a:ext uri="{FF2B5EF4-FFF2-40B4-BE49-F238E27FC236}">
                  <a16:creationId xmlns:a16="http://schemas.microsoft.com/office/drawing/2014/main" id="{1DC6A33F-8C0B-B347-BB65-8F536EDCBCC7}"/>
                </a:ext>
              </a:extLst>
            </p:cNvPr>
            <p:cNvSpPr/>
            <p:nvPr/>
          </p:nvSpPr>
          <p:spPr>
            <a:xfrm rot="8100000">
              <a:off x="4402724" y="1598666"/>
              <a:ext cx="318198" cy="302553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2" name="Teardrop 2291">
              <a:extLst>
                <a:ext uri="{FF2B5EF4-FFF2-40B4-BE49-F238E27FC236}">
                  <a16:creationId xmlns:a16="http://schemas.microsoft.com/office/drawing/2014/main" id="{B8A25582-48D6-364A-9A91-297FDDFCCA53}"/>
                </a:ext>
              </a:extLst>
            </p:cNvPr>
            <p:cNvSpPr/>
            <p:nvPr/>
          </p:nvSpPr>
          <p:spPr>
            <a:xfrm rot="8100000">
              <a:off x="4834096" y="1757642"/>
              <a:ext cx="311757" cy="296429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3" name="Teardrop 2292">
              <a:extLst>
                <a:ext uri="{FF2B5EF4-FFF2-40B4-BE49-F238E27FC236}">
                  <a16:creationId xmlns:a16="http://schemas.microsoft.com/office/drawing/2014/main" id="{B7CDC913-DBB2-544B-B9D6-42504BCEC2A8}"/>
                </a:ext>
              </a:extLst>
            </p:cNvPr>
            <p:cNvSpPr/>
            <p:nvPr/>
          </p:nvSpPr>
          <p:spPr>
            <a:xfrm rot="8100000">
              <a:off x="4711185" y="2100677"/>
              <a:ext cx="331094" cy="314815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294" name="Teardrop 2293">
              <a:extLst>
                <a:ext uri="{FF2B5EF4-FFF2-40B4-BE49-F238E27FC236}">
                  <a16:creationId xmlns:a16="http://schemas.microsoft.com/office/drawing/2014/main" id="{9E4BDE84-5313-2D4F-8B30-E536A99C63E3}"/>
                </a:ext>
              </a:extLst>
            </p:cNvPr>
            <p:cNvSpPr/>
            <p:nvPr/>
          </p:nvSpPr>
          <p:spPr>
            <a:xfrm rot="8100000">
              <a:off x="4374886" y="2128418"/>
              <a:ext cx="363247" cy="345387"/>
            </a:xfrm>
            <a:prstGeom prst="teardrop">
              <a:avLst>
                <a:gd name="adj" fmla="val 116000"/>
              </a:avLst>
            </a:prstGeom>
            <a:solidFill>
              <a:srgbClr val="945200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55" name="Group 2354">
            <a:extLst>
              <a:ext uri="{FF2B5EF4-FFF2-40B4-BE49-F238E27FC236}">
                <a16:creationId xmlns:a16="http://schemas.microsoft.com/office/drawing/2014/main" id="{70D1DA82-F8F8-424A-9CA7-3F65B2B6C9E5}"/>
              </a:ext>
            </a:extLst>
          </p:cNvPr>
          <p:cNvGrpSpPr/>
          <p:nvPr/>
        </p:nvGrpSpPr>
        <p:grpSpPr>
          <a:xfrm>
            <a:off x="7672774" y="6101368"/>
            <a:ext cx="566451" cy="783440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2356" name="Freeform 2355">
              <a:extLst>
                <a:ext uri="{FF2B5EF4-FFF2-40B4-BE49-F238E27FC236}">
                  <a16:creationId xmlns:a16="http://schemas.microsoft.com/office/drawing/2014/main" id="{F93FFC9F-5724-A341-B91A-78AF3F9D8FF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7AE13F68-8F82-0847-8CD0-D14782C38FE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8B501341-A911-014C-BEEB-FD99F46426F5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DB33A09B-F0E5-B24E-874C-5D34E787849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FD620044-D95A-0F4F-97EE-EED0139371CF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EA75752A-6711-9A4B-AD65-BBC75AC2C22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7203E9E2-0F15-B246-8FA9-C35E175FDA0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977390DE-19AE-F340-86C2-14C7262DA204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3330B3D1-D043-5847-8FA5-1E1E1E43BB6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5" name="Freeform 2364">
              <a:extLst>
                <a:ext uri="{FF2B5EF4-FFF2-40B4-BE49-F238E27FC236}">
                  <a16:creationId xmlns:a16="http://schemas.microsoft.com/office/drawing/2014/main" id="{99FA8ABE-ABA3-BE48-9654-84BD1E6B9147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149DDF06-CC53-454B-9C19-D26CA202FC44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536B03CD-40AF-EA44-8B66-81B67C801CAE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620CFFE9-757B-8F41-8C6C-673D3CE764E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4F84BE7A-04C5-094E-B2A7-7D2D6DED4480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8E97453F-5DCF-9B4E-B3D1-9C1556C83C3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30E78F7D-B8AD-BD48-8862-AABB2A66868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72" name="Group 2371">
            <a:extLst>
              <a:ext uri="{FF2B5EF4-FFF2-40B4-BE49-F238E27FC236}">
                <a16:creationId xmlns:a16="http://schemas.microsoft.com/office/drawing/2014/main" id="{1D068506-5301-3C4A-BD56-6BDDE6161A58}"/>
              </a:ext>
            </a:extLst>
          </p:cNvPr>
          <p:cNvGrpSpPr/>
          <p:nvPr/>
        </p:nvGrpSpPr>
        <p:grpSpPr>
          <a:xfrm>
            <a:off x="4706998" y="4762940"/>
            <a:ext cx="1549804" cy="2168026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1C9122F0-CCB3-B547-801F-4AE324176862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4" name="Freeform 2373">
              <a:extLst>
                <a:ext uri="{FF2B5EF4-FFF2-40B4-BE49-F238E27FC236}">
                  <a16:creationId xmlns:a16="http://schemas.microsoft.com/office/drawing/2014/main" id="{345A7EBA-35F8-CB4E-B9C3-D4E19D4F2C33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9021A561-8AEC-1844-B7C5-2FD71978BDA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7F34F3E5-B49B-4045-9E30-56652DF45A4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6BC078A6-E0EB-AD4C-AF5E-E28545A3B705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083725B4-846A-4F46-82B0-EDDE58970F8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AF121318-7FEA-944D-B026-C8A5528CEB6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F720A750-51C0-8C40-8E76-5EA122895CB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F517F25F-D9DC-0C43-917A-EFEA61E819A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B747B762-170E-DD40-B163-4FAE10E99DC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F755EA03-9D75-0A44-9823-C02C3CB6C3E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2AF58418-8E0C-1546-88F6-05A2FC0562FB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D6E7D0D1-DA79-AF4F-9BF1-4441F0813C7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13AB8E3B-D8E6-A542-8D20-66244AA81C0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B30513BC-64FC-A247-8468-9199AAD32D1A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D4C89FCD-F417-D543-BF56-24C9C1250A1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89" name="Group 2388">
            <a:extLst>
              <a:ext uri="{FF2B5EF4-FFF2-40B4-BE49-F238E27FC236}">
                <a16:creationId xmlns:a16="http://schemas.microsoft.com/office/drawing/2014/main" id="{145B5E8A-1D26-4C47-A66E-57B3E5E7EB24}"/>
              </a:ext>
            </a:extLst>
          </p:cNvPr>
          <p:cNvGrpSpPr/>
          <p:nvPr/>
        </p:nvGrpSpPr>
        <p:grpSpPr>
          <a:xfrm>
            <a:off x="3602473" y="4753839"/>
            <a:ext cx="2078612" cy="2180199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7123EE65-07CD-8241-87C5-457AD53DB6F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FD52B555-031F-B64E-9E60-50D66096F57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70D95765-EBE4-FE47-B73C-67E447EC5ECE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E0CDC3AC-44BE-0444-9168-069BB42E37BD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E9CEEF9E-6DB8-214A-9AEB-207C3066C21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7DEE960C-BA9C-5E4C-A9DE-39573D4C34A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61AFD11F-5C93-8342-8098-D03B4620772D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96FB2095-05A1-8843-8E0E-18D3A0595EF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85C21DAF-4914-E84B-8D6B-83309791C90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77BA5EBF-30AE-CB48-A9AB-2BA1B57C43A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593D4FCE-BCE4-7540-9856-9409AF224B5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1" name="Freeform 2400">
              <a:extLst>
                <a:ext uri="{FF2B5EF4-FFF2-40B4-BE49-F238E27FC236}">
                  <a16:creationId xmlns:a16="http://schemas.microsoft.com/office/drawing/2014/main" id="{CE54F0CD-851D-3649-B314-8D7F4071007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2" name="Freeform 2401">
              <a:extLst>
                <a:ext uri="{FF2B5EF4-FFF2-40B4-BE49-F238E27FC236}">
                  <a16:creationId xmlns:a16="http://schemas.microsoft.com/office/drawing/2014/main" id="{C376892C-8838-9149-A9B0-4A690C0063E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3" name="Freeform 2402">
              <a:extLst>
                <a:ext uri="{FF2B5EF4-FFF2-40B4-BE49-F238E27FC236}">
                  <a16:creationId xmlns:a16="http://schemas.microsoft.com/office/drawing/2014/main" id="{E416AB04-4E8B-7344-BBD4-90E03FF20FC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4" name="Freeform 2403">
              <a:extLst>
                <a:ext uri="{FF2B5EF4-FFF2-40B4-BE49-F238E27FC236}">
                  <a16:creationId xmlns:a16="http://schemas.microsoft.com/office/drawing/2014/main" id="{716AC1F1-5259-2946-A3C1-F898A4675C01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5" name="Freeform 2404">
              <a:extLst>
                <a:ext uri="{FF2B5EF4-FFF2-40B4-BE49-F238E27FC236}">
                  <a16:creationId xmlns:a16="http://schemas.microsoft.com/office/drawing/2014/main" id="{A1C02EDE-D39E-FE42-9F21-B8500507953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09" name="Group 2408">
            <a:extLst>
              <a:ext uri="{FF2B5EF4-FFF2-40B4-BE49-F238E27FC236}">
                <a16:creationId xmlns:a16="http://schemas.microsoft.com/office/drawing/2014/main" id="{5E0FC21E-A3D4-6340-8FD9-89D7B637E1B9}"/>
              </a:ext>
            </a:extLst>
          </p:cNvPr>
          <p:cNvGrpSpPr/>
          <p:nvPr/>
        </p:nvGrpSpPr>
        <p:grpSpPr>
          <a:xfrm>
            <a:off x="6254456" y="5599512"/>
            <a:ext cx="1234471" cy="130707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410" name="Freeform 2409">
              <a:extLst>
                <a:ext uri="{FF2B5EF4-FFF2-40B4-BE49-F238E27FC236}">
                  <a16:creationId xmlns:a16="http://schemas.microsoft.com/office/drawing/2014/main" id="{E4F9EE1C-66B9-6346-9E02-8A7BA17014A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1" name="Freeform 2410">
              <a:extLst>
                <a:ext uri="{FF2B5EF4-FFF2-40B4-BE49-F238E27FC236}">
                  <a16:creationId xmlns:a16="http://schemas.microsoft.com/office/drawing/2014/main" id="{C9697A2C-B871-A049-81D6-52B3B5D1756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2" name="Freeform 2411">
              <a:extLst>
                <a:ext uri="{FF2B5EF4-FFF2-40B4-BE49-F238E27FC236}">
                  <a16:creationId xmlns:a16="http://schemas.microsoft.com/office/drawing/2014/main" id="{C888B825-B90B-EF4F-AEDC-9AAE94F034F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3" name="Freeform 2412">
              <a:extLst>
                <a:ext uri="{FF2B5EF4-FFF2-40B4-BE49-F238E27FC236}">
                  <a16:creationId xmlns:a16="http://schemas.microsoft.com/office/drawing/2014/main" id="{0557E751-F9A7-594E-8FB7-864AC67F23E6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4" name="Freeform 2413">
              <a:extLst>
                <a:ext uri="{FF2B5EF4-FFF2-40B4-BE49-F238E27FC236}">
                  <a16:creationId xmlns:a16="http://schemas.microsoft.com/office/drawing/2014/main" id="{8F4BF7C7-6387-C748-A6CF-E26858E1CBA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5" name="Freeform 2414">
              <a:extLst>
                <a:ext uri="{FF2B5EF4-FFF2-40B4-BE49-F238E27FC236}">
                  <a16:creationId xmlns:a16="http://schemas.microsoft.com/office/drawing/2014/main" id="{A0630EFD-BC37-DF4A-83AD-89273E8B6E1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6" name="Freeform 2415">
              <a:extLst>
                <a:ext uri="{FF2B5EF4-FFF2-40B4-BE49-F238E27FC236}">
                  <a16:creationId xmlns:a16="http://schemas.microsoft.com/office/drawing/2014/main" id="{435748AD-CDDF-4348-8B56-396A1DAA299A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7" name="Freeform 2416">
              <a:extLst>
                <a:ext uri="{FF2B5EF4-FFF2-40B4-BE49-F238E27FC236}">
                  <a16:creationId xmlns:a16="http://schemas.microsoft.com/office/drawing/2014/main" id="{51113CEB-CC7F-924F-AD4C-4CADEBC25DF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8" name="Freeform 2417">
              <a:extLst>
                <a:ext uri="{FF2B5EF4-FFF2-40B4-BE49-F238E27FC236}">
                  <a16:creationId xmlns:a16="http://schemas.microsoft.com/office/drawing/2014/main" id="{989E9462-528D-3B45-B441-7EFEDFA18014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9" name="Freeform 2418">
              <a:extLst>
                <a:ext uri="{FF2B5EF4-FFF2-40B4-BE49-F238E27FC236}">
                  <a16:creationId xmlns:a16="http://schemas.microsoft.com/office/drawing/2014/main" id="{F1D3ADB2-BACB-B94B-A04F-D46B2882ACB5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0" name="Freeform 2419">
              <a:extLst>
                <a:ext uri="{FF2B5EF4-FFF2-40B4-BE49-F238E27FC236}">
                  <a16:creationId xmlns:a16="http://schemas.microsoft.com/office/drawing/2014/main" id="{5ACB714B-BA29-1249-8B4E-D9A5FE78298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1" name="Freeform 2420">
              <a:extLst>
                <a:ext uri="{FF2B5EF4-FFF2-40B4-BE49-F238E27FC236}">
                  <a16:creationId xmlns:a16="http://schemas.microsoft.com/office/drawing/2014/main" id="{C2E46256-5B1F-B548-9182-1FEB2D479E5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2" name="Freeform 2421">
              <a:extLst>
                <a:ext uri="{FF2B5EF4-FFF2-40B4-BE49-F238E27FC236}">
                  <a16:creationId xmlns:a16="http://schemas.microsoft.com/office/drawing/2014/main" id="{0D4C0EA7-8ECF-604C-97B8-D4BD1A69B2F5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3" name="Freeform 2422">
              <a:extLst>
                <a:ext uri="{FF2B5EF4-FFF2-40B4-BE49-F238E27FC236}">
                  <a16:creationId xmlns:a16="http://schemas.microsoft.com/office/drawing/2014/main" id="{7EE13DC7-C602-B24F-A34B-48D02A49387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4" name="Freeform 2423">
              <a:extLst>
                <a:ext uri="{FF2B5EF4-FFF2-40B4-BE49-F238E27FC236}">
                  <a16:creationId xmlns:a16="http://schemas.microsoft.com/office/drawing/2014/main" id="{601845DD-C772-A042-9F95-FAD06BCDFF2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5" name="Freeform 2424">
              <a:extLst>
                <a:ext uri="{FF2B5EF4-FFF2-40B4-BE49-F238E27FC236}">
                  <a16:creationId xmlns:a16="http://schemas.microsoft.com/office/drawing/2014/main" id="{67A9CD6F-3508-824B-B2D7-4D64404EB6E8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26" name="Group 2425">
            <a:extLst>
              <a:ext uri="{FF2B5EF4-FFF2-40B4-BE49-F238E27FC236}">
                <a16:creationId xmlns:a16="http://schemas.microsoft.com/office/drawing/2014/main" id="{58E00F43-E106-F34B-A3B2-D9231F155BFD}"/>
              </a:ext>
            </a:extLst>
          </p:cNvPr>
          <p:cNvGrpSpPr/>
          <p:nvPr/>
        </p:nvGrpSpPr>
        <p:grpSpPr>
          <a:xfrm>
            <a:off x="5793857" y="5429980"/>
            <a:ext cx="1421717" cy="1448073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2427" name="Freeform 2426">
              <a:extLst>
                <a:ext uri="{FF2B5EF4-FFF2-40B4-BE49-F238E27FC236}">
                  <a16:creationId xmlns:a16="http://schemas.microsoft.com/office/drawing/2014/main" id="{7632362F-AFA2-AB4A-976C-BCE5F6027FEF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8" name="Freeform 2427">
              <a:extLst>
                <a:ext uri="{FF2B5EF4-FFF2-40B4-BE49-F238E27FC236}">
                  <a16:creationId xmlns:a16="http://schemas.microsoft.com/office/drawing/2014/main" id="{90B630B9-F997-3740-846C-CD3C309756E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9" name="Freeform 2428">
              <a:extLst>
                <a:ext uri="{FF2B5EF4-FFF2-40B4-BE49-F238E27FC236}">
                  <a16:creationId xmlns:a16="http://schemas.microsoft.com/office/drawing/2014/main" id="{F5E22164-9C29-F94B-823F-4C93B0818A2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0" name="Freeform 2429">
              <a:extLst>
                <a:ext uri="{FF2B5EF4-FFF2-40B4-BE49-F238E27FC236}">
                  <a16:creationId xmlns:a16="http://schemas.microsoft.com/office/drawing/2014/main" id="{69691B45-3D02-F748-98D1-3F6A3B7B5B5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1" name="Freeform 2430">
              <a:extLst>
                <a:ext uri="{FF2B5EF4-FFF2-40B4-BE49-F238E27FC236}">
                  <a16:creationId xmlns:a16="http://schemas.microsoft.com/office/drawing/2014/main" id="{370FB474-9537-454E-88FC-A12BC42A5EB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2" name="Freeform 2431">
              <a:extLst>
                <a:ext uri="{FF2B5EF4-FFF2-40B4-BE49-F238E27FC236}">
                  <a16:creationId xmlns:a16="http://schemas.microsoft.com/office/drawing/2014/main" id="{CC75CB03-1451-7C41-8CAA-0A8D2FF8225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3" name="Freeform 2432">
              <a:extLst>
                <a:ext uri="{FF2B5EF4-FFF2-40B4-BE49-F238E27FC236}">
                  <a16:creationId xmlns:a16="http://schemas.microsoft.com/office/drawing/2014/main" id="{F82B38B0-2CBC-0A42-979A-E367EF8D6A4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4" name="Freeform 2433">
              <a:extLst>
                <a:ext uri="{FF2B5EF4-FFF2-40B4-BE49-F238E27FC236}">
                  <a16:creationId xmlns:a16="http://schemas.microsoft.com/office/drawing/2014/main" id="{3437594F-4991-3142-805E-8632A38E12A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5" name="Freeform 2434">
              <a:extLst>
                <a:ext uri="{FF2B5EF4-FFF2-40B4-BE49-F238E27FC236}">
                  <a16:creationId xmlns:a16="http://schemas.microsoft.com/office/drawing/2014/main" id="{CB8D9DB8-4E00-0E4B-9840-95CD28F8208A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6" name="Freeform 2435">
              <a:extLst>
                <a:ext uri="{FF2B5EF4-FFF2-40B4-BE49-F238E27FC236}">
                  <a16:creationId xmlns:a16="http://schemas.microsoft.com/office/drawing/2014/main" id="{F60DDC92-0AA6-C348-8CD9-A6ECD1F36385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7" name="Freeform 2436">
              <a:extLst>
                <a:ext uri="{FF2B5EF4-FFF2-40B4-BE49-F238E27FC236}">
                  <a16:creationId xmlns:a16="http://schemas.microsoft.com/office/drawing/2014/main" id="{671C9C57-FF55-8E4C-9C31-F19701F6595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8" name="Freeform 2437">
              <a:extLst>
                <a:ext uri="{FF2B5EF4-FFF2-40B4-BE49-F238E27FC236}">
                  <a16:creationId xmlns:a16="http://schemas.microsoft.com/office/drawing/2014/main" id="{FB48FED9-2568-784B-ACD1-EBCA9AB236A0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9" name="Freeform 2438">
              <a:extLst>
                <a:ext uri="{FF2B5EF4-FFF2-40B4-BE49-F238E27FC236}">
                  <a16:creationId xmlns:a16="http://schemas.microsoft.com/office/drawing/2014/main" id="{0E941DA2-32CA-A842-90B2-CACDF21F411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0" name="Freeform 2439">
              <a:extLst>
                <a:ext uri="{FF2B5EF4-FFF2-40B4-BE49-F238E27FC236}">
                  <a16:creationId xmlns:a16="http://schemas.microsoft.com/office/drawing/2014/main" id="{32D1B2D7-5F2B-DA42-B4DA-1625296231C8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1" name="Freeform 2440">
              <a:extLst>
                <a:ext uri="{FF2B5EF4-FFF2-40B4-BE49-F238E27FC236}">
                  <a16:creationId xmlns:a16="http://schemas.microsoft.com/office/drawing/2014/main" id="{B52BFAC0-D6FE-3C45-A616-343CB5A45DF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2" name="Freeform 2441">
              <a:extLst>
                <a:ext uri="{FF2B5EF4-FFF2-40B4-BE49-F238E27FC236}">
                  <a16:creationId xmlns:a16="http://schemas.microsoft.com/office/drawing/2014/main" id="{A99A0AF7-BD16-C142-A94B-05A4A69E3F8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43" name="Group 2442">
            <a:extLst>
              <a:ext uri="{FF2B5EF4-FFF2-40B4-BE49-F238E27FC236}">
                <a16:creationId xmlns:a16="http://schemas.microsoft.com/office/drawing/2014/main" id="{129A2A96-3F21-994A-9017-D69B203BF78C}"/>
              </a:ext>
            </a:extLst>
          </p:cNvPr>
          <p:cNvGrpSpPr/>
          <p:nvPr/>
        </p:nvGrpSpPr>
        <p:grpSpPr>
          <a:xfrm>
            <a:off x="6783543" y="5735441"/>
            <a:ext cx="1215921" cy="1131159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444" name="Freeform 2443">
              <a:extLst>
                <a:ext uri="{FF2B5EF4-FFF2-40B4-BE49-F238E27FC236}">
                  <a16:creationId xmlns:a16="http://schemas.microsoft.com/office/drawing/2014/main" id="{F12EED47-DE0B-5644-9981-09CB27EBA21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5" name="Freeform 2444">
              <a:extLst>
                <a:ext uri="{FF2B5EF4-FFF2-40B4-BE49-F238E27FC236}">
                  <a16:creationId xmlns:a16="http://schemas.microsoft.com/office/drawing/2014/main" id="{6644AE1B-A86E-DC4E-9560-D9FC0CC1182C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6" name="Freeform 2445">
              <a:extLst>
                <a:ext uri="{FF2B5EF4-FFF2-40B4-BE49-F238E27FC236}">
                  <a16:creationId xmlns:a16="http://schemas.microsoft.com/office/drawing/2014/main" id="{81895FF1-DF98-564C-81D2-C9659F7ACBCC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7" name="Freeform 2446">
              <a:extLst>
                <a:ext uri="{FF2B5EF4-FFF2-40B4-BE49-F238E27FC236}">
                  <a16:creationId xmlns:a16="http://schemas.microsoft.com/office/drawing/2014/main" id="{E1C139F6-DC90-814A-9BF9-08EEA1556D3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8" name="Freeform 2447">
              <a:extLst>
                <a:ext uri="{FF2B5EF4-FFF2-40B4-BE49-F238E27FC236}">
                  <a16:creationId xmlns:a16="http://schemas.microsoft.com/office/drawing/2014/main" id="{DC39BF33-4F10-364B-AD66-2E38711482AF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9" name="Freeform 2448">
              <a:extLst>
                <a:ext uri="{FF2B5EF4-FFF2-40B4-BE49-F238E27FC236}">
                  <a16:creationId xmlns:a16="http://schemas.microsoft.com/office/drawing/2014/main" id="{C149DCD9-F72F-9D48-B29F-41F703D1A61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0" name="Freeform 2449">
              <a:extLst>
                <a:ext uri="{FF2B5EF4-FFF2-40B4-BE49-F238E27FC236}">
                  <a16:creationId xmlns:a16="http://schemas.microsoft.com/office/drawing/2014/main" id="{7EE53E28-4513-8A47-90A4-10FA0A939EC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1" name="Freeform 2450">
              <a:extLst>
                <a:ext uri="{FF2B5EF4-FFF2-40B4-BE49-F238E27FC236}">
                  <a16:creationId xmlns:a16="http://schemas.microsoft.com/office/drawing/2014/main" id="{B20F61C5-EB5B-754E-8C36-77877A8EBA0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CCDECF86-CC6A-4241-95BF-1048B5E63462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D4EF5933-A7FD-F449-AA13-9396F6DAAE8C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4" name="Freeform 2453">
              <a:extLst>
                <a:ext uri="{FF2B5EF4-FFF2-40B4-BE49-F238E27FC236}">
                  <a16:creationId xmlns:a16="http://schemas.microsoft.com/office/drawing/2014/main" id="{2E36FA2F-A06A-F44F-B0D6-4AA309A7A36F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3FCAD02B-36A7-6043-912F-BF42A3F36103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C0CC461C-6850-4C46-88A5-F854FF9278A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11A86361-B2DD-684D-B7FB-E6D653C6744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CBD1F36D-E1D4-9D41-B468-684CEF46136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9C95FD4C-BE08-A842-803D-071F8A6A161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0" name="Group 2459">
            <a:extLst>
              <a:ext uri="{FF2B5EF4-FFF2-40B4-BE49-F238E27FC236}">
                <a16:creationId xmlns:a16="http://schemas.microsoft.com/office/drawing/2014/main" id="{596F938D-04C7-2448-98C9-354357E8C0CE}"/>
              </a:ext>
            </a:extLst>
          </p:cNvPr>
          <p:cNvGrpSpPr/>
          <p:nvPr/>
        </p:nvGrpSpPr>
        <p:grpSpPr>
          <a:xfrm>
            <a:off x="5233965" y="5031379"/>
            <a:ext cx="1330464" cy="1874423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719D0A26-0A6C-FC46-B43C-7ED24903DA3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74821BE0-8FA4-C542-AEE2-12D9068EA62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00831D2F-0DA6-3440-BE70-31064C1EC69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536B09BB-7578-B843-B91E-A68ED9A0CAD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1DA78E21-04C6-3E47-8E45-1BE77E0BE579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31DFF0C7-078C-DB40-B764-42A25C357E2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1475CD3B-D141-EF4A-91EF-D8495E96078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586C5A30-D8CE-8B4A-87FF-BE33F9C9691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9" name="Freeform 2468">
              <a:extLst>
                <a:ext uri="{FF2B5EF4-FFF2-40B4-BE49-F238E27FC236}">
                  <a16:creationId xmlns:a16="http://schemas.microsoft.com/office/drawing/2014/main" id="{05017928-0ED7-7542-9ED2-B1F7653FBED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0" name="Freeform 2469">
              <a:extLst>
                <a:ext uri="{FF2B5EF4-FFF2-40B4-BE49-F238E27FC236}">
                  <a16:creationId xmlns:a16="http://schemas.microsoft.com/office/drawing/2014/main" id="{11EFAB75-64B8-BB44-B316-0A6D5ABB2421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1" name="Freeform 2470">
              <a:extLst>
                <a:ext uri="{FF2B5EF4-FFF2-40B4-BE49-F238E27FC236}">
                  <a16:creationId xmlns:a16="http://schemas.microsoft.com/office/drawing/2014/main" id="{D72D03DB-2299-E34D-9D3C-0BACCDA63B1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2" name="Freeform 2471">
              <a:extLst>
                <a:ext uri="{FF2B5EF4-FFF2-40B4-BE49-F238E27FC236}">
                  <a16:creationId xmlns:a16="http://schemas.microsoft.com/office/drawing/2014/main" id="{6AD9BF0A-DE70-504E-99A3-0688422946A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3" name="Freeform 2472">
              <a:extLst>
                <a:ext uri="{FF2B5EF4-FFF2-40B4-BE49-F238E27FC236}">
                  <a16:creationId xmlns:a16="http://schemas.microsoft.com/office/drawing/2014/main" id="{39FB94FF-C1D7-B244-ADF8-08B6666FD5E4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4" name="Freeform 2473">
              <a:extLst>
                <a:ext uri="{FF2B5EF4-FFF2-40B4-BE49-F238E27FC236}">
                  <a16:creationId xmlns:a16="http://schemas.microsoft.com/office/drawing/2014/main" id="{562B9991-53B6-014C-BF75-FF13369C714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5" name="Freeform 2474">
              <a:extLst>
                <a:ext uri="{FF2B5EF4-FFF2-40B4-BE49-F238E27FC236}">
                  <a16:creationId xmlns:a16="http://schemas.microsoft.com/office/drawing/2014/main" id="{3C538A10-0BD0-CF45-83FB-EA751DF7ED91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572CA458-1319-FA45-AFBA-54C8248B7F7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77" name="Group 2476">
            <a:extLst>
              <a:ext uri="{FF2B5EF4-FFF2-40B4-BE49-F238E27FC236}">
                <a16:creationId xmlns:a16="http://schemas.microsoft.com/office/drawing/2014/main" id="{BFDCCE08-3811-B140-8A9E-EE75B079BE4C}"/>
              </a:ext>
            </a:extLst>
          </p:cNvPr>
          <p:cNvGrpSpPr/>
          <p:nvPr/>
        </p:nvGrpSpPr>
        <p:grpSpPr>
          <a:xfrm>
            <a:off x="3931399" y="4749307"/>
            <a:ext cx="1928362" cy="2136348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478" name="Freeform 2477">
              <a:extLst>
                <a:ext uri="{FF2B5EF4-FFF2-40B4-BE49-F238E27FC236}">
                  <a16:creationId xmlns:a16="http://schemas.microsoft.com/office/drawing/2014/main" id="{466F127B-04CF-CD46-8D1A-4417DC19CF99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75FB4BCD-C2E5-1244-8AB3-772603894B9E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E91545E6-84E4-BB49-8C05-0C565C8E1F8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0C312783-B5EF-E949-8758-EE6E958E27E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33320154-1410-174F-9C21-51396E6590C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D524B15F-88F3-7947-AB51-0E55D6FC28E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7ACAD1B6-CBD4-5843-ADDE-D14ECF9882FE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77558A2B-8360-5D43-9B0D-CED447538D87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C0D1F7A4-03DE-CE4C-BDC3-10C494B8744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FCEA074C-897A-CE45-B804-A53CDDAA0F5D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89B325AF-2933-874B-ADB3-5FC17526890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D963269A-2458-7F44-A1E8-361400147C27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6401975C-8E8B-2F4B-894A-7F33814B430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71DF3874-0D74-944A-9130-4633D8289025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2" name="Freeform 2491">
              <a:extLst>
                <a:ext uri="{FF2B5EF4-FFF2-40B4-BE49-F238E27FC236}">
                  <a16:creationId xmlns:a16="http://schemas.microsoft.com/office/drawing/2014/main" id="{D7E89DFA-52E7-F04B-9A57-FADBFB22BAB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3" name="Freeform 2492">
              <a:extLst>
                <a:ext uri="{FF2B5EF4-FFF2-40B4-BE49-F238E27FC236}">
                  <a16:creationId xmlns:a16="http://schemas.microsoft.com/office/drawing/2014/main" id="{B3B627C2-7F1A-A747-8004-7A580576CE4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94" name="Group 2493">
            <a:extLst>
              <a:ext uri="{FF2B5EF4-FFF2-40B4-BE49-F238E27FC236}">
                <a16:creationId xmlns:a16="http://schemas.microsoft.com/office/drawing/2014/main" id="{B4FCEFDE-7670-ED41-8D22-773B9B951EFA}"/>
              </a:ext>
            </a:extLst>
          </p:cNvPr>
          <p:cNvGrpSpPr/>
          <p:nvPr/>
        </p:nvGrpSpPr>
        <p:grpSpPr>
          <a:xfrm>
            <a:off x="3161289" y="4848049"/>
            <a:ext cx="2022045" cy="208290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9C5AE6F3-F623-4040-8A10-18C8DFDB6B2E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2770DAED-C3F6-CB43-8FB9-D8F95197F02A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6246F74D-AF84-0D42-9DE3-5BF19C971F2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85A93603-37D5-724E-8E98-5F39258EA263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9E0CF708-8F11-594E-911D-19D6C7F8A7D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E44BA1A5-170A-7B47-83AC-80808E3DDFC8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CF8CB8A1-5B6C-BE48-A9D2-C1550CBE9EE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2" name="Freeform 2501">
              <a:extLst>
                <a:ext uri="{FF2B5EF4-FFF2-40B4-BE49-F238E27FC236}">
                  <a16:creationId xmlns:a16="http://schemas.microsoft.com/office/drawing/2014/main" id="{2A7CDE70-19B4-1243-BCF1-B529E2B64669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45111655-D96D-2440-BD50-D2E061BD4BB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C22FD27B-1773-9444-81BB-11D62E36532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A31465EB-9177-3449-ADDF-16AC6D0B2652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3AE7C76D-65D5-3C4F-A6CB-86B5B536DCC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2E273B6E-380D-6045-A938-84C603C2439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511F168C-A5AA-9841-BF38-44EAEC198AF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FCF34CC1-8FCD-1840-AAE0-C77180D25D0F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286DB231-439B-7E4B-8697-2715BABCF7AE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1" name="Group 2510">
            <a:extLst>
              <a:ext uri="{FF2B5EF4-FFF2-40B4-BE49-F238E27FC236}">
                <a16:creationId xmlns:a16="http://schemas.microsoft.com/office/drawing/2014/main" id="{4A3F6842-6C00-C841-9338-C5016185ACF9}"/>
              </a:ext>
            </a:extLst>
          </p:cNvPr>
          <p:cNvGrpSpPr/>
          <p:nvPr/>
        </p:nvGrpSpPr>
        <p:grpSpPr>
          <a:xfrm>
            <a:off x="5519544" y="5243540"/>
            <a:ext cx="1480750" cy="1663942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D6EF460F-E923-EF42-9D18-7256B1367C2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3" name="Freeform 2512">
              <a:extLst>
                <a:ext uri="{FF2B5EF4-FFF2-40B4-BE49-F238E27FC236}">
                  <a16:creationId xmlns:a16="http://schemas.microsoft.com/office/drawing/2014/main" id="{E09555ED-6FA7-1740-9715-C773370BE2F7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4F1BE7AA-1A61-9048-94F5-1388EC91D29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3BBDFC20-12C5-6848-9058-77EA33CD5A1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3D931828-F346-8847-9DF2-F4B08E69E5E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51BC5D6E-6314-2C4F-93DE-C9EC2A874B71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CE4D52FD-FF21-E84D-B3CD-78EA50E47E8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89C0D1E1-261A-3342-A0C8-0243B732483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F6C7AAD0-3158-1749-89A2-6F7AEEDD4D15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F8BD60D3-A82F-5F4E-B3C4-80AFBDD239A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2" name="Freeform 2521">
              <a:extLst>
                <a:ext uri="{FF2B5EF4-FFF2-40B4-BE49-F238E27FC236}">
                  <a16:creationId xmlns:a16="http://schemas.microsoft.com/office/drawing/2014/main" id="{BCA60524-5567-E944-A67B-6D690A53EB99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3" name="Freeform 2522">
              <a:extLst>
                <a:ext uri="{FF2B5EF4-FFF2-40B4-BE49-F238E27FC236}">
                  <a16:creationId xmlns:a16="http://schemas.microsoft.com/office/drawing/2014/main" id="{1B1346DC-D0B4-044E-9D00-828C3D6DB71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4" name="Freeform 2523">
              <a:extLst>
                <a:ext uri="{FF2B5EF4-FFF2-40B4-BE49-F238E27FC236}">
                  <a16:creationId xmlns:a16="http://schemas.microsoft.com/office/drawing/2014/main" id="{9E240F6C-93C1-EE47-81FE-BA003DCED3D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5" name="Freeform 2524">
              <a:extLst>
                <a:ext uri="{FF2B5EF4-FFF2-40B4-BE49-F238E27FC236}">
                  <a16:creationId xmlns:a16="http://schemas.microsoft.com/office/drawing/2014/main" id="{B050CCFD-3CE9-3347-B45D-A55F683AFF2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5C7B7B66-04AA-C34D-B360-480732A9C42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A1E428BE-D0D6-6A46-997D-104EA8210AB1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28" name="Group 2527">
            <a:extLst>
              <a:ext uri="{FF2B5EF4-FFF2-40B4-BE49-F238E27FC236}">
                <a16:creationId xmlns:a16="http://schemas.microsoft.com/office/drawing/2014/main" id="{1A4E79D0-47A3-C54E-81A1-6B31CF4CA698}"/>
              </a:ext>
            </a:extLst>
          </p:cNvPr>
          <p:cNvGrpSpPr/>
          <p:nvPr/>
        </p:nvGrpSpPr>
        <p:grpSpPr>
          <a:xfrm>
            <a:off x="7507737" y="5970894"/>
            <a:ext cx="836947" cy="671175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3D179F11-B87D-6B44-8745-E9BB8FDF58A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4A9FBFA2-3AA8-F443-BED6-EB90142DA47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00B21452-F624-404F-9A75-5FD44C7DC290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92E6DF7C-DDB5-804A-9C71-FC5D86EE8C1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0696B4D2-D721-1049-A51D-1EAEDD15B88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21B0EC54-CF68-4E4C-9364-1F5992F4C27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EC359B93-5005-AB4B-BA12-5369A00E7899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4EC331D6-159F-DC4C-9C76-F478B770645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C01C109D-4D4B-E948-AD52-E5354FE8137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8" name="Freeform 2537">
              <a:extLst>
                <a:ext uri="{FF2B5EF4-FFF2-40B4-BE49-F238E27FC236}">
                  <a16:creationId xmlns:a16="http://schemas.microsoft.com/office/drawing/2014/main" id="{6AD7CC50-7477-5B45-900F-6FA040CD540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9" name="Freeform 2538">
              <a:extLst>
                <a:ext uri="{FF2B5EF4-FFF2-40B4-BE49-F238E27FC236}">
                  <a16:creationId xmlns:a16="http://schemas.microsoft.com/office/drawing/2014/main" id="{CCC14DD2-C2B5-F942-BD9E-E49C5B5B1C48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2EFA2C45-9BE3-9443-9D85-78E12C46C198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725D221A-8D45-3E44-8E47-AD4A6FC8A48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D0BE0796-F9B2-C345-B2ED-FC1AF416932B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C7A2AEB8-87DB-8143-88A9-6793F6E5A060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9A4D6E62-35D2-F144-87E8-289348A1CF27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45" name="Group 2544">
            <a:extLst>
              <a:ext uri="{FF2B5EF4-FFF2-40B4-BE49-F238E27FC236}">
                <a16:creationId xmlns:a16="http://schemas.microsoft.com/office/drawing/2014/main" id="{A3D1E7A6-1F2C-324A-8CCF-F96F0C6387B0}"/>
              </a:ext>
            </a:extLst>
          </p:cNvPr>
          <p:cNvGrpSpPr/>
          <p:nvPr/>
        </p:nvGrpSpPr>
        <p:grpSpPr>
          <a:xfrm>
            <a:off x="6602931" y="5842155"/>
            <a:ext cx="1187259" cy="1001551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615EB137-2E58-6448-B7DC-DB521ACEC4B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CEC78FAA-6AD5-2A4A-A1FB-A792893F2056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8" name="Freeform 2547">
              <a:extLst>
                <a:ext uri="{FF2B5EF4-FFF2-40B4-BE49-F238E27FC236}">
                  <a16:creationId xmlns:a16="http://schemas.microsoft.com/office/drawing/2014/main" id="{8F13F329-56B8-0749-AF06-81C1153C6D9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9" name="Freeform 2548">
              <a:extLst>
                <a:ext uri="{FF2B5EF4-FFF2-40B4-BE49-F238E27FC236}">
                  <a16:creationId xmlns:a16="http://schemas.microsoft.com/office/drawing/2014/main" id="{B0E73630-FDF3-2C42-8B08-CEF7DF5904DB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0" name="Freeform 2549">
              <a:extLst>
                <a:ext uri="{FF2B5EF4-FFF2-40B4-BE49-F238E27FC236}">
                  <a16:creationId xmlns:a16="http://schemas.microsoft.com/office/drawing/2014/main" id="{1814B9A7-8903-8340-A6A6-2B988E5AB1F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1" name="Freeform 2550">
              <a:extLst>
                <a:ext uri="{FF2B5EF4-FFF2-40B4-BE49-F238E27FC236}">
                  <a16:creationId xmlns:a16="http://schemas.microsoft.com/office/drawing/2014/main" id="{8948061A-0FB5-C646-AF6B-E00F7E6CB61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2" name="Freeform 2551">
              <a:extLst>
                <a:ext uri="{FF2B5EF4-FFF2-40B4-BE49-F238E27FC236}">
                  <a16:creationId xmlns:a16="http://schemas.microsoft.com/office/drawing/2014/main" id="{AADDC066-4800-6E45-A8E0-37BDBA9622E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3" name="Freeform 2552">
              <a:extLst>
                <a:ext uri="{FF2B5EF4-FFF2-40B4-BE49-F238E27FC236}">
                  <a16:creationId xmlns:a16="http://schemas.microsoft.com/office/drawing/2014/main" id="{B84FDC57-A83B-D343-A0F6-A13AC6FE6C5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4" name="Freeform 2553">
              <a:extLst>
                <a:ext uri="{FF2B5EF4-FFF2-40B4-BE49-F238E27FC236}">
                  <a16:creationId xmlns:a16="http://schemas.microsoft.com/office/drawing/2014/main" id="{A02A313B-513A-A740-A831-B7EBE406766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5" name="Freeform 2554">
              <a:extLst>
                <a:ext uri="{FF2B5EF4-FFF2-40B4-BE49-F238E27FC236}">
                  <a16:creationId xmlns:a16="http://schemas.microsoft.com/office/drawing/2014/main" id="{7B4582B7-532C-2D46-AF5B-698098E461C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6" name="Freeform 2555">
              <a:extLst>
                <a:ext uri="{FF2B5EF4-FFF2-40B4-BE49-F238E27FC236}">
                  <a16:creationId xmlns:a16="http://schemas.microsoft.com/office/drawing/2014/main" id="{9B104A2F-0BE4-674E-B9A4-6E5AEC7AFF9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7" name="Freeform 2556">
              <a:extLst>
                <a:ext uri="{FF2B5EF4-FFF2-40B4-BE49-F238E27FC236}">
                  <a16:creationId xmlns:a16="http://schemas.microsoft.com/office/drawing/2014/main" id="{FC6A7393-E1D4-E44E-9514-5E2311CEE3D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8" name="Freeform 2557">
              <a:extLst>
                <a:ext uri="{FF2B5EF4-FFF2-40B4-BE49-F238E27FC236}">
                  <a16:creationId xmlns:a16="http://schemas.microsoft.com/office/drawing/2014/main" id="{F90D2280-4905-6E46-B825-F5825D417F5B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9" name="Freeform 2558">
              <a:extLst>
                <a:ext uri="{FF2B5EF4-FFF2-40B4-BE49-F238E27FC236}">
                  <a16:creationId xmlns:a16="http://schemas.microsoft.com/office/drawing/2014/main" id="{67B55AD8-B3D8-FB40-9586-F3B1B9584C2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0" name="Freeform 2559">
              <a:extLst>
                <a:ext uri="{FF2B5EF4-FFF2-40B4-BE49-F238E27FC236}">
                  <a16:creationId xmlns:a16="http://schemas.microsoft.com/office/drawing/2014/main" id="{5BABD0D7-9B98-6740-AD03-38AF90CD9B9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1" name="Freeform 2560">
              <a:extLst>
                <a:ext uri="{FF2B5EF4-FFF2-40B4-BE49-F238E27FC236}">
                  <a16:creationId xmlns:a16="http://schemas.microsoft.com/office/drawing/2014/main" id="{BF267B42-D666-0643-90EE-6D5E7F5F7C1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62" name="Group 2561">
            <a:extLst>
              <a:ext uri="{FF2B5EF4-FFF2-40B4-BE49-F238E27FC236}">
                <a16:creationId xmlns:a16="http://schemas.microsoft.com/office/drawing/2014/main" id="{222A90CA-0151-F04D-BF3A-337E2092576D}"/>
              </a:ext>
            </a:extLst>
          </p:cNvPr>
          <p:cNvGrpSpPr/>
          <p:nvPr/>
        </p:nvGrpSpPr>
        <p:grpSpPr>
          <a:xfrm>
            <a:off x="7782199" y="6162220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E3C4AE5B-8AC9-C84E-873B-9F890DCD266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4" name="Freeform 2563">
              <a:extLst>
                <a:ext uri="{FF2B5EF4-FFF2-40B4-BE49-F238E27FC236}">
                  <a16:creationId xmlns:a16="http://schemas.microsoft.com/office/drawing/2014/main" id="{B4F2AD6A-8071-4748-B29B-FDE53CDBB195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2F339134-1077-554A-A4E3-FAAADEAA710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4231C1CE-A833-FF4C-B998-100AB701C2FA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79E6F0A0-FF6D-C646-802E-D5D79200D40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97F77A70-5FE7-6F49-9F71-7BECDA43CCA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27056C9D-E69A-D041-8D98-EB6922FA56C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14D22B9B-6EE0-4649-B040-74C926C7CACA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01D4F72C-BEC0-FA4B-BA17-E2D4B5CB7F4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627A3AE4-099A-F344-83B2-A4F8F96974E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1FB1140D-6B9F-2441-9321-C3545FF3EE0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17DFBEFA-B3F7-7F49-89A9-456896C0CE59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B56A4E54-E62B-624F-A5E0-BA79B52C42B1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894F0782-5A83-514E-B211-E5E9C61CEB7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6D6F80E3-088F-2842-9CA9-8927548AA16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7B1DA8B3-D198-E849-8E91-EA58E112F59D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79" name="Group 2578">
            <a:extLst>
              <a:ext uri="{FF2B5EF4-FFF2-40B4-BE49-F238E27FC236}">
                <a16:creationId xmlns:a16="http://schemas.microsoft.com/office/drawing/2014/main" id="{C9A17006-D03F-0540-B5CA-84A11D888944}"/>
              </a:ext>
            </a:extLst>
          </p:cNvPr>
          <p:cNvGrpSpPr/>
          <p:nvPr/>
        </p:nvGrpSpPr>
        <p:grpSpPr>
          <a:xfrm>
            <a:off x="7620196" y="6139671"/>
            <a:ext cx="836947" cy="671175"/>
            <a:chOff x="1250506" y="2811144"/>
            <a:chExt cx="3409311" cy="3457052"/>
          </a:xfrm>
          <a:solidFill>
            <a:srgbClr val="AB7942"/>
          </a:solidFill>
        </p:grpSpPr>
        <p:sp>
          <p:nvSpPr>
            <p:cNvPr id="2580" name="Freeform 2579">
              <a:extLst>
                <a:ext uri="{FF2B5EF4-FFF2-40B4-BE49-F238E27FC236}">
                  <a16:creationId xmlns:a16="http://schemas.microsoft.com/office/drawing/2014/main" id="{5CDEC08D-593E-624B-83B9-FD63961349D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1" name="Freeform 2580">
              <a:extLst>
                <a:ext uri="{FF2B5EF4-FFF2-40B4-BE49-F238E27FC236}">
                  <a16:creationId xmlns:a16="http://schemas.microsoft.com/office/drawing/2014/main" id="{46D62E0C-E95C-024E-9582-DDEFEE0B90D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2" name="Freeform 2581">
              <a:extLst>
                <a:ext uri="{FF2B5EF4-FFF2-40B4-BE49-F238E27FC236}">
                  <a16:creationId xmlns:a16="http://schemas.microsoft.com/office/drawing/2014/main" id="{1F0424B0-4C7D-6B41-9180-F240E15B783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3" name="Freeform 2582">
              <a:extLst>
                <a:ext uri="{FF2B5EF4-FFF2-40B4-BE49-F238E27FC236}">
                  <a16:creationId xmlns:a16="http://schemas.microsoft.com/office/drawing/2014/main" id="{DC1F56E5-108B-C14C-BC5E-9566EAE37FD5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4" name="Freeform 2583">
              <a:extLst>
                <a:ext uri="{FF2B5EF4-FFF2-40B4-BE49-F238E27FC236}">
                  <a16:creationId xmlns:a16="http://schemas.microsoft.com/office/drawing/2014/main" id="{C6650216-5DB9-B745-BEA3-2D584FA270BA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5" name="Freeform 2584">
              <a:extLst>
                <a:ext uri="{FF2B5EF4-FFF2-40B4-BE49-F238E27FC236}">
                  <a16:creationId xmlns:a16="http://schemas.microsoft.com/office/drawing/2014/main" id="{6EADA39B-2863-CB42-9105-437A33AF815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6" name="Freeform 2585">
              <a:extLst>
                <a:ext uri="{FF2B5EF4-FFF2-40B4-BE49-F238E27FC236}">
                  <a16:creationId xmlns:a16="http://schemas.microsoft.com/office/drawing/2014/main" id="{E3158A45-D9AE-9341-83CC-5EEA20AAC1C2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7" name="Freeform 2586">
              <a:extLst>
                <a:ext uri="{FF2B5EF4-FFF2-40B4-BE49-F238E27FC236}">
                  <a16:creationId xmlns:a16="http://schemas.microsoft.com/office/drawing/2014/main" id="{9681AC3F-B0DE-A04F-A8DE-8D05EEB2225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8" name="Freeform 2587">
              <a:extLst>
                <a:ext uri="{FF2B5EF4-FFF2-40B4-BE49-F238E27FC236}">
                  <a16:creationId xmlns:a16="http://schemas.microsoft.com/office/drawing/2014/main" id="{38E32627-280B-0C42-BD52-1AD80D955AA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9" name="Freeform 2588">
              <a:extLst>
                <a:ext uri="{FF2B5EF4-FFF2-40B4-BE49-F238E27FC236}">
                  <a16:creationId xmlns:a16="http://schemas.microsoft.com/office/drawing/2014/main" id="{91B34B9B-7BC1-EF4B-9A21-89B5CD5A566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0" name="Freeform 2589">
              <a:extLst>
                <a:ext uri="{FF2B5EF4-FFF2-40B4-BE49-F238E27FC236}">
                  <a16:creationId xmlns:a16="http://schemas.microsoft.com/office/drawing/2014/main" id="{9D7B0882-C6F4-B943-85C4-2A9B2476EABC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1" name="Freeform 2590">
              <a:extLst>
                <a:ext uri="{FF2B5EF4-FFF2-40B4-BE49-F238E27FC236}">
                  <a16:creationId xmlns:a16="http://schemas.microsoft.com/office/drawing/2014/main" id="{7E34338A-139D-3048-99C5-57143CF8E6B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2" name="Freeform 2591">
              <a:extLst>
                <a:ext uri="{FF2B5EF4-FFF2-40B4-BE49-F238E27FC236}">
                  <a16:creationId xmlns:a16="http://schemas.microsoft.com/office/drawing/2014/main" id="{1BFD5545-118C-2242-B8B6-7F1C53D9F2BA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3" name="Freeform 2592">
              <a:extLst>
                <a:ext uri="{FF2B5EF4-FFF2-40B4-BE49-F238E27FC236}">
                  <a16:creationId xmlns:a16="http://schemas.microsoft.com/office/drawing/2014/main" id="{3582611B-6D74-8045-83E9-BE2C762C64CC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4" name="Freeform 2593">
              <a:extLst>
                <a:ext uri="{FF2B5EF4-FFF2-40B4-BE49-F238E27FC236}">
                  <a16:creationId xmlns:a16="http://schemas.microsoft.com/office/drawing/2014/main" id="{DB4BA86F-6367-2840-A502-02270244B0F1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5" name="Freeform 2594">
              <a:extLst>
                <a:ext uri="{FF2B5EF4-FFF2-40B4-BE49-F238E27FC236}">
                  <a16:creationId xmlns:a16="http://schemas.microsoft.com/office/drawing/2014/main" id="{4BA12C5C-88F2-A446-82E6-EC33D380CA1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6" name="Group 2595">
            <a:extLst>
              <a:ext uri="{FF2B5EF4-FFF2-40B4-BE49-F238E27FC236}">
                <a16:creationId xmlns:a16="http://schemas.microsoft.com/office/drawing/2014/main" id="{A3885598-DD57-694D-A205-FA98E8E5F505}"/>
              </a:ext>
            </a:extLst>
          </p:cNvPr>
          <p:cNvGrpSpPr/>
          <p:nvPr/>
        </p:nvGrpSpPr>
        <p:grpSpPr>
          <a:xfrm>
            <a:off x="7149807" y="5847249"/>
            <a:ext cx="1181893" cy="1016676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2597" name="Freeform 2596">
              <a:extLst>
                <a:ext uri="{FF2B5EF4-FFF2-40B4-BE49-F238E27FC236}">
                  <a16:creationId xmlns:a16="http://schemas.microsoft.com/office/drawing/2014/main" id="{91212E2F-5A06-FD48-AB7E-B80B12B3928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8" name="Freeform 2597">
              <a:extLst>
                <a:ext uri="{FF2B5EF4-FFF2-40B4-BE49-F238E27FC236}">
                  <a16:creationId xmlns:a16="http://schemas.microsoft.com/office/drawing/2014/main" id="{19332FC3-FAAA-4B4A-A383-C7E2AE5CC022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9" name="Freeform 2598">
              <a:extLst>
                <a:ext uri="{FF2B5EF4-FFF2-40B4-BE49-F238E27FC236}">
                  <a16:creationId xmlns:a16="http://schemas.microsoft.com/office/drawing/2014/main" id="{BD63A381-72AE-6F49-B157-435511BB232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0" name="Freeform 2599">
              <a:extLst>
                <a:ext uri="{FF2B5EF4-FFF2-40B4-BE49-F238E27FC236}">
                  <a16:creationId xmlns:a16="http://schemas.microsoft.com/office/drawing/2014/main" id="{9AAB49D8-4034-0C40-B888-69B058F5232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1" name="Freeform 2600">
              <a:extLst>
                <a:ext uri="{FF2B5EF4-FFF2-40B4-BE49-F238E27FC236}">
                  <a16:creationId xmlns:a16="http://schemas.microsoft.com/office/drawing/2014/main" id="{663DC1BC-B05F-154B-A180-8FAC59CB405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2" name="Freeform 2601">
              <a:extLst>
                <a:ext uri="{FF2B5EF4-FFF2-40B4-BE49-F238E27FC236}">
                  <a16:creationId xmlns:a16="http://schemas.microsoft.com/office/drawing/2014/main" id="{BB251863-0ADC-E146-ACC8-4EBA0D93A6DD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3" name="Freeform 2602">
              <a:extLst>
                <a:ext uri="{FF2B5EF4-FFF2-40B4-BE49-F238E27FC236}">
                  <a16:creationId xmlns:a16="http://schemas.microsoft.com/office/drawing/2014/main" id="{464E727D-14BE-204C-92D9-73CBAB13EC8B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4" name="Freeform 2603">
              <a:extLst>
                <a:ext uri="{FF2B5EF4-FFF2-40B4-BE49-F238E27FC236}">
                  <a16:creationId xmlns:a16="http://schemas.microsoft.com/office/drawing/2014/main" id="{998E9681-534F-D24B-8103-DF00ACAAC3B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5" name="Freeform 2604">
              <a:extLst>
                <a:ext uri="{FF2B5EF4-FFF2-40B4-BE49-F238E27FC236}">
                  <a16:creationId xmlns:a16="http://schemas.microsoft.com/office/drawing/2014/main" id="{9B4762B8-A387-C147-ABD1-841E3D34F17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6" name="Freeform 2605">
              <a:extLst>
                <a:ext uri="{FF2B5EF4-FFF2-40B4-BE49-F238E27FC236}">
                  <a16:creationId xmlns:a16="http://schemas.microsoft.com/office/drawing/2014/main" id="{5D9E3E38-8229-C146-8C9C-778504C0E58E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7" name="Freeform 2606">
              <a:extLst>
                <a:ext uri="{FF2B5EF4-FFF2-40B4-BE49-F238E27FC236}">
                  <a16:creationId xmlns:a16="http://schemas.microsoft.com/office/drawing/2014/main" id="{EEC79B19-6CED-BB48-B532-0BACB570416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8" name="Freeform 2607">
              <a:extLst>
                <a:ext uri="{FF2B5EF4-FFF2-40B4-BE49-F238E27FC236}">
                  <a16:creationId xmlns:a16="http://schemas.microsoft.com/office/drawing/2014/main" id="{E732E5A7-A037-7E4C-A73C-6C5E4F5A060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9" name="Freeform 2608">
              <a:extLst>
                <a:ext uri="{FF2B5EF4-FFF2-40B4-BE49-F238E27FC236}">
                  <a16:creationId xmlns:a16="http://schemas.microsoft.com/office/drawing/2014/main" id="{00B13623-850C-C14C-9218-F3320AD1E32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0" name="Freeform 2609">
              <a:extLst>
                <a:ext uri="{FF2B5EF4-FFF2-40B4-BE49-F238E27FC236}">
                  <a16:creationId xmlns:a16="http://schemas.microsoft.com/office/drawing/2014/main" id="{F2B55F86-A752-5144-8EB2-80CA19BBB184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1" name="Freeform 2610">
              <a:extLst>
                <a:ext uri="{FF2B5EF4-FFF2-40B4-BE49-F238E27FC236}">
                  <a16:creationId xmlns:a16="http://schemas.microsoft.com/office/drawing/2014/main" id="{EBBBE29A-7CD6-3341-B933-F5B921FFEF3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2" name="Freeform 2611">
              <a:extLst>
                <a:ext uri="{FF2B5EF4-FFF2-40B4-BE49-F238E27FC236}">
                  <a16:creationId xmlns:a16="http://schemas.microsoft.com/office/drawing/2014/main" id="{2B2BF9C2-2904-B940-A58F-EBFD8E08ED8A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13" name="Group 2612">
            <a:extLst>
              <a:ext uri="{FF2B5EF4-FFF2-40B4-BE49-F238E27FC236}">
                <a16:creationId xmlns:a16="http://schemas.microsoft.com/office/drawing/2014/main" id="{0064EC5A-2E5E-9041-A707-0D4689BCE047}"/>
              </a:ext>
            </a:extLst>
          </p:cNvPr>
          <p:cNvGrpSpPr/>
          <p:nvPr/>
        </p:nvGrpSpPr>
        <p:grpSpPr>
          <a:xfrm>
            <a:off x="8283678" y="6159235"/>
            <a:ext cx="836947" cy="671175"/>
            <a:chOff x="1250506" y="2811144"/>
            <a:chExt cx="3409311" cy="3457052"/>
          </a:xfrm>
          <a:solidFill>
            <a:srgbClr val="7F5A31"/>
          </a:solidFill>
        </p:grpSpPr>
        <p:sp>
          <p:nvSpPr>
            <p:cNvPr id="2614" name="Freeform 2613">
              <a:extLst>
                <a:ext uri="{FF2B5EF4-FFF2-40B4-BE49-F238E27FC236}">
                  <a16:creationId xmlns:a16="http://schemas.microsoft.com/office/drawing/2014/main" id="{5D65946D-2205-C74D-B108-61B1759C10B8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5" name="Freeform 2614">
              <a:extLst>
                <a:ext uri="{FF2B5EF4-FFF2-40B4-BE49-F238E27FC236}">
                  <a16:creationId xmlns:a16="http://schemas.microsoft.com/office/drawing/2014/main" id="{13DFA9F4-AEBC-7344-B0C0-49A85BB97985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6" name="Freeform 2615">
              <a:extLst>
                <a:ext uri="{FF2B5EF4-FFF2-40B4-BE49-F238E27FC236}">
                  <a16:creationId xmlns:a16="http://schemas.microsoft.com/office/drawing/2014/main" id="{23CA9CA5-DA42-634F-BF14-673102F5123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7" name="Freeform 2616">
              <a:extLst>
                <a:ext uri="{FF2B5EF4-FFF2-40B4-BE49-F238E27FC236}">
                  <a16:creationId xmlns:a16="http://schemas.microsoft.com/office/drawing/2014/main" id="{FA80F8CB-080A-C64A-A075-A315710C1802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8" name="Freeform 2617">
              <a:extLst>
                <a:ext uri="{FF2B5EF4-FFF2-40B4-BE49-F238E27FC236}">
                  <a16:creationId xmlns:a16="http://schemas.microsoft.com/office/drawing/2014/main" id="{434F0EF7-A12A-BF43-AA0B-4499CE2702AF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9" name="Freeform 2618">
              <a:extLst>
                <a:ext uri="{FF2B5EF4-FFF2-40B4-BE49-F238E27FC236}">
                  <a16:creationId xmlns:a16="http://schemas.microsoft.com/office/drawing/2014/main" id="{7BA6B4B1-C041-FD45-957F-1900EEE1BA3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0" name="Freeform 2619">
              <a:extLst>
                <a:ext uri="{FF2B5EF4-FFF2-40B4-BE49-F238E27FC236}">
                  <a16:creationId xmlns:a16="http://schemas.microsoft.com/office/drawing/2014/main" id="{E5681B2A-3077-F946-9FC6-CBA5BF2D2E8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1" name="Freeform 2620">
              <a:extLst>
                <a:ext uri="{FF2B5EF4-FFF2-40B4-BE49-F238E27FC236}">
                  <a16:creationId xmlns:a16="http://schemas.microsoft.com/office/drawing/2014/main" id="{70EA44EF-D84D-534C-858F-89385715542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2" name="Freeform 2621">
              <a:extLst>
                <a:ext uri="{FF2B5EF4-FFF2-40B4-BE49-F238E27FC236}">
                  <a16:creationId xmlns:a16="http://schemas.microsoft.com/office/drawing/2014/main" id="{B6106FC2-6AC6-9F4C-81F5-86956C188078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3" name="Freeform 2622">
              <a:extLst>
                <a:ext uri="{FF2B5EF4-FFF2-40B4-BE49-F238E27FC236}">
                  <a16:creationId xmlns:a16="http://schemas.microsoft.com/office/drawing/2014/main" id="{2F2CB2D5-F4E3-A445-A2BC-5C431315E18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4" name="Freeform 2623">
              <a:extLst>
                <a:ext uri="{FF2B5EF4-FFF2-40B4-BE49-F238E27FC236}">
                  <a16:creationId xmlns:a16="http://schemas.microsoft.com/office/drawing/2014/main" id="{F6D21BCD-EBA1-0B4E-9B62-C3D2E0AA5F0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5" name="Freeform 2624">
              <a:extLst>
                <a:ext uri="{FF2B5EF4-FFF2-40B4-BE49-F238E27FC236}">
                  <a16:creationId xmlns:a16="http://schemas.microsoft.com/office/drawing/2014/main" id="{C39CDBAB-FE1E-DC4C-B998-B2A80DBE65A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6" name="Freeform 2625">
              <a:extLst>
                <a:ext uri="{FF2B5EF4-FFF2-40B4-BE49-F238E27FC236}">
                  <a16:creationId xmlns:a16="http://schemas.microsoft.com/office/drawing/2014/main" id="{6039406C-2C5D-7948-8045-9407278CE98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7" name="Freeform 2626">
              <a:extLst>
                <a:ext uri="{FF2B5EF4-FFF2-40B4-BE49-F238E27FC236}">
                  <a16:creationId xmlns:a16="http://schemas.microsoft.com/office/drawing/2014/main" id="{DFB24EE7-9943-E44F-80BA-A817C1C9FB8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8" name="Freeform 2627">
              <a:extLst>
                <a:ext uri="{FF2B5EF4-FFF2-40B4-BE49-F238E27FC236}">
                  <a16:creationId xmlns:a16="http://schemas.microsoft.com/office/drawing/2014/main" id="{08269911-3C46-5042-AFB4-04B2B363628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9" name="Freeform 2628">
              <a:extLst>
                <a:ext uri="{FF2B5EF4-FFF2-40B4-BE49-F238E27FC236}">
                  <a16:creationId xmlns:a16="http://schemas.microsoft.com/office/drawing/2014/main" id="{2F972F5C-6473-EA4E-A22C-47CE3B709224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0" name="Group 2629">
            <a:extLst>
              <a:ext uri="{FF2B5EF4-FFF2-40B4-BE49-F238E27FC236}">
                <a16:creationId xmlns:a16="http://schemas.microsoft.com/office/drawing/2014/main" id="{EDD11DA1-7B93-0A49-B04C-6A1DC3C9CC5A}"/>
              </a:ext>
            </a:extLst>
          </p:cNvPr>
          <p:cNvGrpSpPr/>
          <p:nvPr/>
        </p:nvGrpSpPr>
        <p:grpSpPr>
          <a:xfrm>
            <a:off x="8061676" y="6196408"/>
            <a:ext cx="836947" cy="671175"/>
            <a:chOff x="1250506" y="2811144"/>
            <a:chExt cx="3409311" cy="3457052"/>
          </a:xfrm>
          <a:solidFill>
            <a:srgbClr val="D0CA7A"/>
          </a:solidFill>
        </p:grpSpPr>
        <p:sp>
          <p:nvSpPr>
            <p:cNvPr id="2631" name="Freeform 2630">
              <a:extLst>
                <a:ext uri="{FF2B5EF4-FFF2-40B4-BE49-F238E27FC236}">
                  <a16:creationId xmlns:a16="http://schemas.microsoft.com/office/drawing/2014/main" id="{8CF4B575-A436-7545-ADA0-8CACF2DA000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2" name="Freeform 2631">
              <a:extLst>
                <a:ext uri="{FF2B5EF4-FFF2-40B4-BE49-F238E27FC236}">
                  <a16:creationId xmlns:a16="http://schemas.microsoft.com/office/drawing/2014/main" id="{33BA8713-E379-2A41-9461-73BFFB7537D9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3" name="Freeform 2632">
              <a:extLst>
                <a:ext uri="{FF2B5EF4-FFF2-40B4-BE49-F238E27FC236}">
                  <a16:creationId xmlns:a16="http://schemas.microsoft.com/office/drawing/2014/main" id="{A4177EC0-B72F-C646-9CD8-ADF02AF17859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4" name="Freeform 2633">
              <a:extLst>
                <a:ext uri="{FF2B5EF4-FFF2-40B4-BE49-F238E27FC236}">
                  <a16:creationId xmlns:a16="http://schemas.microsoft.com/office/drawing/2014/main" id="{0674B543-1A73-F34E-8A10-9FA4F4E8231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5" name="Freeform 2634">
              <a:extLst>
                <a:ext uri="{FF2B5EF4-FFF2-40B4-BE49-F238E27FC236}">
                  <a16:creationId xmlns:a16="http://schemas.microsoft.com/office/drawing/2014/main" id="{A9F8B595-1172-0D4D-BC3D-5660DA93C7F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6" name="Freeform 2635">
              <a:extLst>
                <a:ext uri="{FF2B5EF4-FFF2-40B4-BE49-F238E27FC236}">
                  <a16:creationId xmlns:a16="http://schemas.microsoft.com/office/drawing/2014/main" id="{78FEB26D-5201-E545-863A-5F906BC2D57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7" name="Freeform 2636">
              <a:extLst>
                <a:ext uri="{FF2B5EF4-FFF2-40B4-BE49-F238E27FC236}">
                  <a16:creationId xmlns:a16="http://schemas.microsoft.com/office/drawing/2014/main" id="{C8EA280E-26A4-244D-AD30-85C18676F92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8" name="Freeform 2637">
              <a:extLst>
                <a:ext uri="{FF2B5EF4-FFF2-40B4-BE49-F238E27FC236}">
                  <a16:creationId xmlns:a16="http://schemas.microsoft.com/office/drawing/2014/main" id="{23A7D2A5-A9E5-AC47-ABC9-A8131D4C8EDC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9" name="Freeform 2638">
              <a:extLst>
                <a:ext uri="{FF2B5EF4-FFF2-40B4-BE49-F238E27FC236}">
                  <a16:creationId xmlns:a16="http://schemas.microsoft.com/office/drawing/2014/main" id="{3A6D98C5-2F69-0145-98E0-F448C5406BE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0" name="Freeform 2639">
              <a:extLst>
                <a:ext uri="{FF2B5EF4-FFF2-40B4-BE49-F238E27FC236}">
                  <a16:creationId xmlns:a16="http://schemas.microsoft.com/office/drawing/2014/main" id="{70C4DA19-ECCD-834C-A828-657416ADEC6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1" name="Freeform 2640">
              <a:extLst>
                <a:ext uri="{FF2B5EF4-FFF2-40B4-BE49-F238E27FC236}">
                  <a16:creationId xmlns:a16="http://schemas.microsoft.com/office/drawing/2014/main" id="{CD2075FC-BC9C-554D-B49A-DCBA34530FD0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2" name="Freeform 2641">
              <a:extLst>
                <a:ext uri="{FF2B5EF4-FFF2-40B4-BE49-F238E27FC236}">
                  <a16:creationId xmlns:a16="http://schemas.microsoft.com/office/drawing/2014/main" id="{D6C7971B-22DE-6A42-8981-2A49F6A2C83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3" name="Freeform 2642">
              <a:extLst>
                <a:ext uri="{FF2B5EF4-FFF2-40B4-BE49-F238E27FC236}">
                  <a16:creationId xmlns:a16="http://schemas.microsoft.com/office/drawing/2014/main" id="{9E165550-FB6C-7340-85C7-7E825BEE9CD2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7C3260C4-4770-C945-B498-AD46006BFA69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5" name="Freeform 2644">
              <a:extLst>
                <a:ext uri="{FF2B5EF4-FFF2-40B4-BE49-F238E27FC236}">
                  <a16:creationId xmlns:a16="http://schemas.microsoft.com/office/drawing/2014/main" id="{FD4BEADD-CEE8-5041-98E8-5AE72F9071D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73F214E3-9A75-2B45-84E6-7C7EE5602A4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47" name="Group 2646">
            <a:extLst>
              <a:ext uri="{FF2B5EF4-FFF2-40B4-BE49-F238E27FC236}">
                <a16:creationId xmlns:a16="http://schemas.microsoft.com/office/drawing/2014/main" id="{7B2E6989-2083-224C-8354-44E48B65D894}"/>
              </a:ext>
            </a:extLst>
          </p:cNvPr>
          <p:cNvGrpSpPr/>
          <p:nvPr/>
        </p:nvGrpSpPr>
        <p:grpSpPr>
          <a:xfrm>
            <a:off x="7197763" y="6165920"/>
            <a:ext cx="836947" cy="671175"/>
            <a:chOff x="1250506" y="2811144"/>
            <a:chExt cx="3409311" cy="3457052"/>
          </a:xfrm>
          <a:solidFill>
            <a:srgbClr val="B5B06C"/>
          </a:solidFill>
        </p:grpSpPr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23E4D67B-CE55-A744-98C8-57EEC00D026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9" name="Freeform 2648">
              <a:extLst>
                <a:ext uri="{FF2B5EF4-FFF2-40B4-BE49-F238E27FC236}">
                  <a16:creationId xmlns:a16="http://schemas.microsoft.com/office/drawing/2014/main" id="{64D680BE-E91D-7A40-8382-7AF81F83E727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0" name="Freeform 2649">
              <a:extLst>
                <a:ext uri="{FF2B5EF4-FFF2-40B4-BE49-F238E27FC236}">
                  <a16:creationId xmlns:a16="http://schemas.microsoft.com/office/drawing/2014/main" id="{B6A7B7A9-96A9-C640-BC59-C5106802134F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1" name="Freeform 2650">
              <a:extLst>
                <a:ext uri="{FF2B5EF4-FFF2-40B4-BE49-F238E27FC236}">
                  <a16:creationId xmlns:a16="http://schemas.microsoft.com/office/drawing/2014/main" id="{C59DBC49-AAAA-9E47-A9C1-A4670333594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2" name="Freeform 2651">
              <a:extLst>
                <a:ext uri="{FF2B5EF4-FFF2-40B4-BE49-F238E27FC236}">
                  <a16:creationId xmlns:a16="http://schemas.microsoft.com/office/drawing/2014/main" id="{465ADC72-614A-B947-8BCB-412F24682E2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3" name="Freeform 2652">
              <a:extLst>
                <a:ext uri="{FF2B5EF4-FFF2-40B4-BE49-F238E27FC236}">
                  <a16:creationId xmlns:a16="http://schemas.microsoft.com/office/drawing/2014/main" id="{05BDC48C-6204-934F-87B2-99B78C3F359C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4" name="Freeform 2653">
              <a:extLst>
                <a:ext uri="{FF2B5EF4-FFF2-40B4-BE49-F238E27FC236}">
                  <a16:creationId xmlns:a16="http://schemas.microsoft.com/office/drawing/2014/main" id="{F34B2E09-E3CC-4C46-9B82-BAC74725C32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5" name="Freeform 2654">
              <a:extLst>
                <a:ext uri="{FF2B5EF4-FFF2-40B4-BE49-F238E27FC236}">
                  <a16:creationId xmlns:a16="http://schemas.microsoft.com/office/drawing/2014/main" id="{5235B807-DE1F-874E-BDC7-86972F532A9B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6" name="Freeform 2655">
              <a:extLst>
                <a:ext uri="{FF2B5EF4-FFF2-40B4-BE49-F238E27FC236}">
                  <a16:creationId xmlns:a16="http://schemas.microsoft.com/office/drawing/2014/main" id="{E7E4A6F6-A6C1-424A-BDAE-0285D8F1CA0E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7" name="Freeform 2656">
              <a:extLst>
                <a:ext uri="{FF2B5EF4-FFF2-40B4-BE49-F238E27FC236}">
                  <a16:creationId xmlns:a16="http://schemas.microsoft.com/office/drawing/2014/main" id="{0725D3D5-A8E1-AF4B-96AD-A07CA5EBA8D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8" name="Freeform 2657">
              <a:extLst>
                <a:ext uri="{FF2B5EF4-FFF2-40B4-BE49-F238E27FC236}">
                  <a16:creationId xmlns:a16="http://schemas.microsoft.com/office/drawing/2014/main" id="{F1A6D442-765C-2146-A29D-2FE73F09308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9" name="Freeform 2658">
              <a:extLst>
                <a:ext uri="{FF2B5EF4-FFF2-40B4-BE49-F238E27FC236}">
                  <a16:creationId xmlns:a16="http://schemas.microsoft.com/office/drawing/2014/main" id="{49AA3826-9678-1C4B-B870-3CEC06605EDC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0" name="Freeform 2659">
              <a:extLst>
                <a:ext uri="{FF2B5EF4-FFF2-40B4-BE49-F238E27FC236}">
                  <a16:creationId xmlns:a16="http://schemas.microsoft.com/office/drawing/2014/main" id="{08B8A1D7-135C-4F46-B129-4A1F27E443F6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1" name="Freeform 2660">
              <a:extLst>
                <a:ext uri="{FF2B5EF4-FFF2-40B4-BE49-F238E27FC236}">
                  <a16:creationId xmlns:a16="http://schemas.microsoft.com/office/drawing/2014/main" id="{CB637013-4A7D-F94F-8169-7C3C7C326591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2" name="Freeform 2661">
              <a:extLst>
                <a:ext uri="{FF2B5EF4-FFF2-40B4-BE49-F238E27FC236}">
                  <a16:creationId xmlns:a16="http://schemas.microsoft.com/office/drawing/2014/main" id="{D19A75EC-2CD8-CD48-9099-C3E3E83C283D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3" name="Freeform 2662">
              <a:extLst>
                <a:ext uri="{FF2B5EF4-FFF2-40B4-BE49-F238E27FC236}">
                  <a16:creationId xmlns:a16="http://schemas.microsoft.com/office/drawing/2014/main" id="{5D13B18F-1850-D34D-A554-69E05CA0A09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4" name="Group 2663">
            <a:extLst>
              <a:ext uri="{FF2B5EF4-FFF2-40B4-BE49-F238E27FC236}">
                <a16:creationId xmlns:a16="http://schemas.microsoft.com/office/drawing/2014/main" id="{B6CCD178-385A-174D-B799-1C77C291A930}"/>
              </a:ext>
            </a:extLst>
          </p:cNvPr>
          <p:cNvGrpSpPr/>
          <p:nvPr/>
        </p:nvGrpSpPr>
        <p:grpSpPr>
          <a:xfrm>
            <a:off x="1223705" y="5417979"/>
            <a:ext cx="1162333" cy="1499644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665" name="Freeform 2664">
              <a:extLst>
                <a:ext uri="{FF2B5EF4-FFF2-40B4-BE49-F238E27FC236}">
                  <a16:creationId xmlns:a16="http://schemas.microsoft.com/office/drawing/2014/main" id="{B30A84B8-08FA-2043-AFDD-C987FBF6B40A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6" name="Freeform 2665">
              <a:extLst>
                <a:ext uri="{FF2B5EF4-FFF2-40B4-BE49-F238E27FC236}">
                  <a16:creationId xmlns:a16="http://schemas.microsoft.com/office/drawing/2014/main" id="{553CE6A3-2F0E-2343-A7EB-743FE061D1E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7" name="Freeform 2666">
              <a:extLst>
                <a:ext uri="{FF2B5EF4-FFF2-40B4-BE49-F238E27FC236}">
                  <a16:creationId xmlns:a16="http://schemas.microsoft.com/office/drawing/2014/main" id="{BDB2266E-901E-5C4D-8441-D9ECFA9C7795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8" name="Freeform 2667">
              <a:extLst>
                <a:ext uri="{FF2B5EF4-FFF2-40B4-BE49-F238E27FC236}">
                  <a16:creationId xmlns:a16="http://schemas.microsoft.com/office/drawing/2014/main" id="{5E530E8C-CE91-1243-BEC7-07E735D9B7DE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9" name="Freeform 2668">
              <a:extLst>
                <a:ext uri="{FF2B5EF4-FFF2-40B4-BE49-F238E27FC236}">
                  <a16:creationId xmlns:a16="http://schemas.microsoft.com/office/drawing/2014/main" id="{9571DE91-4A21-B34E-A93F-516FF336FE6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0" name="Freeform 2669">
              <a:extLst>
                <a:ext uri="{FF2B5EF4-FFF2-40B4-BE49-F238E27FC236}">
                  <a16:creationId xmlns:a16="http://schemas.microsoft.com/office/drawing/2014/main" id="{A7B96A85-B00F-0F42-8851-1263B40558AA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1" name="Freeform 2670">
              <a:extLst>
                <a:ext uri="{FF2B5EF4-FFF2-40B4-BE49-F238E27FC236}">
                  <a16:creationId xmlns:a16="http://schemas.microsoft.com/office/drawing/2014/main" id="{A8FFAF04-BDB3-9040-A32F-995C55F338D7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2" name="Freeform 2671">
              <a:extLst>
                <a:ext uri="{FF2B5EF4-FFF2-40B4-BE49-F238E27FC236}">
                  <a16:creationId xmlns:a16="http://schemas.microsoft.com/office/drawing/2014/main" id="{66DAE750-EAC5-0747-A43D-38CB3F9A236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3" name="Freeform 2672">
              <a:extLst>
                <a:ext uri="{FF2B5EF4-FFF2-40B4-BE49-F238E27FC236}">
                  <a16:creationId xmlns:a16="http://schemas.microsoft.com/office/drawing/2014/main" id="{33E23673-4DF1-144E-83DD-01583AAEF656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4" name="Freeform 2673">
              <a:extLst>
                <a:ext uri="{FF2B5EF4-FFF2-40B4-BE49-F238E27FC236}">
                  <a16:creationId xmlns:a16="http://schemas.microsoft.com/office/drawing/2014/main" id="{CBB9E865-5F57-E749-8997-6AAC8375CF6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5" name="Freeform 2674">
              <a:extLst>
                <a:ext uri="{FF2B5EF4-FFF2-40B4-BE49-F238E27FC236}">
                  <a16:creationId xmlns:a16="http://schemas.microsoft.com/office/drawing/2014/main" id="{5A469CAA-4A8D-7148-9B90-8C8572309A1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6" name="Freeform 2675">
              <a:extLst>
                <a:ext uri="{FF2B5EF4-FFF2-40B4-BE49-F238E27FC236}">
                  <a16:creationId xmlns:a16="http://schemas.microsoft.com/office/drawing/2014/main" id="{103C8F55-9CE1-2E4E-9742-E76B16E22BF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7" name="Freeform 2676">
              <a:extLst>
                <a:ext uri="{FF2B5EF4-FFF2-40B4-BE49-F238E27FC236}">
                  <a16:creationId xmlns:a16="http://schemas.microsoft.com/office/drawing/2014/main" id="{A791321B-E7A0-014F-B7BD-F4E8FEF814AE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8" name="Freeform 2677">
              <a:extLst>
                <a:ext uri="{FF2B5EF4-FFF2-40B4-BE49-F238E27FC236}">
                  <a16:creationId xmlns:a16="http://schemas.microsoft.com/office/drawing/2014/main" id="{57455BE8-EC85-1744-BEB1-699EA3C80590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9" name="Freeform 2678">
              <a:extLst>
                <a:ext uri="{FF2B5EF4-FFF2-40B4-BE49-F238E27FC236}">
                  <a16:creationId xmlns:a16="http://schemas.microsoft.com/office/drawing/2014/main" id="{2325F2F7-E422-3142-ACC0-8AD9867A8C2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0" name="Freeform 2679">
              <a:extLst>
                <a:ext uri="{FF2B5EF4-FFF2-40B4-BE49-F238E27FC236}">
                  <a16:creationId xmlns:a16="http://schemas.microsoft.com/office/drawing/2014/main" id="{0D518A30-3BBC-4B42-B0F8-88F885CA4F0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81" name="Group 2680">
            <a:extLst>
              <a:ext uri="{FF2B5EF4-FFF2-40B4-BE49-F238E27FC236}">
                <a16:creationId xmlns:a16="http://schemas.microsoft.com/office/drawing/2014/main" id="{C58FB1F2-06C8-2049-BF22-7D08074D10D2}"/>
              </a:ext>
            </a:extLst>
          </p:cNvPr>
          <p:cNvGrpSpPr/>
          <p:nvPr/>
        </p:nvGrpSpPr>
        <p:grpSpPr>
          <a:xfrm>
            <a:off x="1434164" y="5201603"/>
            <a:ext cx="1614274" cy="1722623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2682" name="Freeform 2681">
              <a:extLst>
                <a:ext uri="{FF2B5EF4-FFF2-40B4-BE49-F238E27FC236}">
                  <a16:creationId xmlns:a16="http://schemas.microsoft.com/office/drawing/2014/main" id="{60AC0D9E-38C5-CE46-A7F3-9461016BB6A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3" name="Freeform 2682">
              <a:extLst>
                <a:ext uri="{FF2B5EF4-FFF2-40B4-BE49-F238E27FC236}">
                  <a16:creationId xmlns:a16="http://schemas.microsoft.com/office/drawing/2014/main" id="{CA3137FB-E0C4-364C-97F1-39B1371554D3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4" name="Freeform 2683">
              <a:extLst>
                <a:ext uri="{FF2B5EF4-FFF2-40B4-BE49-F238E27FC236}">
                  <a16:creationId xmlns:a16="http://schemas.microsoft.com/office/drawing/2014/main" id="{C23F2C28-55E2-7B49-A1E8-822CA58FDBDB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5" name="Freeform 2684">
              <a:extLst>
                <a:ext uri="{FF2B5EF4-FFF2-40B4-BE49-F238E27FC236}">
                  <a16:creationId xmlns:a16="http://schemas.microsoft.com/office/drawing/2014/main" id="{B4F7920E-1D3B-A74F-881E-79BC87F9E148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478E3718-576B-7046-B402-2F92ADE5FCA2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0702CF96-628D-9B4F-963D-3BC006199F83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8" name="Freeform 2687">
              <a:extLst>
                <a:ext uri="{FF2B5EF4-FFF2-40B4-BE49-F238E27FC236}">
                  <a16:creationId xmlns:a16="http://schemas.microsoft.com/office/drawing/2014/main" id="{D02BF636-4535-1B4D-B633-1AD751C44D93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9" name="Freeform 2688">
              <a:extLst>
                <a:ext uri="{FF2B5EF4-FFF2-40B4-BE49-F238E27FC236}">
                  <a16:creationId xmlns:a16="http://schemas.microsoft.com/office/drawing/2014/main" id="{7938AB04-7703-A74E-85E2-69BB5A8E34A0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0" name="Freeform 2689">
              <a:extLst>
                <a:ext uri="{FF2B5EF4-FFF2-40B4-BE49-F238E27FC236}">
                  <a16:creationId xmlns:a16="http://schemas.microsoft.com/office/drawing/2014/main" id="{0523B721-6935-C342-85C8-55BEFE01A8EC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1" name="Freeform 2690">
              <a:extLst>
                <a:ext uri="{FF2B5EF4-FFF2-40B4-BE49-F238E27FC236}">
                  <a16:creationId xmlns:a16="http://schemas.microsoft.com/office/drawing/2014/main" id="{2E19A730-08BD-984D-9ADC-47E7B1A6912A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2" name="Freeform 2691">
              <a:extLst>
                <a:ext uri="{FF2B5EF4-FFF2-40B4-BE49-F238E27FC236}">
                  <a16:creationId xmlns:a16="http://schemas.microsoft.com/office/drawing/2014/main" id="{98F45D79-4BD8-D445-8242-E41C7D1D3D76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3" name="Freeform 2692">
              <a:extLst>
                <a:ext uri="{FF2B5EF4-FFF2-40B4-BE49-F238E27FC236}">
                  <a16:creationId xmlns:a16="http://schemas.microsoft.com/office/drawing/2014/main" id="{B13C7024-DF4D-ED42-8D66-B274C84F364A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4" name="Freeform 2693">
              <a:extLst>
                <a:ext uri="{FF2B5EF4-FFF2-40B4-BE49-F238E27FC236}">
                  <a16:creationId xmlns:a16="http://schemas.microsoft.com/office/drawing/2014/main" id="{0716EDBD-2077-9248-B6E9-4F865D3BAC24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5" name="Freeform 2694">
              <a:extLst>
                <a:ext uri="{FF2B5EF4-FFF2-40B4-BE49-F238E27FC236}">
                  <a16:creationId xmlns:a16="http://schemas.microsoft.com/office/drawing/2014/main" id="{38298EFA-150E-6340-9CA9-ABE91DF9863F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6" name="Freeform 2695">
              <a:extLst>
                <a:ext uri="{FF2B5EF4-FFF2-40B4-BE49-F238E27FC236}">
                  <a16:creationId xmlns:a16="http://schemas.microsoft.com/office/drawing/2014/main" id="{216E2BC0-79B4-E645-AA1A-F0DA0F4CF745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7" name="Freeform 2696">
              <a:extLst>
                <a:ext uri="{FF2B5EF4-FFF2-40B4-BE49-F238E27FC236}">
                  <a16:creationId xmlns:a16="http://schemas.microsoft.com/office/drawing/2014/main" id="{DEB00661-9B62-C243-8E08-7BD97001CDC2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98" name="Group 2697">
            <a:extLst>
              <a:ext uri="{FF2B5EF4-FFF2-40B4-BE49-F238E27FC236}">
                <a16:creationId xmlns:a16="http://schemas.microsoft.com/office/drawing/2014/main" id="{EA6800D6-B8A2-6342-A806-5B12C5C53B99}"/>
              </a:ext>
            </a:extLst>
          </p:cNvPr>
          <p:cNvGrpSpPr/>
          <p:nvPr/>
        </p:nvGrpSpPr>
        <p:grpSpPr>
          <a:xfrm>
            <a:off x="1733551" y="4805777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699" name="Freeform 2698">
              <a:extLst>
                <a:ext uri="{FF2B5EF4-FFF2-40B4-BE49-F238E27FC236}">
                  <a16:creationId xmlns:a16="http://schemas.microsoft.com/office/drawing/2014/main" id="{01E75D39-8CF8-824A-8B41-337DCF1B4F94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0" name="Freeform 2699">
              <a:extLst>
                <a:ext uri="{FF2B5EF4-FFF2-40B4-BE49-F238E27FC236}">
                  <a16:creationId xmlns:a16="http://schemas.microsoft.com/office/drawing/2014/main" id="{1C377F1E-E36F-2340-8EE7-186680CC616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1" name="Freeform 2700">
              <a:extLst>
                <a:ext uri="{FF2B5EF4-FFF2-40B4-BE49-F238E27FC236}">
                  <a16:creationId xmlns:a16="http://schemas.microsoft.com/office/drawing/2014/main" id="{9C1D242E-49DA-894B-BF4D-2007622CD57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2" name="Freeform 2701">
              <a:extLst>
                <a:ext uri="{FF2B5EF4-FFF2-40B4-BE49-F238E27FC236}">
                  <a16:creationId xmlns:a16="http://schemas.microsoft.com/office/drawing/2014/main" id="{ED2B4A28-AD1B-1D47-AB5E-874303FC03EC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3" name="Freeform 2702">
              <a:extLst>
                <a:ext uri="{FF2B5EF4-FFF2-40B4-BE49-F238E27FC236}">
                  <a16:creationId xmlns:a16="http://schemas.microsoft.com/office/drawing/2014/main" id="{1F40C44B-BD7B-814E-81AC-9276F1D482D0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4" name="Freeform 2703">
              <a:extLst>
                <a:ext uri="{FF2B5EF4-FFF2-40B4-BE49-F238E27FC236}">
                  <a16:creationId xmlns:a16="http://schemas.microsoft.com/office/drawing/2014/main" id="{099DBF59-E275-C54C-B45B-89622AC74AA3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0EA2CC9B-21CE-9744-AF28-4A91911C7414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38396E47-CF0D-BD40-8867-BE21253ECBA8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7" name="Freeform 2706">
              <a:extLst>
                <a:ext uri="{FF2B5EF4-FFF2-40B4-BE49-F238E27FC236}">
                  <a16:creationId xmlns:a16="http://schemas.microsoft.com/office/drawing/2014/main" id="{20B27DA6-ADA1-524C-BA4F-4A13DA79D9A9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EE4BA487-F10D-D643-8F2C-94A6D07D9339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AB4BE335-43BD-7643-AE44-6D24ED8428F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67621E3F-9538-6948-ABD0-9C3BF8493C81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DDBA7A0B-A581-A043-BFB3-57FAADA63247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30EADE7F-889B-9B4E-95D8-735A95DFF2A7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B4FFB031-4436-0149-BDE4-DF517CDB118B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E1C78438-0312-D244-B40F-9A3B1202B03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15" name="Group 2714">
            <a:extLst>
              <a:ext uri="{FF2B5EF4-FFF2-40B4-BE49-F238E27FC236}">
                <a16:creationId xmlns:a16="http://schemas.microsoft.com/office/drawing/2014/main" id="{1EFB6E15-2F54-3847-80FD-D44D0DDC6FA5}"/>
              </a:ext>
            </a:extLst>
          </p:cNvPr>
          <p:cNvGrpSpPr/>
          <p:nvPr/>
        </p:nvGrpSpPr>
        <p:grpSpPr>
          <a:xfrm>
            <a:off x="2583675" y="4791039"/>
            <a:ext cx="1928362" cy="213634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74EBFDBB-703B-0C4D-9FB3-E964325D0451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B5831926-3125-FB42-A8F1-9D5F0682E5BB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4E7BB15B-4016-9F40-B4EB-671A1496BF2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A026917F-3EDD-AF4A-BB13-714282DAD490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3DE199DE-A4F7-3B49-BB02-8C3AD78C9496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A3DB002B-7036-B44F-A0BA-BDEE0B30A0C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2" name="Freeform 2721">
              <a:extLst>
                <a:ext uri="{FF2B5EF4-FFF2-40B4-BE49-F238E27FC236}">
                  <a16:creationId xmlns:a16="http://schemas.microsoft.com/office/drawing/2014/main" id="{1DF3445B-F063-6E44-9AD6-87CD8FFCC76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3" name="Freeform 2722">
              <a:extLst>
                <a:ext uri="{FF2B5EF4-FFF2-40B4-BE49-F238E27FC236}">
                  <a16:creationId xmlns:a16="http://schemas.microsoft.com/office/drawing/2014/main" id="{9D6EAC08-DE12-4B45-9114-8D0DAB2A7BC4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4" name="Freeform 2723">
              <a:extLst>
                <a:ext uri="{FF2B5EF4-FFF2-40B4-BE49-F238E27FC236}">
                  <a16:creationId xmlns:a16="http://schemas.microsoft.com/office/drawing/2014/main" id="{E023A56C-F92B-E741-9641-11815DACE40F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5" name="Freeform 2724">
              <a:extLst>
                <a:ext uri="{FF2B5EF4-FFF2-40B4-BE49-F238E27FC236}">
                  <a16:creationId xmlns:a16="http://schemas.microsoft.com/office/drawing/2014/main" id="{2592ECF2-F4D3-5341-BF22-66079295F036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6" name="Freeform 2725">
              <a:extLst>
                <a:ext uri="{FF2B5EF4-FFF2-40B4-BE49-F238E27FC236}">
                  <a16:creationId xmlns:a16="http://schemas.microsoft.com/office/drawing/2014/main" id="{F3E96138-B278-9A4D-AD66-660F0D2D81DD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7" name="Freeform 2726">
              <a:extLst>
                <a:ext uri="{FF2B5EF4-FFF2-40B4-BE49-F238E27FC236}">
                  <a16:creationId xmlns:a16="http://schemas.microsoft.com/office/drawing/2014/main" id="{7F164340-96BA-3F44-8149-829343085DA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8" name="Freeform 2727">
              <a:extLst>
                <a:ext uri="{FF2B5EF4-FFF2-40B4-BE49-F238E27FC236}">
                  <a16:creationId xmlns:a16="http://schemas.microsoft.com/office/drawing/2014/main" id="{A27553C1-DD3C-914C-B10A-5684217B4833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9" name="Freeform 2728">
              <a:extLst>
                <a:ext uri="{FF2B5EF4-FFF2-40B4-BE49-F238E27FC236}">
                  <a16:creationId xmlns:a16="http://schemas.microsoft.com/office/drawing/2014/main" id="{97D6A2B5-DF70-8F48-8EE3-CF52E2259EEA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0" name="Freeform 2729">
              <a:extLst>
                <a:ext uri="{FF2B5EF4-FFF2-40B4-BE49-F238E27FC236}">
                  <a16:creationId xmlns:a16="http://schemas.microsoft.com/office/drawing/2014/main" id="{20DA70C2-6A3A-9C46-B2A9-22F67CBF287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1" name="Freeform 2730">
              <a:extLst>
                <a:ext uri="{FF2B5EF4-FFF2-40B4-BE49-F238E27FC236}">
                  <a16:creationId xmlns:a16="http://schemas.microsoft.com/office/drawing/2014/main" id="{DDED4080-E5B0-9F4B-BA1D-41D62C6D5BAB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2" name="Group 2731">
            <a:extLst>
              <a:ext uri="{FF2B5EF4-FFF2-40B4-BE49-F238E27FC236}">
                <a16:creationId xmlns:a16="http://schemas.microsoft.com/office/drawing/2014/main" id="{26C99F25-6E52-D64F-90EB-066CCEB41EED}"/>
              </a:ext>
            </a:extLst>
          </p:cNvPr>
          <p:cNvGrpSpPr/>
          <p:nvPr/>
        </p:nvGrpSpPr>
        <p:grpSpPr>
          <a:xfrm>
            <a:off x="2141164" y="4803971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733" name="Freeform 2732">
              <a:extLst>
                <a:ext uri="{FF2B5EF4-FFF2-40B4-BE49-F238E27FC236}">
                  <a16:creationId xmlns:a16="http://schemas.microsoft.com/office/drawing/2014/main" id="{A122E321-B5ED-134B-AA77-03C0F1EC04B6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4" name="Freeform 2733">
              <a:extLst>
                <a:ext uri="{FF2B5EF4-FFF2-40B4-BE49-F238E27FC236}">
                  <a16:creationId xmlns:a16="http://schemas.microsoft.com/office/drawing/2014/main" id="{A0EEB7E9-EE36-A74C-BF04-7011C4F61FC1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5" name="Freeform 2734">
              <a:extLst>
                <a:ext uri="{FF2B5EF4-FFF2-40B4-BE49-F238E27FC236}">
                  <a16:creationId xmlns:a16="http://schemas.microsoft.com/office/drawing/2014/main" id="{A2781AD3-375C-8B44-8B96-47C8F20A7291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6" name="Freeform 2735">
              <a:extLst>
                <a:ext uri="{FF2B5EF4-FFF2-40B4-BE49-F238E27FC236}">
                  <a16:creationId xmlns:a16="http://schemas.microsoft.com/office/drawing/2014/main" id="{E87C14A3-BB14-1E4C-8CE4-5E95BB119524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7" name="Freeform 2736">
              <a:extLst>
                <a:ext uri="{FF2B5EF4-FFF2-40B4-BE49-F238E27FC236}">
                  <a16:creationId xmlns:a16="http://schemas.microsoft.com/office/drawing/2014/main" id="{EA838012-AD77-9C48-825F-18D06279DC14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8" name="Freeform 2737">
              <a:extLst>
                <a:ext uri="{FF2B5EF4-FFF2-40B4-BE49-F238E27FC236}">
                  <a16:creationId xmlns:a16="http://schemas.microsoft.com/office/drawing/2014/main" id="{ECD30F43-8B2B-D246-AB38-F665ADE62374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9" name="Freeform 2738">
              <a:extLst>
                <a:ext uri="{FF2B5EF4-FFF2-40B4-BE49-F238E27FC236}">
                  <a16:creationId xmlns:a16="http://schemas.microsoft.com/office/drawing/2014/main" id="{209ACAEA-AC1D-3642-8F23-3A39B424C1C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0" name="Freeform 2739">
              <a:extLst>
                <a:ext uri="{FF2B5EF4-FFF2-40B4-BE49-F238E27FC236}">
                  <a16:creationId xmlns:a16="http://schemas.microsoft.com/office/drawing/2014/main" id="{FD7B46F2-1F2F-6E4A-8BF6-BCE0E4623AF1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1" name="Freeform 2740">
              <a:extLst>
                <a:ext uri="{FF2B5EF4-FFF2-40B4-BE49-F238E27FC236}">
                  <a16:creationId xmlns:a16="http://schemas.microsoft.com/office/drawing/2014/main" id="{9FDA39DC-B362-7044-A51C-37EAC7E4BC1F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2" name="Freeform 2741">
              <a:extLst>
                <a:ext uri="{FF2B5EF4-FFF2-40B4-BE49-F238E27FC236}">
                  <a16:creationId xmlns:a16="http://schemas.microsoft.com/office/drawing/2014/main" id="{10C064A0-4446-A54C-A2EE-DD7BE3A82E78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3" name="Freeform 2742">
              <a:extLst>
                <a:ext uri="{FF2B5EF4-FFF2-40B4-BE49-F238E27FC236}">
                  <a16:creationId xmlns:a16="http://schemas.microsoft.com/office/drawing/2014/main" id="{759EC592-B03C-5E4A-805B-9B770B99457F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4" name="Freeform 2743">
              <a:extLst>
                <a:ext uri="{FF2B5EF4-FFF2-40B4-BE49-F238E27FC236}">
                  <a16:creationId xmlns:a16="http://schemas.microsoft.com/office/drawing/2014/main" id="{6F05AA2A-6A9A-0A49-A34D-46DF6A67A8D4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5" name="Freeform 2744">
              <a:extLst>
                <a:ext uri="{FF2B5EF4-FFF2-40B4-BE49-F238E27FC236}">
                  <a16:creationId xmlns:a16="http://schemas.microsoft.com/office/drawing/2014/main" id="{73EB0BFF-6CEB-9346-8B75-05EE3EAAB7C9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6" name="Freeform 2745">
              <a:extLst>
                <a:ext uri="{FF2B5EF4-FFF2-40B4-BE49-F238E27FC236}">
                  <a16:creationId xmlns:a16="http://schemas.microsoft.com/office/drawing/2014/main" id="{4F45074A-7796-3446-B1AC-B0BBF4053EEA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7" name="Freeform 2746">
              <a:extLst>
                <a:ext uri="{FF2B5EF4-FFF2-40B4-BE49-F238E27FC236}">
                  <a16:creationId xmlns:a16="http://schemas.microsoft.com/office/drawing/2014/main" id="{0E9E72F6-0081-8E4B-BEB8-C4D652BE727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8" name="Freeform 2747">
              <a:extLst>
                <a:ext uri="{FF2B5EF4-FFF2-40B4-BE49-F238E27FC236}">
                  <a16:creationId xmlns:a16="http://schemas.microsoft.com/office/drawing/2014/main" id="{A74A58DD-1E06-8644-9A2D-626FA1F21116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49" name="Group 2748">
            <a:extLst>
              <a:ext uri="{FF2B5EF4-FFF2-40B4-BE49-F238E27FC236}">
                <a16:creationId xmlns:a16="http://schemas.microsoft.com/office/drawing/2014/main" id="{56199D8A-68A8-E14F-8EB8-430325BAA581}"/>
              </a:ext>
            </a:extLst>
          </p:cNvPr>
          <p:cNvGrpSpPr/>
          <p:nvPr/>
        </p:nvGrpSpPr>
        <p:grpSpPr>
          <a:xfrm>
            <a:off x="663427" y="5810129"/>
            <a:ext cx="727277" cy="1085036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750" name="Freeform 2749">
              <a:extLst>
                <a:ext uri="{FF2B5EF4-FFF2-40B4-BE49-F238E27FC236}">
                  <a16:creationId xmlns:a16="http://schemas.microsoft.com/office/drawing/2014/main" id="{E6303B5C-43F1-3D4C-85A1-0F5C0ACA9DCD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1" name="Freeform 2750">
              <a:extLst>
                <a:ext uri="{FF2B5EF4-FFF2-40B4-BE49-F238E27FC236}">
                  <a16:creationId xmlns:a16="http://schemas.microsoft.com/office/drawing/2014/main" id="{A1185D2D-7663-B146-9CEB-FF1D0E60F51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2" name="Freeform 2751">
              <a:extLst>
                <a:ext uri="{FF2B5EF4-FFF2-40B4-BE49-F238E27FC236}">
                  <a16:creationId xmlns:a16="http://schemas.microsoft.com/office/drawing/2014/main" id="{1A25DD79-1F15-DD40-9E9F-8DE06BEE9CF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3" name="Freeform 2752">
              <a:extLst>
                <a:ext uri="{FF2B5EF4-FFF2-40B4-BE49-F238E27FC236}">
                  <a16:creationId xmlns:a16="http://schemas.microsoft.com/office/drawing/2014/main" id="{E66B77A0-01EB-004E-893F-EE2B0BBCB218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4" name="Freeform 2753">
              <a:extLst>
                <a:ext uri="{FF2B5EF4-FFF2-40B4-BE49-F238E27FC236}">
                  <a16:creationId xmlns:a16="http://schemas.microsoft.com/office/drawing/2014/main" id="{A379ABF5-3F62-4642-8494-3819B265EFD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5" name="Freeform 2754">
              <a:extLst>
                <a:ext uri="{FF2B5EF4-FFF2-40B4-BE49-F238E27FC236}">
                  <a16:creationId xmlns:a16="http://schemas.microsoft.com/office/drawing/2014/main" id="{0DD3C2E6-2633-A644-BC55-B4AB66F198DB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6" name="Freeform 2755">
              <a:extLst>
                <a:ext uri="{FF2B5EF4-FFF2-40B4-BE49-F238E27FC236}">
                  <a16:creationId xmlns:a16="http://schemas.microsoft.com/office/drawing/2014/main" id="{F0B1806C-BE1A-AC49-8225-FFB4910A1433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7" name="Freeform 2756">
              <a:extLst>
                <a:ext uri="{FF2B5EF4-FFF2-40B4-BE49-F238E27FC236}">
                  <a16:creationId xmlns:a16="http://schemas.microsoft.com/office/drawing/2014/main" id="{2D774D8E-44BE-EA46-88E5-C30D96FC918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8" name="Freeform 2757">
              <a:extLst>
                <a:ext uri="{FF2B5EF4-FFF2-40B4-BE49-F238E27FC236}">
                  <a16:creationId xmlns:a16="http://schemas.microsoft.com/office/drawing/2014/main" id="{47AF1DAB-F729-634B-B3A0-0AC8A7641A5B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9" name="Freeform 2758">
              <a:extLst>
                <a:ext uri="{FF2B5EF4-FFF2-40B4-BE49-F238E27FC236}">
                  <a16:creationId xmlns:a16="http://schemas.microsoft.com/office/drawing/2014/main" id="{A4908998-1317-6F43-A6C0-057AB96D5CB0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0" name="Freeform 2759">
              <a:extLst>
                <a:ext uri="{FF2B5EF4-FFF2-40B4-BE49-F238E27FC236}">
                  <a16:creationId xmlns:a16="http://schemas.microsoft.com/office/drawing/2014/main" id="{5F68718D-4F01-564A-8B10-40672880053E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1" name="Freeform 2760">
              <a:extLst>
                <a:ext uri="{FF2B5EF4-FFF2-40B4-BE49-F238E27FC236}">
                  <a16:creationId xmlns:a16="http://schemas.microsoft.com/office/drawing/2014/main" id="{1B330DCB-C14C-F84E-B0EB-E3E7D3D029C2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2" name="Freeform 2761">
              <a:extLst>
                <a:ext uri="{FF2B5EF4-FFF2-40B4-BE49-F238E27FC236}">
                  <a16:creationId xmlns:a16="http://schemas.microsoft.com/office/drawing/2014/main" id="{084D4160-8C49-5144-80C4-BCD1177C049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7585691D-F8DD-7C49-8A90-1B648845F7A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EC4C4845-3F4B-5047-8AFF-6788CEF2DEF3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5" name="Freeform 2764">
              <a:extLst>
                <a:ext uri="{FF2B5EF4-FFF2-40B4-BE49-F238E27FC236}">
                  <a16:creationId xmlns:a16="http://schemas.microsoft.com/office/drawing/2014/main" id="{E9058AA8-C1B7-EB42-BDA9-F3294ABC0499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66" name="Group 2765">
            <a:extLst>
              <a:ext uri="{FF2B5EF4-FFF2-40B4-BE49-F238E27FC236}">
                <a16:creationId xmlns:a16="http://schemas.microsoft.com/office/drawing/2014/main" id="{9A6C947E-FE38-4445-9929-1E2849841582}"/>
              </a:ext>
            </a:extLst>
          </p:cNvPr>
          <p:cNvGrpSpPr/>
          <p:nvPr/>
        </p:nvGrpSpPr>
        <p:grpSpPr>
          <a:xfrm>
            <a:off x="4044814" y="4798146"/>
            <a:ext cx="1928362" cy="213634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E125CA7D-D728-0B4B-9AA5-26A52DAFFE8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474D0A76-56C0-1948-B938-4DD46E20698F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9" name="Freeform 2768">
              <a:extLst>
                <a:ext uri="{FF2B5EF4-FFF2-40B4-BE49-F238E27FC236}">
                  <a16:creationId xmlns:a16="http://schemas.microsoft.com/office/drawing/2014/main" id="{4B976C3E-A0B1-514A-88CB-8836155DF32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0" name="Freeform 2769">
              <a:extLst>
                <a:ext uri="{FF2B5EF4-FFF2-40B4-BE49-F238E27FC236}">
                  <a16:creationId xmlns:a16="http://schemas.microsoft.com/office/drawing/2014/main" id="{B334BD78-661B-024A-AA71-20A197A6ACAF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1" name="Freeform 2770">
              <a:extLst>
                <a:ext uri="{FF2B5EF4-FFF2-40B4-BE49-F238E27FC236}">
                  <a16:creationId xmlns:a16="http://schemas.microsoft.com/office/drawing/2014/main" id="{5B325B29-A65D-1741-B4CB-D35D5B053833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2" name="Freeform 2771">
              <a:extLst>
                <a:ext uri="{FF2B5EF4-FFF2-40B4-BE49-F238E27FC236}">
                  <a16:creationId xmlns:a16="http://schemas.microsoft.com/office/drawing/2014/main" id="{49C2A472-2386-4C49-BE22-85927DD0A43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3" name="Freeform 2772">
              <a:extLst>
                <a:ext uri="{FF2B5EF4-FFF2-40B4-BE49-F238E27FC236}">
                  <a16:creationId xmlns:a16="http://schemas.microsoft.com/office/drawing/2014/main" id="{5A1033A8-8B6C-9040-A050-13186462ECD6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4" name="Freeform 2773">
              <a:extLst>
                <a:ext uri="{FF2B5EF4-FFF2-40B4-BE49-F238E27FC236}">
                  <a16:creationId xmlns:a16="http://schemas.microsoft.com/office/drawing/2014/main" id="{CF3455F2-2183-794D-B459-4AE59A4C01A2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5" name="Freeform 2774">
              <a:extLst>
                <a:ext uri="{FF2B5EF4-FFF2-40B4-BE49-F238E27FC236}">
                  <a16:creationId xmlns:a16="http://schemas.microsoft.com/office/drawing/2014/main" id="{7CFB3262-2911-394A-A374-472B387C39BD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6" name="Freeform 2775">
              <a:extLst>
                <a:ext uri="{FF2B5EF4-FFF2-40B4-BE49-F238E27FC236}">
                  <a16:creationId xmlns:a16="http://schemas.microsoft.com/office/drawing/2014/main" id="{92D02464-27D9-E340-8532-55B8A542AF03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7" name="Freeform 2776">
              <a:extLst>
                <a:ext uri="{FF2B5EF4-FFF2-40B4-BE49-F238E27FC236}">
                  <a16:creationId xmlns:a16="http://schemas.microsoft.com/office/drawing/2014/main" id="{C72BBB5A-C3A5-8644-9961-0DFA4198DE91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solidFill>
              <a:srgbClr val="7F5A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8" name="Freeform 2777">
              <a:extLst>
                <a:ext uri="{FF2B5EF4-FFF2-40B4-BE49-F238E27FC236}">
                  <a16:creationId xmlns:a16="http://schemas.microsoft.com/office/drawing/2014/main" id="{BE5C2D5F-DDA0-B844-A888-CFE60A533599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9" name="Freeform 2778">
              <a:extLst>
                <a:ext uri="{FF2B5EF4-FFF2-40B4-BE49-F238E27FC236}">
                  <a16:creationId xmlns:a16="http://schemas.microsoft.com/office/drawing/2014/main" id="{9FD348E3-521B-C448-A846-23789F39784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0" name="Freeform 2779">
              <a:extLst>
                <a:ext uri="{FF2B5EF4-FFF2-40B4-BE49-F238E27FC236}">
                  <a16:creationId xmlns:a16="http://schemas.microsoft.com/office/drawing/2014/main" id="{F4555809-32A7-A440-B65A-C0331AF38A76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1" name="Freeform 2780">
              <a:extLst>
                <a:ext uri="{FF2B5EF4-FFF2-40B4-BE49-F238E27FC236}">
                  <a16:creationId xmlns:a16="http://schemas.microsoft.com/office/drawing/2014/main" id="{0B2CF990-1993-AB4A-A3E0-F642B12B1F9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2" name="Freeform 2781">
              <a:extLst>
                <a:ext uri="{FF2B5EF4-FFF2-40B4-BE49-F238E27FC236}">
                  <a16:creationId xmlns:a16="http://schemas.microsoft.com/office/drawing/2014/main" id="{C9A58610-DB8C-6646-960E-1622B77EB940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83" name="Group 2782">
            <a:extLst>
              <a:ext uri="{FF2B5EF4-FFF2-40B4-BE49-F238E27FC236}">
                <a16:creationId xmlns:a16="http://schemas.microsoft.com/office/drawing/2014/main" id="{E0D07697-B351-DB46-B18C-4EEFF1F341CB}"/>
              </a:ext>
            </a:extLst>
          </p:cNvPr>
          <p:cNvGrpSpPr/>
          <p:nvPr/>
        </p:nvGrpSpPr>
        <p:grpSpPr>
          <a:xfrm>
            <a:off x="917511" y="5493901"/>
            <a:ext cx="990352" cy="1434747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2784" name="Freeform 2783">
              <a:extLst>
                <a:ext uri="{FF2B5EF4-FFF2-40B4-BE49-F238E27FC236}">
                  <a16:creationId xmlns:a16="http://schemas.microsoft.com/office/drawing/2014/main" id="{BD1FDA89-6C63-0C4D-8F94-DF990E89143B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5" name="Freeform 2784">
              <a:extLst>
                <a:ext uri="{FF2B5EF4-FFF2-40B4-BE49-F238E27FC236}">
                  <a16:creationId xmlns:a16="http://schemas.microsoft.com/office/drawing/2014/main" id="{7B822F15-642F-F34A-9235-ECE4923AD824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6" name="Freeform 2785">
              <a:extLst>
                <a:ext uri="{FF2B5EF4-FFF2-40B4-BE49-F238E27FC236}">
                  <a16:creationId xmlns:a16="http://schemas.microsoft.com/office/drawing/2014/main" id="{6B8ABCBB-2143-CC4C-AEF2-A9077D744E57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7" name="Freeform 2786">
              <a:extLst>
                <a:ext uri="{FF2B5EF4-FFF2-40B4-BE49-F238E27FC236}">
                  <a16:creationId xmlns:a16="http://schemas.microsoft.com/office/drawing/2014/main" id="{920932C5-7A57-FB46-A9D7-05594F4D4F3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8" name="Freeform 2787">
              <a:extLst>
                <a:ext uri="{FF2B5EF4-FFF2-40B4-BE49-F238E27FC236}">
                  <a16:creationId xmlns:a16="http://schemas.microsoft.com/office/drawing/2014/main" id="{31902779-DA4E-E149-934A-DCC935C3D738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9" name="Freeform 2788">
              <a:extLst>
                <a:ext uri="{FF2B5EF4-FFF2-40B4-BE49-F238E27FC236}">
                  <a16:creationId xmlns:a16="http://schemas.microsoft.com/office/drawing/2014/main" id="{6F72AD5E-6EDA-2048-B7C5-A96FB257E337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0" name="Freeform 2789">
              <a:extLst>
                <a:ext uri="{FF2B5EF4-FFF2-40B4-BE49-F238E27FC236}">
                  <a16:creationId xmlns:a16="http://schemas.microsoft.com/office/drawing/2014/main" id="{4391FE24-1425-404B-B37E-167F949EFD68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1" name="Freeform 2790">
              <a:extLst>
                <a:ext uri="{FF2B5EF4-FFF2-40B4-BE49-F238E27FC236}">
                  <a16:creationId xmlns:a16="http://schemas.microsoft.com/office/drawing/2014/main" id="{FD18DCD4-37C6-A64E-BFC5-9532E3088DC5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2" name="Freeform 2791">
              <a:extLst>
                <a:ext uri="{FF2B5EF4-FFF2-40B4-BE49-F238E27FC236}">
                  <a16:creationId xmlns:a16="http://schemas.microsoft.com/office/drawing/2014/main" id="{0F6E187B-F7E5-854D-BFD9-E1F027ACB34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3" name="Freeform 2792">
              <a:extLst>
                <a:ext uri="{FF2B5EF4-FFF2-40B4-BE49-F238E27FC236}">
                  <a16:creationId xmlns:a16="http://schemas.microsoft.com/office/drawing/2014/main" id="{E1660D26-ED02-EC42-86DC-EAC9F5D117E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4" name="Freeform 2793">
              <a:extLst>
                <a:ext uri="{FF2B5EF4-FFF2-40B4-BE49-F238E27FC236}">
                  <a16:creationId xmlns:a16="http://schemas.microsoft.com/office/drawing/2014/main" id="{2B2E847A-9103-6346-B88A-A01C380E35DB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5" name="Freeform 2794">
              <a:extLst>
                <a:ext uri="{FF2B5EF4-FFF2-40B4-BE49-F238E27FC236}">
                  <a16:creationId xmlns:a16="http://schemas.microsoft.com/office/drawing/2014/main" id="{20ACD585-DE20-1045-8C04-5BAC8D085305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6" name="Freeform 2795">
              <a:extLst>
                <a:ext uri="{FF2B5EF4-FFF2-40B4-BE49-F238E27FC236}">
                  <a16:creationId xmlns:a16="http://schemas.microsoft.com/office/drawing/2014/main" id="{1E91078E-2A42-4A4A-AA1D-3B36C180749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7" name="Freeform 2796">
              <a:extLst>
                <a:ext uri="{FF2B5EF4-FFF2-40B4-BE49-F238E27FC236}">
                  <a16:creationId xmlns:a16="http://schemas.microsoft.com/office/drawing/2014/main" id="{94960684-EE8E-6841-968C-5D822EAC954E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8" name="Freeform 2797">
              <a:extLst>
                <a:ext uri="{FF2B5EF4-FFF2-40B4-BE49-F238E27FC236}">
                  <a16:creationId xmlns:a16="http://schemas.microsoft.com/office/drawing/2014/main" id="{EE55FE5C-6213-6B42-AF82-B135C10D8264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9" name="Freeform 2798">
              <a:extLst>
                <a:ext uri="{FF2B5EF4-FFF2-40B4-BE49-F238E27FC236}">
                  <a16:creationId xmlns:a16="http://schemas.microsoft.com/office/drawing/2014/main" id="{41881EFD-20C5-3846-974B-9EBEB7F22164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0" name="Group 2799">
            <a:extLst>
              <a:ext uri="{FF2B5EF4-FFF2-40B4-BE49-F238E27FC236}">
                <a16:creationId xmlns:a16="http://schemas.microsoft.com/office/drawing/2014/main" id="{8B5C04CE-D7D5-8C40-80E1-67221C7C0930}"/>
              </a:ext>
            </a:extLst>
          </p:cNvPr>
          <p:cNvGrpSpPr/>
          <p:nvPr/>
        </p:nvGrpSpPr>
        <p:grpSpPr>
          <a:xfrm>
            <a:off x="254768" y="6582024"/>
            <a:ext cx="288758" cy="26155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2801" name="Freeform 2800">
              <a:extLst>
                <a:ext uri="{FF2B5EF4-FFF2-40B4-BE49-F238E27FC236}">
                  <a16:creationId xmlns:a16="http://schemas.microsoft.com/office/drawing/2014/main" id="{19B0D7AD-12D6-084C-9DE2-1F124DD67200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2" name="Freeform 2801">
              <a:extLst>
                <a:ext uri="{FF2B5EF4-FFF2-40B4-BE49-F238E27FC236}">
                  <a16:creationId xmlns:a16="http://schemas.microsoft.com/office/drawing/2014/main" id="{BE115B7E-59F2-4D43-AB6E-142B8A7C5BC8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3" name="Freeform 2802">
              <a:extLst>
                <a:ext uri="{FF2B5EF4-FFF2-40B4-BE49-F238E27FC236}">
                  <a16:creationId xmlns:a16="http://schemas.microsoft.com/office/drawing/2014/main" id="{F168D0A7-5A86-CC44-8588-5EE1D1F68B7D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4" name="Freeform 2803">
              <a:extLst>
                <a:ext uri="{FF2B5EF4-FFF2-40B4-BE49-F238E27FC236}">
                  <a16:creationId xmlns:a16="http://schemas.microsoft.com/office/drawing/2014/main" id="{32FA382D-0434-424E-94E5-24A7E390D621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5" name="Freeform 2804">
              <a:extLst>
                <a:ext uri="{FF2B5EF4-FFF2-40B4-BE49-F238E27FC236}">
                  <a16:creationId xmlns:a16="http://schemas.microsoft.com/office/drawing/2014/main" id="{4636793A-8CBC-E84C-B602-25601DB43F52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6" name="Freeform 2805">
              <a:extLst>
                <a:ext uri="{FF2B5EF4-FFF2-40B4-BE49-F238E27FC236}">
                  <a16:creationId xmlns:a16="http://schemas.microsoft.com/office/drawing/2014/main" id="{73682455-E6E5-6F44-BE9E-881C33D7BEB4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7" name="Freeform 2806">
              <a:extLst>
                <a:ext uri="{FF2B5EF4-FFF2-40B4-BE49-F238E27FC236}">
                  <a16:creationId xmlns:a16="http://schemas.microsoft.com/office/drawing/2014/main" id="{461B7CDF-B151-E443-9F6D-EC29C22567FC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8" name="Freeform 2807">
              <a:extLst>
                <a:ext uri="{FF2B5EF4-FFF2-40B4-BE49-F238E27FC236}">
                  <a16:creationId xmlns:a16="http://schemas.microsoft.com/office/drawing/2014/main" id="{4FBCD400-1410-E842-BB3F-22184BDFDAFE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9" name="Freeform 2808">
              <a:extLst>
                <a:ext uri="{FF2B5EF4-FFF2-40B4-BE49-F238E27FC236}">
                  <a16:creationId xmlns:a16="http://schemas.microsoft.com/office/drawing/2014/main" id="{475C5203-120F-C344-8A95-BDDCC3547760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0" name="Freeform 2809">
              <a:extLst>
                <a:ext uri="{FF2B5EF4-FFF2-40B4-BE49-F238E27FC236}">
                  <a16:creationId xmlns:a16="http://schemas.microsoft.com/office/drawing/2014/main" id="{F54DE2BF-E507-5942-8963-EC3CB7338D3F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1" name="Freeform 2810">
              <a:extLst>
                <a:ext uri="{FF2B5EF4-FFF2-40B4-BE49-F238E27FC236}">
                  <a16:creationId xmlns:a16="http://schemas.microsoft.com/office/drawing/2014/main" id="{4655C138-8C53-8149-9E7A-BA16A309C3B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2" name="Freeform 2811">
              <a:extLst>
                <a:ext uri="{FF2B5EF4-FFF2-40B4-BE49-F238E27FC236}">
                  <a16:creationId xmlns:a16="http://schemas.microsoft.com/office/drawing/2014/main" id="{9F577D3D-61A8-5442-94F4-B155E692909D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3" name="Freeform 2812">
              <a:extLst>
                <a:ext uri="{FF2B5EF4-FFF2-40B4-BE49-F238E27FC236}">
                  <a16:creationId xmlns:a16="http://schemas.microsoft.com/office/drawing/2014/main" id="{C6396C32-2429-4847-9EAB-0D472E00023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4" name="Freeform 2813">
              <a:extLst>
                <a:ext uri="{FF2B5EF4-FFF2-40B4-BE49-F238E27FC236}">
                  <a16:creationId xmlns:a16="http://schemas.microsoft.com/office/drawing/2014/main" id="{5EC3E13D-E350-E84E-9EE7-2463882009FE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5" name="Freeform 2814">
              <a:extLst>
                <a:ext uri="{FF2B5EF4-FFF2-40B4-BE49-F238E27FC236}">
                  <a16:creationId xmlns:a16="http://schemas.microsoft.com/office/drawing/2014/main" id="{BE8CF0B6-7B80-0E47-9CDD-6E5FD4081BA6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6" name="Freeform 2815">
              <a:extLst>
                <a:ext uri="{FF2B5EF4-FFF2-40B4-BE49-F238E27FC236}">
                  <a16:creationId xmlns:a16="http://schemas.microsoft.com/office/drawing/2014/main" id="{1B9F3E9D-C013-D249-A3FA-2DDE21C267A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17" name="Group 2816">
            <a:extLst>
              <a:ext uri="{FF2B5EF4-FFF2-40B4-BE49-F238E27FC236}">
                <a16:creationId xmlns:a16="http://schemas.microsoft.com/office/drawing/2014/main" id="{4F1F30AF-6462-4B48-9CB7-6B88882498A3}"/>
              </a:ext>
            </a:extLst>
          </p:cNvPr>
          <p:cNvGrpSpPr/>
          <p:nvPr/>
        </p:nvGrpSpPr>
        <p:grpSpPr>
          <a:xfrm>
            <a:off x="518596" y="6248271"/>
            <a:ext cx="470885" cy="624768"/>
            <a:chOff x="1250506" y="2811144"/>
            <a:chExt cx="3409311" cy="3457052"/>
          </a:xfrm>
          <a:solidFill>
            <a:srgbClr val="70AD47">
              <a:lumMod val="75000"/>
            </a:srgbClr>
          </a:solidFill>
        </p:grpSpPr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4CF36581-9BFF-2044-91A0-F49DC3EE52C7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11519712-3FAB-724E-889C-132CB53065D0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2D150FCB-CFF9-7D4F-B98D-7550CBCEC636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36773691-E415-C34F-B56D-BF5E703B2669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C58AD6E5-7BC8-B84C-9CFD-28EDD534FB5C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E9205D79-8225-7F49-9DC8-DD312B557262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45E67294-14BD-594D-AB2A-62431BA125D7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FFD422FB-979E-FD4D-9771-9F5698339723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6F8F9B90-C127-FD4F-8F75-1B79B46511F7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C085B98D-BDFC-6D45-A518-E2056986919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410C3717-C070-4A44-98E5-022FF4E1145A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9" name="Freeform 2828">
              <a:extLst>
                <a:ext uri="{FF2B5EF4-FFF2-40B4-BE49-F238E27FC236}">
                  <a16:creationId xmlns:a16="http://schemas.microsoft.com/office/drawing/2014/main" id="{2276A310-5FA2-DA44-AE80-46662AFCC8A6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0" name="Freeform 2829">
              <a:extLst>
                <a:ext uri="{FF2B5EF4-FFF2-40B4-BE49-F238E27FC236}">
                  <a16:creationId xmlns:a16="http://schemas.microsoft.com/office/drawing/2014/main" id="{73FC52CB-8D97-8C4B-BB93-4DFBA6A93B08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1" name="Freeform 2830">
              <a:extLst>
                <a:ext uri="{FF2B5EF4-FFF2-40B4-BE49-F238E27FC236}">
                  <a16:creationId xmlns:a16="http://schemas.microsoft.com/office/drawing/2014/main" id="{A4E255E5-FDA3-7244-8066-6917B4EBB6BE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2" name="Freeform 2831">
              <a:extLst>
                <a:ext uri="{FF2B5EF4-FFF2-40B4-BE49-F238E27FC236}">
                  <a16:creationId xmlns:a16="http://schemas.microsoft.com/office/drawing/2014/main" id="{9753E07B-9CE9-914E-8DAA-8B3A2A1238B8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3" name="Freeform 2832">
              <a:extLst>
                <a:ext uri="{FF2B5EF4-FFF2-40B4-BE49-F238E27FC236}">
                  <a16:creationId xmlns:a16="http://schemas.microsoft.com/office/drawing/2014/main" id="{0AB971B5-BA8A-AC43-912E-A1676E707895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34" name="Group 2833">
            <a:extLst>
              <a:ext uri="{FF2B5EF4-FFF2-40B4-BE49-F238E27FC236}">
                <a16:creationId xmlns:a16="http://schemas.microsoft.com/office/drawing/2014/main" id="{DC950126-ECFA-1248-A7EA-D3E52C00490A}"/>
              </a:ext>
            </a:extLst>
          </p:cNvPr>
          <p:cNvGrpSpPr/>
          <p:nvPr/>
        </p:nvGrpSpPr>
        <p:grpSpPr>
          <a:xfrm>
            <a:off x="381995" y="6321729"/>
            <a:ext cx="323062" cy="542518"/>
            <a:chOff x="1250506" y="2811144"/>
            <a:chExt cx="3409311" cy="3457052"/>
          </a:xfrm>
          <a:solidFill>
            <a:srgbClr val="70AD47">
              <a:lumMod val="50000"/>
            </a:srgbClr>
          </a:solidFill>
        </p:grpSpPr>
        <p:sp>
          <p:nvSpPr>
            <p:cNvPr id="2835" name="Freeform 2834">
              <a:extLst>
                <a:ext uri="{FF2B5EF4-FFF2-40B4-BE49-F238E27FC236}">
                  <a16:creationId xmlns:a16="http://schemas.microsoft.com/office/drawing/2014/main" id="{01BF62C4-2CC0-1241-84E2-F43ED098977C}"/>
                </a:ext>
              </a:extLst>
            </p:cNvPr>
            <p:cNvSpPr/>
            <p:nvPr/>
          </p:nvSpPr>
          <p:spPr>
            <a:xfrm rot="17744209">
              <a:off x="1766577" y="4400026"/>
              <a:ext cx="3319135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6" name="Freeform 2835">
              <a:extLst>
                <a:ext uri="{FF2B5EF4-FFF2-40B4-BE49-F238E27FC236}">
                  <a16:creationId xmlns:a16="http://schemas.microsoft.com/office/drawing/2014/main" id="{774BFA69-F258-AA41-B9ED-0A300D38007D}"/>
                </a:ext>
              </a:extLst>
            </p:cNvPr>
            <p:cNvSpPr/>
            <p:nvPr/>
          </p:nvSpPr>
          <p:spPr>
            <a:xfrm rot="18098761">
              <a:off x="2001003" y="4675907"/>
              <a:ext cx="2850281" cy="33429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C087D823-C60B-8F45-86DE-CEE93042B764}"/>
                </a:ext>
              </a:extLst>
            </p:cNvPr>
            <p:cNvSpPr/>
            <p:nvPr/>
          </p:nvSpPr>
          <p:spPr>
            <a:xfrm rot="20797209" flipH="1">
              <a:off x="1966554" y="3883300"/>
              <a:ext cx="676601" cy="2320258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38F1856D-B57B-CF4A-A681-C13DB775AEA5}"/>
                </a:ext>
              </a:extLst>
            </p:cNvPr>
            <p:cNvSpPr/>
            <p:nvPr/>
          </p:nvSpPr>
          <p:spPr>
            <a:xfrm>
              <a:off x="2795001" y="3945834"/>
              <a:ext cx="1797933" cy="2050306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657CEEA1-DF3C-334A-BBBE-CDFB6C541DFE}"/>
                </a:ext>
              </a:extLst>
            </p:cNvPr>
            <p:cNvSpPr/>
            <p:nvPr/>
          </p:nvSpPr>
          <p:spPr>
            <a:xfrm rot="20797209">
              <a:off x="2687739" y="4463184"/>
              <a:ext cx="1731466" cy="1350953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45445506-6D39-D449-9BD6-01AA5F4FF6BF}"/>
                </a:ext>
              </a:extLst>
            </p:cNvPr>
            <p:cNvSpPr/>
            <p:nvPr/>
          </p:nvSpPr>
          <p:spPr>
            <a:xfrm rot="4344398" flipH="1">
              <a:off x="1598498" y="4655532"/>
              <a:ext cx="2497735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AF657049-5506-6C45-AFF5-52C8162DFFAF}"/>
                </a:ext>
              </a:extLst>
            </p:cNvPr>
            <p:cNvSpPr/>
            <p:nvPr/>
          </p:nvSpPr>
          <p:spPr>
            <a:xfrm rot="3855791" flipH="1">
              <a:off x="830841" y="4338478"/>
              <a:ext cx="3396786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25C95837-A50F-124A-A32C-A1A460ACCC3D}"/>
                </a:ext>
              </a:extLst>
            </p:cNvPr>
            <p:cNvSpPr/>
            <p:nvPr/>
          </p:nvSpPr>
          <p:spPr>
            <a:xfrm rot="3501239" flipH="1">
              <a:off x="1070753" y="4620813"/>
              <a:ext cx="2916963" cy="342118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94FF9B1A-FFD0-224B-842E-F0EDAC012431}"/>
                </a:ext>
              </a:extLst>
            </p:cNvPr>
            <p:cNvSpPr/>
            <p:nvPr/>
          </p:nvSpPr>
          <p:spPr>
            <a:xfrm rot="802791">
              <a:off x="3330541" y="3809663"/>
              <a:ext cx="692430" cy="2374540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4" name="Freeform 2843">
              <a:extLst>
                <a:ext uri="{FF2B5EF4-FFF2-40B4-BE49-F238E27FC236}">
                  <a16:creationId xmlns:a16="http://schemas.microsoft.com/office/drawing/2014/main" id="{D64E1861-7EDF-B948-AFA3-D10A9782FE9B}"/>
                </a:ext>
              </a:extLst>
            </p:cNvPr>
            <p:cNvSpPr/>
            <p:nvPr/>
          </p:nvSpPr>
          <p:spPr>
            <a:xfrm flipH="1">
              <a:off x="1349169" y="3945835"/>
              <a:ext cx="1825973" cy="2026097"/>
            </a:xfrm>
            <a:custGeom>
              <a:avLst/>
              <a:gdLst>
                <a:gd name="connsiteX0" fmla="*/ 0 w 2077278"/>
                <a:gd name="connsiteY0" fmla="*/ 1798983 h 1798983"/>
                <a:gd name="connsiteX1" fmla="*/ 89452 w 2077278"/>
                <a:gd name="connsiteY1" fmla="*/ 1421296 h 1798983"/>
                <a:gd name="connsiteX2" fmla="*/ 268356 w 2077278"/>
                <a:gd name="connsiteY2" fmla="*/ 1063487 h 1798983"/>
                <a:gd name="connsiteX3" fmla="*/ 506896 w 2077278"/>
                <a:gd name="connsiteY3" fmla="*/ 616226 h 1798983"/>
                <a:gd name="connsiteX4" fmla="*/ 884583 w 2077278"/>
                <a:gd name="connsiteY4" fmla="*/ 258417 h 1798983"/>
                <a:gd name="connsiteX5" fmla="*/ 1351722 w 2077278"/>
                <a:gd name="connsiteY5" fmla="*/ 89452 h 1798983"/>
                <a:gd name="connsiteX6" fmla="*/ 2077278 w 2077278"/>
                <a:gd name="connsiteY6" fmla="*/ 0 h 1798983"/>
                <a:gd name="connsiteX7" fmla="*/ 1580322 w 2077278"/>
                <a:gd name="connsiteY7" fmla="*/ 188843 h 1798983"/>
                <a:gd name="connsiteX8" fmla="*/ 1053548 w 2077278"/>
                <a:gd name="connsiteY8" fmla="*/ 357809 h 1798983"/>
                <a:gd name="connsiteX9" fmla="*/ 775252 w 2077278"/>
                <a:gd name="connsiteY9" fmla="*/ 536713 h 1798983"/>
                <a:gd name="connsiteX10" fmla="*/ 526774 w 2077278"/>
                <a:gd name="connsiteY10" fmla="*/ 834887 h 1798983"/>
                <a:gd name="connsiteX11" fmla="*/ 327991 w 2077278"/>
                <a:gd name="connsiteY11" fmla="*/ 1162878 h 1798983"/>
                <a:gd name="connsiteX12" fmla="*/ 178904 w 2077278"/>
                <a:gd name="connsiteY12" fmla="*/ 1480930 h 1798983"/>
                <a:gd name="connsiteX13" fmla="*/ 69574 w 2077278"/>
                <a:gd name="connsiteY13" fmla="*/ 1749287 h 1798983"/>
                <a:gd name="connsiteX14" fmla="*/ 0 w 2077278"/>
                <a:gd name="connsiteY14" fmla="*/ 1798983 h 17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7278" h="1798983">
                  <a:moveTo>
                    <a:pt x="0" y="1798983"/>
                  </a:moveTo>
                  <a:lnTo>
                    <a:pt x="89452" y="1421296"/>
                  </a:lnTo>
                  <a:lnTo>
                    <a:pt x="268356" y="1063487"/>
                  </a:lnTo>
                  <a:lnTo>
                    <a:pt x="506896" y="616226"/>
                  </a:lnTo>
                  <a:lnTo>
                    <a:pt x="884583" y="258417"/>
                  </a:lnTo>
                  <a:lnTo>
                    <a:pt x="1351722" y="89452"/>
                  </a:lnTo>
                  <a:lnTo>
                    <a:pt x="2077278" y="0"/>
                  </a:lnTo>
                  <a:lnTo>
                    <a:pt x="1580322" y="188843"/>
                  </a:lnTo>
                  <a:lnTo>
                    <a:pt x="1053548" y="357809"/>
                  </a:lnTo>
                  <a:lnTo>
                    <a:pt x="775252" y="536713"/>
                  </a:lnTo>
                  <a:lnTo>
                    <a:pt x="526774" y="834887"/>
                  </a:lnTo>
                  <a:lnTo>
                    <a:pt x="327991" y="1162878"/>
                  </a:lnTo>
                  <a:lnTo>
                    <a:pt x="178904" y="1480930"/>
                  </a:lnTo>
                  <a:lnTo>
                    <a:pt x="69574" y="1749287"/>
                  </a:lnTo>
                  <a:lnTo>
                    <a:pt x="0" y="1798983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5" name="Freeform 2844">
              <a:extLst>
                <a:ext uri="{FF2B5EF4-FFF2-40B4-BE49-F238E27FC236}">
                  <a16:creationId xmlns:a16="http://schemas.microsoft.com/office/drawing/2014/main" id="{A2808E06-1E3C-FC4C-BE6C-CDFBB7401273}"/>
                </a:ext>
              </a:extLst>
            </p:cNvPr>
            <p:cNvSpPr/>
            <p:nvPr/>
          </p:nvSpPr>
          <p:spPr>
            <a:xfrm rot="802791" flipH="1">
              <a:off x="1512941" y="4403114"/>
              <a:ext cx="1771973" cy="1382559"/>
            </a:xfrm>
            <a:custGeom>
              <a:avLst/>
              <a:gdLst>
                <a:gd name="connsiteX0" fmla="*/ 1630 w 2726026"/>
                <a:gd name="connsiteY0" fmla="*/ 2087347 h 2126945"/>
                <a:gd name="connsiteX1" fmla="*/ 210351 w 2726026"/>
                <a:gd name="connsiteY1" fmla="*/ 1650025 h 2126945"/>
                <a:gd name="connsiteX2" fmla="*/ 597977 w 2726026"/>
                <a:gd name="connsiteY2" fmla="*/ 1222642 h 2126945"/>
                <a:gd name="connsiteX3" fmla="*/ 1124751 w 2726026"/>
                <a:gd name="connsiteY3" fmla="*/ 755503 h 2126945"/>
                <a:gd name="connsiteX4" fmla="*/ 1452743 w 2726026"/>
                <a:gd name="connsiteY4" fmla="*/ 516964 h 2126945"/>
                <a:gd name="connsiteX5" fmla="*/ 2059030 w 2726026"/>
                <a:gd name="connsiteY5" fmla="*/ 238669 h 2126945"/>
                <a:gd name="connsiteX6" fmla="*/ 2705073 w 2726026"/>
                <a:gd name="connsiteY6" fmla="*/ 129 h 2126945"/>
                <a:gd name="connsiteX7" fmla="*/ 2516230 w 2726026"/>
                <a:gd name="connsiteY7" fmla="*/ 208851 h 2126945"/>
                <a:gd name="connsiteX8" fmla="*/ 1999395 w 2726026"/>
                <a:gd name="connsiteY8" fmla="*/ 447390 h 2126945"/>
                <a:gd name="connsiteX9" fmla="*/ 1253960 w 2726026"/>
                <a:gd name="connsiteY9" fmla="*/ 944347 h 2126945"/>
                <a:gd name="connsiteX10" fmla="*/ 637734 w 2726026"/>
                <a:gd name="connsiteY10" fmla="*/ 1560573 h 2126945"/>
                <a:gd name="connsiteX11" fmla="*/ 279925 w 2726026"/>
                <a:gd name="connsiteY11" fmla="*/ 1918382 h 2126945"/>
                <a:gd name="connsiteX12" fmla="*/ 120899 w 2726026"/>
                <a:gd name="connsiteY12" fmla="*/ 2087347 h 2126945"/>
                <a:gd name="connsiteX13" fmla="*/ 1630 w 2726026"/>
                <a:gd name="connsiteY13" fmla="*/ 2087347 h 212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6026" h="2126945">
                  <a:moveTo>
                    <a:pt x="1630" y="2087347"/>
                  </a:moveTo>
                  <a:cubicBezTo>
                    <a:pt x="16539" y="2014460"/>
                    <a:pt x="110960" y="1794142"/>
                    <a:pt x="210351" y="1650025"/>
                  </a:cubicBezTo>
                  <a:cubicBezTo>
                    <a:pt x="309742" y="1505908"/>
                    <a:pt x="445577" y="1371729"/>
                    <a:pt x="597977" y="1222642"/>
                  </a:cubicBezTo>
                  <a:cubicBezTo>
                    <a:pt x="750377" y="1073555"/>
                    <a:pt x="982290" y="873116"/>
                    <a:pt x="1124751" y="755503"/>
                  </a:cubicBezTo>
                  <a:cubicBezTo>
                    <a:pt x="1267212" y="637890"/>
                    <a:pt x="1297030" y="603103"/>
                    <a:pt x="1452743" y="516964"/>
                  </a:cubicBezTo>
                  <a:cubicBezTo>
                    <a:pt x="1608456" y="430825"/>
                    <a:pt x="1850308" y="324808"/>
                    <a:pt x="2059030" y="238669"/>
                  </a:cubicBezTo>
                  <a:cubicBezTo>
                    <a:pt x="2267752" y="152530"/>
                    <a:pt x="2628873" y="5099"/>
                    <a:pt x="2705073" y="129"/>
                  </a:cubicBezTo>
                  <a:cubicBezTo>
                    <a:pt x="2781273" y="-4841"/>
                    <a:pt x="2633843" y="134307"/>
                    <a:pt x="2516230" y="208851"/>
                  </a:cubicBezTo>
                  <a:cubicBezTo>
                    <a:pt x="2398617" y="283394"/>
                    <a:pt x="2209773" y="324807"/>
                    <a:pt x="1999395" y="447390"/>
                  </a:cubicBezTo>
                  <a:cubicBezTo>
                    <a:pt x="1789017" y="569973"/>
                    <a:pt x="1480903" y="758817"/>
                    <a:pt x="1253960" y="944347"/>
                  </a:cubicBezTo>
                  <a:cubicBezTo>
                    <a:pt x="1027017" y="1129877"/>
                    <a:pt x="637734" y="1560573"/>
                    <a:pt x="637734" y="1560573"/>
                  </a:cubicBezTo>
                  <a:lnTo>
                    <a:pt x="279925" y="1918382"/>
                  </a:lnTo>
                  <a:cubicBezTo>
                    <a:pt x="193786" y="2006178"/>
                    <a:pt x="163969" y="2059186"/>
                    <a:pt x="120899" y="2087347"/>
                  </a:cubicBezTo>
                  <a:cubicBezTo>
                    <a:pt x="77830" y="2115508"/>
                    <a:pt x="-13279" y="2160234"/>
                    <a:pt x="1630" y="2087347"/>
                  </a:cubicBez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6" name="Freeform 2845">
              <a:extLst>
                <a:ext uri="{FF2B5EF4-FFF2-40B4-BE49-F238E27FC236}">
                  <a16:creationId xmlns:a16="http://schemas.microsoft.com/office/drawing/2014/main" id="{37EA01E1-0480-5641-84DB-0825AC6CBD27}"/>
                </a:ext>
              </a:extLst>
            </p:cNvPr>
            <p:cNvSpPr/>
            <p:nvPr/>
          </p:nvSpPr>
          <p:spPr>
            <a:xfrm rot="15691807" flipV="1">
              <a:off x="1255160" y="4210748"/>
              <a:ext cx="3110869" cy="348413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CFBE7771-7FE1-654A-8C1E-23EBE59EBABD}"/>
                </a:ext>
              </a:extLst>
            </p:cNvPr>
            <p:cNvSpPr/>
            <p:nvPr/>
          </p:nvSpPr>
          <p:spPr>
            <a:xfrm rot="17193776">
              <a:off x="1632718" y="4232826"/>
              <a:ext cx="3120633" cy="349507"/>
            </a:xfrm>
            <a:custGeom>
              <a:avLst/>
              <a:gdLst>
                <a:gd name="connsiteX0" fmla="*/ 786581 w 786581"/>
                <a:gd name="connsiteY0" fmla="*/ 206478 h 334297"/>
                <a:gd name="connsiteX1" fmla="*/ 757084 w 786581"/>
                <a:gd name="connsiteY1" fmla="*/ 147484 h 334297"/>
                <a:gd name="connsiteX2" fmla="*/ 757084 w 786581"/>
                <a:gd name="connsiteY2" fmla="*/ 147484 h 334297"/>
                <a:gd name="connsiteX3" fmla="*/ 599768 w 786581"/>
                <a:gd name="connsiteY3" fmla="*/ 29497 h 334297"/>
                <a:gd name="connsiteX4" fmla="*/ 599768 w 786581"/>
                <a:gd name="connsiteY4" fmla="*/ 29497 h 334297"/>
                <a:gd name="connsiteX5" fmla="*/ 403123 w 786581"/>
                <a:gd name="connsiteY5" fmla="*/ 0 h 334297"/>
                <a:gd name="connsiteX6" fmla="*/ 255639 w 786581"/>
                <a:gd name="connsiteY6" fmla="*/ 9833 h 334297"/>
                <a:gd name="connsiteX7" fmla="*/ 186813 w 786581"/>
                <a:gd name="connsiteY7" fmla="*/ 49162 h 334297"/>
                <a:gd name="connsiteX8" fmla="*/ 98323 w 786581"/>
                <a:gd name="connsiteY8" fmla="*/ 98323 h 334297"/>
                <a:gd name="connsiteX9" fmla="*/ 58994 w 786581"/>
                <a:gd name="connsiteY9" fmla="*/ 167149 h 334297"/>
                <a:gd name="connsiteX10" fmla="*/ 19665 w 786581"/>
                <a:gd name="connsiteY10" fmla="*/ 265471 h 334297"/>
                <a:gd name="connsiteX11" fmla="*/ 19665 w 786581"/>
                <a:gd name="connsiteY11" fmla="*/ 265471 h 334297"/>
                <a:gd name="connsiteX12" fmla="*/ 0 w 786581"/>
                <a:gd name="connsiteY12" fmla="*/ 334297 h 334297"/>
                <a:gd name="connsiteX13" fmla="*/ 0 w 786581"/>
                <a:gd name="connsiteY13" fmla="*/ 334297 h 334297"/>
                <a:gd name="connsiteX14" fmla="*/ 88491 w 786581"/>
                <a:gd name="connsiteY14" fmla="*/ 294968 h 334297"/>
                <a:gd name="connsiteX15" fmla="*/ 137652 w 786581"/>
                <a:gd name="connsiteY15" fmla="*/ 235975 h 334297"/>
                <a:gd name="connsiteX16" fmla="*/ 137652 w 786581"/>
                <a:gd name="connsiteY16" fmla="*/ 235975 h 334297"/>
                <a:gd name="connsiteX17" fmla="*/ 265471 w 786581"/>
                <a:gd name="connsiteY17" fmla="*/ 147484 h 334297"/>
                <a:gd name="connsiteX18" fmla="*/ 344129 w 786581"/>
                <a:gd name="connsiteY18" fmla="*/ 117987 h 334297"/>
                <a:gd name="connsiteX19" fmla="*/ 422787 w 786581"/>
                <a:gd name="connsiteY19" fmla="*/ 108155 h 334297"/>
                <a:gd name="connsiteX20" fmla="*/ 589936 w 786581"/>
                <a:gd name="connsiteY20" fmla="*/ 117987 h 334297"/>
                <a:gd name="connsiteX21" fmla="*/ 589936 w 786581"/>
                <a:gd name="connsiteY21" fmla="*/ 117987 h 334297"/>
                <a:gd name="connsiteX22" fmla="*/ 698091 w 786581"/>
                <a:gd name="connsiteY22" fmla="*/ 176981 h 334297"/>
                <a:gd name="connsiteX23" fmla="*/ 786581 w 786581"/>
                <a:gd name="connsiteY23" fmla="*/ 206478 h 3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6581" h="334297">
                  <a:moveTo>
                    <a:pt x="786581" y="206478"/>
                  </a:moveTo>
                  <a:lnTo>
                    <a:pt x="757084" y="147484"/>
                  </a:lnTo>
                  <a:lnTo>
                    <a:pt x="757084" y="147484"/>
                  </a:lnTo>
                  <a:lnTo>
                    <a:pt x="599768" y="29497"/>
                  </a:lnTo>
                  <a:lnTo>
                    <a:pt x="599768" y="29497"/>
                  </a:lnTo>
                  <a:lnTo>
                    <a:pt x="403123" y="0"/>
                  </a:lnTo>
                  <a:lnTo>
                    <a:pt x="255639" y="9833"/>
                  </a:lnTo>
                  <a:lnTo>
                    <a:pt x="186813" y="49162"/>
                  </a:lnTo>
                  <a:lnTo>
                    <a:pt x="98323" y="98323"/>
                  </a:lnTo>
                  <a:lnTo>
                    <a:pt x="58994" y="167149"/>
                  </a:lnTo>
                  <a:lnTo>
                    <a:pt x="19665" y="265471"/>
                  </a:lnTo>
                  <a:lnTo>
                    <a:pt x="19665" y="265471"/>
                  </a:lnTo>
                  <a:lnTo>
                    <a:pt x="0" y="334297"/>
                  </a:lnTo>
                  <a:lnTo>
                    <a:pt x="0" y="334297"/>
                  </a:lnTo>
                  <a:lnTo>
                    <a:pt x="88491" y="294968"/>
                  </a:lnTo>
                  <a:lnTo>
                    <a:pt x="137652" y="235975"/>
                  </a:lnTo>
                  <a:lnTo>
                    <a:pt x="137652" y="235975"/>
                  </a:lnTo>
                  <a:lnTo>
                    <a:pt x="265471" y="147484"/>
                  </a:lnTo>
                  <a:lnTo>
                    <a:pt x="344129" y="117987"/>
                  </a:lnTo>
                  <a:lnTo>
                    <a:pt x="422787" y="108155"/>
                  </a:lnTo>
                  <a:lnTo>
                    <a:pt x="589936" y="117987"/>
                  </a:lnTo>
                  <a:lnTo>
                    <a:pt x="589936" y="117987"/>
                  </a:lnTo>
                  <a:lnTo>
                    <a:pt x="698091" y="176981"/>
                  </a:lnTo>
                  <a:lnTo>
                    <a:pt x="786581" y="20647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6388CE73-B007-3F45-AD8F-D99D4DD97212}"/>
                </a:ext>
              </a:extLst>
            </p:cNvPr>
            <p:cNvSpPr/>
            <p:nvPr/>
          </p:nvSpPr>
          <p:spPr>
            <a:xfrm rot="17255602">
              <a:off x="1964229" y="4709831"/>
              <a:ext cx="2440636" cy="4017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AB7E64AC-40D4-CA4D-A739-7DB2E98AE7BE}"/>
                </a:ext>
              </a:extLst>
            </p:cNvPr>
            <p:cNvSpPr/>
            <p:nvPr/>
          </p:nvSpPr>
          <p:spPr>
            <a:xfrm rot="2228245" flipH="1">
              <a:off x="1250506" y="5172071"/>
              <a:ext cx="2035729" cy="411199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C88F60C5-4FCB-824C-BD56-1DDC8D14713F}"/>
                </a:ext>
              </a:extLst>
            </p:cNvPr>
            <p:cNvSpPr/>
            <p:nvPr/>
          </p:nvSpPr>
          <p:spPr>
            <a:xfrm rot="8379414" flipH="1" flipV="1">
              <a:off x="2604507" y="5153569"/>
              <a:ext cx="2055310" cy="415154"/>
            </a:xfrm>
            <a:custGeom>
              <a:avLst/>
              <a:gdLst>
                <a:gd name="connsiteX0" fmla="*/ 538716 w 538716"/>
                <a:gd name="connsiteY0" fmla="*/ 177209 h 581246"/>
                <a:gd name="connsiteX1" fmla="*/ 482009 w 538716"/>
                <a:gd name="connsiteY1" fmla="*/ 92148 h 581246"/>
                <a:gd name="connsiteX2" fmla="*/ 453656 w 538716"/>
                <a:gd name="connsiteY2" fmla="*/ 49618 h 581246"/>
                <a:gd name="connsiteX3" fmla="*/ 396949 w 538716"/>
                <a:gd name="connsiteY3" fmla="*/ 21265 h 581246"/>
                <a:gd name="connsiteX4" fmla="*/ 396949 w 538716"/>
                <a:gd name="connsiteY4" fmla="*/ 21265 h 581246"/>
                <a:gd name="connsiteX5" fmla="*/ 290623 w 538716"/>
                <a:gd name="connsiteY5" fmla="*/ 0 h 581246"/>
                <a:gd name="connsiteX6" fmla="*/ 290623 w 538716"/>
                <a:gd name="connsiteY6" fmla="*/ 0 h 581246"/>
                <a:gd name="connsiteX7" fmla="*/ 191386 w 538716"/>
                <a:gd name="connsiteY7" fmla="*/ 28353 h 581246"/>
                <a:gd name="connsiteX8" fmla="*/ 191386 w 538716"/>
                <a:gd name="connsiteY8" fmla="*/ 28353 h 581246"/>
                <a:gd name="connsiteX9" fmla="*/ 120502 w 538716"/>
                <a:gd name="connsiteY9" fmla="*/ 77972 h 581246"/>
                <a:gd name="connsiteX10" fmla="*/ 92149 w 538716"/>
                <a:gd name="connsiteY10" fmla="*/ 106325 h 581246"/>
                <a:gd name="connsiteX11" fmla="*/ 92149 w 538716"/>
                <a:gd name="connsiteY11" fmla="*/ 106325 h 581246"/>
                <a:gd name="connsiteX12" fmla="*/ 56707 w 538716"/>
                <a:gd name="connsiteY12" fmla="*/ 198474 h 581246"/>
                <a:gd name="connsiteX13" fmla="*/ 28354 w 538716"/>
                <a:gd name="connsiteY13" fmla="*/ 290623 h 581246"/>
                <a:gd name="connsiteX14" fmla="*/ 14177 w 538716"/>
                <a:gd name="connsiteY14" fmla="*/ 361507 h 581246"/>
                <a:gd name="connsiteX15" fmla="*/ 7088 w 538716"/>
                <a:gd name="connsiteY15" fmla="*/ 453655 h 581246"/>
                <a:gd name="connsiteX16" fmla="*/ 0 w 538716"/>
                <a:gd name="connsiteY16" fmla="*/ 510362 h 581246"/>
                <a:gd name="connsiteX17" fmla="*/ 14177 w 538716"/>
                <a:gd name="connsiteY17" fmla="*/ 581246 h 581246"/>
                <a:gd name="connsiteX18" fmla="*/ 21265 w 538716"/>
                <a:gd name="connsiteY18" fmla="*/ 545804 h 581246"/>
                <a:gd name="connsiteX19" fmla="*/ 35442 w 538716"/>
                <a:gd name="connsiteY19" fmla="*/ 496186 h 581246"/>
                <a:gd name="connsiteX20" fmla="*/ 42530 w 538716"/>
                <a:gd name="connsiteY20" fmla="*/ 482009 h 581246"/>
                <a:gd name="connsiteX21" fmla="*/ 56707 w 538716"/>
                <a:gd name="connsiteY21" fmla="*/ 425302 h 581246"/>
                <a:gd name="connsiteX22" fmla="*/ 70884 w 538716"/>
                <a:gd name="connsiteY22" fmla="*/ 389860 h 581246"/>
                <a:gd name="connsiteX23" fmla="*/ 99237 w 538716"/>
                <a:gd name="connsiteY23" fmla="*/ 333153 h 581246"/>
                <a:gd name="connsiteX24" fmla="*/ 134679 w 538716"/>
                <a:gd name="connsiteY24" fmla="*/ 283535 h 581246"/>
                <a:gd name="connsiteX25" fmla="*/ 170121 w 538716"/>
                <a:gd name="connsiteY25" fmla="*/ 248093 h 581246"/>
                <a:gd name="connsiteX26" fmla="*/ 191386 w 538716"/>
                <a:gd name="connsiteY26" fmla="*/ 219739 h 581246"/>
                <a:gd name="connsiteX27" fmla="*/ 219740 w 538716"/>
                <a:gd name="connsiteY27" fmla="*/ 205562 h 581246"/>
                <a:gd name="connsiteX28" fmla="*/ 262270 w 538716"/>
                <a:gd name="connsiteY28" fmla="*/ 177209 h 581246"/>
                <a:gd name="connsiteX29" fmla="*/ 290623 w 538716"/>
                <a:gd name="connsiteY29" fmla="*/ 170121 h 581246"/>
                <a:gd name="connsiteX30" fmla="*/ 326065 w 538716"/>
                <a:gd name="connsiteY30" fmla="*/ 170121 h 581246"/>
                <a:gd name="connsiteX31" fmla="*/ 375684 w 538716"/>
                <a:gd name="connsiteY31" fmla="*/ 177209 h 581246"/>
                <a:gd name="connsiteX32" fmla="*/ 432391 w 538716"/>
                <a:gd name="connsiteY32" fmla="*/ 191386 h 581246"/>
                <a:gd name="connsiteX33" fmla="*/ 474921 w 538716"/>
                <a:gd name="connsiteY33" fmla="*/ 205562 h 581246"/>
                <a:gd name="connsiteX34" fmla="*/ 538716 w 538716"/>
                <a:gd name="connsiteY34" fmla="*/ 177209 h 5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716" h="581246">
                  <a:moveTo>
                    <a:pt x="538716" y="177209"/>
                  </a:moveTo>
                  <a:lnTo>
                    <a:pt x="482009" y="92148"/>
                  </a:lnTo>
                  <a:lnTo>
                    <a:pt x="453656" y="49618"/>
                  </a:lnTo>
                  <a:lnTo>
                    <a:pt x="396949" y="21265"/>
                  </a:lnTo>
                  <a:lnTo>
                    <a:pt x="396949" y="21265"/>
                  </a:lnTo>
                  <a:lnTo>
                    <a:pt x="290623" y="0"/>
                  </a:lnTo>
                  <a:lnTo>
                    <a:pt x="290623" y="0"/>
                  </a:lnTo>
                  <a:lnTo>
                    <a:pt x="191386" y="28353"/>
                  </a:lnTo>
                  <a:lnTo>
                    <a:pt x="191386" y="28353"/>
                  </a:lnTo>
                  <a:lnTo>
                    <a:pt x="120502" y="77972"/>
                  </a:lnTo>
                  <a:lnTo>
                    <a:pt x="92149" y="106325"/>
                  </a:lnTo>
                  <a:lnTo>
                    <a:pt x="92149" y="106325"/>
                  </a:lnTo>
                  <a:lnTo>
                    <a:pt x="56707" y="198474"/>
                  </a:lnTo>
                  <a:lnTo>
                    <a:pt x="28354" y="290623"/>
                  </a:lnTo>
                  <a:lnTo>
                    <a:pt x="14177" y="361507"/>
                  </a:lnTo>
                  <a:lnTo>
                    <a:pt x="7088" y="453655"/>
                  </a:lnTo>
                  <a:lnTo>
                    <a:pt x="0" y="510362"/>
                  </a:lnTo>
                  <a:lnTo>
                    <a:pt x="14177" y="581246"/>
                  </a:lnTo>
                  <a:lnTo>
                    <a:pt x="21265" y="545804"/>
                  </a:lnTo>
                  <a:lnTo>
                    <a:pt x="35442" y="496186"/>
                  </a:lnTo>
                  <a:lnTo>
                    <a:pt x="42530" y="482009"/>
                  </a:lnTo>
                  <a:lnTo>
                    <a:pt x="56707" y="425302"/>
                  </a:lnTo>
                  <a:lnTo>
                    <a:pt x="70884" y="389860"/>
                  </a:lnTo>
                  <a:lnTo>
                    <a:pt x="99237" y="333153"/>
                  </a:lnTo>
                  <a:lnTo>
                    <a:pt x="134679" y="283535"/>
                  </a:lnTo>
                  <a:lnTo>
                    <a:pt x="170121" y="248093"/>
                  </a:lnTo>
                  <a:lnTo>
                    <a:pt x="191386" y="219739"/>
                  </a:lnTo>
                  <a:lnTo>
                    <a:pt x="219740" y="205562"/>
                  </a:lnTo>
                  <a:lnTo>
                    <a:pt x="262270" y="177209"/>
                  </a:lnTo>
                  <a:lnTo>
                    <a:pt x="290623" y="170121"/>
                  </a:lnTo>
                  <a:lnTo>
                    <a:pt x="326065" y="170121"/>
                  </a:lnTo>
                  <a:lnTo>
                    <a:pt x="375684" y="177209"/>
                  </a:lnTo>
                  <a:lnTo>
                    <a:pt x="432391" y="191386"/>
                  </a:lnTo>
                  <a:lnTo>
                    <a:pt x="474921" y="205562"/>
                  </a:lnTo>
                  <a:lnTo>
                    <a:pt x="538716" y="177209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9EEBD896-C1BB-8C4A-9656-43E91FE0DEA6}"/>
              </a:ext>
            </a:extLst>
          </p:cNvPr>
          <p:cNvGrpSpPr/>
          <p:nvPr/>
        </p:nvGrpSpPr>
        <p:grpSpPr>
          <a:xfrm>
            <a:off x="-66158" y="-7377"/>
            <a:ext cx="2606739" cy="1742784"/>
            <a:chOff x="-66158" y="-7377"/>
            <a:chExt cx="2606739" cy="1742784"/>
          </a:xfrm>
        </p:grpSpPr>
        <p:pic>
          <p:nvPicPr>
            <p:cNvPr id="1804" name="Picture 1803">
              <a:extLst>
                <a:ext uri="{FF2B5EF4-FFF2-40B4-BE49-F238E27FC236}">
                  <a16:creationId xmlns:a16="http://schemas.microsoft.com/office/drawing/2014/main" id="{4714E040-8A35-2D45-AA3B-CE8E82B6DA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1805" name="Picture 1804">
              <a:extLst>
                <a:ext uri="{FF2B5EF4-FFF2-40B4-BE49-F238E27FC236}">
                  <a16:creationId xmlns:a16="http://schemas.microsoft.com/office/drawing/2014/main" id="{FED89F6A-5F5B-364C-A0F0-CEF83544E1F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1806" name="Picture 1805">
              <a:extLst>
                <a:ext uri="{FF2B5EF4-FFF2-40B4-BE49-F238E27FC236}">
                  <a16:creationId xmlns:a16="http://schemas.microsoft.com/office/drawing/2014/main" id="{D292695E-9680-C342-866B-1B745EC0E7E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56F9EF2E-4622-C042-9134-2AB4FEAD4A18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92000"/>
          </a:blip>
          <a:srcRect b="4138"/>
          <a:stretch/>
        </p:blipFill>
        <p:spPr>
          <a:xfrm>
            <a:off x="0" y="4587824"/>
            <a:ext cx="9144000" cy="22690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354389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Picture 68">
            <a:extLst>
              <a:ext uri="{FF2B5EF4-FFF2-40B4-BE49-F238E27FC236}">
                <a16:creationId xmlns:a16="http://schemas.microsoft.com/office/drawing/2014/main" id="{6169D1DC-5356-134C-BC45-F424D89B1E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858000"/>
            <a:ext cx="9144000" cy="51420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6F15017-63F4-4644-BC7F-A0D038FDBCFA}"/>
              </a:ext>
            </a:extLst>
          </p:cNvPr>
          <p:cNvSpPr txBox="1"/>
          <p:nvPr/>
        </p:nvSpPr>
        <p:spPr>
          <a:xfrm>
            <a:off x="2790786" y="1568562"/>
            <a:ext cx="2619628" cy="1015663"/>
          </a:xfrm>
          <a:prstGeom prst="rect">
            <a:avLst/>
          </a:prstGeom>
          <a:solidFill>
            <a:srgbClr val="FFFDF1">
              <a:alpha val="90000"/>
            </a:srgbClr>
          </a:solidFill>
          <a:ln w="38100">
            <a:solidFill>
              <a:srgbClr val="9E160D"/>
            </a:solidFill>
          </a:ln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2">
                    <a:lumMod val="60000"/>
                    <a:lumOff val="40000"/>
                  </a:schemeClr>
                </a:solidFill>
                <a:latin typeface="Helvetica"/>
                <a:cs typeface="Helvetica"/>
              </a:rPr>
              <a:t>Mechanisms </a:t>
            </a:r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capture 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- Spatial Gradients</a:t>
            </a:r>
          </a:p>
          <a:p>
            <a:r>
              <a:rPr lang="en-US" sz="2000" dirty="0">
                <a:solidFill>
                  <a:srgbClr val="4B3118"/>
                </a:solidFill>
                <a:latin typeface="Helvetica"/>
                <a:cs typeface="Helvetica"/>
              </a:rPr>
              <a:t>   - Different Regions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8E41AF9-64AB-6B4E-8CDB-FCC90AA11CF4}"/>
              </a:ext>
            </a:extLst>
          </p:cNvPr>
          <p:cNvSpPr/>
          <p:nvPr/>
        </p:nvSpPr>
        <p:spPr>
          <a:xfrm>
            <a:off x="0" y="6107643"/>
            <a:ext cx="9144000" cy="742885"/>
          </a:xfrm>
          <a:prstGeom prst="rect">
            <a:avLst/>
          </a:prstGeom>
          <a:solidFill>
            <a:srgbClr val="E1DBB4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>
              <a:solidFill>
                <a:schemeClr val="accent3">
                  <a:lumMod val="50000"/>
                </a:schemeClr>
              </a:solidFill>
            </a:endParaRPr>
          </a:p>
        </p:txBody>
      </p:sp>
      <p:pic>
        <p:nvPicPr>
          <p:cNvPr id="12" name="Picture 11" descr="grass-clipart-9cRBx69ce.png">
            <a:extLst>
              <a:ext uri="{FF2B5EF4-FFF2-40B4-BE49-F238E27FC236}">
                <a16:creationId xmlns:a16="http://schemas.microsoft.com/office/drawing/2014/main" id="{A369EE7F-E623-FC48-9C2A-04E28210C4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6370" y="5870970"/>
            <a:ext cx="983715" cy="896820"/>
          </a:xfrm>
          <a:prstGeom prst="rect">
            <a:avLst/>
          </a:prstGeom>
        </p:spPr>
      </p:pic>
      <p:pic>
        <p:nvPicPr>
          <p:cNvPr id="13" name="Picture 12" descr="grass-clipart-9cRBx69ce.png">
            <a:extLst>
              <a:ext uri="{FF2B5EF4-FFF2-40B4-BE49-F238E27FC236}">
                <a16:creationId xmlns:a16="http://schemas.microsoft.com/office/drawing/2014/main" id="{6DE836B1-2385-CA47-9481-6744D92207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48227" y="5668503"/>
            <a:ext cx="1250049" cy="1139628"/>
          </a:xfrm>
          <a:prstGeom prst="rect">
            <a:avLst/>
          </a:prstGeom>
        </p:spPr>
      </p:pic>
      <p:pic>
        <p:nvPicPr>
          <p:cNvPr id="14" name="Picture 13" descr="grass-clipart-9cRBx69ce.png">
            <a:extLst>
              <a:ext uri="{FF2B5EF4-FFF2-40B4-BE49-F238E27FC236}">
                <a16:creationId xmlns:a16="http://schemas.microsoft.com/office/drawing/2014/main" id="{D4AFCF78-84EA-ED48-AC38-DFA2F8FFB3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75007" y="5135864"/>
            <a:ext cx="1819547" cy="1658820"/>
          </a:xfrm>
          <a:prstGeom prst="rect">
            <a:avLst/>
          </a:prstGeom>
        </p:spPr>
      </p:pic>
      <p:pic>
        <p:nvPicPr>
          <p:cNvPr id="15" name="Picture 14" descr="grass-clipart-9cRBx69ce.png">
            <a:extLst>
              <a:ext uri="{FF2B5EF4-FFF2-40B4-BE49-F238E27FC236}">
                <a16:creationId xmlns:a16="http://schemas.microsoft.com/office/drawing/2014/main" id="{87C96E7F-5173-8249-98A0-7461A85442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8705" y="4262163"/>
            <a:ext cx="2752559" cy="2509416"/>
          </a:xfrm>
          <a:prstGeom prst="rect">
            <a:avLst/>
          </a:prstGeom>
        </p:spPr>
      </p:pic>
      <p:pic>
        <p:nvPicPr>
          <p:cNvPr id="23" name="Picture 22" descr="grass-clipart-9cRBx69ce.png">
            <a:extLst>
              <a:ext uri="{FF2B5EF4-FFF2-40B4-BE49-F238E27FC236}">
                <a16:creationId xmlns:a16="http://schemas.microsoft.com/office/drawing/2014/main" id="{95A0DA68-97DA-0940-99D3-CF7BBDCE96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75140" y="4301638"/>
            <a:ext cx="2752559" cy="2509416"/>
          </a:xfrm>
          <a:prstGeom prst="rect">
            <a:avLst/>
          </a:prstGeom>
        </p:spPr>
      </p:pic>
      <p:pic>
        <p:nvPicPr>
          <p:cNvPr id="25" name="Picture 24" descr="grass-clipart-9cRBx69ce.png">
            <a:extLst>
              <a:ext uri="{FF2B5EF4-FFF2-40B4-BE49-F238E27FC236}">
                <a16:creationId xmlns:a16="http://schemas.microsoft.com/office/drawing/2014/main" id="{1444AD77-3030-E248-BC49-5F2B8F133B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2827" y="4552408"/>
            <a:ext cx="2446834" cy="2230697"/>
          </a:xfrm>
          <a:prstGeom prst="rect">
            <a:avLst/>
          </a:prstGeom>
        </p:spPr>
      </p:pic>
      <p:pic>
        <p:nvPicPr>
          <p:cNvPr id="30" name="Picture 29" descr="grass-clipart-9cRBx69ce.png">
            <a:extLst>
              <a:ext uri="{FF2B5EF4-FFF2-40B4-BE49-F238E27FC236}">
                <a16:creationId xmlns:a16="http://schemas.microsoft.com/office/drawing/2014/main" id="{89870490-5E67-294B-83DA-E40EAFCA33D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130" y="6286403"/>
            <a:ext cx="546572" cy="498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F45008B-01B4-314E-A25E-DAB33217E0ED}"/>
              </a:ext>
            </a:extLst>
          </p:cNvPr>
          <p:cNvSpPr txBox="1"/>
          <p:nvPr/>
        </p:nvSpPr>
        <p:spPr>
          <a:xfrm>
            <a:off x="1982346" y="224487"/>
            <a:ext cx="5379999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Emergent Properties: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Spatial Gradients</a:t>
            </a:r>
          </a:p>
        </p:txBody>
      </p:sp>
      <p:pic>
        <p:nvPicPr>
          <p:cNvPr id="61" name="Picture 60">
            <a:extLst>
              <a:ext uri="{FF2B5EF4-FFF2-40B4-BE49-F238E27FC236}">
                <a16:creationId xmlns:a16="http://schemas.microsoft.com/office/drawing/2014/main" id="{86014DE7-9F3C-B345-AD00-81FECB78C2D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0447" y="6404012"/>
            <a:ext cx="322793" cy="430391"/>
          </a:xfrm>
          <a:prstGeom prst="rect">
            <a:avLst/>
          </a:prstGeom>
        </p:spPr>
      </p:pic>
      <p:pic>
        <p:nvPicPr>
          <p:cNvPr id="62" name="Picture 61">
            <a:extLst>
              <a:ext uri="{FF2B5EF4-FFF2-40B4-BE49-F238E27FC236}">
                <a16:creationId xmlns:a16="http://schemas.microsoft.com/office/drawing/2014/main" id="{BBA3E542-C08E-B249-B746-A8CA2AD2AE3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0992" y="6267737"/>
            <a:ext cx="437093" cy="582791"/>
          </a:xfrm>
          <a:prstGeom prst="rect">
            <a:avLst/>
          </a:prstGeom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09675456-D318-F143-AB35-5C0709FF224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808" y="6583089"/>
            <a:ext cx="200579" cy="267439"/>
          </a:xfrm>
          <a:prstGeom prst="rect">
            <a:avLst/>
          </a:prstGeom>
        </p:spPr>
      </p:pic>
      <p:pic>
        <p:nvPicPr>
          <p:cNvPr id="67" name="Picture 66" descr="grass-clipart-9cRBx69ce.png">
            <a:extLst>
              <a:ext uri="{FF2B5EF4-FFF2-40B4-BE49-F238E27FC236}">
                <a16:creationId xmlns:a16="http://schemas.microsoft.com/office/drawing/2014/main" id="{C1A845BC-8A8D-7745-A35F-0DBCD2F12AE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5295" y="6629882"/>
            <a:ext cx="220081" cy="200641"/>
          </a:xfrm>
          <a:prstGeom prst="rect">
            <a:avLst/>
          </a:prstGeom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6C7CC55A-9F44-3548-B974-94B0311A88D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893" y="6593269"/>
            <a:ext cx="180850" cy="241134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42D450ED-93C1-3B49-A581-1469526BECA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3596" y="6408379"/>
            <a:ext cx="322793" cy="430391"/>
          </a:xfrm>
          <a:prstGeom prst="rect">
            <a:avLst/>
          </a:prstGeom>
        </p:spPr>
      </p:pic>
      <p:pic>
        <p:nvPicPr>
          <p:cNvPr id="29" name="Picture 28" descr="grass-clipart-9cRBx69ce.png">
            <a:extLst>
              <a:ext uri="{FF2B5EF4-FFF2-40B4-BE49-F238E27FC236}">
                <a16:creationId xmlns:a16="http://schemas.microsoft.com/office/drawing/2014/main" id="{6AE21BA2-EB0B-4849-B912-E17E49E3C3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7" y="6631757"/>
            <a:ext cx="220081" cy="200641"/>
          </a:xfrm>
          <a:prstGeom prst="rect">
            <a:avLst/>
          </a:prstGeom>
        </p:spPr>
      </p:pic>
      <p:pic>
        <p:nvPicPr>
          <p:cNvPr id="66" name="Picture 65" descr="grass-clipart-9cRBx69ce.png">
            <a:extLst>
              <a:ext uri="{FF2B5EF4-FFF2-40B4-BE49-F238E27FC236}">
                <a16:creationId xmlns:a16="http://schemas.microsoft.com/office/drawing/2014/main" id="{EAC3E9FF-EE58-D34C-8B07-96CD87C7C4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3113" y="6631756"/>
            <a:ext cx="220081" cy="200641"/>
          </a:xfrm>
          <a:prstGeom prst="rect">
            <a:avLst/>
          </a:prstGeom>
        </p:spPr>
      </p:pic>
      <p:sp>
        <p:nvSpPr>
          <p:cNvPr id="70" name="Frame 69">
            <a:extLst>
              <a:ext uri="{FF2B5EF4-FFF2-40B4-BE49-F238E27FC236}">
                <a16:creationId xmlns:a16="http://schemas.microsoft.com/office/drawing/2014/main" id="{8B27A848-A007-EB4C-8BA0-4D64A684A73C}"/>
              </a:ext>
            </a:extLst>
          </p:cNvPr>
          <p:cNvSpPr/>
          <p:nvPr/>
        </p:nvSpPr>
        <p:spPr>
          <a:xfrm>
            <a:off x="3563470" y="3266122"/>
            <a:ext cx="2077793" cy="545644"/>
          </a:xfrm>
          <a:prstGeom prst="frame">
            <a:avLst>
              <a:gd name="adj1" fmla="val 7500"/>
            </a:avLst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8" name="Frame 107">
            <a:extLst>
              <a:ext uri="{FF2B5EF4-FFF2-40B4-BE49-F238E27FC236}">
                <a16:creationId xmlns:a16="http://schemas.microsoft.com/office/drawing/2014/main" id="{7D237840-F542-3847-B6FD-B7FC3D0762EF}"/>
              </a:ext>
            </a:extLst>
          </p:cNvPr>
          <p:cNvSpPr/>
          <p:nvPr/>
        </p:nvSpPr>
        <p:spPr>
          <a:xfrm rot="1106429">
            <a:off x="259483" y="1699543"/>
            <a:ext cx="2010215" cy="490979"/>
          </a:xfrm>
          <a:prstGeom prst="frame">
            <a:avLst>
              <a:gd name="adj1" fmla="val 7500"/>
            </a:avLst>
          </a:prstGeom>
          <a:solidFill>
            <a:srgbClr val="116627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9" name="Frame 108">
            <a:extLst>
              <a:ext uri="{FF2B5EF4-FFF2-40B4-BE49-F238E27FC236}">
                <a16:creationId xmlns:a16="http://schemas.microsoft.com/office/drawing/2014/main" id="{199F3287-6718-E740-BA33-33334FC49DC9}"/>
              </a:ext>
            </a:extLst>
          </p:cNvPr>
          <p:cNvSpPr/>
          <p:nvPr/>
        </p:nvSpPr>
        <p:spPr>
          <a:xfrm>
            <a:off x="6176184" y="1586572"/>
            <a:ext cx="1119997" cy="490979"/>
          </a:xfrm>
          <a:prstGeom prst="frame">
            <a:avLst>
              <a:gd name="adj1" fmla="val 7500"/>
            </a:avLst>
          </a:prstGeom>
          <a:solidFill>
            <a:srgbClr val="116627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66949FA4-B6A5-FB42-8157-92F55C25E877}"/>
              </a:ext>
            </a:extLst>
          </p:cNvPr>
          <p:cNvGrpSpPr/>
          <p:nvPr/>
        </p:nvGrpSpPr>
        <p:grpSpPr>
          <a:xfrm>
            <a:off x="474431" y="2565765"/>
            <a:ext cx="994673" cy="548485"/>
            <a:chOff x="474431" y="2565765"/>
            <a:chExt cx="994673" cy="548485"/>
          </a:xfrm>
        </p:grpSpPr>
        <p:sp>
          <p:nvSpPr>
            <p:cNvPr id="59" name="Frame 58">
              <a:extLst>
                <a:ext uri="{FF2B5EF4-FFF2-40B4-BE49-F238E27FC236}">
                  <a16:creationId xmlns:a16="http://schemas.microsoft.com/office/drawing/2014/main" id="{FC76F119-F46E-F946-A1D1-BE87BD188300}"/>
                </a:ext>
              </a:extLst>
            </p:cNvPr>
            <p:cNvSpPr/>
            <p:nvPr/>
          </p:nvSpPr>
          <p:spPr>
            <a:xfrm rot="19905353">
              <a:off x="474431" y="2565765"/>
              <a:ext cx="994673" cy="436222"/>
            </a:xfrm>
            <a:prstGeom prst="frame">
              <a:avLst>
                <a:gd name="adj1" fmla="val 7500"/>
              </a:avLst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22FC0976-04CA-CE4D-B175-4F1C2AF2FE81}"/>
                </a:ext>
              </a:extLst>
            </p:cNvPr>
            <p:cNvGrpSpPr/>
            <p:nvPr/>
          </p:nvGrpSpPr>
          <p:grpSpPr>
            <a:xfrm>
              <a:off x="607751" y="2846811"/>
              <a:ext cx="432635" cy="267439"/>
              <a:chOff x="607751" y="2846811"/>
              <a:chExt cx="432635" cy="267439"/>
            </a:xfrm>
          </p:grpSpPr>
          <p:pic>
            <p:nvPicPr>
              <p:cNvPr id="120" name="Picture 119">
                <a:extLst>
                  <a:ext uri="{FF2B5EF4-FFF2-40B4-BE49-F238E27FC236}">
                    <a16:creationId xmlns:a16="http://schemas.microsoft.com/office/drawing/2014/main" id="{85067AFE-E0B9-904F-B430-A666C1220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30000" y="2846811"/>
                <a:ext cx="200579" cy="267439"/>
              </a:xfrm>
              <a:prstGeom prst="rect">
                <a:avLst/>
              </a:prstGeom>
            </p:spPr>
          </p:pic>
          <p:pic>
            <p:nvPicPr>
              <p:cNvPr id="121" name="Picture 120" descr="grass-clipart-9cRBx69ce.png">
                <a:extLst>
                  <a:ext uri="{FF2B5EF4-FFF2-40B4-BE49-F238E27FC236}">
                    <a16:creationId xmlns:a16="http://schemas.microsoft.com/office/drawing/2014/main" id="{31679ECA-A593-104E-98DB-5C697A650A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07751" y="2874047"/>
                <a:ext cx="220081" cy="200641"/>
              </a:xfrm>
              <a:prstGeom prst="rect">
                <a:avLst/>
              </a:prstGeom>
            </p:spPr>
          </p:pic>
          <p:pic>
            <p:nvPicPr>
              <p:cNvPr id="122" name="Picture 121" descr="grass-clipart-9cRBx69ce.png">
                <a:extLst>
                  <a:ext uri="{FF2B5EF4-FFF2-40B4-BE49-F238E27FC236}">
                    <a16:creationId xmlns:a16="http://schemas.microsoft.com/office/drawing/2014/main" id="{FF91E070-A7CC-364D-A7BD-42B9E85A87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20305" y="2895478"/>
                <a:ext cx="220081" cy="200641"/>
              </a:xfrm>
              <a:prstGeom prst="rect">
                <a:avLst/>
              </a:prstGeom>
            </p:spPr>
          </p:pic>
        </p:grpSp>
      </p:grpSp>
      <p:pic>
        <p:nvPicPr>
          <p:cNvPr id="123" name="Picture 122" descr="grass-clipart-9cRBx69ce.png">
            <a:extLst>
              <a:ext uri="{FF2B5EF4-FFF2-40B4-BE49-F238E27FC236}">
                <a16:creationId xmlns:a16="http://schemas.microsoft.com/office/drawing/2014/main" id="{21CCC322-993D-BF4C-BE26-74964D0042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4031" y="1965180"/>
            <a:ext cx="809702" cy="738178"/>
          </a:xfrm>
          <a:prstGeom prst="rect">
            <a:avLst/>
          </a:prstGeom>
        </p:spPr>
      </p:pic>
      <p:grpSp>
        <p:nvGrpSpPr>
          <p:cNvPr id="125" name="Group 124">
            <a:extLst>
              <a:ext uri="{FF2B5EF4-FFF2-40B4-BE49-F238E27FC236}">
                <a16:creationId xmlns:a16="http://schemas.microsoft.com/office/drawing/2014/main" id="{56416F13-69D7-6F45-8C54-7373B69CAE26}"/>
              </a:ext>
            </a:extLst>
          </p:cNvPr>
          <p:cNvGrpSpPr/>
          <p:nvPr/>
        </p:nvGrpSpPr>
        <p:grpSpPr>
          <a:xfrm>
            <a:off x="3819704" y="3092927"/>
            <a:ext cx="454067" cy="267439"/>
            <a:chOff x="586319" y="2846811"/>
            <a:chExt cx="454067" cy="267439"/>
          </a:xfrm>
        </p:grpSpPr>
        <p:pic>
          <p:nvPicPr>
            <p:cNvPr id="126" name="Picture 125">
              <a:extLst>
                <a:ext uri="{FF2B5EF4-FFF2-40B4-BE49-F238E27FC236}">
                  <a16:creationId xmlns:a16="http://schemas.microsoft.com/office/drawing/2014/main" id="{C385E097-D7A3-2C4F-9276-31B6BA6266F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30000" y="2846811"/>
              <a:ext cx="200579" cy="267439"/>
            </a:xfrm>
            <a:prstGeom prst="rect">
              <a:avLst/>
            </a:prstGeom>
          </p:spPr>
        </p:pic>
        <p:pic>
          <p:nvPicPr>
            <p:cNvPr id="127" name="Picture 126" descr="grass-clipart-9cRBx69ce.png">
              <a:extLst>
                <a:ext uri="{FF2B5EF4-FFF2-40B4-BE49-F238E27FC236}">
                  <a16:creationId xmlns:a16="http://schemas.microsoft.com/office/drawing/2014/main" id="{59E55B77-C06F-BE4D-BB14-C5665F942F4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6319" y="2895479"/>
              <a:ext cx="220081" cy="200641"/>
            </a:xfrm>
            <a:prstGeom prst="rect">
              <a:avLst/>
            </a:prstGeom>
          </p:spPr>
        </p:pic>
        <p:pic>
          <p:nvPicPr>
            <p:cNvPr id="128" name="Picture 127" descr="grass-clipart-9cRBx69ce.png">
              <a:extLst>
                <a:ext uri="{FF2B5EF4-FFF2-40B4-BE49-F238E27FC236}">
                  <a16:creationId xmlns:a16="http://schemas.microsoft.com/office/drawing/2014/main" id="{881E835B-26F7-5F4E-884C-5E5E086D597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0305" y="2895478"/>
              <a:ext cx="220081" cy="200641"/>
            </a:xfrm>
            <a:prstGeom prst="rect">
              <a:avLst/>
            </a:prstGeom>
          </p:spPr>
        </p:pic>
      </p:grpSp>
      <p:pic>
        <p:nvPicPr>
          <p:cNvPr id="129" name="Picture 128" descr="grass-clipart-9cRBx69ce.png">
            <a:extLst>
              <a:ext uri="{FF2B5EF4-FFF2-40B4-BE49-F238E27FC236}">
                <a16:creationId xmlns:a16="http://schemas.microsoft.com/office/drawing/2014/main" id="{983DD5C0-0FB1-A744-A45E-5781A0D779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5996" y="3074597"/>
            <a:ext cx="809702" cy="738178"/>
          </a:xfrm>
          <a:prstGeom prst="rect">
            <a:avLst/>
          </a:prstGeom>
        </p:spPr>
      </p:pic>
      <p:sp>
        <p:nvSpPr>
          <p:cNvPr id="142" name="Frame 141">
            <a:extLst>
              <a:ext uri="{FF2B5EF4-FFF2-40B4-BE49-F238E27FC236}">
                <a16:creationId xmlns:a16="http://schemas.microsoft.com/office/drawing/2014/main" id="{BEE17716-4312-6241-8216-D7EBDC93CBBB}"/>
              </a:ext>
            </a:extLst>
          </p:cNvPr>
          <p:cNvSpPr/>
          <p:nvPr/>
        </p:nvSpPr>
        <p:spPr>
          <a:xfrm rot="14815377">
            <a:off x="8382277" y="5094422"/>
            <a:ext cx="538664" cy="240138"/>
          </a:xfrm>
          <a:prstGeom prst="frame">
            <a:avLst>
              <a:gd name="adj1" fmla="val 7500"/>
            </a:avLst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74A5BF45-B63C-644D-8076-74D3E037A45A}"/>
              </a:ext>
            </a:extLst>
          </p:cNvPr>
          <p:cNvGrpSpPr/>
          <p:nvPr/>
        </p:nvGrpSpPr>
        <p:grpSpPr>
          <a:xfrm rot="21267296">
            <a:off x="8480207" y="4980705"/>
            <a:ext cx="186449" cy="127164"/>
            <a:chOff x="586319" y="2846811"/>
            <a:chExt cx="454067" cy="267439"/>
          </a:xfrm>
        </p:grpSpPr>
        <p:pic>
          <p:nvPicPr>
            <p:cNvPr id="144" name="Picture 143">
              <a:extLst>
                <a:ext uri="{FF2B5EF4-FFF2-40B4-BE49-F238E27FC236}">
                  <a16:creationId xmlns:a16="http://schemas.microsoft.com/office/drawing/2014/main" id="{C6220C59-ACF7-A244-A980-BD3931451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30000" y="2846811"/>
              <a:ext cx="200579" cy="267439"/>
            </a:xfrm>
            <a:prstGeom prst="rect">
              <a:avLst/>
            </a:prstGeom>
          </p:spPr>
        </p:pic>
        <p:pic>
          <p:nvPicPr>
            <p:cNvPr id="145" name="Picture 144" descr="grass-clipart-9cRBx69ce.png">
              <a:extLst>
                <a:ext uri="{FF2B5EF4-FFF2-40B4-BE49-F238E27FC236}">
                  <a16:creationId xmlns:a16="http://schemas.microsoft.com/office/drawing/2014/main" id="{B4CAEB2D-2241-DC4C-9983-7DD9F80F7CF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6319" y="2895479"/>
              <a:ext cx="220081" cy="200641"/>
            </a:xfrm>
            <a:prstGeom prst="rect">
              <a:avLst/>
            </a:prstGeom>
          </p:spPr>
        </p:pic>
        <p:pic>
          <p:nvPicPr>
            <p:cNvPr id="146" name="Picture 145" descr="grass-clipart-9cRBx69ce.png">
              <a:extLst>
                <a:ext uri="{FF2B5EF4-FFF2-40B4-BE49-F238E27FC236}">
                  <a16:creationId xmlns:a16="http://schemas.microsoft.com/office/drawing/2014/main" id="{4F0863FE-1709-2D46-BBA2-86FD9906CBD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0305" y="2895478"/>
              <a:ext cx="220081" cy="200641"/>
            </a:xfrm>
            <a:prstGeom prst="rect">
              <a:avLst/>
            </a:prstGeom>
          </p:spPr>
        </p:pic>
      </p:grpSp>
      <p:pic>
        <p:nvPicPr>
          <p:cNvPr id="147" name="Picture 146" descr="grass-clipart-9cRBx69ce.png">
            <a:extLst>
              <a:ext uri="{FF2B5EF4-FFF2-40B4-BE49-F238E27FC236}">
                <a16:creationId xmlns:a16="http://schemas.microsoft.com/office/drawing/2014/main" id="{69D2EFF2-6806-154E-BD6A-BF8C6E8B23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67296">
            <a:off x="8554177" y="5135256"/>
            <a:ext cx="385007" cy="350998"/>
          </a:xfrm>
          <a:prstGeom prst="rect">
            <a:avLst/>
          </a:prstGeom>
        </p:spPr>
      </p:pic>
      <p:sp>
        <p:nvSpPr>
          <p:cNvPr id="163" name="Frame 162">
            <a:extLst>
              <a:ext uri="{FF2B5EF4-FFF2-40B4-BE49-F238E27FC236}">
                <a16:creationId xmlns:a16="http://schemas.microsoft.com/office/drawing/2014/main" id="{2F08A9BE-8781-1B4B-AB51-ADB210E75138}"/>
              </a:ext>
            </a:extLst>
          </p:cNvPr>
          <p:cNvSpPr/>
          <p:nvPr/>
        </p:nvSpPr>
        <p:spPr>
          <a:xfrm rot="13916905">
            <a:off x="1924571" y="4370294"/>
            <a:ext cx="982385" cy="436222"/>
          </a:xfrm>
          <a:prstGeom prst="frame">
            <a:avLst>
              <a:gd name="adj1" fmla="val 7500"/>
            </a:avLst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E63B2448-2EAB-0B4C-8500-0FD96B06AB92}"/>
              </a:ext>
            </a:extLst>
          </p:cNvPr>
          <p:cNvGrpSpPr/>
          <p:nvPr/>
        </p:nvGrpSpPr>
        <p:grpSpPr>
          <a:xfrm>
            <a:off x="2466460" y="4675381"/>
            <a:ext cx="336145" cy="300961"/>
            <a:chOff x="650636" y="2892556"/>
            <a:chExt cx="340349" cy="300961"/>
          </a:xfrm>
        </p:grpSpPr>
        <p:pic>
          <p:nvPicPr>
            <p:cNvPr id="166" name="Picture 165" descr="grass-clipart-9cRBx69ce.png">
              <a:extLst>
                <a:ext uri="{FF2B5EF4-FFF2-40B4-BE49-F238E27FC236}">
                  <a16:creationId xmlns:a16="http://schemas.microsoft.com/office/drawing/2014/main" id="{90765F16-BCF4-874D-9260-E2B0618814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0636" y="2992876"/>
              <a:ext cx="220081" cy="200641"/>
            </a:xfrm>
            <a:prstGeom prst="rect">
              <a:avLst/>
            </a:prstGeom>
          </p:spPr>
        </p:pic>
        <p:pic>
          <p:nvPicPr>
            <p:cNvPr id="167" name="Picture 166" descr="grass-clipart-9cRBx69ce.png">
              <a:extLst>
                <a:ext uri="{FF2B5EF4-FFF2-40B4-BE49-F238E27FC236}">
                  <a16:creationId xmlns:a16="http://schemas.microsoft.com/office/drawing/2014/main" id="{92AB9388-61E6-0D43-813B-6F7772F19DC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0904" y="2892556"/>
              <a:ext cx="220081" cy="200641"/>
            </a:xfrm>
            <a:prstGeom prst="rect">
              <a:avLst/>
            </a:prstGeom>
          </p:spPr>
        </p:pic>
      </p:grpSp>
      <p:pic>
        <p:nvPicPr>
          <p:cNvPr id="168" name="Picture 167" descr="grass-clipart-9cRBx69ce.png">
            <a:extLst>
              <a:ext uri="{FF2B5EF4-FFF2-40B4-BE49-F238E27FC236}">
                <a16:creationId xmlns:a16="http://schemas.microsoft.com/office/drawing/2014/main" id="{2BB9CBC6-2572-C645-B063-482C7765E91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81627" y="3894578"/>
            <a:ext cx="550776" cy="502124"/>
          </a:xfrm>
          <a:prstGeom prst="rect">
            <a:avLst/>
          </a:prstGeom>
        </p:spPr>
      </p:pic>
      <p:sp>
        <p:nvSpPr>
          <p:cNvPr id="169" name="TextBox 168">
            <a:extLst>
              <a:ext uri="{FF2B5EF4-FFF2-40B4-BE49-F238E27FC236}">
                <a16:creationId xmlns:a16="http://schemas.microsoft.com/office/drawing/2014/main" id="{5F209E62-127D-A94B-AC2D-06B46570093A}"/>
              </a:ext>
            </a:extLst>
          </p:cNvPr>
          <p:cNvSpPr txBox="1"/>
          <p:nvPr/>
        </p:nvSpPr>
        <p:spPr>
          <a:xfrm>
            <a:off x="6194963" y="2808655"/>
            <a:ext cx="2760279" cy="1077218"/>
          </a:xfrm>
          <a:prstGeom prst="rect">
            <a:avLst/>
          </a:prstGeom>
          <a:solidFill>
            <a:srgbClr val="FFFDF1">
              <a:alpha val="90000"/>
            </a:srgbClr>
          </a:solidFill>
          <a:ln w="3175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One PFT with a </a:t>
            </a:r>
            <a:r>
              <a:rPr lang="en-US" sz="1600" dirty="0">
                <a:solidFill>
                  <a:srgbClr val="9E160D"/>
                </a:solidFill>
                <a:latin typeface="Helvetica"/>
                <a:cs typeface="Helvetica"/>
              </a:rPr>
              <a:t>single set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of parameters predicts </a:t>
            </a:r>
            <a:r>
              <a:rPr lang="en-US" sz="1600" dirty="0">
                <a:solidFill>
                  <a:srgbClr val="AB7942"/>
                </a:solidFill>
                <a:latin typeface="Helvetica"/>
                <a:cs typeface="Helvetica"/>
              </a:rPr>
              <a:t>deserts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 to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  <a:latin typeface="Helvetica"/>
                <a:cs typeface="Helvetica"/>
              </a:rPr>
              <a:t>tall-grass prairies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on all continents, 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9B2DC79E-30C6-0145-9EAB-FC3835877244}"/>
              </a:ext>
            </a:extLst>
          </p:cNvPr>
          <p:cNvSpPr txBox="1"/>
          <p:nvPr/>
        </p:nvSpPr>
        <p:spPr>
          <a:xfrm>
            <a:off x="276803" y="4132138"/>
            <a:ext cx="1507962" cy="1569660"/>
          </a:xfrm>
          <a:prstGeom prst="rect">
            <a:avLst/>
          </a:prstGeom>
          <a:solidFill>
            <a:srgbClr val="FFFDF1"/>
          </a:solidFill>
          <a:ln w="3175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Helvetica" pitchFamily="2" charset="0"/>
              </a:rPr>
              <a:t>Vegetation characteristics and properties </a:t>
            </a:r>
            <a:r>
              <a:rPr lang="en-US" sz="1600" dirty="0">
                <a:solidFill>
                  <a:srgbClr val="9E160D"/>
                </a:solidFill>
                <a:latin typeface="Helvetica" pitchFamily="2" charset="0"/>
              </a:rPr>
              <a:t>emerge</a:t>
            </a:r>
            <a:r>
              <a:rPr lang="en-US" sz="1600" dirty="0">
                <a:latin typeface="Helvetica" pitchFamily="2" charset="0"/>
              </a:rPr>
              <a:t> from variability in </a:t>
            </a:r>
            <a:r>
              <a:rPr lang="en-US" sz="1600" dirty="0">
                <a:solidFill>
                  <a:schemeClr val="tx2">
                    <a:lumMod val="75000"/>
                  </a:schemeClr>
                </a:solidFill>
                <a:latin typeface="Helvetica" pitchFamily="2" charset="0"/>
              </a:rPr>
              <a:t>climate space</a:t>
            </a:r>
            <a:r>
              <a:rPr lang="en-US" sz="1600" dirty="0">
                <a:latin typeface="Helvetica" pitchFamily="2" charset="0"/>
              </a:rPr>
              <a:t>.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23FBEF4D-7A72-5B4E-BD45-636976BF21FC}"/>
              </a:ext>
            </a:extLst>
          </p:cNvPr>
          <p:cNvGrpSpPr/>
          <p:nvPr/>
        </p:nvGrpSpPr>
        <p:grpSpPr>
          <a:xfrm>
            <a:off x="0" y="15627"/>
            <a:ext cx="2297202" cy="1463862"/>
            <a:chOff x="-66158" y="-7377"/>
            <a:chExt cx="2606739" cy="1742784"/>
          </a:xfrm>
        </p:grpSpPr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id="{B03FCA18-E707-9749-99D9-FC672EF1D33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id="{5FF50BDC-03A9-4748-A579-5E6FFDE680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75" name="Picture 74">
              <a:extLst>
                <a:ext uri="{FF2B5EF4-FFF2-40B4-BE49-F238E27FC236}">
                  <a16:creationId xmlns:a16="http://schemas.microsoft.com/office/drawing/2014/main" id="{68820D18-3C80-4D43-9166-F65CEC82BC0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51C6C518-A1AB-4E4D-8405-56DFCC33013B}"/>
              </a:ext>
            </a:extLst>
          </p:cNvPr>
          <p:cNvGrpSpPr/>
          <p:nvPr/>
        </p:nvGrpSpPr>
        <p:grpSpPr>
          <a:xfrm>
            <a:off x="7564385" y="238539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47AE2CF6-7264-5247-B20D-BA3AC84CF0FF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D32FC5-0D64-9146-A34F-4FF0BB52CBC9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68C2573B-2E0B-D940-8D9D-93AF9B2EDB0B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58A25490-18E2-C844-AABF-92951A10C28F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08825875-A0B3-DE49-BF60-6B3C7E079E44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7F8ABB7-F5DC-C243-9780-A7062C01CE6F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D770DA7D-DB10-054B-9FD4-5F7C473759A6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9F549FE8-1D71-8E49-8378-6D2C99929F65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DA02E3F-B840-5647-927E-68FE8B311C43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A48A156-72C2-214E-8654-FCAC139559D7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8D9C0580-D3E8-334E-81B4-BD602BD48138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5302BEB-5FDC-E24E-8656-9801B3E7C699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CB41A35B-836C-F949-9CB2-39FD6CCE34F5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2152694-2BCD-654F-830E-15A8F2B79902}"/>
              </a:ext>
            </a:extLst>
          </p:cNvPr>
          <p:cNvGrpSpPr/>
          <p:nvPr/>
        </p:nvGrpSpPr>
        <p:grpSpPr>
          <a:xfrm>
            <a:off x="4131957" y="4302891"/>
            <a:ext cx="1985719" cy="2532550"/>
            <a:chOff x="2216336" y="289820"/>
            <a:chExt cx="5596696" cy="5142625"/>
          </a:xfrm>
        </p:grpSpPr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4219B6CD-BBF5-FD4F-8E74-980BE3D4A377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98" name="Triangle 97">
              <a:extLst>
                <a:ext uri="{FF2B5EF4-FFF2-40B4-BE49-F238E27FC236}">
                  <a16:creationId xmlns:a16="http://schemas.microsoft.com/office/drawing/2014/main" id="{3F9191FF-5C37-6147-AECA-73000FC704C1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Triangle 263">
              <a:extLst>
                <a:ext uri="{FF2B5EF4-FFF2-40B4-BE49-F238E27FC236}">
                  <a16:creationId xmlns:a16="http://schemas.microsoft.com/office/drawing/2014/main" id="{3AEB92B7-C4A1-3644-9CE7-BA6D3D5102A2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riangle 264">
              <a:extLst>
                <a:ext uri="{FF2B5EF4-FFF2-40B4-BE49-F238E27FC236}">
                  <a16:creationId xmlns:a16="http://schemas.microsoft.com/office/drawing/2014/main" id="{26F8179C-47DB-8445-910A-B42C4A879C9A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Triangle 264">
              <a:extLst>
                <a:ext uri="{FF2B5EF4-FFF2-40B4-BE49-F238E27FC236}">
                  <a16:creationId xmlns:a16="http://schemas.microsoft.com/office/drawing/2014/main" id="{9E5A09EF-E4C5-1841-814E-95AD5518D9A2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Triangle 101">
              <a:extLst>
                <a:ext uri="{FF2B5EF4-FFF2-40B4-BE49-F238E27FC236}">
                  <a16:creationId xmlns:a16="http://schemas.microsoft.com/office/drawing/2014/main" id="{A2DB41E0-03A7-664A-B481-BFA189DE5859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Triangle 263">
              <a:extLst>
                <a:ext uri="{FF2B5EF4-FFF2-40B4-BE49-F238E27FC236}">
                  <a16:creationId xmlns:a16="http://schemas.microsoft.com/office/drawing/2014/main" id="{451A7A40-6BBB-4640-8AE4-789BA0DE99E0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Triangle 264">
              <a:extLst>
                <a:ext uri="{FF2B5EF4-FFF2-40B4-BE49-F238E27FC236}">
                  <a16:creationId xmlns:a16="http://schemas.microsoft.com/office/drawing/2014/main" id="{1DF4872B-CB69-8A41-A421-3CDA30069A00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431FBC94-16F0-0745-8AA7-3F2F3A3919A7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Triangle 264">
              <a:extLst>
                <a:ext uri="{FF2B5EF4-FFF2-40B4-BE49-F238E27FC236}">
                  <a16:creationId xmlns:a16="http://schemas.microsoft.com/office/drawing/2014/main" id="{F856B6B1-1D1D-6440-ADBA-22B955425924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3" name="Triangle 264">
              <a:extLst>
                <a:ext uri="{FF2B5EF4-FFF2-40B4-BE49-F238E27FC236}">
                  <a16:creationId xmlns:a16="http://schemas.microsoft.com/office/drawing/2014/main" id="{614AF62E-A3D4-B14E-9E6F-94CABF7008D2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4" name="Triangle 264">
              <a:extLst>
                <a:ext uri="{FF2B5EF4-FFF2-40B4-BE49-F238E27FC236}">
                  <a16:creationId xmlns:a16="http://schemas.microsoft.com/office/drawing/2014/main" id="{40246F22-2CE3-464C-A72F-E809C9F37351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9B9BA82-0A28-2B45-BA91-850802E36FC4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F86D0E9E-F34C-FA43-B988-CC910FECD802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212" name="Oval 1">
                <a:extLst>
                  <a:ext uri="{FF2B5EF4-FFF2-40B4-BE49-F238E27FC236}">
                    <a16:creationId xmlns:a16="http://schemas.microsoft.com/office/drawing/2014/main" id="{F24F7E7D-C3C5-FD4C-B7E6-C630233414A2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" name="Teardrop 212">
                <a:extLst>
                  <a:ext uri="{FF2B5EF4-FFF2-40B4-BE49-F238E27FC236}">
                    <a16:creationId xmlns:a16="http://schemas.microsoft.com/office/drawing/2014/main" id="{884DA184-1E2D-9D41-AF69-182745539B0C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" name="Teardrop 213">
                <a:extLst>
                  <a:ext uri="{FF2B5EF4-FFF2-40B4-BE49-F238E27FC236}">
                    <a16:creationId xmlns:a16="http://schemas.microsoft.com/office/drawing/2014/main" id="{5B3D052D-F172-BE4D-A36C-2C15A410BDEB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" name="Teardrop 214">
                <a:extLst>
                  <a:ext uri="{FF2B5EF4-FFF2-40B4-BE49-F238E27FC236}">
                    <a16:creationId xmlns:a16="http://schemas.microsoft.com/office/drawing/2014/main" id="{3AE01E5A-A670-9540-A63B-A9B7BFE12028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6" name="Teardrop 215">
                <a:extLst>
                  <a:ext uri="{FF2B5EF4-FFF2-40B4-BE49-F238E27FC236}">
                    <a16:creationId xmlns:a16="http://schemas.microsoft.com/office/drawing/2014/main" id="{FFD67072-572C-D249-AA01-0AF86369DB31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" name="Teardrop 216">
                <a:extLst>
                  <a:ext uri="{FF2B5EF4-FFF2-40B4-BE49-F238E27FC236}">
                    <a16:creationId xmlns:a16="http://schemas.microsoft.com/office/drawing/2014/main" id="{9368DDA4-091E-0F49-92E8-F864C16AAF6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" name="Teardrop 217">
                <a:extLst>
                  <a:ext uri="{FF2B5EF4-FFF2-40B4-BE49-F238E27FC236}">
                    <a16:creationId xmlns:a16="http://schemas.microsoft.com/office/drawing/2014/main" id="{A158DCD1-E430-5446-A71E-63C25A27718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" name="Teardrop 218">
                <a:extLst>
                  <a:ext uri="{FF2B5EF4-FFF2-40B4-BE49-F238E27FC236}">
                    <a16:creationId xmlns:a16="http://schemas.microsoft.com/office/drawing/2014/main" id="{C5509D76-314F-6A40-AEF3-BDB3057A2D4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" name="Teardrop 219">
                <a:extLst>
                  <a:ext uri="{FF2B5EF4-FFF2-40B4-BE49-F238E27FC236}">
                    <a16:creationId xmlns:a16="http://schemas.microsoft.com/office/drawing/2014/main" id="{99EA71FE-EFF6-C947-BE3B-A478EB742C6C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" name="Teardrop 220">
                <a:extLst>
                  <a:ext uri="{FF2B5EF4-FFF2-40B4-BE49-F238E27FC236}">
                    <a16:creationId xmlns:a16="http://schemas.microsoft.com/office/drawing/2014/main" id="{C6463A86-0A45-0045-BCC9-7565057404C6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2" name="Teardrop 221">
                <a:extLst>
                  <a:ext uri="{FF2B5EF4-FFF2-40B4-BE49-F238E27FC236}">
                    <a16:creationId xmlns:a16="http://schemas.microsoft.com/office/drawing/2014/main" id="{AECE21C3-7BC2-B649-AD67-A3F8174A358D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3" name="Teardrop 222">
                <a:extLst>
                  <a:ext uri="{FF2B5EF4-FFF2-40B4-BE49-F238E27FC236}">
                    <a16:creationId xmlns:a16="http://schemas.microsoft.com/office/drawing/2014/main" id="{B40B9E8A-33F3-C34B-8F08-CB0E238CDDFC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4" name="Teardrop 223">
                <a:extLst>
                  <a:ext uri="{FF2B5EF4-FFF2-40B4-BE49-F238E27FC236}">
                    <a16:creationId xmlns:a16="http://schemas.microsoft.com/office/drawing/2014/main" id="{5A5D7890-C29C-AD48-A995-145AD358E4D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5" name="Teardrop 224">
                <a:extLst>
                  <a:ext uri="{FF2B5EF4-FFF2-40B4-BE49-F238E27FC236}">
                    <a16:creationId xmlns:a16="http://schemas.microsoft.com/office/drawing/2014/main" id="{7668C4DB-9CCF-7B45-AD9F-AFFCEBE18FD2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6" name="Teardrop 225">
                <a:extLst>
                  <a:ext uri="{FF2B5EF4-FFF2-40B4-BE49-F238E27FC236}">
                    <a16:creationId xmlns:a16="http://schemas.microsoft.com/office/drawing/2014/main" id="{899E41A4-FAB9-6847-892F-FE223B009254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" name="Teardrop 226">
                <a:extLst>
                  <a:ext uri="{FF2B5EF4-FFF2-40B4-BE49-F238E27FC236}">
                    <a16:creationId xmlns:a16="http://schemas.microsoft.com/office/drawing/2014/main" id="{F5643A16-4F61-3542-AF0C-20F14EB076B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" name="Teardrop 227">
                <a:extLst>
                  <a:ext uri="{FF2B5EF4-FFF2-40B4-BE49-F238E27FC236}">
                    <a16:creationId xmlns:a16="http://schemas.microsoft.com/office/drawing/2014/main" id="{D4ED2CAF-F2E6-ED47-9F91-5ADBFB5BF6A9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" name="Teardrop 228">
                <a:extLst>
                  <a:ext uri="{FF2B5EF4-FFF2-40B4-BE49-F238E27FC236}">
                    <a16:creationId xmlns:a16="http://schemas.microsoft.com/office/drawing/2014/main" id="{D78E18B0-44B5-FC44-BB7B-DC44D5E8B5E5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0" name="Teardrop 229">
                <a:extLst>
                  <a:ext uri="{FF2B5EF4-FFF2-40B4-BE49-F238E27FC236}">
                    <a16:creationId xmlns:a16="http://schemas.microsoft.com/office/drawing/2014/main" id="{C656F248-3FF7-1D45-8FEF-5781D3A5CB48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1" name="Teardrop 230">
                <a:extLst>
                  <a:ext uri="{FF2B5EF4-FFF2-40B4-BE49-F238E27FC236}">
                    <a16:creationId xmlns:a16="http://schemas.microsoft.com/office/drawing/2014/main" id="{B734FA3C-1881-1E48-8A89-2EAA6119CD3F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Teardrop 231">
                <a:extLst>
                  <a:ext uri="{FF2B5EF4-FFF2-40B4-BE49-F238E27FC236}">
                    <a16:creationId xmlns:a16="http://schemas.microsoft.com/office/drawing/2014/main" id="{93CA4A89-B826-0D47-B061-3BA849BB6019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3" name="Teardrop 232">
                <a:extLst>
                  <a:ext uri="{FF2B5EF4-FFF2-40B4-BE49-F238E27FC236}">
                    <a16:creationId xmlns:a16="http://schemas.microsoft.com/office/drawing/2014/main" id="{E3B4639A-9D67-3944-893D-6474DE0D5AA3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" name="Teardrop 233">
                <a:extLst>
                  <a:ext uri="{FF2B5EF4-FFF2-40B4-BE49-F238E27FC236}">
                    <a16:creationId xmlns:a16="http://schemas.microsoft.com/office/drawing/2014/main" id="{872BD89F-08CA-FF42-B091-1DC51B7BA65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" name="Teardrop 234">
                <a:extLst>
                  <a:ext uri="{FF2B5EF4-FFF2-40B4-BE49-F238E27FC236}">
                    <a16:creationId xmlns:a16="http://schemas.microsoft.com/office/drawing/2014/main" id="{CF5E6D02-9799-B041-9332-ABD27DD0099A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" name="Teardrop 235">
                <a:extLst>
                  <a:ext uri="{FF2B5EF4-FFF2-40B4-BE49-F238E27FC236}">
                    <a16:creationId xmlns:a16="http://schemas.microsoft.com/office/drawing/2014/main" id="{4546A185-0EE8-0149-B0B1-5790D260758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" name="Teardrop 236">
                <a:extLst>
                  <a:ext uri="{FF2B5EF4-FFF2-40B4-BE49-F238E27FC236}">
                    <a16:creationId xmlns:a16="http://schemas.microsoft.com/office/drawing/2014/main" id="{2C6221E4-CD0E-0F49-A4F4-065B5CF7C28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" name="Teardrop 237">
                <a:extLst>
                  <a:ext uri="{FF2B5EF4-FFF2-40B4-BE49-F238E27FC236}">
                    <a16:creationId xmlns:a16="http://schemas.microsoft.com/office/drawing/2014/main" id="{B4FA0C05-5F43-594C-ADB9-4110908443BD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" name="Teardrop 238">
                <a:extLst>
                  <a:ext uri="{FF2B5EF4-FFF2-40B4-BE49-F238E27FC236}">
                    <a16:creationId xmlns:a16="http://schemas.microsoft.com/office/drawing/2014/main" id="{FD3B7E7F-6F97-8A4A-926C-196CB86857FD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" name="Teardrop 239">
                <a:extLst>
                  <a:ext uri="{FF2B5EF4-FFF2-40B4-BE49-F238E27FC236}">
                    <a16:creationId xmlns:a16="http://schemas.microsoft.com/office/drawing/2014/main" id="{3CC907E9-96A9-C640-849A-5B269076DB6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" name="Teardrop 240">
                <a:extLst>
                  <a:ext uri="{FF2B5EF4-FFF2-40B4-BE49-F238E27FC236}">
                    <a16:creationId xmlns:a16="http://schemas.microsoft.com/office/drawing/2014/main" id="{447AF2BF-CB72-B34E-9526-57809AE3003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D40036C2-4BB7-274F-A081-53C1F77880DE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82" name="Oval 1">
                <a:extLst>
                  <a:ext uri="{FF2B5EF4-FFF2-40B4-BE49-F238E27FC236}">
                    <a16:creationId xmlns:a16="http://schemas.microsoft.com/office/drawing/2014/main" id="{BA9511B6-7EC3-374B-933D-353CFA66520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" name="Teardrop 182">
                <a:extLst>
                  <a:ext uri="{FF2B5EF4-FFF2-40B4-BE49-F238E27FC236}">
                    <a16:creationId xmlns:a16="http://schemas.microsoft.com/office/drawing/2014/main" id="{F1C42FE4-17C9-3E45-A14B-AAA4319190CD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" name="Teardrop 183">
                <a:extLst>
                  <a:ext uri="{FF2B5EF4-FFF2-40B4-BE49-F238E27FC236}">
                    <a16:creationId xmlns:a16="http://schemas.microsoft.com/office/drawing/2014/main" id="{C8EA8087-988D-D34D-AFF0-D7D47A25219C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" name="Teardrop 184">
                <a:extLst>
                  <a:ext uri="{FF2B5EF4-FFF2-40B4-BE49-F238E27FC236}">
                    <a16:creationId xmlns:a16="http://schemas.microsoft.com/office/drawing/2014/main" id="{18CB9BD7-6AEE-0946-BDA3-BBF00834CC00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" name="Teardrop 185">
                <a:extLst>
                  <a:ext uri="{FF2B5EF4-FFF2-40B4-BE49-F238E27FC236}">
                    <a16:creationId xmlns:a16="http://schemas.microsoft.com/office/drawing/2014/main" id="{1635F8F9-372B-2E4D-9BC2-C52DA457FF7E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" name="Teardrop 186">
                <a:extLst>
                  <a:ext uri="{FF2B5EF4-FFF2-40B4-BE49-F238E27FC236}">
                    <a16:creationId xmlns:a16="http://schemas.microsoft.com/office/drawing/2014/main" id="{EF227B98-7786-7248-866D-A05417B7019C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" name="Teardrop 187">
                <a:extLst>
                  <a:ext uri="{FF2B5EF4-FFF2-40B4-BE49-F238E27FC236}">
                    <a16:creationId xmlns:a16="http://schemas.microsoft.com/office/drawing/2014/main" id="{92B7CBD6-CAB8-4B48-90F5-3E40D658A998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" name="Teardrop 188">
                <a:extLst>
                  <a:ext uri="{FF2B5EF4-FFF2-40B4-BE49-F238E27FC236}">
                    <a16:creationId xmlns:a16="http://schemas.microsoft.com/office/drawing/2014/main" id="{68551A61-C1BE-5E4C-94EA-8D3D46A7A8C7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" name="Teardrop 189">
                <a:extLst>
                  <a:ext uri="{FF2B5EF4-FFF2-40B4-BE49-F238E27FC236}">
                    <a16:creationId xmlns:a16="http://schemas.microsoft.com/office/drawing/2014/main" id="{54142D98-4BB7-0F42-B2A4-2EEF98D238B0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" name="Teardrop 190">
                <a:extLst>
                  <a:ext uri="{FF2B5EF4-FFF2-40B4-BE49-F238E27FC236}">
                    <a16:creationId xmlns:a16="http://schemas.microsoft.com/office/drawing/2014/main" id="{56F2042B-EB04-664D-A0B2-CDFE4D0209EF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" name="Teardrop 191">
                <a:extLst>
                  <a:ext uri="{FF2B5EF4-FFF2-40B4-BE49-F238E27FC236}">
                    <a16:creationId xmlns:a16="http://schemas.microsoft.com/office/drawing/2014/main" id="{F522BFF9-99F5-AB47-B5C6-A72C6EE04E21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" name="Teardrop 192">
                <a:extLst>
                  <a:ext uri="{FF2B5EF4-FFF2-40B4-BE49-F238E27FC236}">
                    <a16:creationId xmlns:a16="http://schemas.microsoft.com/office/drawing/2014/main" id="{3D10F118-2849-D14E-B11F-2B3FB3B7EBB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" name="Teardrop 193">
                <a:extLst>
                  <a:ext uri="{FF2B5EF4-FFF2-40B4-BE49-F238E27FC236}">
                    <a16:creationId xmlns:a16="http://schemas.microsoft.com/office/drawing/2014/main" id="{02C4F8C5-241D-6743-8DD6-4E679C7A4AA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Teardrop 194">
                <a:extLst>
                  <a:ext uri="{FF2B5EF4-FFF2-40B4-BE49-F238E27FC236}">
                    <a16:creationId xmlns:a16="http://schemas.microsoft.com/office/drawing/2014/main" id="{1926A369-8771-914D-A118-B7723988D3A0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" name="Teardrop 195">
                <a:extLst>
                  <a:ext uri="{FF2B5EF4-FFF2-40B4-BE49-F238E27FC236}">
                    <a16:creationId xmlns:a16="http://schemas.microsoft.com/office/drawing/2014/main" id="{F1B603DF-F6E8-DD43-B86D-082541D40AAC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" name="Teardrop 196">
                <a:extLst>
                  <a:ext uri="{FF2B5EF4-FFF2-40B4-BE49-F238E27FC236}">
                    <a16:creationId xmlns:a16="http://schemas.microsoft.com/office/drawing/2014/main" id="{F04B3231-7FCC-DE4B-86BA-1299CA33968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8" name="Teardrop 197">
                <a:extLst>
                  <a:ext uri="{FF2B5EF4-FFF2-40B4-BE49-F238E27FC236}">
                    <a16:creationId xmlns:a16="http://schemas.microsoft.com/office/drawing/2014/main" id="{223B1934-89DD-A042-BCCE-5EF7DA6F26BB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9" name="Teardrop 198">
                <a:extLst>
                  <a:ext uri="{FF2B5EF4-FFF2-40B4-BE49-F238E27FC236}">
                    <a16:creationId xmlns:a16="http://schemas.microsoft.com/office/drawing/2014/main" id="{CCBA93F9-1BF6-BB4A-A47F-30BCA754FB7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" name="Teardrop 199">
                <a:extLst>
                  <a:ext uri="{FF2B5EF4-FFF2-40B4-BE49-F238E27FC236}">
                    <a16:creationId xmlns:a16="http://schemas.microsoft.com/office/drawing/2014/main" id="{F67786E1-517E-A447-AD02-A6FA98B7531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1" name="Teardrop 200">
                <a:extLst>
                  <a:ext uri="{FF2B5EF4-FFF2-40B4-BE49-F238E27FC236}">
                    <a16:creationId xmlns:a16="http://schemas.microsoft.com/office/drawing/2014/main" id="{716D99D6-D372-A649-816C-43DA4737E82C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2" name="Teardrop 201">
                <a:extLst>
                  <a:ext uri="{FF2B5EF4-FFF2-40B4-BE49-F238E27FC236}">
                    <a16:creationId xmlns:a16="http://schemas.microsoft.com/office/drawing/2014/main" id="{86921BF6-45D2-0B40-9D7F-DB59CB8BE3C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" name="Teardrop 202">
                <a:extLst>
                  <a:ext uri="{FF2B5EF4-FFF2-40B4-BE49-F238E27FC236}">
                    <a16:creationId xmlns:a16="http://schemas.microsoft.com/office/drawing/2014/main" id="{E2467B82-493F-294C-9628-30A65C33939A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4" name="Teardrop 203">
                <a:extLst>
                  <a:ext uri="{FF2B5EF4-FFF2-40B4-BE49-F238E27FC236}">
                    <a16:creationId xmlns:a16="http://schemas.microsoft.com/office/drawing/2014/main" id="{E012CA31-990F-4645-A42E-F67476CE2C83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5" name="Teardrop 204">
                <a:extLst>
                  <a:ext uri="{FF2B5EF4-FFF2-40B4-BE49-F238E27FC236}">
                    <a16:creationId xmlns:a16="http://schemas.microsoft.com/office/drawing/2014/main" id="{A6C5CD74-0208-AF43-ADB3-5BBCE982E976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6" name="Teardrop 205">
                <a:extLst>
                  <a:ext uri="{FF2B5EF4-FFF2-40B4-BE49-F238E27FC236}">
                    <a16:creationId xmlns:a16="http://schemas.microsoft.com/office/drawing/2014/main" id="{A4FDCA30-5182-3F47-B0AF-0D8E1861E27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7" name="Teardrop 206">
                <a:extLst>
                  <a:ext uri="{FF2B5EF4-FFF2-40B4-BE49-F238E27FC236}">
                    <a16:creationId xmlns:a16="http://schemas.microsoft.com/office/drawing/2014/main" id="{F706969B-B75C-A446-8137-E4AF180EB74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8" name="Teardrop 207">
                <a:extLst>
                  <a:ext uri="{FF2B5EF4-FFF2-40B4-BE49-F238E27FC236}">
                    <a16:creationId xmlns:a16="http://schemas.microsoft.com/office/drawing/2014/main" id="{8CC2CAE9-73E1-D048-84D5-BAF95211DA4D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9" name="Teardrop 208">
                <a:extLst>
                  <a:ext uri="{FF2B5EF4-FFF2-40B4-BE49-F238E27FC236}">
                    <a16:creationId xmlns:a16="http://schemas.microsoft.com/office/drawing/2014/main" id="{AE19A307-4EBE-A84E-9F88-AA2EEE96173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" name="Teardrop 209">
                <a:extLst>
                  <a:ext uri="{FF2B5EF4-FFF2-40B4-BE49-F238E27FC236}">
                    <a16:creationId xmlns:a16="http://schemas.microsoft.com/office/drawing/2014/main" id="{220A7B2C-E95C-EB4D-8984-BA840B043A2E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" name="Teardrop 210">
                <a:extLst>
                  <a:ext uri="{FF2B5EF4-FFF2-40B4-BE49-F238E27FC236}">
                    <a16:creationId xmlns:a16="http://schemas.microsoft.com/office/drawing/2014/main" id="{3BDE508E-6912-1146-9BCE-25540C48274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332E3890-58D8-9D40-BDC2-789033E67506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38" name="Oval 1">
                <a:extLst>
                  <a:ext uri="{FF2B5EF4-FFF2-40B4-BE49-F238E27FC236}">
                    <a16:creationId xmlns:a16="http://schemas.microsoft.com/office/drawing/2014/main" id="{DB939DB9-92C6-164E-95E0-E59655665A3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24EFABC0-C4BB-5646-8374-AE03BCF918B1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2103F3A5-51C0-C144-B5B8-A5606F67168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6066CA46-C3F9-9848-B649-2FEA46F1D9B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B17028E3-4AC1-E541-A825-01D25BE675F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AC5D154F-3B9B-E048-A094-A73BC375E8CA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CF1F75BD-E4DB-2045-8477-0B879F92835A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990DBBD4-6EBF-7346-906E-F94955009B30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6CB5786B-42FB-2344-8518-6A629396DE3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463E6CA7-ABDC-BD48-84F7-725C07AD96B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5069336-8ECE-B54E-B2A9-368536F988A5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326AB06B-4B55-FB48-9312-65B5DB930537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4E38BAC9-2830-6A43-B8CA-62FFC839D9F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17E378FE-C283-D44E-97DE-A24258FFB4CA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A470ACB3-5485-E247-9E0A-9BA5077ECD97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FE711776-9365-404C-B838-36340BE33BC4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9D62823A-A60B-A543-A630-D9EB5E317A86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80A0A4BF-E6C2-3546-93FA-AAB2909CD73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" name="Teardrop 164">
                <a:extLst>
                  <a:ext uri="{FF2B5EF4-FFF2-40B4-BE49-F238E27FC236}">
                    <a16:creationId xmlns:a16="http://schemas.microsoft.com/office/drawing/2014/main" id="{0B1153CF-2321-6F45-BDE6-8981EE2F2041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" name="Teardrop 170">
                <a:extLst>
                  <a:ext uri="{FF2B5EF4-FFF2-40B4-BE49-F238E27FC236}">
                    <a16:creationId xmlns:a16="http://schemas.microsoft.com/office/drawing/2014/main" id="{8C2ABBD7-BA24-6647-B5C9-0341D75D4F9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" name="Teardrop 171">
                <a:extLst>
                  <a:ext uri="{FF2B5EF4-FFF2-40B4-BE49-F238E27FC236}">
                    <a16:creationId xmlns:a16="http://schemas.microsoft.com/office/drawing/2014/main" id="{32AB8019-CB0E-7443-ACD3-303716F47971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3" name="Teardrop 172">
                <a:extLst>
                  <a:ext uri="{FF2B5EF4-FFF2-40B4-BE49-F238E27FC236}">
                    <a16:creationId xmlns:a16="http://schemas.microsoft.com/office/drawing/2014/main" id="{56E6A703-4CF5-9940-9EE2-99499E1A1932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4" name="Teardrop 173">
                <a:extLst>
                  <a:ext uri="{FF2B5EF4-FFF2-40B4-BE49-F238E27FC236}">
                    <a16:creationId xmlns:a16="http://schemas.microsoft.com/office/drawing/2014/main" id="{1FD3E556-BCE9-F247-8D02-1AB8B65150F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" name="Teardrop 174">
                <a:extLst>
                  <a:ext uri="{FF2B5EF4-FFF2-40B4-BE49-F238E27FC236}">
                    <a16:creationId xmlns:a16="http://schemas.microsoft.com/office/drawing/2014/main" id="{DFE2F078-87A8-5F48-A0AD-9AA54FED568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" name="Teardrop 175">
                <a:extLst>
                  <a:ext uri="{FF2B5EF4-FFF2-40B4-BE49-F238E27FC236}">
                    <a16:creationId xmlns:a16="http://schemas.microsoft.com/office/drawing/2014/main" id="{5FC1379B-CB32-C84D-9D1D-E53C5559110A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7" name="Teardrop 176">
                <a:extLst>
                  <a:ext uri="{FF2B5EF4-FFF2-40B4-BE49-F238E27FC236}">
                    <a16:creationId xmlns:a16="http://schemas.microsoft.com/office/drawing/2014/main" id="{E81997E2-19D5-9B46-B2EE-8DC25BE71AA5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" name="Teardrop 177">
                <a:extLst>
                  <a:ext uri="{FF2B5EF4-FFF2-40B4-BE49-F238E27FC236}">
                    <a16:creationId xmlns:a16="http://schemas.microsoft.com/office/drawing/2014/main" id="{9388F8AA-7588-DF46-88DE-A49ADAA20CB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" name="Teardrop 178">
                <a:extLst>
                  <a:ext uri="{FF2B5EF4-FFF2-40B4-BE49-F238E27FC236}">
                    <a16:creationId xmlns:a16="http://schemas.microsoft.com/office/drawing/2014/main" id="{39B93032-5D7F-784E-A89D-E5D610F4EF5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" name="Teardrop 179">
                <a:extLst>
                  <a:ext uri="{FF2B5EF4-FFF2-40B4-BE49-F238E27FC236}">
                    <a16:creationId xmlns:a16="http://schemas.microsoft.com/office/drawing/2014/main" id="{F7F702BF-370C-4341-8C8C-7A6AD574D29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" name="Teardrop 180">
                <a:extLst>
                  <a:ext uri="{FF2B5EF4-FFF2-40B4-BE49-F238E27FC236}">
                    <a16:creationId xmlns:a16="http://schemas.microsoft.com/office/drawing/2014/main" id="{4D18B070-4789-1C4D-B68E-F91563B509A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BCA5D7E9-9B4D-8B44-ABB6-38D2182D51E0}"/>
              </a:ext>
            </a:extLst>
          </p:cNvPr>
          <p:cNvGrpSpPr/>
          <p:nvPr/>
        </p:nvGrpSpPr>
        <p:grpSpPr>
          <a:xfrm>
            <a:off x="6993111" y="4374560"/>
            <a:ext cx="1874086" cy="2512170"/>
            <a:chOff x="2216336" y="289820"/>
            <a:chExt cx="5596696" cy="5142625"/>
          </a:xfrm>
        </p:grpSpPr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F147CDF5-7754-B044-8A7F-F769F39974A1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351" name="Triangle 350">
              <a:extLst>
                <a:ext uri="{FF2B5EF4-FFF2-40B4-BE49-F238E27FC236}">
                  <a16:creationId xmlns:a16="http://schemas.microsoft.com/office/drawing/2014/main" id="{60E93389-67DF-2943-B4A3-1FDB2DB4C315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2" name="Triangle 263">
              <a:extLst>
                <a:ext uri="{FF2B5EF4-FFF2-40B4-BE49-F238E27FC236}">
                  <a16:creationId xmlns:a16="http://schemas.microsoft.com/office/drawing/2014/main" id="{87C5B8F8-B38E-E647-9DA8-06A16B9B038E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3" name="Triangle 264">
              <a:extLst>
                <a:ext uri="{FF2B5EF4-FFF2-40B4-BE49-F238E27FC236}">
                  <a16:creationId xmlns:a16="http://schemas.microsoft.com/office/drawing/2014/main" id="{366829CA-8E64-6148-97C6-20B2F130726C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4" name="Triangle 264">
              <a:extLst>
                <a:ext uri="{FF2B5EF4-FFF2-40B4-BE49-F238E27FC236}">
                  <a16:creationId xmlns:a16="http://schemas.microsoft.com/office/drawing/2014/main" id="{66FE34D1-EE18-DB47-8853-F0246F95402F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5" name="Triangle 354">
              <a:extLst>
                <a:ext uri="{FF2B5EF4-FFF2-40B4-BE49-F238E27FC236}">
                  <a16:creationId xmlns:a16="http://schemas.microsoft.com/office/drawing/2014/main" id="{45C910D2-8BA9-3540-B948-9B3F5972D572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6" name="Triangle 263">
              <a:extLst>
                <a:ext uri="{FF2B5EF4-FFF2-40B4-BE49-F238E27FC236}">
                  <a16:creationId xmlns:a16="http://schemas.microsoft.com/office/drawing/2014/main" id="{A02A071E-FFC2-304C-800F-66642FC5F017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7" name="Triangle 264">
              <a:extLst>
                <a:ext uri="{FF2B5EF4-FFF2-40B4-BE49-F238E27FC236}">
                  <a16:creationId xmlns:a16="http://schemas.microsoft.com/office/drawing/2014/main" id="{B3F90884-E9F2-3A45-A073-76FED29FA2F2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2E77445E-990B-9B4E-9523-D04480091A75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59" name="Triangle 264">
              <a:extLst>
                <a:ext uri="{FF2B5EF4-FFF2-40B4-BE49-F238E27FC236}">
                  <a16:creationId xmlns:a16="http://schemas.microsoft.com/office/drawing/2014/main" id="{C8B7B1EF-19AA-4B46-B84B-400E9F36C7D8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60" name="Triangle 264">
              <a:extLst>
                <a:ext uri="{FF2B5EF4-FFF2-40B4-BE49-F238E27FC236}">
                  <a16:creationId xmlns:a16="http://schemas.microsoft.com/office/drawing/2014/main" id="{F5DBC801-2C5A-CC46-B6C2-5BE24B5DDCAC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61" name="Triangle 264">
              <a:extLst>
                <a:ext uri="{FF2B5EF4-FFF2-40B4-BE49-F238E27FC236}">
                  <a16:creationId xmlns:a16="http://schemas.microsoft.com/office/drawing/2014/main" id="{34E779A9-8B6B-9C4E-AE62-66356CFFCFB6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3AA2540E-A900-F447-97CC-DB8B6A76A140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C4F2FB4C-B73C-B34A-9FC5-F3E1B8AFB4AC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426" name="Oval 1">
                <a:extLst>
                  <a:ext uri="{FF2B5EF4-FFF2-40B4-BE49-F238E27FC236}">
                    <a16:creationId xmlns:a16="http://schemas.microsoft.com/office/drawing/2014/main" id="{B731F763-A44C-9F43-9452-2F41313B83C4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7" name="Teardrop 426">
                <a:extLst>
                  <a:ext uri="{FF2B5EF4-FFF2-40B4-BE49-F238E27FC236}">
                    <a16:creationId xmlns:a16="http://schemas.microsoft.com/office/drawing/2014/main" id="{074DD38B-04B5-6D42-9EBD-F77441883859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8" name="Teardrop 427">
                <a:extLst>
                  <a:ext uri="{FF2B5EF4-FFF2-40B4-BE49-F238E27FC236}">
                    <a16:creationId xmlns:a16="http://schemas.microsoft.com/office/drawing/2014/main" id="{DEFA9A8F-D5C6-114A-9D9D-3B8AF85531C3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9" name="Teardrop 428">
                <a:extLst>
                  <a:ext uri="{FF2B5EF4-FFF2-40B4-BE49-F238E27FC236}">
                    <a16:creationId xmlns:a16="http://schemas.microsoft.com/office/drawing/2014/main" id="{3E52B0EB-49DE-2C41-B199-3EA02C2EAA3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0" name="Teardrop 429">
                <a:extLst>
                  <a:ext uri="{FF2B5EF4-FFF2-40B4-BE49-F238E27FC236}">
                    <a16:creationId xmlns:a16="http://schemas.microsoft.com/office/drawing/2014/main" id="{2B18EA10-8357-4C4A-831A-398F76FCFC21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1" name="Teardrop 430">
                <a:extLst>
                  <a:ext uri="{FF2B5EF4-FFF2-40B4-BE49-F238E27FC236}">
                    <a16:creationId xmlns:a16="http://schemas.microsoft.com/office/drawing/2014/main" id="{6A7E70F3-75F1-7943-923C-7F72565C5EB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2" name="Teardrop 431">
                <a:extLst>
                  <a:ext uri="{FF2B5EF4-FFF2-40B4-BE49-F238E27FC236}">
                    <a16:creationId xmlns:a16="http://schemas.microsoft.com/office/drawing/2014/main" id="{0F90BFE1-C9A7-B841-A5A4-EA7912FE25C4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3" name="Teardrop 432">
                <a:extLst>
                  <a:ext uri="{FF2B5EF4-FFF2-40B4-BE49-F238E27FC236}">
                    <a16:creationId xmlns:a16="http://schemas.microsoft.com/office/drawing/2014/main" id="{4A8D24A1-0C72-8743-950C-9A5D20B9BCB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4" name="Teardrop 433">
                <a:extLst>
                  <a:ext uri="{FF2B5EF4-FFF2-40B4-BE49-F238E27FC236}">
                    <a16:creationId xmlns:a16="http://schemas.microsoft.com/office/drawing/2014/main" id="{EFB83A75-40C9-CA40-A8C9-F78C9223ACFB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5" name="Teardrop 434">
                <a:extLst>
                  <a:ext uri="{FF2B5EF4-FFF2-40B4-BE49-F238E27FC236}">
                    <a16:creationId xmlns:a16="http://schemas.microsoft.com/office/drawing/2014/main" id="{DE982F92-1E70-914A-93F6-461ED6A371B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6" name="Teardrop 435">
                <a:extLst>
                  <a:ext uri="{FF2B5EF4-FFF2-40B4-BE49-F238E27FC236}">
                    <a16:creationId xmlns:a16="http://schemas.microsoft.com/office/drawing/2014/main" id="{9DDC3E03-F5B5-A341-B165-241BF3C9BB9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7" name="Teardrop 436">
                <a:extLst>
                  <a:ext uri="{FF2B5EF4-FFF2-40B4-BE49-F238E27FC236}">
                    <a16:creationId xmlns:a16="http://schemas.microsoft.com/office/drawing/2014/main" id="{B2263883-ABC0-BA49-8DAC-93EAD07CA57A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8" name="Teardrop 437">
                <a:extLst>
                  <a:ext uri="{FF2B5EF4-FFF2-40B4-BE49-F238E27FC236}">
                    <a16:creationId xmlns:a16="http://schemas.microsoft.com/office/drawing/2014/main" id="{DCDF8F14-B2C2-0349-A4ED-6DA051CD7385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9" name="Teardrop 438">
                <a:extLst>
                  <a:ext uri="{FF2B5EF4-FFF2-40B4-BE49-F238E27FC236}">
                    <a16:creationId xmlns:a16="http://schemas.microsoft.com/office/drawing/2014/main" id="{39E94A37-D293-1645-8FA6-7C5571A193D4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0" name="Teardrop 439">
                <a:extLst>
                  <a:ext uri="{FF2B5EF4-FFF2-40B4-BE49-F238E27FC236}">
                    <a16:creationId xmlns:a16="http://schemas.microsoft.com/office/drawing/2014/main" id="{E8FB1E1A-85B5-1B4A-91B1-56DAB576391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1" name="Teardrop 440">
                <a:extLst>
                  <a:ext uri="{FF2B5EF4-FFF2-40B4-BE49-F238E27FC236}">
                    <a16:creationId xmlns:a16="http://schemas.microsoft.com/office/drawing/2014/main" id="{A2A62934-26EE-904D-8909-32296581C9EB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2" name="Teardrop 441">
                <a:extLst>
                  <a:ext uri="{FF2B5EF4-FFF2-40B4-BE49-F238E27FC236}">
                    <a16:creationId xmlns:a16="http://schemas.microsoft.com/office/drawing/2014/main" id="{E3B97320-10FD-9B43-AE13-AF587DDE834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3" name="Teardrop 442">
                <a:extLst>
                  <a:ext uri="{FF2B5EF4-FFF2-40B4-BE49-F238E27FC236}">
                    <a16:creationId xmlns:a16="http://schemas.microsoft.com/office/drawing/2014/main" id="{B0C22286-D91A-3640-8023-82BC68844968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4" name="Teardrop 443">
                <a:extLst>
                  <a:ext uri="{FF2B5EF4-FFF2-40B4-BE49-F238E27FC236}">
                    <a16:creationId xmlns:a16="http://schemas.microsoft.com/office/drawing/2014/main" id="{34ABFCF9-DFA9-FB4E-A4CD-E48ABEB461E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5" name="Teardrop 444">
                <a:extLst>
                  <a:ext uri="{FF2B5EF4-FFF2-40B4-BE49-F238E27FC236}">
                    <a16:creationId xmlns:a16="http://schemas.microsoft.com/office/drawing/2014/main" id="{F6CF1F49-06B5-E84A-9D58-08959908DDEB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6" name="Teardrop 445">
                <a:extLst>
                  <a:ext uri="{FF2B5EF4-FFF2-40B4-BE49-F238E27FC236}">
                    <a16:creationId xmlns:a16="http://schemas.microsoft.com/office/drawing/2014/main" id="{1945A906-714C-1342-B5E3-5C4E371F46A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7" name="Teardrop 446">
                <a:extLst>
                  <a:ext uri="{FF2B5EF4-FFF2-40B4-BE49-F238E27FC236}">
                    <a16:creationId xmlns:a16="http://schemas.microsoft.com/office/drawing/2014/main" id="{54DFD1CE-293F-6C42-8EFD-75A3833CF8F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8" name="Teardrop 447">
                <a:extLst>
                  <a:ext uri="{FF2B5EF4-FFF2-40B4-BE49-F238E27FC236}">
                    <a16:creationId xmlns:a16="http://schemas.microsoft.com/office/drawing/2014/main" id="{E2009876-B1DF-DB49-A613-A42EE7EFE0E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9" name="Teardrop 448">
                <a:extLst>
                  <a:ext uri="{FF2B5EF4-FFF2-40B4-BE49-F238E27FC236}">
                    <a16:creationId xmlns:a16="http://schemas.microsoft.com/office/drawing/2014/main" id="{E3CABF62-1DD2-6346-87EB-149E7C07E1A0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0" name="Teardrop 449">
                <a:extLst>
                  <a:ext uri="{FF2B5EF4-FFF2-40B4-BE49-F238E27FC236}">
                    <a16:creationId xmlns:a16="http://schemas.microsoft.com/office/drawing/2014/main" id="{36DB02F4-050F-2340-8C77-93D4AE59903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1" name="Teardrop 450">
                <a:extLst>
                  <a:ext uri="{FF2B5EF4-FFF2-40B4-BE49-F238E27FC236}">
                    <a16:creationId xmlns:a16="http://schemas.microsoft.com/office/drawing/2014/main" id="{1865F550-EE29-F84F-8A56-789122347F69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2" name="Teardrop 451">
                <a:extLst>
                  <a:ext uri="{FF2B5EF4-FFF2-40B4-BE49-F238E27FC236}">
                    <a16:creationId xmlns:a16="http://schemas.microsoft.com/office/drawing/2014/main" id="{3A3B6210-9792-D44F-B4FE-025C9FA86BB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3" name="Teardrop 452">
                <a:extLst>
                  <a:ext uri="{FF2B5EF4-FFF2-40B4-BE49-F238E27FC236}">
                    <a16:creationId xmlns:a16="http://schemas.microsoft.com/office/drawing/2014/main" id="{70DD114D-C1DB-3B40-9E51-B77E8FE630B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4" name="Teardrop 453">
                <a:extLst>
                  <a:ext uri="{FF2B5EF4-FFF2-40B4-BE49-F238E27FC236}">
                    <a16:creationId xmlns:a16="http://schemas.microsoft.com/office/drawing/2014/main" id="{52BDC34F-21A4-6B4E-BB6B-828F4DC0FF9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5" name="Teardrop 454">
                <a:extLst>
                  <a:ext uri="{FF2B5EF4-FFF2-40B4-BE49-F238E27FC236}">
                    <a16:creationId xmlns:a16="http://schemas.microsoft.com/office/drawing/2014/main" id="{84B68BA2-AFD4-1E4C-9C8B-E4D1BE17A5C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D9AD584A-F965-574E-BD99-0F0E31A845AB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396" name="Oval 1">
                <a:extLst>
                  <a:ext uri="{FF2B5EF4-FFF2-40B4-BE49-F238E27FC236}">
                    <a16:creationId xmlns:a16="http://schemas.microsoft.com/office/drawing/2014/main" id="{8B7CD559-991B-CE42-BC19-5166E9E61744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7" name="Teardrop 396">
                <a:extLst>
                  <a:ext uri="{FF2B5EF4-FFF2-40B4-BE49-F238E27FC236}">
                    <a16:creationId xmlns:a16="http://schemas.microsoft.com/office/drawing/2014/main" id="{50ADD539-0977-0643-AFDA-033EAC386899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8" name="Teardrop 397">
                <a:extLst>
                  <a:ext uri="{FF2B5EF4-FFF2-40B4-BE49-F238E27FC236}">
                    <a16:creationId xmlns:a16="http://schemas.microsoft.com/office/drawing/2014/main" id="{1FE71286-B1EA-E54C-B5C4-BEEB9928087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9" name="Teardrop 398">
                <a:extLst>
                  <a:ext uri="{FF2B5EF4-FFF2-40B4-BE49-F238E27FC236}">
                    <a16:creationId xmlns:a16="http://schemas.microsoft.com/office/drawing/2014/main" id="{75985001-826F-3043-A9EC-E960D872353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0" name="Teardrop 399">
                <a:extLst>
                  <a:ext uri="{FF2B5EF4-FFF2-40B4-BE49-F238E27FC236}">
                    <a16:creationId xmlns:a16="http://schemas.microsoft.com/office/drawing/2014/main" id="{8C775EB1-8889-3040-8FAB-F626AED6FBD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1" name="Teardrop 400">
                <a:extLst>
                  <a:ext uri="{FF2B5EF4-FFF2-40B4-BE49-F238E27FC236}">
                    <a16:creationId xmlns:a16="http://schemas.microsoft.com/office/drawing/2014/main" id="{D29D9B02-49D2-7441-9094-BD9136CEE60B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2" name="Teardrop 401">
                <a:extLst>
                  <a:ext uri="{FF2B5EF4-FFF2-40B4-BE49-F238E27FC236}">
                    <a16:creationId xmlns:a16="http://schemas.microsoft.com/office/drawing/2014/main" id="{E9BAE49A-97AB-0044-80C0-1F8B5CBFBA4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3" name="Teardrop 402">
                <a:extLst>
                  <a:ext uri="{FF2B5EF4-FFF2-40B4-BE49-F238E27FC236}">
                    <a16:creationId xmlns:a16="http://schemas.microsoft.com/office/drawing/2014/main" id="{079230F5-C906-914A-B6DC-E5336358F57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4" name="Teardrop 403">
                <a:extLst>
                  <a:ext uri="{FF2B5EF4-FFF2-40B4-BE49-F238E27FC236}">
                    <a16:creationId xmlns:a16="http://schemas.microsoft.com/office/drawing/2014/main" id="{C0E7378B-C3D9-1245-B9CB-3E01E17A09D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5" name="Teardrop 404">
                <a:extLst>
                  <a:ext uri="{FF2B5EF4-FFF2-40B4-BE49-F238E27FC236}">
                    <a16:creationId xmlns:a16="http://schemas.microsoft.com/office/drawing/2014/main" id="{D66A56B9-051D-6145-B923-78E0BF46C889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6" name="Teardrop 405">
                <a:extLst>
                  <a:ext uri="{FF2B5EF4-FFF2-40B4-BE49-F238E27FC236}">
                    <a16:creationId xmlns:a16="http://schemas.microsoft.com/office/drawing/2014/main" id="{0B8C03E1-801D-E24E-A9A1-F2578A806AD8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7" name="Teardrop 406">
                <a:extLst>
                  <a:ext uri="{FF2B5EF4-FFF2-40B4-BE49-F238E27FC236}">
                    <a16:creationId xmlns:a16="http://schemas.microsoft.com/office/drawing/2014/main" id="{C7B1202D-7050-1141-ADEB-237B8509561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8" name="Teardrop 407">
                <a:extLst>
                  <a:ext uri="{FF2B5EF4-FFF2-40B4-BE49-F238E27FC236}">
                    <a16:creationId xmlns:a16="http://schemas.microsoft.com/office/drawing/2014/main" id="{8D265574-9869-8441-A936-28609CECA11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9" name="Teardrop 408">
                <a:extLst>
                  <a:ext uri="{FF2B5EF4-FFF2-40B4-BE49-F238E27FC236}">
                    <a16:creationId xmlns:a16="http://schemas.microsoft.com/office/drawing/2014/main" id="{D1E3BAD5-4CEC-CE46-89B4-651CC1C209C1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0" name="Teardrop 409">
                <a:extLst>
                  <a:ext uri="{FF2B5EF4-FFF2-40B4-BE49-F238E27FC236}">
                    <a16:creationId xmlns:a16="http://schemas.microsoft.com/office/drawing/2014/main" id="{9AB8DC72-FC57-E249-BA75-5534AC59F0CB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1" name="Teardrop 410">
                <a:extLst>
                  <a:ext uri="{FF2B5EF4-FFF2-40B4-BE49-F238E27FC236}">
                    <a16:creationId xmlns:a16="http://schemas.microsoft.com/office/drawing/2014/main" id="{E4E8E34C-6A64-064A-A4F4-87E361535BC8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2" name="Teardrop 411">
                <a:extLst>
                  <a:ext uri="{FF2B5EF4-FFF2-40B4-BE49-F238E27FC236}">
                    <a16:creationId xmlns:a16="http://schemas.microsoft.com/office/drawing/2014/main" id="{499ADE7B-7E89-5647-8EAA-A855DAB4597D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3" name="Teardrop 412">
                <a:extLst>
                  <a:ext uri="{FF2B5EF4-FFF2-40B4-BE49-F238E27FC236}">
                    <a16:creationId xmlns:a16="http://schemas.microsoft.com/office/drawing/2014/main" id="{171A5A31-891E-FF42-8C5B-61AC805FC8C1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4" name="Teardrop 413">
                <a:extLst>
                  <a:ext uri="{FF2B5EF4-FFF2-40B4-BE49-F238E27FC236}">
                    <a16:creationId xmlns:a16="http://schemas.microsoft.com/office/drawing/2014/main" id="{954330FC-A180-714E-B6D8-96ECC94D4459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5" name="Teardrop 414">
                <a:extLst>
                  <a:ext uri="{FF2B5EF4-FFF2-40B4-BE49-F238E27FC236}">
                    <a16:creationId xmlns:a16="http://schemas.microsoft.com/office/drawing/2014/main" id="{3227846B-59B1-A541-B436-77C422CD397F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6" name="Teardrop 415">
                <a:extLst>
                  <a:ext uri="{FF2B5EF4-FFF2-40B4-BE49-F238E27FC236}">
                    <a16:creationId xmlns:a16="http://schemas.microsoft.com/office/drawing/2014/main" id="{9199C2A3-1221-4D4D-83C6-2BAA9B4ADC45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7" name="Teardrop 416">
                <a:extLst>
                  <a:ext uri="{FF2B5EF4-FFF2-40B4-BE49-F238E27FC236}">
                    <a16:creationId xmlns:a16="http://schemas.microsoft.com/office/drawing/2014/main" id="{FD2C1DE3-85E9-BB4D-94A9-A6F217C559E9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8" name="Teardrop 417">
                <a:extLst>
                  <a:ext uri="{FF2B5EF4-FFF2-40B4-BE49-F238E27FC236}">
                    <a16:creationId xmlns:a16="http://schemas.microsoft.com/office/drawing/2014/main" id="{4A54917C-8C71-6F48-AEA9-2C1CDD365F90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9" name="Teardrop 418">
                <a:extLst>
                  <a:ext uri="{FF2B5EF4-FFF2-40B4-BE49-F238E27FC236}">
                    <a16:creationId xmlns:a16="http://schemas.microsoft.com/office/drawing/2014/main" id="{3BE648D6-DA84-9046-B20A-30B1C33582B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0" name="Teardrop 419">
                <a:extLst>
                  <a:ext uri="{FF2B5EF4-FFF2-40B4-BE49-F238E27FC236}">
                    <a16:creationId xmlns:a16="http://schemas.microsoft.com/office/drawing/2014/main" id="{35D667DC-FE05-8B4F-968D-E0FB34AE5F1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1" name="Teardrop 420">
                <a:extLst>
                  <a:ext uri="{FF2B5EF4-FFF2-40B4-BE49-F238E27FC236}">
                    <a16:creationId xmlns:a16="http://schemas.microsoft.com/office/drawing/2014/main" id="{792ECF2C-2990-7940-86E7-09101E0588A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2" name="Teardrop 421">
                <a:extLst>
                  <a:ext uri="{FF2B5EF4-FFF2-40B4-BE49-F238E27FC236}">
                    <a16:creationId xmlns:a16="http://schemas.microsoft.com/office/drawing/2014/main" id="{9F2A21E3-A71F-464B-86C7-5CAB54F98104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3" name="Teardrop 422">
                <a:extLst>
                  <a:ext uri="{FF2B5EF4-FFF2-40B4-BE49-F238E27FC236}">
                    <a16:creationId xmlns:a16="http://schemas.microsoft.com/office/drawing/2014/main" id="{302264DB-3E9D-B048-B57B-C088281D62E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4" name="Teardrop 423">
                <a:extLst>
                  <a:ext uri="{FF2B5EF4-FFF2-40B4-BE49-F238E27FC236}">
                    <a16:creationId xmlns:a16="http://schemas.microsoft.com/office/drawing/2014/main" id="{EAFC2F45-93F7-5F4B-88EE-09987829ECD0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5" name="Teardrop 424">
                <a:extLst>
                  <a:ext uri="{FF2B5EF4-FFF2-40B4-BE49-F238E27FC236}">
                    <a16:creationId xmlns:a16="http://schemas.microsoft.com/office/drawing/2014/main" id="{ABE853D8-B866-B344-9FCD-BD6401DB6B1C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BA6FC729-7B5A-6443-B6E9-C864DAD47F42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366" name="Oval 1">
                <a:extLst>
                  <a:ext uri="{FF2B5EF4-FFF2-40B4-BE49-F238E27FC236}">
                    <a16:creationId xmlns:a16="http://schemas.microsoft.com/office/drawing/2014/main" id="{95217550-595F-A447-AD00-B29E27D8FC33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7" name="Teardrop 366">
                <a:extLst>
                  <a:ext uri="{FF2B5EF4-FFF2-40B4-BE49-F238E27FC236}">
                    <a16:creationId xmlns:a16="http://schemas.microsoft.com/office/drawing/2014/main" id="{7585DF0F-B58B-F14C-9160-AB582DD711E1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8" name="Teardrop 367">
                <a:extLst>
                  <a:ext uri="{FF2B5EF4-FFF2-40B4-BE49-F238E27FC236}">
                    <a16:creationId xmlns:a16="http://schemas.microsoft.com/office/drawing/2014/main" id="{D79176F6-C01A-4349-B894-14380A36A2B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Teardrop 368">
                <a:extLst>
                  <a:ext uri="{FF2B5EF4-FFF2-40B4-BE49-F238E27FC236}">
                    <a16:creationId xmlns:a16="http://schemas.microsoft.com/office/drawing/2014/main" id="{E8D3BD3E-CEF4-494D-96C7-AE6A4E95828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0" name="Teardrop 369">
                <a:extLst>
                  <a:ext uri="{FF2B5EF4-FFF2-40B4-BE49-F238E27FC236}">
                    <a16:creationId xmlns:a16="http://schemas.microsoft.com/office/drawing/2014/main" id="{9BDA5165-549C-8D48-8F94-84D4B336124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1" name="Teardrop 370">
                <a:extLst>
                  <a:ext uri="{FF2B5EF4-FFF2-40B4-BE49-F238E27FC236}">
                    <a16:creationId xmlns:a16="http://schemas.microsoft.com/office/drawing/2014/main" id="{03357B6F-C863-F848-962F-17CBBA88758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2" name="Teardrop 371">
                <a:extLst>
                  <a:ext uri="{FF2B5EF4-FFF2-40B4-BE49-F238E27FC236}">
                    <a16:creationId xmlns:a16="http://schemas.microsoft.com/office/drawing/2014/main" id="{7542B661-8F3D-A640-BB49-43C106CD738F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3" name="Teardrop 372">
                <a:extLst>
                  <a:ext uri="{FF2B5EF4-FFF2-40B4-BE49-F238E27FC236}">
                    <a16:creationId xmlns:a16="http://schemas.microsoft.com/office/drawing/2014/main" id="{2F0BABE5-8F97-CB43-8CFE-09410F1CB3F4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4" name="Teardrop 373">
                <a:extLst>
                  <a:ext uri="{FF2B5EF4-FFF2-40B4-BE49-F238E27FC236}">
                    <a16:creationId xmlns:a16="http://schemas.microsoft.com/office/drawing/2014/main" id="{DF12C12F-29D5-5D4E-977C-DEE6E2142F84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5" name="Teardrop 374">
                <a:extLst>
                  <a:ext uri="{FF2B5EF4-FFF2-40B4-BE49-F238E27FC236}">
                    <a16:creationId xmlns:a16="http://schemas.microsoft.com/office/drawing/2014/main" id="{8642E2AB-A351-BA48-9871-AEF646AF8BE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6" name="Teardrop 375">
                <a:extLst>
                  <a:ext uri="{FF2B5EF4-FFF2-40B4-BE49-F238E27FC236}">
                    <a16:creationId xmlns:a16="http://schemas.microsoft.com/office/drawing/2014/main" id="{0C77C966-CE39-E146-A0FB-48EF01C23EE5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7" name="Teardrop 376">
                <a:extLst>
                  <a:ext uri="{FF2B5EF4-FFF2-40B4-BE49-F238E27FC236}">
                    <a16:creationId xmlns:a16="http://schemas.microsoft.com/office/drawing/2014/main" id="{039AFD3B-3912-9942-A92F-AA8F420F582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8" name="Teardrop 377">
                <a:extLst>
                  <a:ext uri="{FF2B5EF4-FFF2-40B4-BE49-F238E27FC236}">
                    <a16:creationId xmlns:a16="http://schemas.microsoft.com/office/drawing/2014/main" id="{DA247F51-06C7-2844-95AB-77C84C009B6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9" name="Teardrop 378">
                <a:extLst>
                  <a:ext uri="{FF2B5EF4-FFF2-40B4-BE49-F238E27FC236}">
                    <a16:creationId xmlns:a16="http://schemas.microsoft.com/office/drawing/2014/main" id="{4A1682E9-4E5B-CB4D-B8E4-509C71F84072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0" name="Teardrop 379">
                <a:extLst>
                  <a:ext uri="{FF2B5EF4-FFF2-40B4-BE49-F238E27FC236}">
                    <a16:creationId xmlns:a16="http://schemas.microsoft.com/office/drawing/2014/main" id="{1312B523-9BCC-E042-A0DC-B7A5257BEB9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1" name="Teardrop 380">
                <a:extLst>
                  <a:ext uri="{FF2B5EF4-FFF2-40B4-BE49-F238E27FC236}">
                    <a16:creationId xmlns:a16="http://schemas.microsoft.com/office/drawing/2014/main" id="{E7822B91-3BD9-8B47-8C33-6D7BA7259D2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2" name="Teardrop 381">
                <a:extLst>
                  <a:ext uri="{FF2B5EF4-FFF2-40B4-BE49-F238E27FC236}">
                    <a16:creationId xmlns:a16="http://schemas.microsoft.com/office/drawing/2014/main" id="{B0D13CAE-0BE7-7B4B-8541-72E249792896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3" name="Teardrop 382">
                <a:extLst>
                  <a:ext uri="{FF2B5EF4-FFF2-40B4-BE49-F238E27FC236}">
                    <a16:creationId xmlns:a16="http://schemas.microsoft.com/office/drawing/2014/main" id="{18F1A180-37B9-594F-9910-440CFFA917B7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4" name="Teardrop 383">
                <a:extLst>
                  <a:ext uri="{FF2B5EF4-FFF2-40B4-BE49-F238E27FC236}">
                    <a16:creationId xmlns:a16="http://schemas.microsoft.com/office/drawing/2014/main" id="{31765EFD-61CE-364B-9D1B-FFAB27531C1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5" name="Teardrop 384">
                <a:extLst>
                  <a:ext uri="{FF2B5EF4-FFF2-40B4-BE49-F238E27FC236}">
                    <a16:creationId xmlns:a16="http://schemas.microsoft.com/office/drawing/2014/main" id="{7092F393-7370-104F-875F-F0847F1CDCDA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6" name="Teardrop 385">
                <a:extLst>
                  <a:ext uri="{FF2B5EF4-FFF2-40B4-BE49-F238E27FC236}">
                    <a16:creationId xmlns:a16="http://schemas.microsoft.com/office/drawing/2014/main" id="{8BB2DF1A-8C1D-224F-B046-D1F1AA628BE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7" name="Teardrop 386">
                <a:extLst>
                  <a:ext uri="{FF2B5EF4-FFF2-40B4-BE49-F238E27FC236}">
                    <a16:creationId xmlns:a16="http://schemas.microsoft.com/office/drawing/2014/main" id="{4FEF0551-7164-1E44-8437-F256811EBD10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8" name="Teardrop 387">
                <a:extLst>
                  <a:ext uri="{FF2B5EF4-FFF2-40B4-BE49-F238E27FC236}">
                    <a16:creationId xmlns:a16="http://schemas.microsoft.com/office/drawing/2014/main" id="{44C80435-433A-C54A-B57C-AB2C710D532F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9" name="Teardrop 388">
                <a:extLst>
                  <a:ext uri="{FF2B5EF4-FFF2-40B4-BE49-F238E27FC236}">
                    <a16:creationId xmlns:a16="http://schemas.microsoft.com/office/drawing/2014/main" id="{E1DB4105-56A2-8A41-AED9-641F7652767E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0" name="Teardrop 389">
                <a:extLst>
                  <a:ext uri="{FF2B5EF4-FFF2-40B4-BE49-F238E27FC236}">
                    <a16:creationId xmlns:a16="http://schemas.microsoft.com/office/drawing/2014/main" id="{9472ADEE-96B2-2941-9D47-C644173C644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1" name="Teardrop 390">
                <a:extLst>
                  <a:ext uri="{FF2B5EF4-FFF2-40B4-BE49-F238E27FC236}">
                    <a16:creationId xmlns:a16="http://schemas.microsoft.com/office/drawing/2014/main" id="{F4633CBB-2159-CC45-B82E-67DFD2AD965F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2" name="Teardrop 391">
                <a:extLst>
                  <a:ext uri="{FF2B5EF4-FFF2-40B4-BE49-F238E27FC236}">
                    <a16:creationId xmlns:a16="http://schemas.microsoft.com/office/drawing/2014/main" id="{2E4AF12C-4077-9546-86D6-09A19AD3524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3" name="Teardrop 392">
                <a:extLst>
                  <a:ext uri="{FF2B5EF4-FFF2-40B4-BE49-F238E27FC236}">
                    <a16:creationId xmlns:a16="http://schemas.microsoft.com/office/drawing/2014/main" id="{5565C1A2-2918-6041-87F6-AA15F27852B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4" name="Teardrop 393">
                <a:extLst>
                  <a:ext uri="{FF2B5EF4-FFF2-40B4-BE49-F238E27FC236}">
                    <a16:creationId xmlns:a16="http://schemas.microsoft.com/office/drawing/2014/main" id="{5D0AD4F0-2B41-3947-805C-BBBCB46EBF2C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5" name="Teardrop 394">
                <a:extLst>
                  <a:ext uri="{FF2B5EF4-FFF2-40B4-BE49-F238E27FC236}">
                    <a16:creationId xmlns:a16="http://schemas.microsoft.com/office/drawing/2014/main" id="{37980318-C571-7F49-A8C5-41AC1A02A8B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F9907E85-AE5F-474E-BFA9-991DB021E72C}"/>
              </a:ext>
            </a:extLst>
          </p:cNvPr>
          <p:cNvGrpSpPr/>
          <p:nvPr/>
        </p:nvGrpSpPr>
        <p:grpSpPr>
          <a:xfrm>
            <a:off x="7587925" y="5406887"/>
            <a:ext cx="1290161" cy="1467728"/>
            <a:chOff x="2216336" y="289820"/>
            <a:chExt cx="5596696" cy="5142625"/>
          </a:xfrm>
        </p:grpSpPr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62A26210-6CB6-6947-9B4E-4FD40B859D40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458" name="Triangle 457">
              <a:extLst>
                <a:ext uri="{FF2B5EF4-FFF2-40B4-BE49-F238E27FC236}">
                  <a16:creationId xmlns:a16="http://schemas.microsoft.com/office/drawing/2014/main" id="{ABB465C0-F6E9-3744-80AD-1635A7CD41BE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59" name="Triangle 263">
              <a:extLst>
                <a:ext uri="{FF2B5EF4-FFF2-40B4-BE49-F238E27FC236}">
                  <a16:creationId xmlns:a16="http://schemas.microsoft.com/office/drawing/2014/main" id="{5B5B580B-C279-624B-83CA-86592BD3D4AE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0" name="Triangle 264">
              <a:extLst>
                <a:ext uri="{FF2B5EF4-FFF2-40B4-BE49-F238E27FC236}">
                  <a16:creationId xmlns:a16="http://schemas.microsoft.com/office/drawing/2014/main" id="{BB30CEAE-D058-FE44-A2E4-DF92769953D4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1" name="Triangle 264">
              <a:extLst>
                <a:ext uri="{FF2B5EF4-FFF2-40B4-BE49-F238E27FC236}">
                  <a16:creationId xmlns:a16="http://schemas.microsoft.com/office/drawing/2014/main" id="{E922AD09-997A-A344-9F66-944973904FAF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2" name="Triangle 461">
              <a:extLst>
                <a:ext uri="{FF2B5EF4-FFF2-40B4-BE49-F238E27FC236}">
                  <a16:creationId xmlns:a16="http://schemas.microsoft.com/office/drawing/2014/main" id="{6AB86063-A933-CB48-A5DD-E3423B6E6220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3" name="Triangle 263">
              <a:extLst>
                <a:ext uri="{FF2B5EF4-FFF2-40B4-BE49-F238E27FC236}">
                  <a16:creationId xmlns:a16="http://schemas.microsoft.com/office/drawing/2014/main" id="{60EF0F38-6687-384C-BACF-FCFFB4AFAF8A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4" name="Triangle 264">
              <a:extLst>
                <a:ext uri="{FF2B5EF4-FFF2-40B4-BE49-F238E27FC236}">
                  <a16:creationId xmlns:a16="http://schemas.microsoft.com/office/drawing/2014/main" id="{9833FE84-1104-7D41-9FFD-733F7957AC39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89B2FEB1-F2A1-F940-AB57-B445C3D31CF5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6" name="Triangle 264">
              <a:extLst>
                <a:ext uri="{FF2B5EF4-FFF2-40B4-BE49-F238E27FC236}">
                  <a16:creationId xmlns:a16="http://schemas.microsoft.com/office/drawing/2014/main" id="{A15709D5-75B8-4944-9E25-A505D0137130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7" name="Triangle 264">
              <a:extLst>
                <a:ext uri="{FF2B5EF4-FFF2-40B4-BE49-F238E27FC236}">
                  <a16:creationId xmlns:a16="http://schemas.microsoft.com/office/drawing/2014/main" id="{12F33ACF-2C34-C842-8495-4A114877F5A5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8" name="Triangle 264">
              <a:extLst>
                <a:ext uri="{FF2B5EF4-FFF2-40B4-BE49-F238E27FC236}">
                  <a16:creationId xmlns:a16="http://schemas.microsoft.com/office/drawing/2014/main" id="{E40CCB1A-C2D0-4542-8A4E-A23B8E143185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054BB5AB-8D3B-6D48-A93A-54D40B45FD2E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CD00038F-812B-5C48-849D-434F4B9801E6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533" name="Oval 1">
                <a:extLst>
                  <a:ext uri="{FF2B5EF4-FFF2-40B4-BE49-F238E27FC236}">
                    <a16:creationId xmlns:a16="http://schemas.microsoft.com/office/drawing/2014/main" id="{E84F775E-051D-9349-B62F-1FB9EBD241A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4" name="Teardrop 533">
                <a:extLst>
                  <a:ext uri="{FF2B5EF4-FFF2-40B4-BE49-F238E27FC236}">
                    <a16:creationId xmlns:a16="http://schemas.microsoft.com/office/drawing/2014/main" id="{A27B68B5-A931-274B-8DD7-CDC9B6A0B0D2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5" name="Teardrop 534">
                <a:extLst>
                  <a:ext uri="{FF2B5EF4-FFF2-40B4-BE49-F238E27FC236}">
                    <a16:creationId xmlns:a16="http://schemas.microsoft.com/office/drawing/2014/main" id="{66404CEE-1DE3-564B-A713-D159BF72845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6" name="Teardrop 535">
                <a:extLst>
                  <a:ext uri="{FF2B5EF4-FFF2-40B4-BE49-F238E27FC236}">
                    <a16:creationId xmlns:a16="http://schemas.microsoft.com/office/drawing/2014/main" id="{FA485499-55E3-CE41-AF3F-4EEE5AA3A3A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7" name="Teardrop 536">
                <a:extLst>
                  <a:ext uri="{FF2B5EF4-FFF2-40B4-BE49-F238E27FC236}">
                    <a16:creationId xmlns:a16="http://schemas.microsoft.com/office/drawing/2014/main" id="{CBE9EB39-0972-5A44-81FA-C09B870186E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8" name="Teardrop 537">
                <a:extLst>
                  <a:ext uri="{FF2B5EF4-FFF2-40B4-BE49-F238E27FC236}">
                    <a16:creationId xmlns:a16="http://schemas.microsoft.com/office/drawing/2014/main" id="{634E13AA-C6CB-0041-8DC9-4CE635238D0E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9" name="Teardrop 538">
                <a:extLst>
                  <a:ext uri="{FF2B5EF4-FFF2-40B4-BE49-F238E27FC236}">
                    <a16:creationId xmlns:a16="http://schemas.microsoft.com/office/drawing/2014/main" id="{E3BECE89-9EA9-4E40-8FFA-2075BCE58536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0" name="Teardrop 539">
                <a:extLst>
                  <a:ext uri="{FF2B5EF4-FFF2-40B4-BE49-F238E27FC236}">
                    <a16:creationId xmlns:a16="http://schemas.microsoft.com/office/drawing/2014/main" id="{02AAD72C-0AE2-7147-94DE-1E3E8FD9E2AE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1" name="Teardrop 540">
                <a:extLst>
                  <a:ext uri="{FF2B5EF4-FFF2-40B4-BE49-F238E27FC236}">
                    <a16:creationId xmlns:a16="http://schemas.microsoft.com/office/drawing/2014/main" id="{DAB3B6B8-8B0A-D748-A7BC-BEFF84962884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2" name="Teardrop 541">
                <a:extLst>
                  <a:ext uri="{FF2B5EF4-FFF2-40B4-BE49-F238E27FC236}">
                    <a16:creationId xmlns:a16="http://schemas.microsoft.com/office/drawing/2014/main" id="{5E9BBD04-546A-4A42-AE03-FFA349460BD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3" name="Teardrop 542">
                <a:extLst>
                  <a:ext uri="{FF2B5EF4-FFF2-40B4-BE49-F238E27FC236}">
                    <a16:creationId xmlns:a16="http://schemas.microsoft.com/office/drawing/2014/main" id="{45990DEA-B496-DC4B-9189-117C2213891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4" name="Teardrop 543">
                <a:extLst>
                  <a:ext uri="{FF2B5EF4-FFF2-40B4-BE49-F238E27FC236}">
                    <a16:creationId xmlns:a16="http://schemas.microsoft.com/office/drawing/2014/main" id="{950A540E-0A3B-0644-AAF1-D5D1FE7E162C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5" name="Teardrop 544">
                <a:extLst>
                  <a:ext uri="{FF2B5EF4-FFF2-40B4-BE49-F238E27FC236}">
                    <a16:creationId xmlns:a16="http://schemas.microsoft.com/office/drawing/2014/main" id="{64530CAA-B1D8-4645-91B4-717FF402555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6" name="Teardrop 545">
                <a:extLst>
                  <a:ext uri="{FF2B5EF4-FFF2-40B4-BE49-F238E27FC236}">
                    <a16:creationId xmlns:a16="http://schemas.microsoft.com/office/drawing/2014/main" id="{05030BCF-1EFA-C54A-942C-3B1A0C1E6F1E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7" name="Teardrop 546">
                <a:extLst>
                  <a:ext uri="{FF2B5EF4-FFF2-40B4-BE49-F238E27FC236}">
                    <a16:creationId xmlns:a16="http://schemas.microsoft.com/office/drawing/2014/main" id="{674086E9-C77F-BC45-9DDD-696D8F88F6C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8" name="Teardrop 547">
                <a:extLst>
                  <a:ext uri="{FF2B5EF4-FFF2-40B4-BE49-F238E27FC236}">
                    <a16:creationId xmlns:a16="http://schemas.microsoft.com/office/drawing/2014/main" id="{1EEA8EA9-ECBE-F749-80B9-F28B4C94F79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9" name="Teardrop 548">
                <a:extLst>
                  <a:ext uri="{FF2B5EF4-FFF2-40B4-BE49-F238E27FC236}">
                    <a16:creationId xmlns:a16="http://schemas.microsoft.com/office/drawing/2014/main" id="{E566EF48-B3F8-0A4A-A99A-FC62C65D25D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0" name="Teardrop 549">
                <a:extLst>
                  <a:ext uri="{FF2B5EF4-FFF2-40B4-BE49-F238E27FC236}">
                    <a16:creationId xmlns:a16="http://schemas.microsoft.com/office/drawing/2014/main" id="{5930B044-C516-4348-9F58-D844B916DD5F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1" name="Teardrop 550">
                <a:extLst>
                  <a:ext uri="{FF2B5EF4-FFF2-40B4-BE49-F238E27FC236}">
                    <a16:creationId xmlns:a16="http://schemas.microsoft.com/office/drawing/2014/main" id="{23A3421C-359C-B540-AA25-DCECBF7B316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2" name="Teardrop 551">
                <a:extLst>
                  <a:ext uri="{FF2B5EF4-FFF2-40B4-BE49-F238E27FC236}">
                    <a16:creationId xmlns:a16="http://schemas.microsoft.com/office/drawing/2014/main" id="{D8856BC7-B79A-654B-992F-C691B5C7D460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3" name="Teardrop 552">
                <a:extLst>
                  <a:ext uri="{FF2B5EF4-FFF2-40B4-BE49-F238E27FC236}">
                    <a16:creationId xmlns:a16="http://schemas.microsoft.com/office/drawing/2014/main" id="{5B46CFAD-27AE-E740-A9B5-F6055A416B32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4" name="Teardrop 553">
                <a:extLst>
                  <a:ext uri="{FF2B5EF4-FFF2-40B4-BE49-F238E27FC236}">
                    <a16:creationId xmlns:a16="http://schemas.microsoft.com/office/drawing/2014/main" id="{EAE42E8B-CC69-5343-8877-D0DC0B0A6FC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5" name="Teardrop 554">
                <a:extLst>
                  <a:ext uri="{FF2B5EF4-FFF2-40B4-BE49-F238E27FC236}">
                    <a16:creationId xmlns:a16="http://schemas.microsoft.com/office/drawing/2014/main" id="{E93C275E-B8DE-EA4A-BEB7-94131E642B78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6" name="Teardrop 555">
                <a:extLst>
                  <a:ext uri="{FF2B5EF4-FFF2-40B4-BE49-F238E27FC236}">
                    <a16:creationId xmlns:a16="http://schemas.microsoft.com/office/drawing/2014/main" id="{EADD55C5-70BE-EF4C-969B-EFFAA67B03A5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7" name="Teardrop 556">
                <a:extLst>
                  <a:ext uri="{FF2B5EF4-FFF2-40B4-BE49-F238E27FC236}">
                    <a16:creationId xmlns:a16="http://schemas.microsoft.com/office/drawing/2014/main" id="{85EB77F3-99F5-F548-97C3-92F530494B08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8" name="Teardrop 557">
                <a:extLst>
                  <a:ext uri="{FF2B5EF4-FFF2-40B4-BE49-F238E27FC236}">
                    <a16:creationId xmlns:a16="http://schemas.microsoft.com/office/drawing/2014/main" id="{85D17C09-5A8D-3E41-8DA1-15684D4DF0B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9" name="Teardrop 558">
                <a:extLst>
                  <a:ext uri="{FF2B5EF4-FFF2-40B4-BE49-F238E27FC236}">
                    <a16:creationId xmlns:a16="http://schemas.microsoft.com/office/drawing/2014/main" id="{1E506ED3-ECBC-DC49-88BC-9F030A1963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0" name="Teardrop 559">
                <a:extLst>
                  <a:ext uri="{FF2B5EF4-FFF2-40B4-BE49-F238E27FC236}">
                    <a16:creationId xmlns:a16="http://schemas.microsoft.com/office/drawing/2014/main" id="{790F19B9-AA4F-CC43-A402-F25B7E661F2D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1" name="Teardrop 560">
                <a:extLst>
                  <a:ext uri="{FF2B5EF4-FFF2-40B4-BE49-F238E27FC236}">
                    <a16:creationId xmlns:a16="http://schemas.microsoft.com/office/drawing/2014/main" id="{ADC81E4F-2028-6846-A213-00C534A7668A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2" name="Teardrop 561">
                <a:extLst>
                  <a:ext uri="{FF2B5EF4-FFF2-40B4-BE49-F238E27FC236}">
                    <a16:creationId xmlns:a16="http://schemas.microsoft.com/office/drawing/2014/main" id="{71C28124-37BD-FC4F-92A4-1414A0172D9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C7E07FD9-BFFE-5849-96AE-22FCE4442DA9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503" name="Oval 1">
                <a:extLst>
                  <a:ext uri="{FF2B5EF4-FFF2-40B4-BE49-F238E27FC236}">
                    <a16:creationId xmlns:a16="http://schemas.microsoft.com/office/drawing/2014/main" id="{79D9A5F3-88AC-F242-90F2-49A4B020202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4" name="Teardrop 503">
                <a:extLst>
                  <a:ext uri="{FF2B5EF4-FFF2-40B4-BE49-F238E27FC236}">
                    <a16:creationId xmlns:a16="http://schemas.microsoft.com/office/drawing/2014/main" id="{B43CE09B-CE89-B442-84FB-16433E340DE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5" name="Teardrop 504">
                <a:extLst>
                  <a:ext uri="{FF2B5EF4-FFF2-40B4-BE49-F238E27FC236}">
                    <a16:creationId xmlns:a16="http://schemas.microsoft.com/office/drawing/2014/main" id="{F13F521F-8963-8B49-BA4F-1EEA724A90F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6" name="Teardrop 505">
                <a:extLst>
                  <a:ext uri="{FF2B5EF4-FFF2-40B4-BE49-F238E27FC236}">
                    <a16:creationId xmlns:a16="http://schemas.microsoft.com/office/drawing/2014/main" id="{5AAB4327-BA0E-7441-A473-2B3E616D2B16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7" name="Teardrop 506">
                <a:extLst>
                  <a:ext uri="{FF2B5EF4-FFF2-40B4-BE49-F238E27FC236}">
                    <a16:creationId xmlns:a16="http://schemas.microsoft.com/office/drawing/2014/main" id="{94B96C3B-B8D4-BA43-8054-7EE8E9FD9F54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8" name="Teardrop 507">
                <a:extLst>
                  <a:ext uri="{FF2B5EF4-FFF2-40B4-BE49-F238E27FC236}">
                    <a16:creationId xmlns:a16="http://schemas.microsoft.com/office/drawing/2014/main" id="{B3EB0688-FE83-2F44-AE0C-5B0A4075462E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9" name="Teardrop 508">
                <a:extLst>
                  <a:ext uri="{FF2B5EF4-FFF2-40B4-BE49-F238E27FC236}">
                    <a16:creationId xmlns:a16="http://schemas.microsoft.com/office/drawing/2014/main" id="{3B642800-CF5C-F045-8AF6-867B32562141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0" name="Teardrop 509">
                <a:extLst>
                  <a:ext uri="{FF2B5EF4-FFF2-40B4-BE49-F238E27FC236}">
                    <a16:creationId xmlns:a16="http://schemas.microsoft.com/office/drawing/2014/main" id="{459284BD-897A-AF4C-A608-5BB20CF9313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1" name="Teardrop 510">
                <a:extLst>
                  <a:ext uri="{FF2B5EF4-FFF2-40B4-BE49-F238E27FC236}">
                    <a16:creationId xmlns:a16="http://schemas.microsoft.com/office/drawing/2014/main" id="{1EF5708F-B1FF-2A44-93C1-BC8E2F1AD024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2" name="Teardrop 511">
                <a:extLst>
                  <a:ext uri="{FF2B5EF4-FFF2-40B4-BE49-F238E27FC236}">
                    <a16:creationId xmlns:a16="http://schemas.microsoft.com/office/drawing/2014/main" id="{4FE5878B-CACD-AA41-8FDE-F3414EAE1244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3" name="Teardrop 512">
                <a:extLst>
                  <a:ext uri="{FF2B5EF4-FFF2-40B4-BE49-F238E27FC236}">
                    <a16:creationId xmlns:a16="http://schemas.microsoft.com/office/drawing/2014/main" id="{BF4B2E14-325F-6741-A407-2B1F3F3B9B1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4" name="Teardrop 513">
                <a:extLst>
                  <a:ext uri="{FF2B5EF4-FFF2-40B4-BE49-F238E27FC236}">
                    <a16:creationId xmlns:a16="http://schemas.microsoft.com/office/drawing/2014/main" id="{2AC72942-4218-8A41-8C5C-A659BB251B0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5" name="Teardrop 514">
                <a:extLst>
                  <a:ext uri="{FF2B5EF4-FFF2-40B4-BE49-F238E27FC236}">
                    <a16:creationId xmlns:a16="http://schemas.microsoft.com/office/drawing/2014/main" id="{796E0BB7-E859-2448-A0B9-60514CEBE6C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6" name="Teardrop 515">
                <a:extLst>
                  <a:ext uri="{FF2B5EF4-FFF2-40B4-BE49-F238E27FC236}">
                    <a16:creationId xmlns:a16="http://schemas.microsoft.com/office/drawing/2014/main" id="{3E12F10B-CA5A-1746-9F65-097DEBC1D360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7" name="Teardrop 516">
                <a:extLst>
                  <a:ext uri="{FF2B5EF4-FFF2-40B4-BE49-F238E27FC236}">
                    <a16:creationId xmlns:a16="http://schemas.microsoft.com/office/drawing/2014/main" id="{38AA5D9B-984D-E847-822C-9829E340912E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8" name="Teardrop 517">
                <a:extLst>
                  <a:ext uri="{FF2B5EF4-FFF2-40B4-BE49-F238E27FC236}">
                    <a16:creationId xmlns:a16="http://schemas.microsoft.com/office/drawing/2014/main" id="{740C31A6-CBF8-CB4A-885C-0290CB7A3A83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9" name="Teardrop 518">
                <a:extLst>
                  <a:ext uri="{FF2B5EF4-FFF2-40B4-BE49-F238E27FC236}">
                    <a16:creationId xmlns:a16="http://schemas.microsoft.com/office/drawing/2014/main" id="{1F7F15A1-AFC9-5C43-B040-B51C8AE6E0BF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0" name="Teardrop 519">
                <a:extLst>
                  <a:ext uri="{FF2B5EF4-FFF2-40B4-BE49-F238E27FC236}">
                    <a16:creationId xmlns:a16="http://schemas.microsoft.com/office/drawing/2014/main" id="{207D8231-6DFF-E447-8741-5B26A61F628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1" name="Teardrop 520">
                <a:extLst>
                  <a:ext uri="{FF2B5EF4-FFF2-40B4-BE49-F238E27FC236}">
                    <a16:creationId xmlns:a16="http://schemas.microsoft.com/office/drawing/2014/main" id="{ED27196B-580D-8F49-BE2E-2DA116DA535A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2" name="Teardrop 521">
                <a:extLst>
                  <a:ext uri="{FF2B5EF4-FFF2-40B4-BE49-F238E27FC236}">
                    <a16:creationId xmlns:a16="http://schemas.microsoft.com/office/drawing/2014/main" id="{76753661-A35E-0E49-B7BF-54B4BB787FDF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3" name="Teardrop 522">
                <a:extLst>
                  <a:ext uri="{FF2B5EF4-FFF2-40B4-BE49-F238E27FC236}">
                    <a16:creationId xmlns:a16="http://schemas.microsoft.com/office/drawing/2014/main" id="{245A1BFA-4A74-5A47-9021-E36F45716C0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4" name="Teardrop 523">
                <a:extLst>
                  <a:ext uri="{FF2B5EF4-FFF2-40B4-BE49-F238E27FC236}">
                    <a16:creationId xmlns:a16="http://schemas.microsoft.com/office/drawing/2014/main" id="{A62BB932-BEB8-AC41-AE34-6DEE11DECE3E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5" name="Teardrop 524">
                <a:extLst>
                  <a:ext uri="{FF2B5EF4-FFF2-40B4-BE49-F238E27FC236}">
                    <a16:creationId xmlns:a16="http://schemas.microsoft.com/office/drawing/2014/main" id="{D4AB4679-8193-9B48-B77E-1B530B353A68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6" name="Teardrop 525">
                <a:extLst>
                  <a:ext uri="{FF2B5EF4-FFF2-40B4-BE49-F238E27FC236}">
                    <a16:creationId xmlns:a16="http://schemas.microsoft.com/office/drawing/2014/main" id="{47016C9E-DF5E-5A4E-8159-7E59F0961367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7" name="Teardrop 526">
                <a:extLst>
                  <a:ext uri="{FF2B5EF4-FFF2-40B4-BE49-F238E27FC236}">
                    <a16:creationId xmlns:a16="http://schemas.microsoft.com/office/drawing/2014/main" id="{0954A15F-CD0B-C24D-AD61-1CA63F53BE6C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8" name="Teardrop 527">
                <a:extLst>
                  <a:ext uri="{FF2B5EF4-FFF2-40B4-BE49-F238E27FC236}">
                    <a16:creationId xmlns:a16="http://schemas.microsoft.com/office/drawing/2014/main" id="{6D471FA9-FF7E-C747-B709-5F5E941E28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9" name="Teardrop 528">
                <a:extLst>
                  <a:ext uri="{FF2B5EF4-FFF2-40B4-BE49-F238E27FC236}">
                    <a16:creationId xmlns:a16="http://schemas.microsoft.com/office/drawing/2014/main" id="{FBE4223B-7B59-8F45-98E9-348B155CA09C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Teardrop 529">
                <a:extLst>
                  <a:ext uri="{FF2B5EF4-FFF2-40B4-BE49-F238E27FC236}">
                    <a16:creationId xmlns:a16="http://schemas.microsoft.com/office/drawing/2014/main" id="{CC2DDFD2-48EC-B44F-ADCA-02ACDD361AA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Teardrop 530">
                <a:extLst>
                  <a:ext uri="{FF2B5EF4-FFF2-40B4-BE49-F238E27FC236}">
                    <a16:creationId xmlns:a16="http://schemas.microsoft.com/office/drawing/2014/main" id="{0F0A2AE6-472A-CE4A-A1AD-67AE98F005C0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2" name="Teardrop 531">
                <a:extLst>
                  <a:ext uri="{FF2B5EF4-FFF2-40B4-BE49-F238E27FC236}">
                    <a16:creationId xmlns:a16="http://schemas.microsoft.com/office/drawing/2014/main" id="{149D30DA-BE69-E048-B450-20C026EB8E86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AFA6FD15-5B9C-1D48-AF62-56158F43F1C5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473" name="Oval 1">
                <a:extLst>
                  <a:ext uri="{FF2B5EF4-FFF2-40B4-BE49-F238E27FC236}">
                    <a16:creationId xmlns:a16="http://schemas.microsoft.com/office/drawing/2014/main" id="{A820E450-4E96-C84D-A64F-6F9B62D852F1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4" name="Teardrop 473">
                <a:extLst>
                  <a:ext uri="{FF2B5EF4-FFF2-40B4-BE49-F238E27FC236}">
                    <a16:creationId xmlns:a16="http://schemas.microsoft.com/office/drawing/2014/main" id="{E8059EC8-0000-9748-A76B-F77D0753DCA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5" name="Teardrop 474">
                <a:extLst>
                  <a:ext uri="{FF2B5EF4-FFF2-40B4-BE49-F238E27FC236}">
                    <a16:creationId xmlns:a16="http://schemas.microsoft.com/office/drawing/2014/main" id="{31D118DE-4BBB-6C48-8965-866259476F6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6" name="Teardrop 475">
                <a:extLst>
                  <a:ext uri="{FF2B5EF4-FFF2-40B4-BE49-F238E27FC236}">
                    <a16:creationId xmlns:a16="http://schemas.microsoft.com/office/drawing/2014/main" id="{6B895969-13B7-864E-8E73-7FF0EA587140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7" name="Teardrop 476">
                <a:extLst>
                  <a:ext uri="{FF2B5EF4-FFF2-40B4-BE49-F238E27FC236}">
                    <a16:creationId xmlns:a16="http://schemas.microsoft.com/office/drawing/2014/main" id="{BD190878-EB9A-DE4A-B7C4-91CC602F15D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8" name="Teardrop 477">
                <a:extLst>
                  <a:ext uri="{FF2B5EF4-FFF2-40B4-BE49-F238E27FC236}">
                    <a16:creationId xmlns:a16="http://schemas.microsoft.com/office/drawing/2014/main" id="{2A0385E2-CA09-FF41-A021-71FFFFAFB07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9" name="Teardrop 478">
                <a:extLst>
                  <a:ext uri="{FF2B5EF4-FFF2-40B4-BE49-F238E27FC236}">
                    <a16:creationId xmlns:a16="http://schemas.microsoft.com/office/drawing/2014/main" id="{1F1CB258-109D-EB48-B854-1ECE79A3663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0" name="Teardrop 479">
                <a:extLst>
                  <a:ext uri="{FF2B5EF4-FFF2-40B4-BE49-F238E27FC236}">
                    <a16:creationId xmlns:a16="http://schemas.microsoft.com/office/drawing/2014/main" id="{8C23BCC3-2D53-7641-A6B2-BB18B5AE49CD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1" name="Teardrop 480">
                <a:extLst>
                  <a:ext uri="{FF2B5EF4-FFF2-40B4-BE49-F238E27FC236}">
                    <a16:creationId xmlns:a16="http://schemas.microsoft.com/office/drawing/2014/main" id="{7ABA63CC-2D71-D845-8CA5-7BAFF1763EB6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2" name="Teardrop 481">
                <a:extLst>
                  <a:ext uri="{FF2B5EF4-FFF2-40B4-BE49-F238E27FC236}">
                    <a16:creationId xmlns:a16="http://schemas.microsoft.com/office/drawing/2014/main" id="{59932631-A61F-1247-9CE6-88C3A91DF5B1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3" name="Teardrop 482">
                <a:extLst>
                  <a:ext uri="{FF2B5EF4-FFF2-40B4-BE49-F238E27FC236}">
                    <a16:creationId xmlns:a16="http://schemas.microsoft.com/office/drawing/2014/main" id="{14B8E720-12EB-FC41-9A0E-C5F53C16B55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4" name="Teardrop 483">
                <a:extLst>
                  <a:ext uri="{FF2B5EF4-FFF2-40B4-BE49-F238E27FC236}">
                    <a16:creationId xmlns:a16="http://schemas.microsoft.com/office/drawing/2014/main" id="{BC6F1141-0DEB-4C47-A1F3-637F47737335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5" name="Teardrop 484">
                <a:extLst>
                  <a:ext uri="{FF2B5EF4-FFF2-40B4-BE49-F238E27FC236}">
                    <a16:creationId xmlns:a16="http://schemas.microsoft.com/office/drawing/2014/main" id="{9102C647-FF0F-9C4B-8A18-112B855F0F05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6" name="Teardrop 485">
                <a:extLst>
                  <a:ext uri="{FF2B5EF4-FFF2-40B4-BE49-F238E27FC236}">
                    <a16:creationId xmlns:a16="http://schemas.microsoft.com/office/drawing/2014/main" id="{CFA1CCF6-8999-814D-B939-0AC6546E9916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7" name="Teardrop 486">
                <a:extLst>
                  <a:ext uri="{FF2B5EF4-FFF2-40B4-BE49-F238E27FC236}">
                    <a16:creationId xmlns:a16="http://schemas.microsoft.com/office/drawing/2014/main" id="{E3EB5005-45B6-7643-A742-A797697D1CD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8" name="Teardrop 487">
                <a:extLst>
                  <a:ext uri="{FF2B5EF4-FFF2-40B4-BE49-F238E27FC236}">
                    <a16:creationId xmlns:a16="http://schemas.microsoft.com/office/drawing/2014/main" id="{110E3DC2-2A85-D849-BB01-8439F42A660B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9" name="Teardrop 488">
                <a:extLst>
                  <a:ext uri="{FF2B5EF4-FFF2-40B4-BE49-F238E27FC236}">
                    <a16:creationId xmlns:a16="http://schemas.microsoft.com/office/drawing/2014/main" id="{DDA4B191-1AE7-6444-B24C-CBA8EC3B163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0" name="Teardrop 489">
                <a:extLst>
                  <a:ext uri="{FF2B5EF4-FFF2-40B4-BE49-F238E27FC236}">
                    <a16:creationId xmlns:a16="http://schemas.microsoft.com/office/drawing/2014/main" id="{57C553DF-9F7B-B74F-A181-82ADAD7B35E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1" name="Teardrop 490">
                <a:extLst>
                  <a:ext uri="{FF2B5EF4-FFF2-40B4-BE49-F238E27FC236}">
                    <a16:creationId xmlns:a16="http://schemas.microsoft.com/office/drawing/2014/main" id="{DF1E6163-F085-EE44-B19C-2460999A17EE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2" name="Teardrop 491">
                <a:extLst>
                  <a:ext uri="{FF2B5EF4-FFF2-40B4-BE49-F238E27FC236}">
                    <a16:creationId xmlns:a16="http://schemas.microsoft.com/office/drawing/2014/main" id="{335FF791-5B27-674B-B07A-0203AF830D59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3" name="Teardrop 492">
                <a:extLst>
                  <a:ext uri="{FF2B5EF4-FFF2-40B4-BE49-F238E27FC236}">
                    <a16:creationId xmlns:a16="http://schemas.microsoft.com/office/drawing/2014/main" id="{B738345A-DAE0-B647-9CFC-FD0138ABB57F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4" name="Teardrop 493">
                <a:extLst>
                  <a:ext uri="{FF2B5EF4-FFF2-40B4-BE49-F238E27FC236}">
                    <a16:creationId xmlns:a16="http://schemas.microsoft.com/office/drawing/2014/main" id="{FB1C36E8-C96E-014D-9F07-6EADD62C3C6F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5" name="Teardrop 494">
                <a:extLst>
                  <a:ext uri="{FF2B5EF4-FFF2-40B4-BE49-F238E27FC236}">
                    <a16:creationId xmlns:a16="http://schemas.microsoft.com/office/drawing/2014/main" id="{73BE3531-C96D-164C-B4D0-35F930578C6F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6" name="Teardrop 495">
                <a:extLst>
                  <a:ext uri="{FF2B5EF4-FFF2-40B4-BE49-F238E27FC236}">
                    <a16:creationId xmlns:a16="http://schemas.microsoft.com/office/drawing/2014/main" id="{0D8C7480-6B0B-D841-8D06-55803A91A160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7" name="Teardrop 496">
                <a:extLst>
                  <a:ext uri="{FF2B5EF4-FFF2-40B4-BE49-F238E27FC236}">
                    <a16:creationId xmlns:a16="http://schemas.microsoft.com/office/drawing/2014/main" id="{5D7839DD-1E74-7C43-9398-C3ED5C3B35B9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8" name="Teardrop 497">
                <a:extLst>
                  <a:ext uri="{FF2B5EF4-FFF2-40B4-BE49-F238E27FC236}">
                    <a16:creationId xmlns:a16="http://schemas.microsoft.com/office/drawing/2014/main" id="{3CD427C2-D75F-A64B-987E-B54C6B066A39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9" name="Teardrop 498">
                <a:extLst>
                  <a:ext uri="{FF2B5EF4-FFF2-40B4-BE49-F238E27FC236}">
                    <a16:creationId xmlns:a16="http://schemas.microsoft.com/office/drawing/2014/main" id="{68A70480-2B28-0141-B76F-A82B6D585E7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0" name="Teardrop 499">
                <a:extLst>
                  <a:ext uri="{FF2B5EF4-FFF2-40B4-BE49-F238E27FC236}">
                    <a16:creationId xmlns:a16="http://schemas.microsoft.com/office/drawing/2014/main" id="{C4894BB3-610A-D240-8B35-2D538374D75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1" name="Teardrop 500">
                <a:extLst>
                  <a:ext uri="{FF2B5EF4-FFF2-40B4-BE49-F238E27FC236}">
                    <a16:creationId xmlns:a16="http://schemas.microsoft.com/office/drawing/2014/main" id="{334EB224-F872-014B-9BB9-6E4F24CECE0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2" name="Teardrop 501">
                <a:extLst>
                  <a:ext uri="{FF2B5EF4-FFF2-40B4-BE49-F238E27FC236}">
                    <a16:creationId xmlns:a16="http://schemas.microsoft.com/office/drawing/2014/main" id="{D9BB112A-8252-BC47-9B7A-72D2776ABCCD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2A886C58-4017-6444-BA8B-5345161559A3}"/>
              </a:ext>
            </a:extLst>
          </p:cNvPr>
          <p:cNvGrpSpPr/>
          <p:nvPr/>
        </p:nvGrpSpPr>
        <p:grpSpPr>
          <a:xfrm>
            <a:off x="4927825" y="4770115"/>
            <a:ext cx="2752559" cy="2076216"/>
            <a:chOff x="2216336" y="289820"/>
            <a:chExt cx="5596696" cy="5142625"/>
          </a:xfrm>
        </p:grpSpPr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FFDA2F9F-1744-AF4C-A1FD-8C2136B2E215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65" name="Triangle 564">
              <a:extLst>
                <a:ext uri="{FF2B5EF4-FFF2-40B4-BE49-F238E27FC236}">
                  <a16:creationId xmlns:a16="http://schemas.microsoft.com/office/drawing/2014/main" id="{8555C137-E6AD-B94C-8E48-BD9F7EEDB173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6" name="Triangle 263">
              <a:extLst>
                <a:ext uri="{FF2B5EF4-FFF2-40B4-BE49-F238E27FC236}">
                  <a16:creationId xmlns:a16="http://schemas.microsoft.com/office/drawing/2014/main" id="{CA272F8A-44C9-EF4C-B8EB-08AA50E8ABF5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7" name="Triangle 264">
              <a:extLst>
                <a:ext uri="{FF2B5EF4-FFF2-40B4-BE49-F238E27FC236}">
                  <a16:creationId xmlns:a16="http://schemas.microsoft.com/office/drawing/2014/main" id="{B1F5137D-1554-E145-A909-8C2422815202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8" name="Triangle 264">
              <a:extLst>
                <a:ext uri="{FF2B5EF4-FFF2-40B4-BE49-F238E27FC236}">
                  <a16:creationId xmlns:a16="http://schemas.microsoft.com/office/drawing/2014/main" id="{B9A3B85E-DE64-0E40-99E7-8593A808ACE5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69" name="Triangle 568">
              <a:extLst>
                <a:ext uri="{FF2B5EF4-FFF2-40B4-BE49-F238E27FC236}">
                  <a16:creationId xmlns:a16="http://schemas.microsoft.com/office/drawing/2014/main" id="{4710778C-D34E-D641-8522-4C7725250F53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0" name="Triangle 263">
              <a:extLst>
                <a:ext uri="{FF2B5EF4-FFF2-40B4-BE49-F238E27FC236}">
                  <a16:creationId xmlns:a16="http://schemas.microsoft.com/office/drawing/2014/main" id="{6DC84589-5445-0E42-8E6D-96347FB09F28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1" name="Triangle 264">
              <a:extLst>
                <a:ext uri="{FF2B5EF4-FFF2-40B4-BE49-F238E27FC236}">
                  <a16:creationId xmlns:a16="http://schemas.microsoft.com/office/drawing/2014/main" id="{276C5A9E-9321-A44F-9EC4-2B4CDE111ED7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7D2FE7E3-FF3B-1F40-8B22-E02499F72514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3" name="Triangle 264">
              <a:extLst>
                <a:ext uri="{FF2B5EF4-FFF2-40B4-BE49-F238E27FC236}">
                  <a16:creationId xmlns:a16="http://schemas.microsoft.com/office/drawing/2014/main" id="{1DE354C6-7927-3145-AF7C-AC9FD596DCBA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4" name="Triangle 264">
              <a:extLst>
                <a:ext uri="{FF2B5EF4-FFF2-40B4-BE49-F238E27FC236}">
                  <a16:creationId xmlns:a16="http://schemas.microsoft.com/office/drawing/2014/main" id="{B67252F6-E410-4948-B853-43EB9E1B885A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5" name="Triangle 264">
              <a:extLst>
                <a:ext uri="{FF2B5EF4-FFF2-40B4-BE49-F238E27FC236}">
                  <a16:creationId xmlns:a16="http://schemas.microsoft.com/office/drawing/2014/main" id="{2FCC195F-294B-E640-8288-09C42F3BAD88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A9D3E013-CEC6-9A4D-86A0-AE1F693BAADE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B6E73B17-058B-EF48-8E25-B8DC02652AFB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640" name="Oval 1">
                <a:extLst>
                  <a:ext uri="{FF2B5EF4-FFF2-40B4-BE49-F238E27FC236}">
                    <a16:creationId xmlns:a16="http://schemas.microsoft.com/office/drawing/2014/main" id="{F7AD7658-0FB2-814B-8879-18CB3940D4C4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1" name="Teardrop 640">
                <a:extLst>
                  <a:ext uri="{FF2B5EF4-FFF2-40B4-BE49-F238E27FC236}">
                    <a16:creationId xmlns:a16="http://schemas.microsoft.com/office/drawing/2014/main" id="{A7820D5A-1CE1-1247-849C-E795B35E3F11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2" name="Teardrop 641">
                <a:extLst>
                  <a:ext uri="{FF2B5EF4-FFF2-40B4-BE49-F238E27FC236}">
                    <a16:creationId xmlns:a16="http://schemas.microsoft.com/office/drawing/2014/main" id="{3877A9CC-F916-9946-9335-B65F34309A9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3" name="Teardrop 642">
                <a:extLst>
                  <a:ext uri="{FF2B5EF4-FFF2-40B4-BE49-F238E27FC236}">
                    <a16:creationId xmlns:a16="http://schemas.microsoft.com/office/drawing/2014/main" id="{F43614FC-94B7-1D40-98CE-4E3BC8F2F27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4" name="Teardrop 643">
                <a:extLst>
                  <a:ext uri="{FF2B5EF4-FFF2-40B4-BE49-F238E27FC236}">
                    <a16:creationId xmlns:a16="http://schemas.microsoft.com/office/drawing/2014/main" id="{41B06A7F-BE98-9644-A3E2-DBC75387E73B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5" name="Teardrop 644">
                <a:extLst>
                  <a:ext uri="{FF2B5EF4-FFF2-40B4-BE49-F238E27FC236}">
                    <a16:creationId xmlns:a16="http://schemas.microsoft.com/office/drawing/2014/main" id="{07D30142-7977-A042-8A08-F14CBC5B2D7F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6" name="Teardrop 645">
                <a:extLst>
                  <a:ext uri="{FF2B5EF4-FFF2-40B4-BE49-F238E27FC236}">
                    <a16:creationId xmlns:a16="http://schemas.microsoft.com/office/drawing/2014/main" id="{ACE29961-9290-7E4B-9386-5E20B0E0A53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7" name="Teardrop 646">
                <a:extLst>
                  <a:ext uri="{FF2B5EF4-FFF2-40B4-BE49-F238E27FC236}">
                    <a16:creationId xmlns:a16="http://schemas.microsoft.com/office/drawing/2014/main" id="{2985B4AD-F8BA-CE49-B192-17787BB9C442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8" name="Teardrop 647">
                <a:extLst>
                  <a:ext uri="{FF2B5EF4-FFF2-40B4-BE49-F238E27FC236}">
                    <a16:creationId xmlns:a16="http://schemas.microsoft.com/office/drawing/2014/main" id="{522FEFB9-76B6-2B47-A279-51014D7E324B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9" name="Teardrop 648">
                <a:extLst>
                  <a:ext uri="{FF2B5EF4-FFF2-40B4-BE49-F238E27FC236}">
                    <a16:creationId xmlns:a16="http://schemas.microsoft.com/office/drawing/2014/main" id="{865F9339-50D1-F041-A95D-DCEA8A44EEAB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0" name="Teardrop 649">
                <a:extLst>
                  <a:ext uri="{FF2B5EF4-FFF2-40B4-BE49-F238E27FC236}">
                    <a16:creationId xmlns:a16="http://schemas.microsoft.com/office/drawing/2014/main" id="{047D496A-7916-E445-92C4-2C1C5C0FED44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1" name="Teardrop 650">
                <a:extLst>
                  <a:ext uri="{FF2B5EF4-FFF2-40B4-BE49-F238E27FC236}">
                    <a16:creationId xmlns:a16="http://schemas.microsoft.com/office/drawing/2014/main" id="{E1A32CCB-0662-3D47-BD89-B5D5E4ADE38C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2" name="Teardrop 651">
                <a:extLst>
                  <a:ext uri="{FF2B5EF4-FFF2-40B4-BE49-F238E27FC236}">
                    <a16:creationId xmlns:a16="http://schemas.microsoft.com/office/drawing/2014/main" id="{039BC632-8A67-0342-9849-E5BFF6BE22A0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3" name="Teardrop 652">
                <a:extLst>
                  <a:ext uri="{FF2B5EF4-FFF2-40B4-BE49-F238E27FC236}">
                    <a16:creationId xmlns:a16="http://schemas.microsoft.com/office/drawing/2014/main" id="{5805EC52-DD2F-A247-A51E-40121DC443C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4" name="Teardrop 653">
                <a:extLst>
                  <a:ext uri="{FF2B5EF4-FFF2-40B4-BE49-F238E27FC236}">
                    <a16:creationId xmlns:a16="http://schemas.microsoft.com/office/drawing/2014/main" id="{4D247353-F66C-494B-8BD1-F7E99B355166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5" name="Teardrop 654">
                <a:extLst>
                  <a:ext uri="{FF2B5EF4-FFF2-40B4-BE49-F238E27FC236}">
                    <a16:creationId xmlns:a16="http://schemas.microsoft.com/office/drawing/2014/main" id="{81CA7C37-79F6-2F4D-9A6E-E229EF9C5E5A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Teardrop 655">
                <a:extLst>
                  <a:ext uri="{FF2B5EF4-FFF2-40B4-BE49-F238E27FC236}">
                    <a16:creationId xmlns:a16="http://schemas.microsoft.com/office/drawing/2014/main" id="{6B409D1C-89D6-0F42-83AE-FF9DF45A60C9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7" name="Teardrop 656">
                <a:extLst>
                  <a:ext uri="{FF2B5EF4-FFF2-40B4-BE49-F238E27FC236}">
                    <a16:creationId xmlns:a16="http://schemas.microsoft.com/office/drawing/2014/main" id="{47A9A197-4BA0-D14F-A00F-30364B0DEC8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8" name="Teardrop 657">
                <a:extLst>
                  <a:ext uri="{FF2B5EF4-FFF2-40B4-BE49-F238E27FC236}">
                    <a16:creationId xmlns:a16="http://schemas.microsoft.com/office/drawing/2014/main" id="{0C6A118D-0B9E-CC49-9CDB-553F28E09484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9" name="Teardrop 658">
                <a:extLst>
                  <a:ext uri="{FF2B5EF4-FFF2-40B4-BE49-F238E27FC236}">
                    <a16:creationId xmlns:a16="http://schemas.microsoft.com/office/drawing/2014/main" id="{5442126B-C5C2-334D-BEFE-88412E75710F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0" name="Teardrop 659">
                <a:extLst>
                  <a:ext uri="{FF2B5EF4-FFF2-40B4-BE49-F238E27FC236}">
                    <a16:creationId xmlns:a16="http://schemas.microsoft.com/office/drawing/2014/main" id="{F93D7BB9-830D-C446-B74D-F0CDC6847B30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1" name="Teardrop 660">
                <a:extLst>
                  <a:ext uri="{FF2B5EF4-FFF2-40B4-BE49-F238E27FC236}">
                    <a16:creationId xmlns:a16="http://schemas.microsoft.com/office/drawing/2014/main" id="{CCB220F4-9576-E24B-925A-B4F872BE568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2" name="Teardrop 661">
                <a:extLst>
                  <a:ext uri="{FF2B5EF4-FFF2-40B4-BE49-F238E27FC236}">
                    <a16:creationId xmlns:a16="http://schemas.microsoft.com/office/drawing/2014/main" id="{C028BFAE-A0E9-3940-B708-6AA15DE3225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Teardrop 662">
                <a:extLst>
                  <a:ext uri="{FF2B5EF4-FFF2-40B4-BE49-F238E27FC236}">
                    <a16:creationId xmlns:a16="http://schemas.microsoft.com/office/drawing/2014/main" id="{08F371F4-EA7F-EE4A-9820-99A5D5D75A80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4" name="Teardrop 663">
                <a:extLst>
                  <a:ext uri="{FF2B5EF4-FFF2-40B4-BE49-F238E27FC236}">
                    <a16:creationId xmlns:a16="http://schemas.microsoft.com/office/drawing/2014/main" id="{A695DDC0-2663-304E-9A3C-55049F61542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5" name="Teardrop 664">
                <a:extLst>
                  <a:ext uri="{FF2B5EF4-FFF2-40B4-BE49-F238E27FC236}">
                    <a16:creationId xmlns:a16="http://schemas.microsoft.com/office/drawing/2014/main" id="{B4F969CC-3A78-EF4C-8D00-654CE74524AD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6" name="Teardrop 665">
                <a:extLst>
                  <a:ext uri="{FF2B5EF4-FFF2-40B4-BE49-F238E27FC236}">
                    <a16:creationId xmlns:a16="http://schemas.microsoft.com/office/drawing/2014/main" id="{E66FA254-4468-6443-9A22-C883965CDD72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7" name="Teardrop 666">
                <a:extLst>
                  <a:ext uri="{FF2B5EF4-FFF2-40B4-BE49-F238E27FC236}">
                    <a16:creationId xmlns:a16="http://schemas.microsoft.com/office/drawing/2014/main" id="{07312159-BBBE-0A4F-8ECA-639175F4DB3F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8" name="Teardrop 667">
                <a:extLst>
                  <a:ext uri="{FF2B5EF4-FFF2-40B4-BE49-F238E27FC236}">
                    <a16:creationId xmlns:a16="http://schemas.microsoft.com/office/drawing/2014/main" id="{FCD98E3C-56FF-CB45-9E1B-FBA1D22A971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9" name="Teardrop 668">
                <a:extLst>
                  <a:ext uri="{FF2B5EF4-FFF2-40B4-BE49-F238E27FC236}">
                    <a16:creationId xmlns:a16="http://schemas.microsoft.com/office/drawing/2014/main" id="{6F165AF8-F9CE-5E45-A754-9F8F9EF258A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8" name="Group 577">
              <a:extLst>
                <a:ext uri="{FF2B5EF4-FFF2-40B4-BE49-F238E27FC236}">
                  <a16:creationId xmlns:a16="http://schemas.microsoft.com/office/drawing/2014/main" id="{F1DD309C-419F-264C-86FC-CED235769CA9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610" name="Oval 1">
                <a:extLst>
                  <a:ext uri="{FF2B5EF4-FFF2-40B4-BE49-F238E27FC236}">
                    <a16:creationId xmlns:a16="http://schemas.microsoft.com/office/drawing/2014/main" id="{0B89C0B5-CD73-E142-9F9B-92221E2042A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1" name="Teardrop 610">
                <a:extLst>
                  <a:ext uri="{FF2B5EF4-FFF2-40B4-BE49-F238E27FC236}">
                    <a16:creationId xmlns:a16="http://schemas.microsoft.com/office/drawing/2014/main" id="{B087F9B1-3A2C-394D-BCCB-7615803F677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2" name="Teardrop 611">
                <a:extLst>
                  <a:ext uri="{FF2B5EF4-FFF2-40B4-BE49-F238E27FC236}">
                    <a16:creationId xmlns:a16="http://schemas.microsoft.com/office/drawing/2014/main" id="{77378B7E-FDC8-0A48-A169-73DCD648117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3" name="Teardrop 612">
                <a:extLst>
                  <a:ext uri="{FF2B5EF4-FFF2-40B4-BE49-F238E27FC236}">
                    <a16:creationId xmlns:a16="http://schemas.microsoft.com/office/drawing/2014/main" id="{4107C02A-10F6-B548-BDB1-F55766805B47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4" name="Teardrop 613">
                <a:extLst>
                  <a:ext uri="{FF2B5EF4-FFF2-40B4-BE49-F238E27FC236}">
                    <a16:creationId xmlns:a16="http://schemas.microsoft.com/office/drawing/2014/main" id="{1423DFE0-4554-D64F-9261-1150F45F8C9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5" name="Teardrop 614">
                <a:extLst>
                  <a:ext uri="{FF2B5EF4-FFF2-40B4-BE49-F238E27FC236}">
                    <a16:creationId xmlns:a16="http://schemas.microsoft.com/office/drawing/2014/main" id="{4F33A660-18BF-184E-9559-61FAAA2718A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Teardrop 615">
                <a:extLst>
                  <a:ext uri="{FF2B5EF4-FFF2-40B4-BE49-F238E27FC236}">
                    <a16:creationId xmlns:a16="http://schemas.microsoft.com/office/drawing/2014/main" id="{83750F2A-64C2-CD41-B02A-EFD8827124EF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Teardrop 616">
                <a:extLst>
                  <a:ext uri="{FF2B5EF4-FFF2-40B4-BE49-F238E27FC236}">
                    <a16:creationId xmlns:a16="http://schemas.microsoft.com/office/drawing/2014/main" id="{357A9685-7B93-BD41-BC04-7F777B76882A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Teardrop 617">
                <a:extLst>
                  <a:ext uri="{FF2B5EF4-FFF2-40B4-BE49-F238E27FC236}">
                    <a16:creationId xmlns:a16="http://schemas.microsoft.com/office/drawing/2014/main" id="{6A48B51C-A7F9-C046-BE43-F9AF0ABBA74E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Teardrop 618">
                <a:extLst>
                  <a:ext uri="{FF2B5EF4-FFF2-40B4-BE49-F238E27FC236}">
                    <a16:creationId xmlns:a16="http://schemas.microsoft.com/office/drawing/2014/main" id="{5E849CFC-DF53-B14F-BB93-A90C492009F4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Teardrop 619">
                <a:extLst>
                  <a:ext uri="{FF2B5EF4-FFF2-40B4-BE49-F238E27FC236}">
                    <a16:creationId xmlns:a16="http://schemas.microsoft.com/office/drawing/2014/main" id="{7F35B790-E265-A147-89E2-B8815007EAD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Teardrop 620">
                <a:extLst>
                  <a:ext uri="{FF2B5EF4-FFF2-40B4-BE49-F238E27FC236}">
                    <a16:creationId xmlns:a16="http://schemas.microsoft.com/office/drawing/2014/main" id="{BFEF8969-AAC6-8947-82D2-DBD32BFE38AA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Teardrop 621">
                <a:extLst>
                  <a:ext uri="{FF2B5EF4-FFF2-40B4-BE49-F238E27FC236}">
                    <a16:creationId xmlns:a16="http://schemas.microsoft.com/office/drawing/2014/main" id="{C79D94B5-C296-874A-B237-FA1908F0D7C8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Teardrop 622">
                <a:extLst>
                  <a:ext uri="{FF2B5EF4-FFF2-40B4-BE49-F238E27FC236}">
                    <a16:creationId xmlns:a16="http://schemas.microsoft.com/office/drawing/2014/main" id="{82DDA5B8-6CBC-2149-B9CE-6AAAC0CD0BB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Teardrop 623">
                <a:extLst>
                  <a:ext uri="{FF2B5EF4-FFF2-40B4-BE49-F238E27FC236}">
                    <a16:creationId xmlns:a16="http://schemas.microsoft.com/office/drawing/2014/main" id="{F7A2DFE5-1EC7-124D-890C-E8AD2C3361E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Teardrop 624">
                <a:extLst>
                  <a:ext uri="{FF2B5EF4-FFF2-40B4-BE49-F238E27FC236}">
                    <a16:creationId xmlns:a16="http://schemas.microsoft.com/office/drawing/2014/main" id="{A3B998D4-B7E3-8F44-BA0A-372B9A6D447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Teardrop 625">
                <a:extLst>
                  <a:ext uri="{FF2B5EF4-FFF2-40B4-BE49-F238E27FC236}">
                    <a16:creationId xmlns:a16="http://schemas.microsoft.com/office/drawing/2014/main" id="{6A76F827-61D3-4E42-8462-199D25F9E098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Teardrop 626">
                <a:extLst>
                  <a:ext uri="{FF2B5EF4-FFF2-40B4-BE49-F238E27FC236}">
                    <a16:creationId xmlns:a16="http://schemas.microsoft.com/office/drawing/2014/main" id="{316EA79C-159A-5B46-AB0A-7BA5ECD24E3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Teardrop 627">
                <a:extLst>
                  <a:ext uri="{FF2B5EF4-FFF2-40B4-BE49-F238E27FC236}">
                    <a16:creationId xmlns:a16="http://schemas.microsoft.com/office/drawing/2014/main" id="{CE17E04F-9698-954F-A313-A1F9953CF9B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9" name="Teardrop 628">
                <a:extLst>
                  <a:ext uri="{FF2B5EF4-FFF2-40B4-BE49-F238E27FC236}">
                    <a16:creationId xmlns:a16="http://schemas.microsoft.com/office/drawing/2014/main" id="{2CB01C61-E34B-F244-8747-236C4974F364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0" name="Teardrop 629">
                <a:extLst>
                  <a:ext uri="{FF2B5EF4-FFF2-40B4-BE49-F238E27FC236}">
                    <a16:creationId xmlns:a16="http://schemas.microsoft.com/office/drawing/2014/main" id="{43D972DE-EED0-234E-952A-39F02CBE41B0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1" name="Teardrop 630">
                <a:extLst>
                  <a:ext uri="{FF2B5EF4-FFF2-40B4-BE49-F238E27FC236}">
                    <a16:creationId xmlns:a16="http://schemas.microsoft.com/office/drawing/2014/main" id="{458C95B9-262F-7046-AEA3-BDF13FAC97C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2" name="Teardrop 631">
                <a:extLst>
                  <a:ext uri="{FF2B5EF4-FFF2-40B4-BE49-F238E27FC236}">
                    <a16:creationId xmlns:a16="http://schemas.microsoft.com/office/drawing/2014/main" id="{374CAB05-7253-B049-BE5E-A84CDAF0C15C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3" name="Teardrop 632">
                <a:extLst>
                  <a:ext uri="{FF2B5EF4-FFF2-40B4-BE49-F238E27FC236}">
                    <a16:creationId xmlns:a16="http://schemas.microsoft.com/office/drawing/2014/main" id="{D233459D-5D29-4142-9595-3249782A455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4" name="Teardrop 633">
                <a:extLst>
                  <a:ext uri="{FF2B5EF4-FFF2-40B4-BE49-F238E27FC236}">
                    <a16:creationId xmlns:a16="http://schemas.microsoft.com/office/drawing/2014/main" id="{7B342D08-F7FD-404C-8DD8-205AAD5F598A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5" name="Teardrop 634">
                <a:extLst>
                  <a:ext uri="{FF2B5EF4-FFF2-40B4-BE49-F238E27FC236}">
                    <a16:creationId xmlns:a16="http://schemas.microsoft.com/office/drawing/2014/main" id="{DEC7FA66-7931-D642-B785-FB129503E96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6" name="Teardrop 635">
                <a:extLst>
                  <a:ext uri="{FF2B5EF4-FFF2-40B4-BE49-F238E27FC236}">
                    <a16:creationId xmlns:a16="http://schemas.microsoft.com/office/drawing/2014/main" id="{F4CE7DF7-01F5-3143-89AD-5DF5E371C366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7" name="Teardrop 636">
                <a:extLst>
                  <a:ext uri="{FF2B5EF4-FFF2-40B4-BE49-F238E27FC236}">
                    <a16:creationId xmlns:a16="http://schemas.microsoft.com/office/drawing/2014/main" id="{B7CA1CAA-DF13-2C4F-AEDE-9E53D3CCE9FD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8" name="Teardrop 637">
                <a:extLst>
                  <a:ext uri="{FF2B5EF4-FFF2-40B4-BE49-F238E27FC236}">
                    <a16:creationId xmlns:a16="http://schemas.microsoft.com/office/drawing/2014/main" id="{14882B6D-1BBD-404B-AB2F-084836588F10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9" name="Teardrop 638">
                <a:extLst>
                  <a:ext uri="{FF2B5EF4-FFF2-40B4-BE49-F238E27FC236}">
                    <a16:creationId xmlns:a16="http://schemas.microsoft.com/office/drawing/2014/main" id="{0037FD60-634C-C042-B474-48FC6E079E4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9" name="Group 578">
              <a:extLst>
                <a:ext uri="{FF2B5EF4-FFF2-40B4-BE49-F238E27FC236}">
                  <a16:creationId xmlns:a16="http://schemas.microsoft.com/office/drawing/2014/main" id="{26A6364A-36BD-E94F-BA27-160A04AA963D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580" name="Oval 1">
                <a:extLst>
                  <a:ext uri="{FF2B5EF4-FFF2-40B4-BE49-F238E27FC236}">
                    <a16:creationId xmlns:a16="http://schemas.microsoft.com/office/drawing/2014/main" id="{D0BAE045-3620-3A40-B62C-FE88086E1E5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1" name="Teardrop 580">
                <a:extLst>
                  <a:ext uri="{FF2B5EF4-FFF2-40B4-BE49-F238E27FC236}">
                    <a16:creationId xmlns:a16="http://schemas.microsoft.com/office/drawing/2014/main" id="{C10E940F-1C38-C843-ACD5-F8200C3FE1A8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2" name="Teardrop 581">
                <a:extLst>
                  <a:ext uri="{FF2B5EF4-FFF2-40B4-BE49-F238E27FC236}">
                    <a16:creationId xmlns:a16="http://schemas.microsoft.com/office/drawing/2014/main" id="{ECEFB201-C6FC-F14A-8809-E70C17BEBB7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3" name="Teardrop 582">
                <a:extLst>
                  <a:ext uri="{FF2B5EF4-FFF2-40B4-BE49-F238E27FC236}">
                    <a16:creationId xmlns:a16="http://schemas.microsoft.com/office/drawing/2014/main" id="{1B1C64DC-204D-554A-9FEE-821E8743D01F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4" name="Teardrop 583">
                <a:extLst>
                  <a:ext uri="{FF2B5EF4-FFF2-40B4-BE49-F238E27FC236}">
                    <a16:creationId xmlns:a16="http://schemas.microsoft.com/office/drawing/2014/main" id="{02EA422F-EBFA-624D-A659-8B7AA1745FAB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5" name="Teardrop 584">
                <a:extLst>
                  <a:ext uri="{FF2B5EF4-FFF2-40B4-BE49-F238E27FC236}">
                    <a16:creationId xmlns:a16="http://schemas.microsoft.com/office/drawing/2014/main" id="{3934597B-3C7E-6745-8B63-7C12482E5C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6" name="Teardrop 585">
                <a:extLst>
                  <a:ext uri="{FF2B5EF4-FFF2-40B4-BE49-F238E27FC236}">
                    <a16:creationId xmlns:a16="http://schemas.microsoft.com/office/drawing/2014/main" id="{C1291EAC-7BFB-7D47-9791-09C2996E8C9F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7" name="Teardrop 586">
                <a:extLst>
                  <a:ext uri="{FF2B5EF4-FFF2-40B4-BE49-F238E27FC236}">
                    <a16:creationId xmlns:a16="http://schemas.microsoft.com/office/drawing/2014/main" id="{ED538BB4-C2A0-AA45-A330-C9335B8306CC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8" name="Teardrop 587">
                <a:extLst>
                  <a:ext uri="{FF2B5EF4-FFF2-40B4-BE49-F238E27FC236}">
                    <a16:creationId xmlns:a16="http://schemas.microsoft.com/office/drawing/2014/main" id="{F4CD272D-4E89-8545-8BA6-CDD83A432C1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9" name="Teardrop 588">
                <a:extLst>
                  <a:ext uri="{FF2B5EF4-FFF2-40B4-BE49-F238E27FC236}">
                    <a16:creationId xmlns:a16="http://schemas.microsoft.com/office/drawing/2014/main" id="{51C3F67A-ECE2-6D48-9C01-BFE183FA912D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0" name="Teardrop 589">
                <a:extLst>
                  <a:ext uri="{FF2B5EF4-FFF2-40B4-BE49-F238E27FC236}">
                    <a16:creationId xmlns:a16="http://schemas.microsoft.com/office/drawing/2014/main" id="{81B6D94F-E905-494A-A610-97B3C260A27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1" name="Teardrop 590">
                <a:extLst>
                  <a:ext uri="{FF2B5EF4-FFF2-40B4-BE49-F238E27FC236}">
                    <a16:creationId xmlns:a16="http://schemas.microsoft.com/office/drawing/2014/main" id="{982F9D14-3327-BD45-A6CD-85F361B4D3A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2" name="Teardrop 591">
                <a:extLst>
                  <a:ext uri="{FF2B5EF4-FFF2-40B4-BE49-F238E27FC236}">
                    <a16:creationId xmlns:a16="http://schemas.microsoft.com/office/drawing/2014/main" id="{E22F73F2-0AEB-9249-B3D4-FE648CF2B59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3" name="Teardrop 592">
                <a:extLst>
                  <a:ext uri="{FF2B5EF4-FFF2-40B4-BE49-F238E27FC236}">
                    <a16:creationId xmlns:a16="http://schemas.microsoft.com/office/drawing/2014/main" id="{EBE21A23-FC0A-8644-A756-06C8DC74824F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4" name="Teardrop 593">
                <a:extLst>
                  <a:ext uri="{FF2B5EF4-FFF2-40B4-BE49-F238E27FC236}">
                    <a16:creationId xmlns:a16="http://schemas.microsoft.com/office/drawing/2014/main" id="{77476F0B-3BFE-DC40-B176-FB2E9E44ED3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5" name="Teardrop 594">
                <a:extLst>
                  <a:ext uri="{FF2B5EF4-FFF2-40B4-BE49-F238E27FC236}">
                    <a16:creationId xmlns:a16="http://schemas.microsoft.com/office/drawing/2014/main" id="{225ED67C-15F1-5142-836D-0AD7BC5D038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6" name="Teardrop 595">
                <a:extLst>
                  <a:ext uri="{FF2B5EF4-FFF2-40B4-BE49-F238E27FC236}">
                    <a16:creationId xmlns:a16="http://schemas.microsoft.com/office/drawing/2014/main" id="{D75AD550-EB35-EB41-A850-5C4331066A5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7" name="Teardrop 596">
                <a:extLst>
                  <a:ext uri="{FF2B5EF4-FFF2-40B4-BE49-F238E27FC236}">
                    <a16:creationId xmlns:a16="http://schemas.microsoft.com/office/drawing/2014/main" id="{4CABAFE8-DC5E-7040-8A2F-32A8849A2808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8" name="Teardrop 597">
                <a:extLst>
                  <a:ext uri="{FF2B5EF4-FFF2-40B4-BE49-F238E27FC236}">
                    <a16:creationId xmlns:a16="http://schemas.microsoft.com/office/drawing/2014/main" id="{F2B97D1C-7F94-CB44-8EAD-9860BE435019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9" name="Teardrop 598">
                <a:extLst>
                  <a:ext uri="{FF2B5EF4-FFF2-40B4-BE49-F238E27FC236}">
                    <a16:creationId xmlns:a16="http://schemas.microsoft.com/office/drawing/2014/main" id="{C738EED5-AFF9-3F4C-8190-2B8D98CF9EB4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0" name="Teardrop 599">
                <a:extLst>
                  <a:ext uri="{FF2B5EF4-FFF2-40B4-BE49-F238E27FC236}">
                    <a16:creationId xmlns:a16="http://schemas.microsoft.com/office/drawing/2014/main" id="{DF13EFFA-DCCC-FA42-A54A-6EDBB3D7ED0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1" name="Teardrop 600">
                <a:extLst>
                  <a:ext uri="{FF2B5EF4-FFF2-40B4-BE49-F238E27FC236}">
                    <a16:creationId xmlns:a16="http://schemas.microsoft.com/office/drawing/2014/main" id="{ADDB5009-F536-AD45-B61A-6E033D2EFFA0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2" name="Teardrop 601">
                <a:extLst>
                  <a:ext uri="{FF2B5EF4-FFF2-40B4-BE49-F238E27FC236}">
                    <a16:creationId xmlns:a16="http://schemas.microsoft.com/office/drawing/2014/main" id="{A3BAB186-32BA-2E4B-A7B6-82E00F1E711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3" name="Teardrop 602">
                <a:extLst>
                  <a:ext uri="{FF2B5EF4-FFF2-40B4-BE49-F238E27FC236}">
                    <a16:creationId xmlns:a16="http://schemas.microsoft.com/office/drawing/2014/main" id="{3CC76F80-06A3-634A-8B3A-07AF61EFD88C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4" name="Teardrop 603">
                <a:extLst>
                  <a:ext uri="{FF2B5EF4-FFF2-40B4-BE49-F238E27FC236}">
                    <a16:creationId xmlns:a16="http://schemas.microsoft.com/office/drawing/2014/main" id="{DC4183AF-F4D6-F349-8E07-CD58BF6FB2B9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5" name="Teardrop 604">
                <a:extLst>
                  <a:ext uri="{FF2B5EF4-FFF2-40B4-BE49-F238E27FC236}">
                    <a16:creationId xmlns:a16="http://schemas.microsoft.com/office/drawing/2014/main" id="{0794B53A-B2A0-C341-9E83-703E8823F64D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6" name="Teardrop 605">
                <a:extLst>
                  <a:ext uri="{FF2B5EF4-FFF2-40B4-BE49-F238E27FC236}">
                    <a16:creationId xmlns:a16="http://schemas.microsoft.com/office/drawing/2014/main" id="{EA43B5AA-D5BB-C540-A1D7-4B85A4839E41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7" name="Teardrop 606">
                <a:extLst>
                  <a:ext uri="{FF2B5EF4-FFF2-40B4-BE49-F238E27FC236}">
                    <a16:creationId xmlns:a16="http://schemas.microsoft.com/office/drawing/2014/main" id="{A4758235-AB2E-E247-8072-CCCA61F2CBB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8" name="Teardrop 607">
                <a:extLst>
                  <a:ext uri="{FF2B5EF4-FFF2-40B4-BE49-F238E27FC236}">
                    <a16:creationId xmlns:a16="http://schemas.microsoft.com/office/drawing/2014/main" id="{831B7D79-81EF-3F4F-9659-171A12861FE8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9" name="Teardrop 608">
                <a:extLst>
                  <a:ext uri="{FF2B5EF4-FFF2-40B4-BE49-F238E27FC236}">
                    <a16:creationId xmlns:a16="http://schemas.microsoft.com/office/drawing/2014/main" id="{C58C30C8-30A3-E447-8982-ABBD6A3B192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77" name="Group 776">
            <a:extLst>
              <a:ext uri="{FF2B5EF4-FFF2-40B4-BE49-F238E27FC236}">
                <a16:creationId xmlns:a16="http://schemas.microsoft.com/office/drawing/2014/main" id="{B24A87BF-B28B-E948-AC5A-A77C9F9F5C49}"/>
              </a:ext>
            </a:extLst>
          </p:cNvPr>
          <p:cNvGrpSpPr/>
          <p:nvPr/>
        </p:nvGrpSpPr>
        <p:grpSpPr>
          <a:xfrm>
            <a:off x="8267212" y="5879502"/>
            <a:ext cx="927742" cy="962322"/>
            <a:chOff x="2216336" y="289820"/>
            <a:chExt cx="5596696" cy="5142625"/>
          </a:xfrm>
        </p:grpSpPr>
        <p:cxnSp>
          <p:nvCxnSpPr>
            <p:cNvPr id="778" name="Straight Connector 777">
              <a:extLst>
                <a:ext uri="{FF2B5EF4-FFF2-40B4-BE49-F238E27FC236}">
                  <a16:creationId xmlns:a16="http://schemas.microsoft.com/office/drawing/2014/main" id="{BD7CDF64-AD31-7149-A772-E7A2DDC810CD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779" name="Triangle 778">
              <a:extLst>
                <a:ext uri="{FF2B5EF4-FFF2-40B4-BE49-F238E27FC236}">
                  <a16:creationId xmlns:a16="http://schemas.microsoft.com/office/drawing/2014/main" id="{386281ED-A343-F042-ABA3-7DE598FEFBD0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0" name="Triangle 263">
              <a:extLst>
                <a:ext uri="{FF2B5EF4-FFF2-40B4-BE49-F238E27FC236}">
                  <a16:creationId xmlns:a16="http://schemas.microsoft.com/office/drawing/2014/main" id="{137901EA-12CF-6744-BAE3-D93A40153DD8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1" name="Triangle 264">
              <a:extLst>
                <a:ext uri="{FF2B5EF4-FFF2-40B4-BE49-F238E27FC236}">
                  <a16:creationId xmlns:a16="http://schemas.microsoft.com/office/drawing/2014/main" id="{F19CD20D-B4B8-9044-B58D-D969F3E40FC8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2" name="Triangle 264">
              <a:extLst>
                <a:ext uri="{FF2B5EF4-FFF2-40B4-BE49-F238E27FC236}">
                  <a16:creationId xmlns:a16="http://schemas.microsoft.com/office/drawing/2014/main" id="{BFF285BA-AD5E-454E-9264-C1F1D9614A84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3" name="Triangle 782">
              <a:extLst>
                <a:ext uri="{FF2B5EF4-FFF2-40B4-BE49-F238E27FC236}">
                  <a16:creationId xmlns:a16="http://schemas.microsoft.com/office/drawing/2014/main" id="{CF63EBE7-FC5D-174C-92DA-40A03C368D48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4" name="Triangle 263">
              <a:extLst>
                <a:ext uri="{FF2B5EF4-FFF2-40B4-BE49-F238E27FC236}">
                  <a16:creationId xmlns:a16="http://schemas.microsoft.com/office/drawing/2014/main" id="{0D50457C-7BD9-4C4F-AD2D-A88A2C0D0DDE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5" name="Triangle 264">
              <a:extLst>
                <a:ext uri="{FF2B5EF4-FFF2-40B4-BE49-F238E27FC236}">
                  <a16:creationId xmlns:a16="http://schemas.microsoft.com/office/drawing/2014/main" id="{D3870EE6-4554-CF47-A336-F90D117C40EE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6" name="Freeform 785">
              <a:extLst>
                <a:ext uri="{FF2B5EF4-FFF2-40B4-BE49-F238E27FC236}">
                  <a16:creationId xmlns:a16="http://schemas.microsoft.com/office/drawing/2014/main" id="{0A91141A-FAD1-524C-9331-CCF5112F8024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7" name="Triangle 264">
              <a:extLst>
                <a:ext uri="{FF2B5EF4-FFF2-40B4-BE49-F238E27FC236}">
                  <a16:creationId xmlns:a16="http://schemas.microsoft.com/office/drawing/2014/main" id="{B018D40A-EB6E-CC41-B6FD-109C3CE8FE08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8" name="Triangle 264">
              <a:extLst>
                <a:ext uri="{FF2B5EF4-FFF2-40B4-BE49-F238E27FC236}">
                  <a16:creationId xmlns:a16="http://schemas.microsoft.com/office/drawing/2014/main" id="{C2953EC0-EE1C-554C-86FD-AF0E5D163F6B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89" name="Triangle 264">
              <a:extLst>
                <a:ext uri="{FF2B5EF4-FFF2-40B4-BE49-F238E27FC236}">
                  <a16:creationId xmlns:a16="http://schemas.microsoft.com/office/drawing/2014/main" id="{5BB01BCC-5B24-D94B-8231-2FE484917C15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90" name="Freeform 789">
              <a:extLst>
                <a:ext uri="{FF2B5EF4-FFF2-40B4-BE49-F238E27FC236}">
                  <a16:creationId xmlns:a16="http://schemas.microsoft.com/office/drawing/2014/main" id="{D9DEB131-8E63-F944-A409-CC6E64E05D1C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91" name="Group 790">
              <a:extLst>
                <a:ext uri="{FF2B5EF4-FFF2-40B4-BE49-F238E27FC236}">
                  <a16:creationId xmlns:a16="http://schemas.microsoft.com/office/drawing/2014/main" id="{BF3D8EE9-0AD3-0449-A0D8-17C25B012CCB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854" name="Oval 1">
                <a:extLst>
                  <a:ext uri="{FF2B5EF4-FFF2-40B4-BE49-F238E27FC236}">
                    <a16:creationId xmlns:a16="http://schemas.microsoft.com/office/drawing/2014/main" id="{8ED24154-293C-9649-ABD8-3A9C726A0E2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5" name="Teardrop 854">
                <a:extLst>
                  <a:ext uri="{FF2B5EF4-FFF2-40B4-BE49-F238E27FC236}">
                    <a16:creationId xmlns:a16="http://schemas.microsoft.com/office/drawing/2014/main" id="{8B1F1836-A6E0-0941-97CD-A0ACEA3E57CE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6" name="Teardrop 855">
                <a:extLst>
                  <a:ext uri="{FF2B5EF4-FFF2-40B4-BE49-F238E27FC236}">
                    <a16:creationId xmlns:a16="http://schemas.microsoft.com/office/drawing/2014/main" id="{1FBCAB94-5B93-B847-ACC5-FD36BCA9F93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7" name="Teardrop 856">
                <a:extLst>
                  <a:ext uri="{FF2B5EF4-FFF2-40B4-BE49-F238E27FC236}">
                    <a16:creationId xmlns:a16="http://schemas.microsoft.com/office/drawing/2014/main" id="{77382E58-0842-9F4A-B5C5-D972A128492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8" name="Teardrop 857">
                <a:extLst>
                  <a:ext uri="{FF2B5EF4-FFF2-40B4-BE49-F238E27FC236}">
                    <a16:creationId xmlns:a16="http://schemas.microsoft.com/office/drawing/2014/main" id="{CD2060B0-4E30-8945-AABA-6E0CDE874C69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9" name="Teardrop 858">
                <a:extLst>
                  <a:ext uri="{FF2B5EF4-FFF2-40B4-BE49-F238E27FC236}">
                    <a16:creationId xmlns:a16="http://schemas.microsoft.com/office/drawing/2014/main" id="{AD1ECA7A-2CFC-8E46-9E37-2C1B98A1A63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0" name="Teardrop 859">
                <a:extLst>
                  <a:ext uri="{FF2B5EF4-FFF2-40B4-BE49-F238E27FC236}">
                    <a16:creationId xmlns:a16="http://schemas.microsoft.com/office/drawing/2014/main" id="{7673C737-B065-3145-B4F8-5F1463D98BF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1" name="Teardrop 860">
                <a:extLst>
                  <a:ext uri="{FF2B5EF4-FFF2-40B4-BE49-F238E27FC236}">
                    <a16:creationId xmlns:a16="http://schemas.microsoft.com/office/drawing/2014/main" id="{2F32273C-8634-5B42-9334-04E153C2079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2" name="Teardrop 861">
                <a:extLst>
                  <a:ext uri="{FF2B5EF4-FFF2-40B4-BE49-F238E27FC236}">
                    <a16:creationId xmlns:a16="http://schemas.microsoft.com/office/drawing/2014/main" id="{661BC396-8AAA-4741-BAC9-AA703834A77B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3" name="Teardrop 862">
                <a:extLst>
                  <a:ext uri="{FF2B5EF4-FFF2-40B4-BE49-F238E27FC236}">
                    <a16:creationId xmlns:a16="http://schemas.microsoft.com/office/drawing/2014/main" id="{CAB10B79-38ED-1B4A-8BE9-337AF12B81A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4" name="Teardrop 863">
                <a:extLst>
                  <a:ext uri="{FF2B5EF4-FFF2-40B4-BE49-F238E27FC236}">
                    <a16:creationId xmlns:a16="http://schemas.microsoft.com/office/drawing/2014/main" id="{50772CAB-F824-1647-8516-A81823491199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5" name="Teardrop 864">
                <a:extLst>
                  <a:ext uri="{FF2B5EF4-FFF2-40B4-BE49-F238E27FC236}">
                    <a16:creationId xmlns:a16="http://schemas.microsoft.com/office/drawing/2014/main" id="{46D7D9A0-1F73-F24F-A8F5-926389598FD9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6" name="Teardrop 865">
                <a:extLst>
                  <a:ext uri="{FF2B5EF4-FFF2-40B4-BE49-F238E27FC236}">
                    <a16:creationId xmlns:a16="http://schemas.microsoft.com/office/drawing/2014/main" id="{278B3B84-DDC7-5C4B-BA46-21E2A4D316B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7" name="Teardrop 866">
                <a:extLst>
                  <a:ext uri="{FF2B5EF4-FFF2-40B4-BE49-F238E27FC236}">
                    <a16:creationId xmlns:a16="http://schemas.microsoft.com/office/drawing/2014/main" id="{721A1381-E8EE-6A4A-A913-1898BD92CEDE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8" name="Teardrop 867">
                <a:extLst>
                  <a:ext uri="{FF2B5EF4-FFF2-40B4-BE49-F238E27FC236}">
                    <a16:creationId xmlns:a16="http://schemas.microsoft.com/office/drawing/2014/main" id="{105BDCCA-F04B-7B4E-8F53-7F1A603908C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9" name="Teardrop 868">
                <a:extLst>
                  <a:ext uri="{FF2B5EF4-FFF2-40B4-BE49-F238E27FC236}">
                    <a16:creationId xmlns:a16="http://schemas.microsoft.com/office/drawing/2014/main" id="{B0216851-1E9D-9340-A06C-EB7A8B245A5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0" name="Teardrop 869">
                <a:extLst>
                  <a:ext uri="{FF2B5EF4-FFF2-40B4-BE49-F238E27FC236}">
                    <a16:creationId xmlns:a16="http://schemas.microsoft.com/office/drawing/2014/main" id="{1D9C09BE-6269-A842-AC45-76D8DA3B70D9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1" name="Teardrop 870">
                <a:extLst>
                  <a:ext uri="{FF2B5EF4-FFF2-40B4-BE49-F238E27FC236}">
                    <a16:creationId xmlns:a16="http://schemas.microsoft.com/office/drawing/2014/main" id="{5B22DA9F-FB02-914C-B9E8-368E1D60869F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2" name="Teardrop 871">
                <a:extLst>
                  <a:ext uri="{FF2B5EF4-FFF2-40B4-BE49-F238E27FC236}">
                    <a16:creationId xmlns:a16="http://schemas.microsoft.com/office/drawing/2014/main" id="{E4B8DD80-5BD0-AC46-B810-EAD2FDCCB03D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3" name="Teardrop 872">
                <a:extLst>
                  <a:ext uri="{FF2B5EF4-FFF2-40B4-BE49-F238E27FC236}">
                    <a16:creationId xmlns:a16="http://schemas.microsoft.com/office/drawing/2014/main" id="{4B2AF29E-21C6-F34C-8E4F-CBFEB30E2DAD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4" name="Teardrop 873">
                <a:extLst>
                  <a:ext uri="{FF2B5EF4-FFF2-40B4-BE49-F238E27FC236}">
                    <a16:creationId xmlns:a16="http://schemas.microsoft.com/office/drawing/2014/main" id="{3214F8E2-2F47-FA44-94D1-23E6FF2E09B0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5" name="Teardrop 874">
                <a:extLst>
                  <a:ext uri="{FF2B5EF4-FFF2-40B4-BE49-F238E27FC236}">
                    <a16:creationId xmlns:a16="http://schemas.microsoft.com/office/drawing/2014/main" id="{717F0F0E-20C9-3D47-A5E3-772C72802525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6" name="Teardrop 875">
                <a:extLst>
                  <a:ext uri="{FF2B5EF4-FFF2-40B4-BE49-F238E27FC236}">
                    <a16:creationId xmlns:a16="http://schemas.microsoft.com/office/drawing/2014/main" id="{6FB7196D-2E16-2043-A035-F70BE93B6AE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7" name="Teardrop 876">
                <a:extLst>
                  <a:ext uri="{FF2B5EF4-FFF2-40B4-BE49-F238E27FC236}">
                    <a16:creationId xmlns:a16="http://schemas.microsoft.com/office/drawing/2014/main" id="{2CF70248-2C31-CB4C-A6EF-0554377840DA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8" name="Teardrop 877">
                <a:extLst>
                  <a:ext uri="{FF2B5EF4-FFF2-40B4-BE49-F238E27FC236}">
                    <a16:creationId xmlns:a16="http://schemas.microsoft.com/office/drawing/2014/main" id="{A7DFB380-ED65-E447-80D3-66A1169BAA9E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9" name="Teardrop 878">
                <a:extLst>
                  <a:ext uri="{FF2B5EF4-FFF2-40B4-BE49-F238E27FC236}">
                    <a16:creationId xmlns:a16="http://schemas.microsoft.com/office/drawing/2014/main" id="{BA130646-AAD4-694A-9EC5-1ED4778F717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0" name="Teardrop 879">
                <a:extLst>
                  <a:ext uri="{FF2B5EF4-FFF2-40B4-BE49-F238E27FC236}">
                    <a16:creationId xmlns:a16="http://schemas.microsoft.com/office/drawing/2014/main" id="{1328A1B6-A8BE-0147-A3CF-7B53AFC84B5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1" name="Teardrop 880">
                <a:extLst>
                  <a:ext uri="{FF2B5EF4-FFF2-40B4-BE49-F238E27FC236}">
                    <a16:creationId xmlns:a16="http://schemas.microsoft.com/office/drawing/2014/main" id="{DF8214B4-D1BA-AE4C-8D93-82E7FE949350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2" name="Teardrop 881">
                <a:extLst>
                  <a:ext uri="{FF2B5EF4-FFF2-40B4-BE49-F238E27FC236}">
                    <a16:creationId xmlns:a16="http://schemas.microsoft.com/office/drawing/2014/main" id="{6012026D-2B2A-7A41-A970-37F863D45DE4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3" name="Teardrop 882">
                <a:extLst>
                  <a:ext uri="{FF2B5EF4-FFF2-40B4-BE49-F238E27FC236}">
                    <a16:creationId xmlns:a16="http://schemas.microsoft.com/office/drawing/2014/main" id="{668A9AE4-BB35-F84D-A610-8A5ED227A0B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91C43998-26BD-804D-B001-DFAD5EF2F1F4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824" name="Oval 1">
                <a:extLst>
                  <a:ext uri="{FF2B5EF4-FFF2-40B4-BE49-F238E27FC236}">
                    <a16:creationId xmlns:a16="http://schemas.microsoft.com/office/drawing/2014/main" id="{500BAE15-66F3-914F-9CA5-BE98E88E1D2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5" name="Teardrop 824">
                <a:extLst>
                  <a:ext uri="{FF2B5EF4-FFF2-40B4-BE49-F238E27FC236}">
                    <a16:creationId xmlns:a16="http://schemas.microsoft.com/office/drawing/2014/main" id="{8FCF21E0-5C75-5E45-A00B-88625BAD3E3F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6" name="Teardrop 825">
                <a:extLst>
                  <a:ext uri="{FF2B5EF4-FFF2-40B4-BE49-F238E27FC236}">
                    <a16:creationId xmlns:a16="http://schemas.microsoft.com/office/drawing/2014/main" id="{C24DEF58-5F7B-6B4C-BB0A-EF9B2A49664F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7" name="Teardrop 826">
                <a:extLst>
                  <a:ext uri="{FF2B5EF4-FFF2-40B4-BE49-F238E27FC236}">
                    <a16:creationId xmlns:a16="http://schemas.microsoft.com/office/drawing/2014/main" id="{2CFCD5F9-BC45-D24F-B8EA-10553CA18360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8" name="Teardrop 827">
                <a:extLst>
                  <a:ext uri="{FF2B5EF4-FFF2-40B4-BE49-F238E27FC236}">
                    <a16:creationId xmlns:a16="http://schemas.microsoft.com/office/drawing/2014/main" id="{9E17E47C-C45A-794D-B49C-83A19AD4E3F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9" name="Teardrop 828">
                <a:extLst>
                  <a:ext uri="{FF2B5EF4-FFF2-40B4-BE49-F238E27FC236}">
                    <a16:creationId xmlns:a16="http://schemas.microsoft.com/office/drawing/2014/main" id="{D00461FC-F1A0-3D45-9473-641FFCB6C93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0" name="Teardrop 829">
                <a:extLst>
                  <a:ext uri="{FF2B5EF4-FFF2-40B4-BE49-F238E27FC236}">
                    <a16:creationId xmlns:a16="http://schemas.microsoft.com/office/drawing/2014/main" id="{4D168176-7D40-3149-BBBC-33A1E32964EF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1" name="Teardrop 830">
                <a:extLst>
                  <a:ext uri="{FF2B5EF4-FFF2-40B4-BE49-F238E27FC236}">
                    <a16:creationId xmlns:a16="http://schemas.microsoft.com/office/drawing/2014/main" id="{F657B5A3-3500-DA4F-8585-10FAF5C5B87D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2" name="Teardrop 831">
                <a:extLst>
                  <a:ext uri="{FF2B5EF4-FFF2-40B4-BE49-F238E27FC236}">
                    <a16:creationId xmlns:a16="http://schemas.microsoft.com/office/drawing/2014/main" id="{77898890-025D-5544-92E5-D752FF5A775D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3" name="Teardrop 832">
                <a:extLst>
                  <a:ext uri="{FF2B5EF4-FFF2-40B4-BE49-F238E27FC236}">
                    <a16:creationId xmlns:a16="http://schemas.microsoft.com/office/drawing/2014/main" id="{E523D914-2461-7647-8289-703C0622E387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4" name="Teardrop 833">
                <a:extLst>
                  <a:ext uri="{FF2B5EF4-FFF2-40B4-BE49-F238E27FC236}">
                    <a16:creationId xmlns:a16="http://schemas.microsoft.com/office/drawing/2014/main" id="{373D4956-0F02-8D40-B7EA-DC603FA06C38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Teardrop 834">
                <a:extLst>
                  <a:ext uri="{FF2B5EF4-FFF2-40B4-BE49-F238E27FC236}">
                    <a16:creationId xmlns:a16="http://schemas.microsoft.com/office/drawing/2014/main" id="{428D8B19-0670-CB42-BA8A-705A0FFEF08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6" name="Teardrop 835">
                <a:extLst>
                  <a:ext uri="{FF2B5EF4-FFF2-40B4-BE49-F238E27FC236}">
                    <a16:creationId xmlns:a16="http://schemas.microsoft.com/office/drawing/2014/main" id="{3BADF878-B0C5-174A-9F3B-74755CBF382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7" name="Teardrop 836">
                <a:extLst>
                  <a:ext uri="{FF2B5EF4-FFF2-40B4-BE49-F238E27FC236}">
                    <a16:creationId xmlns:a16="http://schemas.microsoft.com/office/drawing/2014/main" id="{38B57E01-9CD9-F542-8A24-BA291589D57C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8" name="Teardrop 837">
                <a:extLst>
                  <a:ext uri="{FF2B5EF4-FFF2-40B4-BE49-F238E27FC236}">
                    <a16:creationId xmlns:a16="http://schemas.microsoft.com/office/drawing/2014/main" id="{42266A2C-E900-6F4D-8A96-2FC1831697F6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9" name="Teardrop 838">
                <a:extLst>
                  <a:ext uri="{FF2B5EF4-FFF2-40B4-BE49-F238E27FC236}">
                    <a16:creationId xmlns:a16="http://schemas.microsoft.com/office/drawing/2014/main" id="{E6DE2AE0-7AFB-CC4D-9EEC-BEBEA8ED4CF8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0" name="Teardrop 839">
                <a:extLst>
                  <a:ext uri="{FF2B5EF4-FFF2-40B4-BE49-F238E27FC236}">
                    <a16:creationId xmlns:a16="http://schemas.microsoft.com/office/drawing/2014/main" id="{49656B1E-9C07-D648-8FF2-8AE01D8DE674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1" name="Teardrop 840">
                <a:extLst>
                  <a:ext uri="{FF2B5EF4-FFF2-40B4-BE49-F238E27FC236}">
                    <a16:creationId xmlns:a16="http://schemas.microsoft.com/office/drawing/2014/main" id="{8649CB1B-DFA0-4A44-A743-DEED8FA0A56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2" name="Teardrop 841">
                <a:extLst>
                  <a:ext uri="{FF2B5EF4-FFF2-40B4-BE49-F238E27FC236}">
                    <a16:creationId xmlns:a16="http://schemas.microsoft.com/office/drawing/2014/main" id="{E6C42868-0010-7846-8E57-EDFF9E932661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3" name="Teardrop 842">
                <a:extLst>
                  <a:ext uri="{FF2B5EF4-FFF2-40B4-BE49-F238E27FC236}">
                    <a16:creationId xmlns:a16="http://schemas.microsoft.com/office/drawing/2014/main" id="{A7177D41-0B10-6D4C-89CD-A36864F5F54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4" name="Teardrop 843">
                <a:extLst>
                  <a:ext uri="{FF2B5EF4-FFF2-40B4-BE49-F238E27FC236}">
                    <a16:creationId xmlns:a16="http://schemas.microsoft.com/office/drawing/2014/main" id="{585281EE-80D7-C94E-A0D3-78B4F7A8026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5" name="Teardrop 844">
                <a:extLst>
                  <a:ext uri="{FF2B5EF4-FFF2-40B4-BE49-F238E27FC236}">
                    <a16:creationId xmlns:a16="http://schemas.microsoft.com/office/drawing/2014/main" id="{C7F96B39-6546-6A45-8A2A-5E87E938263A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6" name="Teardrop 845">
                <a:extLst>
                  <a:ext uri="{FF2B5EF4-FFF2-40B4-BE49-F238E27FC236}">
                    <a16:creationId xmlns:a16="http://schemas.microsoft.com/office/drawing/2014/main" id="{E3FBFEE3-9E7B-DE4D-A11F-5DFCA5925D0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7" name="Teardrop 846">
                <a:extLst>
                  <a:ext uri="{FF2B5EF4-FFF2-40B4-BE49-F238E27FC236}">
                    <a16:creationId xmlns:a16="http://schemas.microsoft.com/office/drawing/2014/main" id="{0EB657A1-BA4D-9E4B-8A3F-DF1B53C13127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8" name="Teardrop 847">
                <a:extLst>
                  <a:ext uri="{FF2B5EF4-FFF2-40B4-BE49-F238E27FC236}">
                    <a16:creationId xmlns:a16="http://schemas.microsoft.com/office/drawing/2014/main" id="{166B75C5-98EC-654B-B799-53CD682003C2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9" name="Teardrop 848">
                <a:extLst>
                  <a:ext uri="{FF2B5EF4-FFF2-40B4-BE49-F238E27FC236}">
                    <a16:creationId xmlns:a16="http://schemas.microsoft.com/office/drawing/2014/main" id="{7667E74B-8300-5143-83DE-154C68FF892D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0" name="Teardrop 849">
                <a:extLst>
                  <a:ext uri="{FF2B5EF4-FFF2-40B4-BE49-F238E27FC236}">
                    <a16:creationId xmlns:a16="http://schemas.microsoft.com/office/drawing/2014/main" id="{E1EA4ACC-30CB-0049-90A4-ACFAD94C693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1" name="Teardrop 850">
                <a:extLst>
                  <a:ext uri="{FF2B5EF4-FFF2-40B4-BE49-F238E27FC236}">
                    <a16:creationId xmlns:a16="http://schemas.microsoft.com/office/drawing/2014/main" id="{13480D3F-A5BF-6941-96FF-CE8DB24BF1E9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2" name="Teardrop 851">
                <a:extLst>
                  <a:ext uri="{FF2B5EF4-FFF2-40B4-BE49-F238E27FC236}">
                    <a16:creationId xmlns:a16="http://schemas.microsoft.com/office/drawing/2014/main" id="{7B04FFA7-A693-DA44-96CA-E7912C31EA4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3" name="Teardrop 852">
                <a:extLst>
                  <a:ext uri="{FF2B5EF4-FFF2-40B4-BE49-F238E27FC236}">
                    <a16:creationId xmlns:a16="http://schemas.microsoft.com/office/drawing/2014/main" id="{10886166-DAA4-F548-93CB-15AB0C539F30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A5EFC9A7-794E-6F42-A394-B5B5ED3E3216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794" name="Oval 1">
                <a:extLst>
                  <a:ext uri="{FF2B5EF4-FFF2-40B4-BE49-F238E27FC236}">
                    <a16:creationId xmlns:a16="http://schemas.microsoft.com/office/drawing/2014/main" id="{DDE10DEE-DD43-B341-9000-AF93C1AD660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5" name="Teardrop 794">
                <a:extLst>
                  <a:ext uri="{FF2B5EF4-FFF2-40B4-BE49-F238E27FC236}">
                    <a16:creationId xmlns:a16="http://schemas.microsoft.com/office/drawing/2014/main" id="{FEF0228D-6CA1-024A-8039-807C6EA2973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6" name="Teardrop 795">
                <a:extLst>
                  <a:ext uri="{FF2B5EF4-FFF2-40B4-BE49-F238E27FC236}">
                    <a16:creationId xmlns:a16="http://schemas.microsoft.com/office/drawing/2014/main" id="{0DAD910A-B83D-6F45-9BCB-82DC567F6FD7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7" name="Teardrop 796">
                <a:extLst>
                  <a:ext uri="{FF2B5EF4-FFF2-40B4-BE49-F238E27FC236}">
                    <a16:creationId xmlns:a16="http://schemas.microsoft.com/office/drawing/2014/main" id="{79EFFDE4-0D10-C24F-AC6D-12E73BD910BF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8" name="Teardrop 797">
                <a:extLst>
                  <a:ext uri="{FF2B5EF4-FFF2-40B4-BE49-F238E27FC236}">
                    <a16:creationId xmlns:a16="http://schemas.microsoft.com/office/drawing/2014/main" id="{E959F0ED-C5B3-E24E-8D3B-A1E9688AB132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9" name="Teardrop 798">
                <a:extLst>
                  <a:ext uri="{FF2B5EF4-FFF2-40B4-BE49-F238E27FC236}">
                    <a16:creationId xmlns:a16="http://schemas.microsoft.com/office/drawing/2014/main" id="{017BEC3A-8337-AA4D-8C5C-5EBCDFB0862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0" name="Teardrop 799">
                <a:extLst>
                  <a:ext uri="{FF2B5EF4-FFF2-40B4-BE49-F238E27FC236}">
                    <a16:creationId xmlns:a16="http://schemas.microsoft.com/office/drawing/2014/main" id="{9692B09C-989F-1745-B221-FC8F1FA742A8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1" name="Teardrop 800">
                <a:extLst>
                  <a:ext uri="{FF2B5EF4-FFF2-40B4-BE49-F238E27FC236}">
                    <a16:creationId xmlns:a16="http://schemas.microsoft.com/office/drawing/2014/main" id="{C7DCE590-A8E0-714B-9542-67765064185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2" name="Teardrop 801">
                <a:extLst>
                  <a:ext uri="{FF2B5EF4-FFF2-40B4-BE49-F238E27FC236}">
                    <a16:creationId xmlns:a16="http://schemas.microsoft.com/office/drawing/2014/main" id="{D624F427-9214-084F-9773-63170AD5C0D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3" name="Teardrop 802">
                <a:extLst>
                  <a:ext uri="{FF2B5EF4-FFF2-40B4-BE49-F238E27FC236}">
                    <a16:creationId xmlns:a16="http://schemas.microsoft.com/office/drawing/2014/main" id="{8516219A-33BC-DC48-A57F-64AD87FF43C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4" name="Teardrop 803">
                <a:extLst>
                  <a:ext uri="{FF2B5EF4-FFF2-40B4-BE49-F238E27FC236}">
                    <a16:creationId xmlns:a16="http://schemas.microsoft.com/office/drawing/2014/main" id="{C3079F3D-B523-154B-85F7-7182F092861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5" name="Teardrop 804">
                <a:extLst>
                  <a:ext uri="{FF2B5EF4-FFF2-40B4-BE49-F238E27FC236}">
                    <a16:creationId xmlns:a16="http://schemas.microsoft.com/office/drawing/2014/main" id="{BC243A7A-DBA6-F24F-85D3-B07F5453A7BB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6" name="Teardrop 805">
                <a:extLst>
                  <a:ext uri="{FF2B5EF4-FFF2-40B4-BE49-F238E27FC236}">
                    <a16:creationId xmlns:a16="http://schemas.microsoft.com/office/drawing/2014/main" id="{2B2E4554-8E56-9D4A-8F42-5599EA953BB9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7" name="Teardrop 806">
                <a:extLst>
                  <a:ext uri="{FF2B5EF4-FFF2-40B4-BE49-F238E27FC236}">
                    <a16:creationId xmlns:a16="http://schemas.microsoft.com/office/drawing/2014/main" id="{84598B2F-6799-AE40-8CF1-FBB1AA15279F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8" name="Teardrop 807">
                <a:extLst>
                  <a:ext uri="{FF2B5EF4-FFF2-40B4-BE49-F238E27FC236}">
                    <a16:creationId xmlns:a16="http://schemas.microsoft.com/office/drawing/2014/main" id="{07705D26-E145-AF4B-8114-67CDF15AEC2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9" name="Teardrop 808">
                <a:extLst>
                  <a:ext uri="{FF2B5EF4-FFF2-40B4-BE49-F238E27FC236}">
                    <a16:creationId xmlns:a16="http://schemas.microsoft.com/office/drawing/2014/main" id="{8BC362D5-DAE8-3A4D-A9F7-E618C3E0765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0" name="Teardrop 809">
                <a:extLst>
                  <a:ext uri="{FF2B5EF4-FFF2-40B4-BE49-F238E27FC236}">
                    <a16:creationId xmlns:a16="http://schemas.microsoft.com/office/drawing/2014/main" id="{7DA7A30F-BC4E-014F-B133-CD7DEBCAF779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1" name="Teardrop 810">
                <a:extLst>
                  <a:ext uri="{FF2B5EF4-FFF2-40B4-BE49-F238E27FC236}">
                    <a16:creationId xmlns:a16="http://schemas.microsoft.com/office/drawing/2014/main" id="{62001B01-CB37-DB47-8EAC-296B9ACD3DD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2" name="Teardrop 811">
                <a:extLst>
                  <a:ext uri="{FF2B5EF4-FFF2-40B4-BE49-F238E27FC236}">
                    <a16:creationId xmlns:a16="http://schemas.microsoft.com/office/drawing/2014/main" id="{5D9CE3B4-EC06-1645-8630-F4C8773CDAC1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3" name="Teardrop 812">
                <a:extLst>
                  <a:ext uri="{FF2B5EF4-FFF2-40B4-BE49-F238E27FC236}">
                    <a16:creationId xmlns:a16="http://schemas.microsoft.com/office/drawing/2014/main" id="{EBCA5551-72F9-8147-90C1-E56357FBDF5D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4" name="Teardrop 813">
                <a:extLst>
                  <a:ext uri="{FF2B5EF4-FFF2-40B4-BE49-F238E27FC236}">
                    <a16:creationId xmlns:a16="http://schemas.microsoft.com/office/drawing/2014/main" id="{2BD6B551-50E2-8D42-900A-4F99ABE01D89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5" name="Teardrop 814">
                <a:extLst>
                  <a:ext uri="{FF2B5EF4-FFF2-40B4-BE49-F238E27FC236}">
                    <a16:creationId xmlns:a16="http://schemas.microsoft.com/office/drawing/2014/main" id="{C79452C6-016C-8249-95DD-A6CA5EBE5C58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6" name="Teardrop 815">
                <a:extLst>
                  <a:ext uri="{FF2B5EF4-FFF2-40B4-BE49-F238E27FC236}">
                    <a16:creationId xmlns:a16="http://schemas.microsoft.com/office/drawing/2014/main" id="{A4982F3F-ADCD-814B-B858-248154730C9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7" name="Teardrop 816">
                <a:extLst>
                  <a:ext uri="{FF2B5EF4-FFF2-40B4-BE49-F238E27FC236}">
                    <a16:creationId xmlns:a16="http://schemas.microsoft.com/office/drawing/2014/main" id="{783D7C9F-9B58-8047-AFEC-B68B6C0AD3BE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8" name="Teardrop 817">
                <a:extLst>
                  <a:ext uri="{FF2B5EF4-FFF2-40B4-BE49-F238E27FC236}">
                    <a16:creationId xmlns:a16="http://schemas.microsoft.com/office/drawing/2014/main" id="{072A39F3-EAE6-834D-9769-086079488DC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9" name="Teardrop 818">
                <a:extLst>
                  <a:ext uri="{FF2B5EF4-FFF2-40B4-BE49-F238E27FC236}">
                    <a16:creationId xmlns:a16="http://schemas.microsoft.com/office/drawing/2014/main" id="{F4B5AA32-D383-4446-81FE-6EEEDFB8C954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0" name="Teardrop 819">
                <a:extLst>
                  <a:ext uri="{FF2B5EF4-FFF2-40B4-BE49-F238E27FC236}">
                    <a16:creationId xmlns:a16="http://schemas.microsoft.com/office/drawing/2014/main" id="{1FA62561-59ED-8B4E-98E9-1F0D3043E92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1" name="Teardrop 820">
                <a:extLst>
                  <a:ext uri="{FF2B5EF4-FFF2-40B4-BE49-F238E27FC236}">
                    <a16:creationId xmlns:a16="http://schemas.microsoft.com/office/drawing/2014/main" id="{ED83F2C3-8AD0-9F48-9BDA-DB9A061A00B9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2" name="Teardrop 821">
                <a:extLst>
                  <a:ext uri="{FF2B5EF4-FFF2-40B4-BE49-F238E27FC236}">
                    <a16:creationId xmlns:a16="http://schemas.microsoft.com/office/drawing/2014/main" id="{8575F6D9-DFE0-9A44-AB5D-396E15D0A6D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3" name="Teardrop 822">
                <a:extLst>
                  <a:ext uri="{FF2B5EF4-FFF2-40B4-BE49-F238E27FC236}">
                    <a16:creationId xmlns:a16="http://schemas.microsoft.com/office/drawing/2014/main" id="{A417E146-3C85-D14B-8DD6-BC592AD49A0D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84" name="Group 883">
            <a:extLst>
              <a:ext uri="{FF2B5EF4-FFF2-40B4-BE49-F238E27FC236}">
                <a16:creationId xmlns:a16="http://schemas.microsoft.com/office/drawing/2014/main" id="{E157EA1A-DCCB-844D-B65E-10C422EAEDFE}"/>
              </a:ext>
            </a:extLst>
          </p:cNvPr>
          <p:cNvGrpSpPr/>
          <p:nvPr/>
        </p:nvGrpSpPr>
        <p:grpSpPr>
          <a:xfrm>
            <a:off x="4592494" y="5185380"/>
            <a:ext cx="2133588" cy="1653390"/>
            <a:chOff x="2216336" y="289820"/>
            <a:chExt cx="5596696" cy="5142625"/>
          </a:xfrm>
        </p:grpSpPr>
        <p:cxnSp>
          <p:nvCxnSpPr>
            <p:cNvPr id="885" name="Straight Connector 884">
              <a:extLst>
                <a:ext uri="{FF2B5EF4-FFF2-40B4-BE49-F238E27FC236}">
                  <a16:creationId xmlns:a16="http://schemas.microsoft.com/office/drawing/2014/main" id="{A0B44D03-4896-134B-BBC3-76DEF4E37986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886" name="Triangle 885">
              <a:extLst>
                <a:ext uri="{FF2B5EF4-FFF2-40B4-BE49-F238E27FC236}">
                  <a16:creationId xmlns:a16="http://schemas.microsoft.com/office/drawing/2014/main" id="{18E8D891-F7EF-724E-842B-8EFA925AD1A9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7" name="Triangle 263">
              <a:extLst>
                <a:ext uri="{FF2B5EF4-FFF2-40B4-BE49-F238E27FC236}">
                  <a16:creationId xmlns:a16="http://schemas.microsoft.com/office/drawing/2014/main" id="{A7637EAE-77AC-C942-BF5D-1FF7522F6C99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8" name="Triangle 264">
              <a:extLst>
                <a:ext uri="{FF2B5EF4-FFF2-40B4-BE49-F238E27FC236}">
                  <a16:creationId xmlns:a16="http://schemas.microsoft.com/office/drawing/2014/main" id="{1C2D322D-CCAC-EF4B-9E46-EC685C93A124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89" name="Triangle 264">
              <a:extLst>
                <a:ext uri="{FF2B5EF4-FFF2-40B4-BE49-F238E27FC236}">
                  <a16:creationId xmlns:a16="http://schemas.microsoft.com/office/drawing/2014/main" id="{8E00A656-3179-F449-AB37-FA3349A3241C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0" name="Triangle 889">
              <a:extLst>
                <a:ext uri="{FF2B5EF4-FFF2-40B4-BE49-F238E27FC236}">
                  <a16:creationId xmlns:a16="http://schemas.microsoft.com/office/drawing/2014/main" id="{6FAE7619-91FC-4C44-BF86-4784C2F31C1A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1" name="Triangle 263">
              <a:extLst>
                <a:ext uri="{FF2B5EF4-FFF2-40B4-BE49-F238E27FC236}">
                  <a16:creationId xmlns:a16="http://schemas.microsoft.com/office/drawing/2014/main" id="{B565A2B8-C76B-434F-8E0D-199BA016AE41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2" name="Triangle 264">
              <a:extLst>
                <a:ext uri="{FF2B5EF4-FFF2-40B4-BE49-F238E27FC236}">
                  <a16:creationId xmlns:a16="http://schemas.microsoft.com/office/drawing/2014/main" id="{F6B3AEB5-5333-4C48-ACF5-C49222D59B87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3" name="Freeform 892">
              <a:extLst>
                <a:ext uri="{FF2B5EF4-FFF2-40B4-BE49-F238E27FC236}">
                  <a16:creationId xmlns:a16="http://schemas.microsoft.com/office/drawing/2014/main" id="{A02368F4-B78B-D34A-9D43-BFC33B8D6B9A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4" name="Triangle 264">
              <a:extLst>
                <a:ext uri="{FF2B5EF4-FFF2-40B4-BE49-F238E27FC236}">
                  <a16:creationId xmlns:a16="http://schemas.microsoft.com/office/drawing/2014/main" id="{54F97512-063D-9B42-9181-74EFE9DB1AC2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5" name="Triangle 264">
              <a:extLst>
                <a:ext uri="{FF2B5EF4-FFF2-40B4-BE49-F238E27FC236}">
                  <a16:creationId xmlns:a16="http://schemas.microsoft.com/office/drawing/2014/main" id="{D8DCFDB5-46BC-9742-A23B-BF5F7B50EB7A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6" name="Triangle 264">
              <a:extLst>
                <a:ext uri="{FF2B5EF4-FFF2-40B4-BE49-F238E27FC236}">
                  <a16:creationId xmlns:a16="http://schemas.microsoft.com/office/drawing/2014/main" id="{F5A34F26-AE38-2148-8EB9-CA04958F067C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897" name="Freeform 896">
              <a:extLst>
                <a:ext uri="{FF2B5EF4-FFF2-40B4-BE49-F238E27FC236}">
                  <a16:creationId xmlns:a16="http://schemas.microsoft.com/office/drawing/2014/main" id="{7447A04F-287B-A944-A752-CE1FD19169ED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898" name="Group 897">
              <a:extLst>
                <a:ext uri="{FF2B5EF4-FFF2-40B4-BE49-F238E27FC236}">
                  <a16:creationId xmlns:a16="http://schemas.microsoft.com/office/drawing/2014/main" id="{D09AF722-85A9-9441-B398-1E99442E4B72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961" name="Oval 1">
                <a:extLst>
                  <a:ext uri="{FF2B5EF4-FFF2-40B4-BE49-F238E27FC236}">
                    <a16:creationId xmlns:a16="http://schemas.microsoft.com/office/drawing/2014/main" id="{C4C03E37-2F98-EB4E-B8A7-14CE40E15725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2" name="Teardrop 961">
                <a:extLst>
                  <a:ext uri="{FF2B5EF4-FFF2-40B4-BE49-F238E27FC236}">
                    <a16:creationId xmlns:a16="http://schemas.microsoft.com/office/drawing/2014/main" id="{812DC3DB-8EE3-6840-A073-F27A8C1C216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Teardrop 962">
                <a:extLst>
                  <a:ext uri="{FF2B5EF4-FFF2-40B4-BE49-F238E27FC236}">
                    <a16:creationId xmlns:a16="http://schemas.microsoft.com/office/drawing/2014/main" id="{5B8EECA3-F674-3941-8549-166DF182C41F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4" name="Teardrop 963">
                <a:extLst>
                  <a:ext uri="{FF2B5EF4-FFF2-40B4-BE49-F238E27FC236}">
                    <a16:creationId xmlns:a16="http://schemas.microsoft.com/office/drawing/2014/main" id="{430BB503-84AA-9D47-B9E7-52BD4DB5385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5" name="Teardrop 964">
                <a:extLst>
                  <a:ext uri="{FF2B5EF4-FFF2-40B4-BE49-F238E27FC236}">
                    <a16:creationId xmlns:a16="http://schemas.microsoft.com/office/drawing/2014/main" id="{624A04CE-16F7-FF4A-B2A3-E484CE97686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6" name="Teardrop 965">
                <a:extLst>
                  <a:ext uri="{FF2B5EF4-FFF2-40B4-BE49-F238E27FC236}">
                    <a16:creationId xmlns:a16="http://schemas.microsoft.com/office/drawing/2014/main" id="{C5C002F1-E0D3-A643-B2C6-8132EBDF7CB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7" name="Teardrop 966">
                <a:extLst>
                  <a:ext uri="{FF2B5EF4-FFF2-40B4-BE49-F238E27FC236}">
                    <a16:creationId xmlns:a16="http://schemas.microsoft.com/office/drawing/2014/main" id="{7DC4318C-45B8-8B48-A8BB-806386CCBBE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8" name="Teardrop 967">
                <a:extLst>
                  <a:ext uri="{FF2B5EF4-FFF2-40B4-BE49-F238E27FC236}">
                    <a16:creationId xmlns:a16="http://schemas.microsoft.com/office/drawing/2014/main" id="{85E0094C-02F6-F442-BE25-A747832E155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9" name="Teardrop 968">
                <a:extLst>
                  <a:ext uri="{FF2B5EF4-FFF2-40B4-BE49-F238E27FC236}">
                    <a16:creationId xmlns:a16="http://schemas.microsoft.com/office/drawing/2014/main" id="{81392C06-46BA-BC49-8ACE-EFA55F379E0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0" name="Teardrop 969">
                <a:extLst>
                  <a:ext uri="{FF2B5EF4-FFF2-40B4-BE49-F238E27FC236}">
                    <a16:creationId xmlns:a16="http://schemas.microsoft.com/office/drawing/2014/main" id="{AC344621-6942-0C45-B873-30D716CB9E9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1" name="Teardrop 970">
                <a:extLst>
                  <a:ext uri="{FF2B5EF4-FFF2-40B4-BE49-F238E27FC236}">
                    <a16:creationId xmlns:a16="http://schemas.microsoft.com/office/drawing/2014/main" id="{4901C0F3-0A50-8145-952A-143ACFBEAEDB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2" name="Teardrop 971">
                <a:extLst>
                  <a:ext uri="{FF2B5EF4-FFF2-40B4-BE49-F238E27FC236}">
                    <a16:creationId xmlns:a16="http://schemas.microsoft.com/office/drawing/2014/main" id="{0081272C-2F1F-F541-8898-F9B68C4E5C69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3" name="Teardrop 972">
                <a:extLst>
                  <a:ext uri="{FF2B5EF4-FFF2-40B4-BE49-F238E27FC236}">
                    <a16:creationId xmlns:a16="http://schemas.microsoft.com/office/drawing/2014/main" id="{75A2DFF8-1079-4F4F-BA63-12D0C8FF8427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4" name="Teardrop 973">
                <a:extLst>
                  <a:ext uri="{FF2B5EF4-FFF2-40B4-BE49-F238E27FC236}">
                    <a16:creationId xmlns:a16="http://schemas.microsoft.com/office/drawing/2014/main" id="{072ACC13-05C9-DC45-98E2-58A255B1DEF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5" name="Teardrop 974">
                <a:extLst>
                  <a:ext uri="{FF2B5EF4-FFF2-40B4-BE49-F238E27FC236}">
                    <a16:creationId xmlns:a16="http://schemas.microsoft.com/office/drawing/2014/main" id="{F063A2B6-4DEB-7747-8A96-F87A9E7D749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6" name="Teardrop 975">
                <a:extLst>
                  <a:ext uri="{FF2B5EF4-FFF2-40B4-BE49-F238E27FC236}">
                    <a16:creationId xmlns:a16="http://schemas.microsoft.com/office/drawing/2014/main" id="{EC2439B5-2EC3-5041-A414-9939BEE1255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7" name="Teardrop 976">
                <a:extLst>
                  <a:ext uri="{FF2B5EF4-FFF2-40B4-BE49-F238E27FC236}">
                    <a16:creationId xmlns:a16="http://schemas.microsoft.com/office/drawing/2014/main" id="{0B4DAA7E-5E14-3744-BBDC-E636204F7530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8" name="Teardrop 977">
                <a:extLst>
                  <a:ext uri="{FF2B5EF4-FFF2-40B4-BE49-F238E27FC236}">
                    <a16:creationId xmlns:a16="http://schemas.microsoft.com/office/drawing/2014/main" id="{F260ED9D-5A23-3347-BB6C-B233860FE98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9" name="Teardrop 978">
                <a:extLst>
                  <a:ext uri="{FF2B5EF4-FFF2-40B4-BE49-F238E27FC236}">
                    <a16:creationId xmlns:a16="http://schemas.microsoft.com/office/drawing/2014/main" id="{6208D5E7-5BA1-FB40-8B7B-1420E6D03CA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0" name="Teardrop 979">
                <a:extLst>
                  <a:ext uri="{FF2B5EF4-FFF2-40B4-BE49-F238E27FC236}">
                    <a16:creationId xmlns:a16="http://schemas.microsoft.com/office/drawing/2014/main" id="{1D9802A9-4DBE-DF43-B6A9-C2DED0A91BB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1" name="Teardrop 980">
                <a:extLst>
                  <a:ext uri="{FF2B5EF4-FFF2-40B4-BE49-F238E27FC236}">
                    <a16:creationId xmlns:a16="http://schemas.microsoft.com/office/drawing/2014/main" id="{E1AADDCB-DB47-774A-B83F-439022F9997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2" name="Teardrop 981">
                <a:extLst>
                  <a:ext uri="{FF2B5EF4-FFF2-40B4-BE49-F238E27FC236}">
                    <a16:creationId xmlns:a16="http://schemas.microsoft.com/office/drawing/2014/main" id="{DEBEA0E0-0F63-864D-885F-EF96447AD8FE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3" name="Teardrop 982">
                <a:extLst>
                  <a:ext uri="{FF2B5EF4-FFF2-40B4-BE49-F238E27FC236}">
                    <a16:creationId xmlns:a16="http://schemas.microsoft.com/office/drawing/2014/main" id="{C02CEE4C-5F24-2047-BFBF-FBFD1EFCE6A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4" name="Teardrop 983">
                <a:extLst>
                  <a:ext uri="{FF2B5EF4-FFF2-40B4-BE49-F238E27FC236}">
                    <a16:creationId xmlns:a16="http://schemas.microsoft.com/office/drawing/2014/main" id="{6648839F-97E8-B14B-8627-5DEA8B85C395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5" name="Teardrop 984">
                <a:extLst>
                  <a:ext uri="{FF2B5EF4-FFF2-40B4-BE49-F238E27FC236}">
                    <a16:creationId xmlns:a16="http://schemas.microsoft.com/office/drawing/2014/main" id="{643B6D82-5FE4-974D-9B4F-B3D79882E45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6" name="Teardrop 985">
                <a:extLst>
                  <a:ext uri="{FF2B5EF4-FFF2-40B4-BE49-F238E27FC236}">
                    <a16:creationId xmlns:a16="http://schemas.microsoft.com/office/drawing/2014/main" id="{2E2A835A-56BB-AD4E-8E4C-425BE5B20022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7" name="Teardrop 986">
                <a:extLst>
                  <a:ext uri="{FF2B5EF4-FFF2-40B4-BE49-F238E27FC236}">
                    <a16:creationId xmlns:a16="http://schemas.microsoft.com/office/drawing/2014/main" id="{6C1A1002-023E-CF44-AA9A-3F2A119499B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8" name="Teardrop 987">
                <a:extLst>
                  <a:ext uri="{FF2B5EF4-FFF2-40B4-BE49-F238E27FC236}">
                    <a16:creationId xmlns:a16="http://schemas.microsoft.com/office/drawing/2014/main" id="{8ACB6967-03BE-A243-A990-A209506777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9" name="Teardrop 988">
                <a:extLst>
                  <a:ext uri="{FF2B5EF4-FFF2-40B4-BE49-F238E27FC236}">
                    <a16:creationId xmlns:a16="http://schemas.microsoft.com/office/drawing/2014/main" id="{E26161CA-4E95-A044-844F-E08A6C02140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0" name="Teardrop 989">
                <a:extLst>
                  <a:ext uri="{FF2B5EF4-FFF2-40B4-BE49-F238E27FC236}">
                    <a16:creationId xmlns:a16="http://schemas.microsoft.com/office/drawing/2014/main" id="{D1E8442B-BE56-1542-A5FE-6445D9AA253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C709E785-2CF6-6D48-8F2A-EA71E2FD1C3A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931" name="Oval 1">
                <a:extLst>
                  <a:ext uri="{FF2B5EF4-FFF2-40B4-BE49-F238E27FC236}">
                    <a16:creationId xmlns:a16="http://schemas.microsoft.com/office/drawing/2014/main" id="{FA03CB29-0D23-2D47-BBFF-FBC4051E11C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2" name="Teardrop 931">
                <a:extLst>
                  <a:ext uri="{FF2B5EF4-FFF2-40B4-BE49-F238E27FC236}">
                    <a16:creationId xmlns:a16="http://schemas.microsoft.com/office/drawing/2014/main" id="{520104C0-FF23-E740-B1EF-8D355F8FE54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3" name="Teardrop 932">
                <a:extLst>
                  <a:ext uri="{FF2B5EF4-FFF2-40B4-BE49-F238E27FC236}">
                    <a16:creationId xmlns:a16="http://schemas.microsoft.com/office/drawing/2014/main" id="{1C9A1D31-1811-744C-8273-B64B673D9CC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4" name="Teardrop 933">
                <a:extLst>
                  <a:ext uri="{FF2B5EF4-FFF2-40B4-BE49-F238E27FC236}">
                    <a16:creationId xmlns:a16="http://schemas.microsoft.com/office/drawing/2014/main" id="{C3ACFD4F-B072-0549-8380-5000BF749E7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5" name="Teardrop 934">
                <a:extLst>
                  <a:ext uri="{FF2B5EF4-FFF2-40B4-BE49-F238E27FC236}">
                    <a16:creationId xmlns:a16="http://schemas.microsoft.com/office/drawing/2014/main" id="{1258BD98-7D3A-E549-B5E6-3D15EA1D179B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6" name="Teardrop 935">
                <a:extLst>
                  <a:ext uri="{FF2B5EF4-FFF2-40B4-BE49-F238E27FC236}">
                    <a16:creationId xmlns:a16="http://schemas.microsoft.com/office/drawing/2014/main" id="{CAAE6402-0024-C943-80BD-43BD56D63DA7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7" name="Teardrop 936">
                <a:extLst>
                  <a:ext uri="{FF2B5EF4-FFF2-40B4-BE49-F238E27FC236}">
                    <a16:creationId xmlns:a16="http://schemas.microsoft.com/office/drawing/2014/main" id="{78529807-6AF3-1D47-8610-82E6860C2D0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8" name="Teardrop 937">
                <a:extLst>
                  <a:ext uri="{FF2B5EF4-FFF2-40B4-BE49-F238E27FC236}">
                    <a16:creationId xmlns:a16="http://schemas.microsoft.com/office/drawing/2014/main" id="{309BC0F1-5977-5C41-993B-1E8A7926A37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9" name="Teardrop 938">
                <a:extLst>
                  <a:ext uri="{FF2B5EF4-FFF2-40B4-BE49-F238E27FC236}">
                    <a16:creationId xmlns:a16="http://schemas.microsoft.com/office/drawing/2014/main" id="{8B8935DF-4ED9-684B-8646-FE1187F23992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0" name="Teardrop 939">
                <a:extLst>
                  <a:ext uri="{FF2B5EF4-FFF2-40B4-BE49-F238E27FC236}">
                    <a16:creationId xmlns:a16="http://schemas.microsoft.com/office/drawing/2014/main" id="{D6CD5169-78E4-564F-8D54-0106408D3C93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1" name="Teardrop 940">
                <a:extLst>
                  <a:ext uri="{FF2B5EF4-FFF2-40B4-BE49-F238E27FC236}">
                    <a16:creationId xmlns:a16="http://schemas.microsoft.com/office/drawing/2014/main" id="{F5CB67DA-9BE7-1A4C-BCD8-0B2AD1262B93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2" name="Teardrop 941">
                <a:extLst>
                  <a:ext uri="{FF2B5EF4-FFF2-40B4-BE49-F238E27FC236}">
                    <a16:creationId xmlns:a16="http://schemas.microsoft.com/office/drawing/2014/main" id="{71F09BFE-CA6C-7A4E-A6EE-3E2EF7E4448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3" name="Teardrop 942">
                <a:extLst>
                  <a:ext uri="{FF2B5EF4-FFF2-40B4-BE49-F238E27FC236}">
                    <a16:creationId xmlns:a16="http://schemas.microsoft.com/office/drawing/2014/main" id="{A5916F6C-C13A-134B-879B-5670F143568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4" name="Teardrop 943">
                <a:extLst>
                  <a:ext uri="{FF2B5EF4-FFF2-40B4-BE49-F238E27FC236}">
                    <a16:creationId xmlns:a16="http://schemas.microsoft.com/office/drawing/2014/main" id="{F8FED7AD-5B3F-A545-B514-E199DE803356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5" name="Teardrop 944">
                <a:extLst>
                  <a:ext uri="{FF2B5EF4-FFF2-40B4-BE49-F238E27FC236}">
                    <a16:creationId xmlns:a16="http://schemas.microsoft.com/office/drawing/2014/main" id="{2DE4AA0D-8BA2-D44A-A1E5-06B290178D34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6" name="Teardrop 945">
                <a:extLst>
                  <a:ext uri="{FF2B5EF4-FFF2-40B4-BE49-F238E27FC236}">
                    <a16:creationId xmlns:a16="http://schemas.microsoft.com/office/drawing/2014/main" id="{D013BED2-0D47-3247-81CC-A314C9AE6A69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7" name="Teardrop 946">
                <a:extLst>
                  <a:ext uri="{FF2B5EF4-FFF2-40B4-BE49-F238E27FC236}">
                    <a16:creationId xmlns:a16="http://schemas.microsoft.com/office/drawing/2014/main" id="{D7D2596F-9F3A-CC4A-BEEC-AFCE0C3BA75A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8" name="Teardrop 947">
                <a:extLst>
                  <a:ext uri="{FF2B5EF4-FFF2-40B4-BE49-F238E27FC236}">
                    <a16:creationId xmlns:a16="http://schemas.microsoft.com/office/drawing/2014/main" id="{8B57C339-113C-6343-A344-36E512C8A60F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9" name="Teardrop 948">
                <a:extLst>
                  <a:ext uri="{FF2B5EF4-FFF2-40B4-BE49-F238E27FC236}">
                    <a16:creationId xmlns:a16="http://schemas.microsoft.com/office/drawing/2014/main" id="{4054B9E6-B6B5-3146-AC29-9CCC70D2250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0" name="Teardrop 949">
                <a:extLst>
                  <a:ext uri="{FF2B5EF4-FFF2-40B4-BE49-F238E27FC236}">
                    <a16:creationId xmlns:a16="http://schemas.microsoft.com/office/drawing/2014/main" id="{CECB30DA-82CB-CD47-9C2E-4E7C9B17FCE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1" name="Teardrop 950">
                <a:extLst>
                  <a:ext uri="{FF2B5EF4-FFF2-40B4-BE49-F238E27FC236}">
                    <a16:creationId xmlns:a16="http://schemas.microsoft.com/office/drawing/2014/main" id="{3238A6AC-B32F-B742-B4D5-7D8363D7C1DD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2" name="Teardrop 951">
                <a:extLst>
                  <a:ext uri="{FF2B5EF4-FFF2-40B4-BE49-F238E27FC236}">
                    <a16:creationId xmlns:a16="http://schemas.microsoft.com/office/drawing/2014/main" id="{C6D1084C-F6DD-2A46-BE3B-D57D77531145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3" name="Teardrop 952">
                <a:extLst>
                  <a:ext uri="{FF2B5EF4-FFF2-40B4-BE49-F238E27FC236}">
                    <a16:creationId xmlns:a16="http://schemas.microsoft.com/office/drawing/2014/main" id="{1E97B8AF-10BC-9D48-912D-8D97FA1F10A5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4" name="Teardrop 953">
                <a:extLst>
                  <a:ext uri="{FF2B5EF4-FFF2-40B4-BE49-F238E27FC236}">
                    <a16:creationId xmlns:a16="http://schemas.microsoft.com/office/drawing/2014/main" id="{121FF8F1-371F-AB42-89DE-C9410DF4F682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5" name="Teardrop 954">
                <a:extLst>
                  <a:ext uri="{FF2B5EF4-FFF2-40B4-BE49-F238E27FC236}">
                    <a16:creationId xmlns:a16="http://schemas.microsoft.com/office/drawing/2014/main" id="{93B75A37-99F2-9D40-AEF7-B113E21DA897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6" name="Teardrop 955">
                <a:extLst>
                  <a:ext uri="{FF2B5EF4-FFF2-40B4-BE49-F238E27FC236}">
                    <a16:creationId xmlns:a16="http://schemas.microsoft.com/office/drawing/2014/main" id="{0BC1C552-9175-0245-B9A0-3DFD7FBE5A72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7" name="Teardrop 956">
                <a:extLst>
                  <a:ext uri="{FF2B5EF4-FFF2-40B4-BE49-F238E27FC236}">
                    <a16:creationId xmlns:a16="http://schemas.microsoft.com/office/drawing/2014/main" id="{B0454FDA-9B73-AA4F-8CDC-327558DA6515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8" name="Teardrop 957">
                <a:extLst>
                  <a:ext uri="{FF2B5EF4-FFF2-40B4-BE49-F238E27FC236}">
                    <a16:creationId xmlns:a16="http://schemas.microsoft.com/office/drawing/2014/main" id="{B9674822-AD51-9444-81E9-04FD74D1A7A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9" name="Teardrop 958">
                <a:extLst>
                  <a:ext uri="{FF2B5EF4-FFF2-40B4-BE49-F238E27FC236}">
                    <a16:creationId xmlns:a16="http://schemas.microsoft.com/office/drawing/2014/main" id="{02601755-D31C-084B-8943-D5AFF000B2D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0" name="Teardrop 959">
                <a:extLst>
                  <a:ext uri="{FF2B5EF4-FFF2-40B4-BE49-F238E27FC236}">
                    <a16:creationId xmlns:a16="http://schemas.microsoft.com/office/drawing/2014/main" id="{7990E743-356D-D14A-AD54-9531892750A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6598C41B-1107-5440-AB4B-C075590E4216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901" name="Oval 1">
                <a:extLst>
                  <a:ext uri="{FF2B5EF4-FFF2-40B4-BE49-F238E27FC236}">
                    <a16:creationId xmlns:a16="http://schemas.microsoft.com/office/drawing/2014/main" id="{E120D81A-C0F5-8C41-9C90-B3D75B81AE2E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2" name="Teardrop 901">
                <a:extLst>
                  <a:ext uri="{FF2B5EF4-FFF2-40B4-BE49-F238E27FC236}">
                    <a16:creationId xmlns:a16="http://schemas.microsoft.com/office/drawing/2014/main" id="{846B478F-F8D9-134F-A2D6-0AF957BFBE4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3" name="Teardrop 902">
                <a:extLst>
                  <a:ext uri="{FF2B5EF4-FFF2-40B4-BE49-F238E27FC236}">
                    <a16:creationId xmlns:a16="http://schemas.microsoft.com/office/drawing/2014/main" id="{AA2FDCCA-31D1-BA4A-BEBF-B6E6D120CA0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4" name="Teardrop 903">
                <a:extLst>
                  <a:ext uri="{FF2B5EF4-FFF2-40B4-BE49-F238E27FC236}">
                    <a16:creationId xmlns:a16="http://schemas.microsoft.com/office/drawing/2014/main" id="{53CC084F-66CE-3E4B-BEB9-25D7526E97A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5" name="Teardrop 904">
                <a:extLst>
                  <a:ext uri="{FF2B5EF4-FFF2-40B4-BE49-F238E27FC236}">
                    <a16:creationId xmlns:a16="http://schemas.microsoft.com/office/drawing/2014/main" id="{5B62FA71-F891-D34D-8CAD-579EC586C4F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6" name="Teardrop 905">
                <a:extLst>
                  <a:ext uri="{FF2B5EF4-FFF2-40B4-BE49-F238E27FC236}">
                    <a16:creationId xmlns:a16="http://schemas.microsoft.com/office/drawing/2014/main" id="{086AA279-BE0C-A149-89F3-13B57527CE8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7" name="Teardrop 906">
                <a:extLst>
                  <a:ext uri="{FF2B5EF4-FFF2-40B4-BE49-F238E27FC236}">
                    <a16:creationId xmlns:a16="http://schemas.microsoft.com/office/drawing/2014/main" id="{F78E7F2E-B5E7-9541-87F9-670E1604260E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8" name="Teardrop 907">
                <a:extLst>
                  <a:ext uri="{FF2B5EF4-FFF2-40B4-BE49-F238E27FC236}">
                    <a16:creationId xmlns:a16="http://schemas.microsoft.com/office/drawing/2014/main" id="{7FCF9F92-32F4-054A-AF55-F2EE8BAF4DA4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9" name="Teardrop 908">
                <a:extLst>
                  <a:ext uri="{FF2B5EF4-FFF2-40B4-BE49-F238E27FC236}">
                    <a16:creationId xmlns:a16="http://schemas.microsoft.com/office/drawing/2014/main" id="{693A8C51-1111-E544-BD7C-1FD40D367477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0" name="Teardrop 909">
                <a:extLst>
                  <a:ext uri="{FF2B5EF4-FFF2-40B4-BE49-F238E27FC236}">
                    <a16:creationId xmlns:a16="http://schemas.microsoft.com/office/drawing/2014/main" id="{D3CF5A77-ED78-C047-8686-56520F2FAF65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1" name="Teardrop 910">
                <a:extLst>
                  <a:ext uri="{FF2B5EF4-FFF2-40B4-BE49-F238E27FC236}">
                    <a16:creationId xmlns:a16="http://schemas.microsoft.com/office/drawing/2014/main" id="{568E496A-DA5E-C144-B48B-14FB1BBEF749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2" name="Teardrop 911">
                <a:extLst>
                  <a:ext uri="{FF2B5EF4-FFF2-40B4-BE49-F238E27FC236}">
                    <a16:creationId xmlns:a16="http://schemas.microsoft.com/office/drawing/2014/main" id="{38C0A5B8-B681-7349-B341-8876BAFFD32D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3" name="Teardrop 912">
                <a:extLst>
                  <a:ext uri="{FF2B5EF4-FFF2-40B4-BE49-F238E27FC236}">
                    <a16:creationId xmlns:a16="http://schemas.microsoft.com/office/drawing/2014/main" id="{32718C3A-3425-D946-ABBD-FE11B7975E8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4" name="Teardrop 913">
                <a:extLst>
                  <a:ext uri="{FF2B5EF4-FFF2-40B4-BE49-F238E27FC236}">
                    <a16:creationId xmlns:a16="http://schemas.microsoft.com/office/drawing/2014/main" id="{8D00E60C-4AAB-824C-BBB4-E6B0F2E4A70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5" name="Teardrop 914">
                <a:extLst>
                  <a:ext uri="{FF2B5EF4-FFF2-40B4-BE49-F238E27FC236}">
                    <a16:creationId xmlns:a16="http://schemas.microsoft.com/office/drawing/2014/main" id="{5B5E487D-6D9C-BB42-81D9-BE1E91EF8494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6" name="Teardrop 915">
                <a:extLst>
                  <a:ext uri="{FF2B5EF4-FFF2-40B4-BE49-F238E27FC236}">
                    <a16:creationId xmlns:a16="http://schemas.microsoft.com/office/drawing/2014/main" id="{0990B9FD-4998-F34F-B4F9-239DDB70B08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7" name="Teardrop 916">
                <a:extLst>
                  <a:ext uri="{FF2B5EF4-FFF2-40B4-BE49-F238E27FC236}">
                    <a16:creationId xmlns:a16="http://schemas.microsoft.com/office/drawing/2014/main" id="{82CD3D99-A10E-7A40-932A-44C5E1A2903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8" name="Teardrop 917">
                <a:extLst>
                  <a:ext uri="{FF2B5EF4-FFF2-40B4-BE49-F238E27FC236}">
                    <a16:creationId xmlns:a16="http://schemas.microsoft.com/office/drawing/2014/main" id="{E95A503A-1A58-B442-A23F-5CE37A3DE6B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9" name="Teardrop 918">
                <a:extLst>
                  <a:ext uri="{FF2B5EF4-FFF2-40B4-BE49-F238E27FC236}">
                    <a16:creationId xmlns:a16="http://schemas.microsoft.com/office/drawing/2014/main" id="{CD0EAD84-F988-114E-A921-9BC63E11393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0" name="Teardrop 919">
                <a:extLst>
                  <a:ext uri="{FF2B5EF4-FFF2-40B4-BE49-F238E27FC236}">
                    <a16:creationId xmlns:a16="http://schemas.microsoft.com/office/drawing/2014/main" id="{899C53F5-DAA8-914C-9540-DC5E8EDB20AF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1" name="Teardrop 920">
                <a:extLst>
                  <a:ext uri="{FF2B5EF4-FFF2-40B4-BE49-F238E27FC236}">
                    <a16:creationId xmlns:a16="http://schemas.microsoft.com/office/drawing/2014/main" id="{DCF57985-BBA2-BC41-B5CF-F68E07608607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2" name="Teardrop 921">
                <a:extLst>
                  <a:ext uri="{FF2B5EF4-FFF2-40B4-BE49-F238E27FC236}">
                    <a16:creationId xmlns:a16="http://schemas.microsoft.com/office/drawing/2014/main" id="{AC8441A2-BF26-6341-B3B5-6609660FACAE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3" name="Teardrop 922">
                <a:extLst>
                  <a:ext uri="{FF2B5EF4-FFF2-40B4-BE49-F238E27FC236}">
                    <a16:creationId xmlns:a16="http://schemas.microsoft.com/office/drawing/2014/main" id="{851DAED1-8A04-B04E-8EB0-343D10F94E3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4" name="Teardrop 923">
                <a:extLst>
                  <a:ext uri="{FF2B5EF4-FFF2-40B4-BE49-F238E27FC236}">
                    <a16:creationId xmlns:a16="http://schemas.microsoft.com/office/drawing/2014/main" id="{A0D47BDD-717C-AB4C-88A0-CECF229AD66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5" name="Teardrop 924">
                <a:extLst>
                  <a:ext uri="{FF2B5EF4-FFF2-40B4-BE49-F238E27FC236}">
                    <a16:creationId xmlns:a16="http://schemas.microsoft.com/office/drawing/2014/main" id="{FE1A25B1-5645-874A-82D5-D4E29E4F44E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6" name="Teardrop 925">
                <a:extLst>
                  <a:ext uri="{FF2B5EF4-FFF2-40B4-BE49-F238E27FC236}">
                    <a16:creationId xmlns:a16="http://schemas.microsoft.com/office/drawing/2014/main" id="{C797F9F3-45B1-0B44-A3B8-4CD8A35738FF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7" name="Teardrop 926">
                <a:extLst>
                  <a:ext uri="{FF2B5EF4-FFF2-40B4-BE49-F238E27FC236}">
                    <a16:creationId xmlns:a16="http://schemas.microsoft.com/office/drawing/2014/main" id="{A344F309-1F6E-1C45-997E-68D88250EAA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8" name="Teardrop 927">
                <a:extLst>
                  <a:ext uri="{FF2B5EF4-FFF2-40B4-BE49-F238E27FC236}">
                    <a16:creationId xmlns:a16="http://schemas.microsoft.com/office/drawing/2014/main" id="{10FC58CD-63D6-7B48-8408-5C3EE776C1C0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9" name="Teardrop 928">
                <a:extLst>
                  <a:ext uri="{FF2B5EF4-FFF2-40B4-BE49-F238E27FC236}">
                    <a16:creationId xmlns:a16="http://schemas.microsoft.com/office/drawing/2014/main" id="{DF24348F-C1AA-384C-9E47-20C23487EBF7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0" name="Teardrop 929">
                <a:extLst>
                  <a:ext uri="{FF2B5EF4-FFF2-40B4-BE49-F238E27FC236}">
                    <a16:creationId xmlns:a16="http://schemas.microsoft.com/office/drawing/2014/main" id="{67F69435-B283-6642-8159-20C6E9909CB6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45CB1E91-F0F0-C748-8496-83480DC4EA10}"/>
              </a:ext>
            </a:extLst>
          </p:cNvPr>
          <p:cNvGrpSpPr/>
          <p:nvPr/>
        </p:nvGrpSpPr>
        <p:grpSpPr>
          <a:xfrm>
            <a:off x="5719055" y="4301170"/>
            <a:ext cx="2967384" cy="2547376"/>
            <a:chOff x="2216336" y="289820"/>
            <a:chExt cx="5596696" cy="5142625"/>
          </a:xfrm>
        </p:grpSpPr>
        <p:cxnSp>
          <p:nvCxnSpPr>
            <p:cNvPr id="671" name="Straight Connector 670">
              <a:extLst>
                <a:ext uri="{FF2B5EF4-FFF2-40B4-BE49-F238E27FC236}">
                  <a16:creationId xmlns:a16="http://schemas.microsoft.com/office/drawing/2014/main" id="{DE849762-1850-6C41-A91A-ED2468717E22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672" name="Triangle 671">
              <a:extLst>
                <a:ext uri="{FF2B5EF4-FFF2-40B4-BE49-F238E27FC236}">
                  <a16:creationId xmlns:a16="http://schemas.microsoft.com/office/drawing/2014/main" id="{CA0788DC-BB07-5842-954C-904BA39727C0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Triangle 263">
              <a:extLst>
                <a:ext uri="{FF2B5EF4-FFF2-40B4-BE49-F238E27FC236}">
                  <a16:creationId xmlns:a16="http://schemas.microsoft.com/office/drawing/2014/main" id="{9E4E5AB0-04E7-594A-9304-0BE7C1ED506C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4" name="Triangle 264">
              <a:extLst>
                <a:ext uri="{FF2B5EF4-FFF2-40B4-BE49-F238E27FC236}">
                  <a16:creationId xmlns:a16="http://schemas.microsoft.com/office/drawing/2014/main" id="{D0BE3EFC-E377-994E-A1E9-7FE4710E88AA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5" name="Triangle 264">
              <a:extLst>
                <a:ext uri="{FF2B5EF4-FFF2-40B4-BE49-F238E27FC236}">
                  <a16:creationId xmlns:a16="http://schemas.microsoft.com/office/drawing/2014/main" id="{4CF506CF-9042-E444-8761-C680495055F4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6" name="Triangle 675">
              <a:extLst>
                <a:ext uri="{FF2B5EF4-FFF2-40B4-BE49-F238E27FC236}">
                  <a16:creationId xmlns:a16="http://schemas.microsoft.com/office/drawing/2014/main" id="{3FDCBE60-142B-1247-944D-D11AA5500BC5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7" name="Triangle 263">
              <a:extLst>
                <a:ext uri="{FF2B5EF4-FFF2-40B4-BE49-F238E27FC236}">
                  <a16:creationId xmlns:a16="http://schemas.microsoft.com/office/drawing/2014/main" id="{F7762881-D73F-B642-83E3-719E0130DF74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8" name="Triangle 264">
              <a:extLst>
                <a:ext uri="{FF2B5EF4-FFF2-40B4-BE49-F238E27FC236}">
                  <a16:creationId xmlns:a16="http://schemas.microsoft.com/office/drawing/2014/main" id="{B59D651B-889F-1541-B726-FF6CE21014CF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9" name="Freeform 678">
              <a:extLst>
                <a:ext uri="{FF2B5EF4-FFF2-40B4-BE49-F238E27FC236}">
                  <a16:creationId xmlns:a16="http://schemas.microsoft.com/office/drawing/2014/main" id="{BD5FC6FB-3B44-244A-B3C5-F204B33FCB38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0" name="Triangle 264">
              <a:extLst>
                <a:ext uri="{FF2B5EF4-FFF2-40B4-BE49-F238E27FC236}">
                  <a16:creationId xmlns:a16="http://schemas.microsoft.com/office/drawing/2014/main" id="{525DC12B-50B9-1B48-8C0E-D00B9C80D8AE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1" name="Triangle 264">
              <a:extLst>
                <a:ext uri="{FF2B5EF4-FFF2-40B4-BE49-F238E27FC236}">
                  <a16:creationId xmlns:a16="http://schemas.microsoft.com/office/drawing/2014/main" id="{4ECBFCF1-E062-584A-AE0D-80AD95EB8798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2" name="Triangle 264">
              <a:extLst>
                <a:ext uri="{FF2B5EF4-FFF2-40B4-BE49-F238E27FC236}">
                  <a16:creationId xmlns:a16="http://schemas.microsoft.com/office/drawing/2014/main" id="{872F1595-975E-654C-A460-50728F380B10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3" name="Freeform 682">
              <a:extLst>
                <a:ext uri="{FF2B5EF4-FFF2-40B4-BE49-F238E27FC236}">
                  <a16:creationId xmlns:a16="http://schemas.microsoft.com/office/drawing/2014/main" id="{03AD07ED-3573-B847-849E-E05806C18D23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F6B4FFAF-B6AE-424A-AE76-F5BB9D17825F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747" name="Oval 1">
                <a:extLst>
                  <a:ext uri="{FF2B5EF4-FFF2-40B4-BE49-F238E27FC236}">
                    <a16:creationId xmlns:a16="http://schemas.microsoft.com/office/drawing/2014/main" id="{0D172F39-60B8-574F-8059-929D6729AA7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8" name="Teardrop 747">
                <a:extLst>
                  <a:ext uri="{FF2B5EF4-FFF2-40B4-BE49-F238E27FC236}">
                    <a16:creationId xmlns:a16="http://schemas.microsoft.com/office/drawing/2014/main" id="{5494AD7C-0BF9-C24B-B3A9-7B421B50111C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9" name="Teardrop 748">
                <a:extLst>
                  <a:ext uri="{FF2B5EF4-FFF2-40B4-BE49-F238E27FC236}">
                    <a16:creationId xmlns:a16="http://schemas.microsoft.com/office/drawing/2014/main" id="{E118FBD2-10FA-B445-829E-A21EA6F2234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Teardrop 749">
                <a:extLst>
                  <a:ext uri="{FF2B5EF4-FFF2-40B4-BE49-F238E27FC236}">
                    <a16:creationId xmlns:a16="http://schemas.microsoft.com/office/drawing/2014/main" id="{4552268B-A4B6-5349-81A1-F13AD306349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1" name="Teardrop 750">
                <a:extLst>
                  <a:ext uri="{FF2B5EF4-FFF2-40B4-BE49-F238E27FC236}">
                    <a16:creationId xmlns:a16="http://schemas.microsoft.com/office/drawing/2014/main" id="{31568A44-A6FD-B746-8FC2-FECB2878EE0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2" name="Teardrop 751">
                <a:extLst>
                  <a:ext uri="{FF2B5EF4-FFF2-40B4-BE49-F238E27FC236}">
                    <a16:creationId xmlns:a16="http://schemas.microsoft.com/office/drawing/2014/main" id="{985D2FE1-6777-BE40-99F4-FCC0667B2D3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3" name="Teardrop 752">
                <a:extLst>
                  <a:ext uri="{FF2B5EF4-FFF2-40B4-BE49-F238E27FC236}">
                    <a16:creationId xmlns:a16="http://schemas.microsoft.com/office/drawing/2014/main" id="{ACD5C536-0439-8847-80B2-01866200E3C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4" name="Teardrop 753">
                <a:extLst>
                  <a:ext uri="{FF2B5EF4-FFF2-40B4-BE49-F238E27FC236}">
                    <a16:creationId xmlns:a16="http://schemas.microsoft.com/office/drawing/2014/main" id="{1777B711-6446-0249-8D4A-8FA34CCF0F7D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5" name="Teardrop 754">
                <a:extLst>
                  <a:ext uri="{FF2B5EF4-FFF2-40B4-BE49-F238E27FC236}">
                    <a16:creationId xmlns:a16="http://schemas.microsoft.com/office/drawing/2014/main" id="{0E5FA45D-F702-2A42-BB89-6DC55F184AFA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6" name="Teardrop 755">
                <a:extLst>
                  <a:ext uri="{FF2B5EF4-FFF2-40B4-BE49-F238E27FC236}">
                    <a16:creationId xmlns:a16="http://schemas.microsoft.com/office/drawing/2014/main" id="{D7323DE0-683F-5545-9E25-D5FA101761AD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7" name="Teardrop 756">
                <a:extLst>
                  <a:ext uri="{FF2B5EF4-FFF2-40B4-BE49-F238E27FC236}">
                    <a16:creationId xmlns:a16="http://schemas.microsoft.com/office/drawing/2014/main" id="{F4115E0D-EDB6-DD42-8438-6204BBCF9633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8" name="Teardrop 757">
                <a:extLst>
                  <a:ext uri="{FF2B5EF4-FFF2-40B4-BE49-F238E27FC236}">
                    <a16:creationId xmlns:a16="http://schemas.microsoft.com/office/drawing/2014/main" id="{44A15580-A9C3-5D4D-8B03-FFC59A2C5703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9" name="Teardrop 758">
                <a:extLst>
                  <a:ext uri="{FF2B5EF4-FFF2-40B4-BE49-F238E27FC236}">
                    <a16:creationId xmlns:a16="http://schemas.microsoft.com/office/drawing/2014/main" id="{2291603C-8A84-6B47-94B9-43323A780CBD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0" name="Teardrop 759">
                <a:extLst>
                  <a:ext uri="{FF2B5EF4-FFF2-40B4-BE49-F238E27FC236}">
                    <a16:creationId xmlns:a16="http://schemas.microsoft.com/office/drawing/2014/main" id="{E4067BF5-BCBD-2C45-850F-9469DF6E142A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1" name="Teardrop 760">
                <a:extLst>
                  <a:ext uri="{FF2B5EF4-FFF2-40B4-BE49-F238E27FC236}">
                    <a16:creationId xmlns:a16="http://schemas.microsoft.com/office/drawing/2014/main" id="{364B6828-A4AD-AF4B-AB4B-3B643C6112D4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2" name="Teardrop 761">
                <a:extLst>
                  <a:ext uri="{FF2B5EF4-FFF2-40B4-BE49-F238E27FC236}">
                    <a16:creationId xmlns:a16="http://schemas.microsoft.com/office/drawing/2014/main" id="{4ACCBC8F-DA83-DA44-942F-4FD12051D03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3" name="Teardrop 762">
                <a:extLst>
                  <a:ext uri="{FF2B5EF4-FFF2-40B4-BE49-F238E27FC236}">
                    <a16:creationId xmlns:a16="http://schemas.microsoft.com/office/drawing/2014/main" id="{E3CAC0C2-5F45-9747-8BFA-863A3E8E9380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4" name="Teardrop 763">
                <a:extLst>
                  <a:ext uri="{FF2B5EF4-FFF2-40B4-BE49-F238E27FC236}">
                    <a16:creationId xmlns:a16="http://schemas.microsoft.com/office/drawing/2014/main" id="{BDC46131-1B2E-744E-84A0-920B479CB1DC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5" name="Teardrop 764">
                <a:extLst>
                  <a:ext uri="{FF2B5EF4-FFF2-40B4-BE49-F238E27FC236}">
                    <a16:creationId xmlns:a16="http://schemas.microsoft.com/office/drawing/2014/main" id="{3D67F809-799D-3049-B46C-F73089385C1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6" name="Teardrop 765">
                <a:extLst>
                  <a:ext uri="{FF2B5EF4-FFF2-40B4-BE49-F238E27FC236}">
                    <a16:creationId xmlns:a16="http://schemas.microsoft.com/office/drawing/2014/main" id="{9F2CB53C-A0CB-F749-8F32-8FE454BB841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7" name="Teardrop 766">
                <a:extLst>
                  <a:ext uri="{FF2B5EF4-FFF2-40B4-BE49-F238E27FC236}">
                    <a16:creationId xmlns:a16="http://schemas.microsoft.com/office/drawing/2014/main" id="{BE8DE4F1-EEC9-7A4E-B102-DA8986846A5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8" name="Teardrop 767">
                <a:extLst>
                  <a:ext uri="{FF2B5EF4-FFF2-40B4-BE49-F238E27FC236}">
                    <a16:creationId xmlns:a16="http://schemas.microsoft.com/office/drawing/2014/main" id="{7A998C31-5822-6A41-B291-CA1EF4049FB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9" name="Teardrop 768">
                <a:extLst>
                  <a:ext uri="{FF2B5EF4-FFF2-40B4-BE49-F238E27FC236}">
                    <a16:creationId xmlns:a16="http://schemas.microsoft.com/office/drawing/2014/main" id="{DDC550E6-4052-CC4E-ADC9-2250BF9926CB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0" name="Teardrop 769">
                <a:extLst>
                  <a:ext uri="{FF2B5EF4-FFF2-40B4-BE49-F238E27FC236}">
                    <a16:creationId xmlns:a16="http://schemas.microsoft.com/office/drawing/2014/main" id="{69CEE416-0034-7D48-9A6B-EE6E1FFC0A82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1" name="Teardrop 770">
                <a:extLst>
                  <a:ext uri="{FF2B5EF4-FFF2-40B4-BE49-F238E27FC236}">
                    <a16:creationId xmlns:a16="http://schemas.microsoft.com/office/drawing/2014/main" id="{B65261C7-7B0C-B747-8D92-B7AE632502A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2" name="Teardrop 771">
                <a:extLst>
                  <a:ext uri="{FF2B5EF4-FFF2-40B4-BE49-F238E27FC236}">
                    <a16:creationId xmlns:a16="http://schemas.microsoft.com/office/drawing/2014/main" id="{091168D1-7F09-A340-B010-16FF262086CA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3" name="Teardrop 772">
                <a:extLst>
                  <a:ext uri="{FF2B5EF4-FFF2-40B4-BE49-F238E27FC236}">
                    <a16:creationId xmlns:a16="http://schemas.microsoft.com/office/drawing/2014/main" id="{3446892E-D93A-7945-84AA-D358082983CD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4" name="Teardrop 773">
                <a:extLst>
                  <a:ext uri="{FF2B5EF4-FFF2-40B4-BE49-F238E27FC236}">
                    <a16:creationId xmlns:a16="http://schemas.microsoft.com/office/drawing/2014/main" id="{DD8916ED-7D74-D349-BD4C-4992D13CDAEB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5" name="Teardrop 774">
                <a:extLst>
                  <a:ext uri="{FF2B5EF4-FFF2-40B4-BE49-F238E27FC236}">
                    <a16:creationId xmlns:a16="http://schemas.microsoft.com/office/drawing/2014/main" id="{B4168BD3-30CA-8848-B0F9-497CFF8B8F1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6" name="Teardrop 775">
                <a:extLst>
                  <a:ext uri="{FF2B5EF4-FFF2-40B4-BE49-F238E27FC236}">
                    <a16:creationId xmlns:a16="http://schemas.microsoft.com/office/drawing/2014/main" id="{925723C7-6B00-0145-90B1-DAA980AB59E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85" name="Group 684">
              <a:extLst>
                <a:ext uri="{FF2B5EF4-FFF2-40B4-BE49-F238E27FC236}">
                  <a16:creationId xmlns:a16="http://schemas.microsoft.com/office/drawing/2014/main" id="{3BCBD783-C41A-1349-A0DA-05684A81D85E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717" name="Oval 1">
                <a:extLst>
                  <a:ext uri="{FF2B5EF4-FFF2-40B4-BE49-F238E27FC236}">
                    <a16:creationId xmlns:a16="http://schemas.microsoft.com/office/drawing/2014/main" id="{CBB4CFB3-DC62-CC48-9565-1147407D52F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8" name="Teardrop 717">
                <a:extLst>
                  <a:ext uri="{FF2B5EF4-FFF2-40B4-BE49-F238E27FC236}">
                    <a16:creationId xmlns:a16="http://schemas.microsoft.com/office/drawing/2014/main" id="{12208384-C86D-D444-911E-632BD3C58D8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9" name="Teardrop 718">
                <a:extLst>
                  <a:ext uri="{FF2B5EF4-FFF2-40B4-BE49-F238E27FC236}">
                    <a16:creationId xmlns:a16="http://schemas.microsoft.com/office/drawing/2014/main" id="{FC5FDED2-4B7C-9A44-89E5-D15CE954589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Teardrop 719">
                <a:extLst>
                  <a:ext uri="{FF2B5EF4-FFF2-40B4-BE49-F238E27FC236}">
                    <a16:creationId xmlns:a16="http://schemas.microsoft.com/office/drawing/2014/main" id="{04965A17-5AFF-E846-858D-1F570F2F7F2A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Teardrop 720">
                <a:extLst>
                  <a:ext uri="{FF2B5EF4-FFF2-40B4-BE49-F238E27FC236}">
                    <a16:creationId xmlns:a16="http://schemas.microsoft.com/office/drawing/2014/main" id="{8A8B42A6-9D12-F540-AD00-138C5EF8F47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Teardrop 721">
                <a:extLst>
                  <a:ext uri="{FF2B5EF4-FFF2-40B4-BE49-F238E27FC236}">
                    <a16:creationId xmlns:a16="http://schemas.microsoft.com/office/drawing/2014/main" id="{465BD3F1-393B-7B4B-8F12-F951D81173F6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Teardrop 722">
                <a:extLst>
                  <a:ext uri="{FF2B5EF4-FFF2-40B4-BE49-F238E27FC236}">
                    <a16:creationId xmlns:a16="http://schemas.microsoft.com/office/drawing/2014/main" id="{8FD0FDC5-E6C1-5F49-880D-5A52F78DC807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Teardrop 723">
                <a:extLst>
                  <a:ext uri="{FF2B5EF4-FFF2-40B4-BE49-F238E27FC236}">
                    <a16:creationId xmlns:a16="http://schemas.microsoft.com/office/drawing/2014/main" id="{8DD6BC3F-D714-6044-8A69-7D1ED551CE99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5" name="Teardrop 724">
                <a:extLst>
                  <a:ext uri="{FF2B5EF4-FFF2-40B4-BE49-F238E27FC236}">
                    <a16:creationId xmlns:a16="http://schemas.microsoft.com/office/drawing/2014/main" id="{C596C72C-B4B3-C142-9416-B236A94AE82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6" name="Teardrop 725">
                <a:extLst>
                  <a:ext uri="{FF2B5EF4-FFF2-40B4-BE49-F238E27FC236}">
                    <a16:creationId xmlns:a16="http://schemas.microsoft.com/office/drawing/2014/main" id="{4F033D4D-19D1-B345-97D7-61B78DC0B8E6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7" name="Teardrop 726">
                <a:extLst>
                  <a:ext uri="{FF2B5EF4-FFF2-40B4-BE49-F238E27FC236}">
                    <a16:creationId xmlns:a16="http://schemas.microsoft.com/office/drawing/2014/main" id="{29AC9A3A-842B-2C43-B9AB-1261E19398DD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8" name="Teardrop 727">
                <a:extLst>
                  <a:ext uri="{FF2B5EF4-FFF2-40B4-BE49-F238E27FC236}">
                    <a16:creationId xmlns:a16="http://schemas.microsoft.com/office/drawing/2014/main" id="{207B2EA1-7C00-7A4D-90E7-AD060076BE4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9" name="Teardrop 728">
                <a:extLst>
                  <a:ext uri="{FF2B5EF4-FFF2-40B4-BE49-F238E27FC236}">
                    <a16:creationId xmlns:a16="http://schemas.microsoft.com/office/drawing/2014/main" id="{DB944E62-D8F6-4646-97E5-3203169796D9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0" name="Teardrop 729">
                <a:extLst>
                  <a:ext uri="{FF2B5EF4-FFF2-40B4-BE49-F238E27FC236}">
                    <a16:creationId xmlns:a16="http://schemas.microsoft.com/office/drawing/2014/main" id="{A8EC1D3E-2AD2-9841-9FEB-64D834D12436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1" name="Teardrop 730">
                <a:extLst>
                  <a:ext uri="{FF2B5EF4-FFF2-40B4-BE49-F238E27FC236}">
                    <a16:creationId xmlns:a16="http://schemas.microsoft.com/office/drawing/2014/main" id="{58BA329D-1F93-F34E-A70E-8E294CFD7DE2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2" name="Teardrop 731">
                <a:extLst>
                  <a:ext uri="{FF2B5EF4-FFF2-40B4-BE49-F238E27FC236}">
                    <a16:creationId xmlns:a16="http://schemas.microsoft.com/office/drawing/2014/main" id="{A20BA1FC-8231-3C4B-A46E-BF47981C473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3" name="Teardrop 732">
                <a:extLst>
                  <a:ext uri="{FF2B5EF4-FFF2-40B4-BE49-F238E27FC236}">
                    <a16:creationId xmlns:a16="http://schemas.microsoft.com/office/drawing/2014/main" id="{2B860BA8-8435-E547-8BEB-D6598EBBD4DF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4" name="Teardrop 733">
                <a:extLst>
                  <a:ext uri="{FF2B5EF4-FFF2-40B4-BE49-F238E27FC236}">
                    <a16:creationId xmlns:a16="http://schemas.microsoft.com/office/drawing/2014/main" id="{9E539BCF-A2B1-4F4E-8497-080E87A2AD0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5" name="Teardrop 734">
                <a:extLst>
                  <a:ext uri="{FF2B5EF4-FFF2-40B4-BE49-F238E27FC236}">
                    <a16:creationId xmlns:a16="http://schemas.microsoft.com/office/drawing/2014/main" id="{D5368CAE-B12C-CC48-BE08-28FB253B521A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6" name="Teardrop 735">
                <a:extLst>
                  <a:ext uri="{FF2B5EF4-FFF2-40B4-BE49-F238E27FC236}">
                    <a16:creationId xmlns:a16="http://schemas.microsoft.com/office/drawing/2014/main" id="{1A3B505F-BDE4-0341-82E6-1D07213DA81C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7" name="Teardrop 736">
                <a:extLst>
                  <a:ext uri="{FF2B5EF4-FFF2-40B4-BE49-F238E27FC236}">
                    <a16:creationId xmlns:a16="http://schemas.microsoft.com/office/drawing/2014/main" id="{CE9B8E9B-3C9D-A148-9279-2C8E76D13560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8" name="Teardrop 737">
                <a:extLst>
                  <a:ext uri="{FF2B5EF4-FFF2-40B4-BE49-F238E27FC236}">
                    <a16:creationId xmlns:a16="http://schemas.microsoft.com/office/drawing/2014/main" id="{1213B249-AB33-4B41-94CA-2BD73BDCA56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9" name="Teardrop 738">
                <a:extLst>
                  <a:ext uri="{FF2B5EF4-FFF2-40B4-BE49-F238E27FC236}">
                    <a16:creationId xmlns:a16="http://schemas.microsoft.com/office/drawing/2014/main" id="{7EB30BC5-39A1-7646-BE52-787BB172EE8A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0" name="Teardrop 739">
                <a:extLst>
                  <a:ext uri="{FF2B5EF4-FFF2-40B4-BE49-F238E27FC236}">
                    <a16:creationId xmlns:a16="http://schemas.microsoft.com/office/drawing/2014/main" id="{F703817A-7B65-F44C-B497-5FA81748EBA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1" name="Teardrop 740">
                <a:extLst>
                  <a:ext uri="{FF2B5EF4-FFF2-40B4-BE49-F238E27FC236}">
                    <a16:creationId xmlns:a16="http://schemas.microsoft.com/office/drawing/2014/main" id="{9DC764FC-5577-A04A-BDF6-F8CF608EEEFE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2" name="Teardrop 741">
                <a:extLst>
                  <a:ext uri="{FF2B5EF4-FFF2-40B4-BE49-F238E27FC236}">
                    <a16:creationId xmlns:a16="http://schemas.microsoft.com/office/drawing/2014/main" id="{E60FA1C2-4C64-6D4D-88EF-61443B09254A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3" name="Teardrop 742">
                <a:extLst>
                  <a:ext uri="{FF2B5EF4-FFF2-40B4-BE49-F238E27FC236}">
                    <a16:creationId xmlns:a16="http://schemas.microsoft.com/office/drawing/2014/main" id="{7FCE6B6D-AADE-4746-945A-77DB2306F66E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4" name="Teardrop 743">
                <a:extLst>
                  <a:ext uri="{FF2B5EF4-FFF2-40B4-BE49-F238E27FC236}">
                    <a16:creationId xmlns:a16="http://schemas.microsoft.com/office/drawing/2014/main" id="{C3F08797-3072-5D4B-9EE3-82F39DF3F594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5" name="Teardrop 744">
                <a:extLst>
                  <a:ext uri="{FF2B5EF4-FFF2-40B4-BE49-F238E27FC236}">
                    <a16:creationId xmlns:a16="http://schemas.microsoft.com/office/drawing/2014/main" id="{204C4683-6696-8441-AB0E-1D1DE38EA794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6" name="Teardrop 745">
                <a:extLst>
                  <a:ext uri="{FF2B5EF4-FFF2-40B4-BE49-F238E27FC236}">
                    <a16:creationId xmlns:a16="http://schemas.microsoft.com/office/drawing/2014/main" id="{7C9EC1A4-58EA-3643-8610-CDB73622C6C7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D7498A51-4B11-D249-BBC3-82C1D14AE27D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687" name="Oval 1">
                <a:extLst>
                  <a:ext uri="{FF2B5EF4-FFF2-40B4-BE49-F238E27FC236}">
                    <a16:creationId xmlns:a16="http://schemas.microsoft.com/office/drawing/2014/main" id="{CAE00F8F-22B7-4945-9705-93E18D5BFF6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8" name="Teardrop 687">
                <a:extLst>
                  <a:ext uri="{FF2B5EF4-FFF2-40B4-BE49-F238E27FC236}">
                    <a16:creationId xmlns:a16="http://schemas.microsoft.com/office/drawing/2014/main" id="{3B16BE60-14F4-6545-B89E-80F8855F1C6C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9" name="Teardrop 688">
                <a:extLst>
                  <a:ext uri="{FF2B5EF4-FFF2-40B4-BE49-F238E27FC236}">
                    <a16:creationId xmlns:a16="http://schemas.microsoft.com/office/drawing/2014/main" id="{BB769ADD-E60C-A647-BB16-98435C83D70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0" name="Teardrop 689">
                <a:extLst>
                  <a:ext uri="{FF2B5EF4-FFF2-40B4-BE49-F238E27FC236}">
                    <a16:creationId xmlns:a16="http://schemas.microsoft.com/office/drawing/2014/main" id="{B21EBB04-BE31-264E-A212-BABE622C287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1" name="Teardrop 690">
                <a:extLst>
                  <a:ext uri="{FF2B5EF4-FFF2-40B4-BE49-F238E27FC236}">
                    <a16:creationId xmlns:a16="http://schemas.microsoft.com/office/drawing/2014/main" id="{F42DA55D-A4A2-ED47-9785-F6D0D2E2DD39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2" name="Teardrop 691">
                <a:extLst>
                  <a:ext uri="{FF2B5EF4-FFF2-40B4-BE49-F238E27FC236}">
                    <a16:creationId xmlns:a16="http://schemas.microsoft.com/office/drawing/2014/main" id="{BA30B092-A7F4-B247-9D67-4399BF4736B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3" name="Teardrop 692">
                <a:extLst>
                  <a:ext uri="{FF2B5EF4-FFF2-40B4-BE49-F238E27FC236}">
                    <a16:creationId xmlns:a16="http://schemas.microsoft.com/office/drawing/2014/main" id="{96BAB768-2650-834E-AEE8-369C0CA1EFC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4" name="Teardrop 693">
                <a:extLst>
                  <a:ext uri="{FF2B5EF4-FFF2-40B4-BE49-F238E27FC236}">
                    <a16:creationId xmlns:a16="http://schemas.microsoft.com/office/drawing/2014/main" id="{F43E3264-B8A4-3542-A5B2-36807531446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5" name="Teardrop 694">
                <a:extLst>
                  <a:ext uri="{FF2B5EF4-FFF2-40B4-BE49-F238E27FC236}">
                    <a16:creationId xmlns:a16="http://schemas.microsoft.com/office/drawing/2014/main" id="{20B5EF52-3F34-5048-9D6E-D06B4F3D2F0E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6" name="Teardrop 695">
                <a:extLst>
                  <a:ext uri="{FF2B5EF4-FFF2-40B4-BE49-F238E27FC236}">
                    <a16:creationId xmlns:a16="http://schemas.microsoft.com/office/drawing/2014/main" id="{A2E37846-5CF2-0340-86C9-AA48387F81F6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7" name="Teardrop 696">
                <a:extLst>
                  <a:ext uri="{FF2B5EF4-FFF2-40B4-BE49-F238E27FC236}">
                    <a16:creationId xmlns:a16="http://schemas.microsoft.com/office/drawing/2014/main" id="{912EF79B-1392-8B4B-A8BC-EE0F0B3EAC7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8" name="Teardrop 697">
                <a:extLst>
                  <a:ext uri="{FF2B5EF4-FFF2-40B4-BE49-F238E27FC236}">
                    <a16:creationId xmlns:a16="http://schemas.microsoft.com/office/drawing/2014/main" id="{9B8EF990-ECF1-8041-BA12-C717B1A3898E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9" name="Teardrop 698">
                <a:extLst>
                  <a:ext uri="{FF2B5EF4-FFF2-40B4-BE49-F238E27FC236}">
                    <a16:creationId xmlns:a16="http://schemas.microsoft.com/office/drawing/2014/main" id="{DFD5798B-5DF1-114F-9529-0033B810B2F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0" name="Teardrop 699">
                <a:extLst>
                  <a:ext uri="{FF2B5EF4-FFF2-40B4-BE49-F238E27FC236}">
                    <a16:creationId xmlns:a16="http://schemas.microsoft.com/office/drawing/2014/main" id="{11DEC4D2-EBAA-684C-A9C3-10139A49F9E8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1" name="Teardrop 700">
                <a:extLst>
                  <a:ext uri="{FF2B5EF4-FFF2-40B4-BE49-F238E27FC236}">
                    <a16:creationId xmlns:a16="http://schemas.microsoft.com/office/drawing/2014/main" id="{3F0FA0B7-DF62-8D45-BF4D-94A27BC74DE1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2" name="Teardrop 701">
                <a:extLst>
                  <a:ext uri="{FF2B5EF4-FFF2-40B4-BE49-F238E27FC236}">
                    <a16:creationId xmlns:a16="http://schemas.microsoft.com/office/drawing/2014/main" id="{DBBB7AE4-393C-E549-AF04-B4BB1BF0BC9D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3" name="Teardrop 702">
                <a:extLst>
                  <a:ext uri="{FF2B5EF4-FFF2-40B4-BE49-F238E27FC236}">
                    <a16:creationId xmlns:a16="http://schemas.microsoft.com/office/drawing/2014/main" id="{2DF2F0E3-B2E0-584B-B441-A9BA566F1F25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4" name="Teardrop 703">
                <a:extLst>
                  <a:ext uri="{FF2B5EF4-FFF2-40B4-BE49-F238E27FC236}">
                    <a16:creationId xmlns:a16="http://schemas.microsoft.com/office/drawing/2014/main" id="{291804D9-A2E1-D646-81D5-D374EDD9A091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5" name="Teardrop 704">
                <a:extLst>
                  <a:ext uri="{FF2B5EF4-FFF2-40B4-BE49-F238E27FC236}">
                    <a16:creationId xmlns:a16="http://schemas.microsoft.com/office/drawing/2014/main" id="{74C9E2EF-5910-D140-82D1-494B385F12D9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6" name="Teardrop 705">
                <a:extLst>
                  <a:ext uri="{FF2B5EF4-FFF2-40B4-BE49-F238E27FC236}">
                    <a16:creationId xmlns:a16="http://schemas.microsoft.com/office/drawing/2014/main" id="{59FB96FB-AE85-0A4B-9E28-9FCC559CD739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7" name="Teardrop 706">
                <a:extLst>
                  <a:ext uri="{FF2B5EF4-FFF2-40B4-BE49-F238E27FC236}">
                    <a16:creationId xmlns:a16="http://schemas.microsoft.com/office/drawing/2014/main" id="{5D63C90C-ED95-2C4A-B1AF-64B2269C611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Teardrop 707">
                <a:extLst>
                  <a:ext uri="{FF2B5EF4-FFF2-40B4-BE49-F238E27FC236}">
                    <a16:creationId xmlns:a16="http://schemas.microsoft.com/office/drawing/2014/main" id="{B61D5DCF-37B7-1C4C-A7EE-FAD445789AEA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9" name="Teardrop 708">
                <a:extLst>
                  <a:ext uri="{FF2B5EF4-FFF2-40B4-BE49-F238E27FC236}">
                    <a16:creationId xmlns:a16="http://schemas.microsoft.com/office/drawing/2014/main" id="{4BF96DF2-805A-C145-AB91-774D2F3A4533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0" name="Teardrop 709">
                <a:extLst>
                  <a:ext uri="{FF2B5EF4-FFF2-40B4-BE49-F238E27FC236}">
                    <a16:creationId xmlns:a16="http://schemas.microsoft.com/office/drawing/2014/main" id="{295D982A-3C66-0742-9829-A5763CBC99C7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1" name="Teardrop 710">
                <a:extLst>
                  <a:ext uri="{FF2B5EF4-FFF2-40B4-BE49-F238E27FC236}">
                    <a16:creationId xmlns:a16="http://schemas.microsoft.com/office/drawing/2014/main" id="{8F62FBCA-47B4-1443-A624-1A286A15C733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2" name="Teardrop 711">
                <a:extLst>
                  <a:ext uri="{FF2B5EF4-FFF2-40B4-BE49-F238E27FC236}">
                    <a16:creationId xmlns:a16="http://schemas.microsoft.com/office/drawing/2014/main" id="{F1490403-8A9C-E049-A897-492E4D144654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Teardrop 712">
                <a:extLst>
                  <a:ext uri="{FF2B5EF4-FFF2-40B4-BE49-F238E27FC236}">
                    <a16:creationId xmlns:a16="http://schemas.microsoft.com/office/drawing/2014/main" id="{86CC5E92-FF48-1440-A8E2-73664C6C9B1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Teardrop 713">
                <a:extLst>
                  <a:ext uri="{FF2B5EF4-FFF2-40B4-BE49-F238E27FC236}">
                    <a16:creationId xmlns:a16="http://schemas.microsoft.com/office/drawing/2014/main" id="{F9C3E135-0075-C041-A70A-38F812F22015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Teardrop 714">
                <a:extLst>
                  <a:ext uri="{FF2B5EF4-FFF2-40B4-BE49-F238E27FC236}">
                    <a16:creationId xmlns:a16="http://schemas.microsoft.com/office/drawing/2014/main" id="{D44056B2-33B0-E549-AB8C-CFB2AD0173F7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Teardrop 715">
                <a:extLst>
                  <a:ext uri="{FF2B5EF4-FFF2-40B4-BE49-F238E27FC236}">
                    <a16:creationId xmlns:a16="http://schemas.microsoft.com/office/drawing/2014/main" id="{B6EE978D-46C5-C447-9172-AE81D741CAC7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E092455-E87B-BA4E-A905-604E48FB76D5}"/>
              </a:ext>
            </a:extLst>
          </p:cNvPr>
          <p:cNvGrpSpPr/>
          <p:nvPr/>
        </p:nvGrpSpPr>
        <p:grpSpPr>
          <a:xfrm>
            <a:off x="5820311" y="5821932"/>
            <a:ext cx="1063695" cy="961173"/>
            <a:chOff x="2216336" y="289820"/>
            <a:chExt cx="5596696" cy="5142625"/>
          </a:xfrm>
        </p:grpSpPr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54899EC1-4710-9F46-84D4-0798B25D309E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244" name="Triangle 243">
              <a:extLst>
                <a:ext uri="{FF2B5EF4-FFF2-40B4-BE49-F238E27FC236}">
                  <a16:creationId xmlns:a16="http://schemas.microsoft.com/office/drawing/2014/main" id="{D626C1F3-9B61-6641-AE3D-7EC15DDCE9A1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Triangle 263">
              <a:extLst>
                <a:ext uri="{FF2B5EF4-FFF2-40B4-BE49-F238E27FC236}">
                  <a16:creationId xmlns:a16="http://schemas.microsoft.com/office/drawing/2014/main" id="{9599EE65-86E4-4245-9ADF-C7A62412E0D2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Triangle 264">
              <a:extLst>
                <a:ext uri="{FF2B5EF4-FFF2-40B4-BE49-F238E27FC236}">
                  <a16:creationId xmlns:a16="http://schemas.microsoft.com/office/drawing/2014/main" id="{DBCF48B8-3D11-0A47-A8EA-51235CA28624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Triangle 264">
              <a:extLst>
                <a:ext uri="{FF2B5EF4-FFF2-40B4-BE49-F238E27FC236}">
                  <a16:creationId xmlns:a16="http://schemas.microsoft.com/office/drawing/2014/main" id="{2C577F8B-9D51-8A4E-B262-7B3221AB14DA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Triangle 247">
              <a:extLst>
                <a:ext uri="{FF2B5EF4-FFF2-40B4-BE49-F238E27FC236}">
                  <a16:creationId xmlns:a16="http://schemas.microsoft.com/office/drawing/2014/main" id="{7607FE77-2098-8C45-A81B-D6C4547D75E2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Triangle 263">
              <a:extLst>
                <a:ext uri="{FF2B5EF4-FFF2-40B4-BE49-F238E27FC236}">
                  <a16:creationId xmlns:a16="http://schemas.microsoft.com/office/drawing/2014/main" id="{86F078D9-8FB1-F648-B8DD-8BE5982D4242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Triangle 264">
              <a:extLst>
                <a:ext uri="{FF2B5EF4-FFF2-40B4-BE49-F238E27FC236}">
                  <a16:creationId xmlns:a16="http://schemas.microsoft.com/office/drawing/2014/main" id="{02FA0FBF-372B-A149-AD6C-5F4179702EDF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C0AD79C1-B8A1-1A43-9B46-23BEC06295C5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2" name="Triangle 264">
              <a:extLst>
                <a:ext uri="{FF2B5EF4-FFF2-40B4-BE49-F238E27FC236}">
                  <a16:creationId xmlns:a16="http://schemas.microsoft.com/office/drawing/2014/main" id="{552D8E24-1DF1-A344-B6B4-AE8BF5F9700F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3" name="Triangle 264">
              <a:extLst>
                <a:ext uri="{FF2B5EF4-FFF2-40B4-BE49-F238E27FC236}">
                  <a16:creationId xmlns:a16="http://schemas.microsoft.com/office/drawing/2014/main" id="{1251AF7F-2213-2144-8072-D09E675E0AE2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4" name="Triangle 264">
              <a:extLst>
                <a:ext uri="{FF2B5EF4-FFF2-40B4-BE49-F238E27FC236}">
                  <a16:creationId xmlns:a16="http://schemas.microsoft.com/office/drawing/2014/main" id="{B3427E80-5D7B-C34F-967C-88038FAE5ECB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E3EF6576-B384-324F-8173-7F002CDD9C1F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BDCC280F-B1EC-7F48-9A49-02A538A973DB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319" name="Oval 1">
                <a:extLst>
                  <a:ext uri="{FF2B5EF4-FFF2-40B4-BE49-F238E27FC236}">
                    <a16:creationId xmlns:a16="http://schemas.microsoft.com/office/drawing/2014/main" id="{0C2B578D-787B-5941-8673-74A90B70F993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" name="Teardrop 319">
                <a:extLst>
                  <a:ext uri="{FF2B5EF4-FFF2-40B4-BE49-F238E27FC236}">
                    <a16:creationId xmlns:a16="http://schemas.microsoft.com/office/drawing/2014/main" id="{88ED5E4D-63C9-2446-A01B-7FEEDA26389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" name="Teardrop 320">
                <a:extLst>
                  <a:ext uri="{FF2B5EF4-FFF2-40B4-BE49-F238E27FC236}">
                    <a16:creationId xmlns:a16="http://schemas.microsoft.com/office/drawing/2014/main" id="{99C0573E-6C46-784B-A3E4-E25CF42D9BD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" name="Teardrop 321">
                <a:extLst>
                  <a:ext uri="{FF2B5EF4-FFF2-40B4-BE49-F238E27FC236}">
                    <a16:creationId xmlns:a16="http://schemas.microsoft.com/office/drawing/2014/main" id="{53DF8010-A60A-AB40-A1B5-2F28EE3EFB3A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" name="Teardrop 322">
                <a:extLst>
                  <a:ext uri="{FF2B5EF4-FFF2-40B4-BE49-F238E27FC236}">
                    <a16:creationId xmlns:a16="http://schemas.microsoft.com/office/drawing/2014/main" id="{2E6BA6E1-BA8F-2843-AB7A-9F88D0576E70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" name="Teardrop 323">
                <a:extLst>
                  <a:ext uri="{FF2B5EF4-FFF2-40B4-BE49-F238E27FC236}">
                    <a16:creationId xmlns:a16="http://schemas.microsoft.com/office/drawing/2014/main" id="{314DA2CD-A4F0-5E46-8D93-56B2EC0B2E8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5" name="Teardrop 324">
                <a:extLst>
                  <a:ext uri="{FF2B5EF4-FFF2-40B4-BE49-F238E27FC236}">
                    <a16:creationId xmlns:a16="http://schemas.microsoft.com/office/drawing/2014/main" id="{7175A639-618B-3D45-BF8A-EF71719064CB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6" name="Teardrop 325">
                <a:extLst>
                  <a:ext uri="{FF2B5EF4-FFF2-40B4-BE49-F238E27FC236}">
                    <a16:creationId xmlns:a16="http://schemas.microsoft.com/office/drawing/2014/main" id="{5CC1DF97-C7FF-0F4F-B85F-FA7C9F75DBE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7" name="Teardrop 326">
                <a:extLst>
                  <a:ext uri="{FF2B5EF4-FFF2-40B4-BE49-F238E27FC236}">
                    <a16:creationId xmlns:a16="http://schemas.microsoft.com/office/drawing/2014/main" id="{0B153037-F34A-904E-9D4B-B283865CCEC8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8" name="Teardrop 327">
                <a:extLst>
                  <a:ext uri="{FF2B5EF4-FFF2-40B4-BE49-F238E27FC236}">
                    <a16:creationId xmlns:a16="http://schemas.microsoft.com/office/drawing/2014/main" id="{65393A35-E1BF-634E-9A51-CAEA7BCFFAFF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9" name="Teardrop 328">
                <a:extLst>
                  <a:ext uri="{FF2B5EF4-FFF2-40B4-BE49-F238E27FC236}">
                    <a16:creationId xmlns:a16="http://schemas.microsoft.com/office/drawing/2014/main" id="{4F0CB0D0-9320-664A-963E-9D04F261EC4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0" name="Teardrop 329">
                <a:extLst>
                  <a:ext uri="{FF2B5EF4-FFF2-40B4-BE49-F238E27FC236}">
                    <a16:creationId xmlns:a16="http://schemas.microsoft.com/office/drawing/2014/main" id="{440252FE-D3BF-9546-BA76-6470D20BF817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1" name="Teardrop 330">
                <a:extLst>
                  <a:ext uri="{FF2B5EF4-FFF2-40B4-BE49-F238E27FC236}">
                    <a16:creationId xmlns:a16="http://schemas.microsoft.com/office/drawing/2014/main" id="{BBD09F20-B362-6B49-BCED-406E4B7FC6DB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2" name="Teardrop 331">
                <a:extLst>
                  <a:ext uri="{FF2B5EF4-FFF2-40B4-BE49-F238E27FC236}">
                    <a16:creationId xmlns:a16="http://schemas.microsoft.com/office/drawing/2014/main" id="{892FBE78-56A3-004A-B837-42E67378C38A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3" name="Teardrop 332">
                <a:extLst>
                  <a:ext uri="{FF2B5EF4-FFF2-40B4-BE49-F238E27FC236}">
                    <a16:creationId xmlns:a16="http://schemas.microsoft.com/office/drawing/2014/main" id="{CFFF34FF-BB4D-2442-B462-68CAEE1B085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4" name="Teardrop 333">
                <a:extLst>
                  <a:ext uri="{FF2B5EF4-FFF2-40B4-BE49-F238E27FC236}">
                    <a16:creationId xmlns:a16="http://schemas.microsoft.com/office/drawing/2014/main" id="{E0389B0F-689C-BE49-A2B0-34D090A1CCF1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5" name="Teardrop 334">
                <a:extLst>
                  <a:ext uri="{FF2B5EF4-FFF2-40B4-BE49-F238E27FC236}">
                    <a16:creationId xmlns:a16="http://schemas.microsoft.com/office/drawing/2014/main" id="{8B87A8FC-DF5B-A143-B34B-55D1048BDF5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" name="Teardrop 335">
                <a:extLst>
                  <a:ext uri="{FF2B5EF4-FFF2-40B4-BE49-F238E27FC236}">
                    <a16:creationId xmlns:a16="http://schemas.microsoft.com/office/drawing/2014/main" id="{997F235D-FCE5-DF4F-A58B-3F3CB5A193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" name="Teardrop 336">
                <a:extLst>
                  <a:ext uri="{FF2B5EF4-FFF2-40B4-BE49-F238E27FC236}">
                    <a16:creationId xmlns:a16="http://schemas.microsoft.com/office/drawing/2014/main" id="{7AD73C6E-CF97-6B42-A49B-94093CF1A19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" name="Teardrop 337">
                <a:extLst>
                  <a:ext uri="{FF2B5EF4-FFF2-40B4-BE49-F238E27FC236}">
                    <a16:creationId xmlns:a16="http://schemas.microsoft.com/office/drawing/2014/main" id="{25E96CFF-87C4-6444-A965-A6B16DC17FE6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" name="Teardrop 338">
                <a:extLst>
                  <a:ext uri="{FF2B5EF4-FFF2-40B4-BE49-F238E27FC236}">
                    <a16:creationId xmlns:a16="http://schemas.microsoft.com/office/drawing/2014/main" id="{E40CB8B7-BB1E-4B4B-AAEE-DD5E5D809F4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" name="Teardrop 339">
                <a:extLst>
                  <a:ext uri="{FF2B5EF4-FFF2-40B4-BE49-F238E27FC236}">
                    <a16:creationId xmlns:a16="http://schemas.microsoft.com/office/drawing/2014/main" id="{13328CDC-BD1D-7241-9147-7ABB5A051FA1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" name="Teardrop 340">
                <a:extLst>
                  <a:ext uri="{FF2B5EF4-FFF2-40B4-BE49-F238E27FC236}">
                    <a16:creationId xmlns:a16="http://schemas.microsoft.com/office/drawing/2014/main" id="{B05BFE59-DBEF-464A-AD6D-2FC6CD6C35F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Teardrop 341">
                <a:extLst>
                  <a:ext uri="{FF2B5EF4-FFF2-40B4-BE49-F238E27FC236}">
                    <a16:creationId xmlns:a16="http://schemas.microsoft.com/office/drawing/2014/main" id="{B2BFF711-2E17-D146-A334-C3A87A54CCCE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Teardrop 342">
                <a:extLst>
                  <a:ext uri="{FF2B5EF4-FFF2-40B4-BE49-F238E27FC236}">
                    <a16:creationId xmlns:a16="http://schemas.microsoft.com/office/drawing/2014/main" id="{39D07237-2AA4-D34E-9ED5-5F19F34AA772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Teardrop 343">
                <a:extLst>
                  <a:ext uri="{FF2B5EF4-FFF2-40B4-BE49-F238E27FC236}">
                    <a16:creationId xmlns:a16="http://schemas.microsoft.com/office/drawing/2014/main" id="{9B9EF2E0-42F3-8A48-B720-8BAE991BFE2F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5" name="Teardrop 344">
                <a:extLst>
                  <a:ext uri="{FF2B5EF4-FFF2-40B4-BE49-F238E27FC236}">
                    <a16:creationId xmlns:a16="http://schemas.microsoft.com/office/drawing/2014/main" id="{C2FB4BB4-93C8-6541-99CD-F33876458E1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6" name="Teardrop 345">
                <a:extLst>
                  <a:ext uri="{FF2B5EF4-FFF2-40B4-BE49-F238E27FC236}">
                    <a16:creationId xmlns:a16="http://schemas.microsoft.com/office/drawing/2014/main" id="{74B88D04-DBD1-9846-9005-E2CE17B565E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7" name="Teardrop 346">
                <a:extLst>
                  <a:ext uri="{FF2B5EF4-FFF2-40B4-BE49-F238E27FC236}">
                    <a16:creationId xmlns:a16="http://schemas.microsoft.com/office/drawing/2014/main" id="{CD1AE763-0BEF-BE46-BDD9-6F4C60DFE9BE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Teardrop 347">
                <a:extLst>
                  <a:ext uri="{FF2B5EF4-FFF2-40B4-BE49-F238E27FC236}">
                    <a16:creationId xmlns:a16="http://schemas.microsoft.com/office/drawing/2014/main" id="{2C8AB763-3C05-254F-8F84-696E21C1369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2D64FF40-D7EF-9746-BC8C-0B0F958D285B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289" name="Oval 1">
                <a:extLst>
                  <a:ext uri="{FF2B5EF4-FFF2-40B4-BE49-F238E27FC236}">
                    <a16:creationId xmlns:a16="http://schemas.microsoft.com/office/drawing/2014/main" id="{EC9DA3AC-20DE-564A-834F-A824C3131C4C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0" name="Teardrop 289">
                <a:extLst>
                  <a:ext uri="{FF2B5EF4-FFF2-40B4-BE49-F238E27FC236}">
                    <a16:creationId xmlns:a16="http://schemas.microsoft.com/office/drawing/2014/main" id="{485F2ABE-9DC2-EE4B-A804-53F926CE6FDD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Teardrop 290">
                <a:extLst>
                  <a:ext uri="{FF2B5EF4-FFF2-40B4-BE49-F238E27FC236}">
                    <a16:creationId xmlns:a16="http://schemas.microsoft.com/office/drawing/2014/main" id="{9F851AEE-5B72-C841-9204-E5C6BDC71DBA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Teardrop 291">
                <a:extLst>
                  <a:ext uri="{FF2B5EF4-FFF2-40B4-BE49-F238E27FC236}">
                    <a16:creationId xmlns:a16="http://schemas.microsoft.com/office/drawing/2014/main" id="{0394EF5E-B05C-DA45-8538-B125424E460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Teardrop 292">
                <a:extLst>
                  <a:ext uri="{FF2B5EF4-FFF2-40B4-BE49-F238E27FC236}">
                    <a16:creationId xmlns:a16="http://schemas.microsoft.com/office/drawing/2014/main" id="{6134D296-C7E6-D140-8BCF-AD45CE8E8100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Teardrop 293">
                <a:extLst>
                  <a:ext uri="{FF2B5EF4-FFF2-40B4-BE49-F238E27FC236}">
                    <a16:creationId xmlns:a16="http://schemas.microsoft.com/office/drawing/2014/main" id="{E017E383-0703-3D4D-82D3-BE84AA55935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Teardrop 294">
                <a:extLst>
                  <a:ext uri="{FF2B5EF4-FFF2-40B4-BE49-F238E27FC236}">
                    <a16:creationId xmlns:a16="http://schemas.microsoft.com/office/drawing/2014/main" id="{401302AA-C455-994D-872A-4DE852D33048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Teardrop 295">
                <a:extLst>
                  <a:ext uri="{FF2B5EF4-FFF2-40B4-BE49-F238E27FC236}">
                    <a16:creationId xmlns:a16="http://schemas.microsoft.com/office/drawing/2014/main" id="{AF02E352-4771-5E40-885A-41DE05878310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Teardrop 296">
                <a:extLst>
                  <a:ext uri="{FF2B5EF4-FFF2-40B4-BE49-F238E27FC236}">
                    <a16:creationId xmlns:a16="http://schemas.microsoft.com/office/drawing/2014/main" id="{50C41BAB-3DD8-2D40-A9E7-1ECCAAF2E97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Teardrop 297">
                <a:extLst>
                  <a:ext uri="{FF2B5EF4-FFF2-40B4-BE49-F238E27FC236}">
                    <a16:creationId xmlns:a16="http://schemas.microsoft.com/office/drawing/2014/main" id="{CBB39547-DB32-A748-92C6-4933EBF749A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Teardrop 298">
                <a:extLst>
                  <a:ext uri="{FF2B5EF4-FFF2-40B4-BE49-F238E27FC236}">
                    <a16:creationId xmlns:a16="http://schemas.microsoft.com/office/drawing/2014/main" id="{387B41CE-85EE-5248-A1BA-67BC2680F385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Teardrop 299">
                <a:extLst>
                  <a:ext uri="{FF2B5EF4-FFF2-40B4-BE49-F238E27FC236}">
                    <a16:creationId xmlns:a16="http://schemas.microsoft.com/office/drawing/2014/main" id="{64FB80D2-F7B7-5944-B739-06FE626CFAA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" name="Teardrop 300">
                <a:extLst>
                  <a:ext uri="{FF2B5EF4-FFF2-40B4-BE49-F238E27FC236}">
                    <a16:creationId xmlns:a16="http://schemas.microsoft.com/office/drawing/2014/main" id="{D1C1E424-3933-5A44-9310-14921B32E266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Teardrop 301">
                <a:extLst>
                  <a:ext uri="{FF2B5EF4-FFF2-40B4-BE49-F238E27FC236}">
                    <a16:creationId xmlns:a16="http://schemas.microsoft.com/office/drawing/2014/main" id="{314F293A-B09A-0F44-9863-13EB66E36B98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Teardrop 302">
                <a:extLst>
                  <a:ext uri="{FF2B5EF4-FFF2-40B4-BE49-F238E27FC236}">
                    <a16:creationId xmlns:a16="http://schemas.microsoft.com/office/drawing/2014/main" id="{A866FC5B-677C-2A4A-91D5-88C3AB19B43E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Teardrop 303">
                <a:extLst>
                  <a:ext uri="{FF2B5EF4-FFF2-40B4-BE49-F238E27FC236}">
                    <a16:creationId xmlns:a16="http://schemas.microsoft.com/office/drawing/2014/main" id="{5ADE87BD-3FC9-4046-B775-84EADB9F01FC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Teardrop 304">
                <a:extLst>
                  <a:ext uri="{FF2B5EF4-FFF2-40B4-BE49-F238E27FC236}">
                    <a16:creationId xmlns:a16="http://schemas.microsoft.com/office/drawing/2014/main" id="{72C46324-F629-C44F-8024-DEE1446BEC04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Teardrop 305">
                <a:extLst>
                  <a:ext uri="{FF2B5EF4-FFF2-40B4-BE49-F238E27FC236}">
                    <a16:creationId xmlns:a16="http://schemas.microsoft.com/office/drawing/2014/main" id="{EC5485E8-E645-7043-84BD-F091FBBC1EE5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Teardrop 306">
                <a:extLst>
                  <a:ext uri="{FF2B5EF4-FFF2-40B4-BE49-F238E27FC236}">
                    <a16:creationId xmlns:a16="http://schemas.microsoft.com/office/drawing/2014/main" id="{BA4B8D28-6A17-0C46-8FD3-27BE6D3D9191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Teardrop 307">
                <a:extLst>
                  <a:ext uri="{FF2B5EF4-FFF2-40B4-BE49-F238E27FC236}">
                    <a16:creationId xmlns:a16="http://schemas.microsoft.com/office/drawing/2014/main" id="{FC7E45BE-C0BD-1544-9A3D-43D66B608158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Teardrop 308">
                <a:extLst>
                  <a:ext uri="{FF2B5EF4-FFF2-40B4-BE49-F238E27FC236}">
                    <a16:creationId xmlns:a16="http://schemas.microsoft.com/office/drawing/2014/main" id="{5505D81F-F6A9-1A49-A22A-E1D08BA3211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Teardrop 309">
                <a:extLst>
                  <a:ext uri="{FF2B5EF4-FFF2-40B4-BE49-F238E27FC236}">
                    <a16:creationId xmlns:a16="http://schemas.microsoft.com/office/drawing/2014/main" id="{393DD297-DDC9-4E4E-95D7-5D8EA109262D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Teardrop 310">
                <a:extLst>
                  <a:ext uri="{FF2B5EF4-FFF2-40B4-BE49-F238E27FC236}">
                    <a16:creationId xmlns:a16="http://schemas.microsoft.com/office/drawing/2014/main" id="{3FAB6624-97F0-7D4B-A07D-E3F9C954B9E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2" name="Teardrop 311">
                <a:extLst>
                  <a:ext uri="{FF2B5EF4-FFF2-40B4-BE49-F238E27FC236}">
                    <a16:creationId xmlns:a16="http://schemas.microsoft.com/office/drawing/2014/main" id="{E5A28255-FB9F-714A-9529-D2033FAFB702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3" name="Teardrop 312">
                <a:extLst>
                  <a:ext uri="{FF2B5EF4-FFF2-40B4-BE49-F238E27FC236}">
                    <a16:creationId xmlns:a16="http://schemas.microsoft.com/office/drawing/2014/main" id="{DA6D6F42-1E18-7943-B54E-D0AE3F2AB5D4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" name="Teardrop 313">
                <a:extLst>
                  <a:ext uri="{FF2B5EF4-FFF2-40B4-BE49-F238E27FC236}">
                    <a16:creationId xmlns:a16="http://schemas.microsoft.com/office/drawing/2014/main" id="{C2514EDF-EAFE-2348-AAD7-39C2DE7942CD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" name="Teardrop 314">
                <a:extLst>
                  <a:ext uri="{FF2B5EF4-FFF2-40B4-BE49-F238E27FC236}">
                    <a16:creationId xmlns:a16="http://schemas.microsoft.com/office/drawing/2014/main" id="{D294AAEF-567A-A243-8D1E-CB7C67E7A1AD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" name="Teardrop 315">
                <a:extLst>
                  <a:ext uri="{FF2B5EF4-FFF2-40B4-BE49-F238E27FC236}">
                    <a16:creationId xmlns:a16="http://schemas.microsoft.com/office/drawing/2014/main" id="{D9CA788B-16DE-BA40-9F1F-7278FD9484E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" name="Teardrop 316">
                <a:extLst>
                  <a:ext uri="{FF2B5EF4-FFF2-40B4-BE49-F238E27FC236}">
                    <a16:creationId xmlns:a16="http://schemas.microsoft.com/office/drawing/2014/main" id="{94D270AA-6BD6-6F40-AD68-91E13F74F1DD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" name="Teardrop 317">
                <a:extLst>
                  <a:ext uri="{FF2B5EF4-FFF2-40B4-BE49-F238E27FC236}">
                    <a16:creationId xmlns:a16="http://schemas.microsoft.com/office/drawing/2014/main" id="{64AE0631-3EA8-554B-9791-DD27A2949FEA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06A1A86C-1B49-D04A-BDBE-74F92336DB49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259" name="Oval 1">
                <a:extLst>
                  <a:ext uri="{FF2B5EF4-FFF2-40B4-BE49-F238E27FC236}">
                    <a16:creationId xmlns:a16="http://schemas.microsoft.com/office/drawing/2014/main" id="{D9C7C51E-4258-2A4D-8FDA-162A30E7820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0" name="Teardrop 259">
                <a:extLst>
                  <a:ext uri="{FF2B5EF4-FFF2-40B4-BE49-F238E27FC236}">
                    <a16:creationId xmlns:a16="http://schemas.microsoft.com/office/drawing/2014/main" id="{CD67B1A0-651A-4342-A1B9-7D9139CA623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1" name="Teardrop 260">
                <a:extLst>
                  <a:ext uri="{FF2B5EF4-FFF2-40B4-BE49-F238E27FC236}">
                    <a16:creationId xmlns:a16="http://schemas.microsoft.com/office/drawing/2014/main" id="{9999BCAB-F410-3E46-BFE1-FDD70C3610C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2" name="Teardrop 261">
                <a:extLst>
                  <a:ext uri="{FF2B5EF4-FFF2-40B4-BE49-F238E27FC236}">
                    <a16:creationId xmlns:a16="http://schemas.microsoft.com/office/drawing/2014/main" id="{E8EA0BB5-60B6-E043-9A4F-3D159018A7B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3" name="Teardrop 262">
                <a:extLst>
                  <a:ext uri="{FF2B5EF4-FFF2-40B4-BE49-F238E27FC236}">
                    <a16:creationId xmlns:a16="http://schemas.microsoft.com/office/drawing/2014/main" id="{6A08C6F3-7CD6-8C46-941E-339850C3C82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4" name="Teardrop 263">
                <a:extLst>
                  <a:ext uri="{FF2B5EF4-FFF2-40B4-BE49-F238E27FC236}">
                    <a16:creationId xmlns:a16="http://schemas.microsoft.com/office/drawing/2014/main" id="{D260BAD9-FB9B-E640-9D67-815A77191F8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5" name="Teardrop 264">
                <a:extLst>
                  <a:ext uri="{FF2B5EF4-FFF2-40B4-BE49-F238E27FC236}">
                    <a16:creationId xmlns:a16="http://schemas.microsoft.com/office/drawing/2014/main" id="{0BBA619C-F605-3F4E-B5DB-9764E0BE1E8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Teardrop 265">
                <a:extLst>
                  <a:ext uri="{FF2B5EF4-FFF2-40B4-BE49-F238E27FC236}">
                    <a16:creationId xmlns:a16="http://schemas.microsoft.com/office/drawing/2014/main" id="{F9C1056C-5B2D-F043-B583-D4F62F1E742E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7" name="Teardrop 266">
                <a:extLst>
                  <a:ext uri="{FF2B5EF4-FFF2-40B4-BE49-F238E27FC236}">
                    <a16:creationId xmlns:a16="http://schemas.microsoft.com/office/drawing/2014/main" id="{49937777-8788-3F4B-91EF-6EA8292C14AC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8" name="Teardrop 267">
                <a:extLst>
                  <a:ext uri="{FF2B5EF4-FFF2-40B4-BE49-F238E27FC236}">
                    <a16:creationId xmlns:a16="http://schemas.microsoft.com/office/drawing/2014/main" id="{A66AD0C4-2E5B-604E-83F2-C5EEF32D34CB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9" name="Teardrop 268">
                <a:extLst>
                  <a:ext uri="{FF2B5EF4-FFF2-40B4-BE49-F238E27FC236}">
                    <a16:creationId xmlns:a16="http://schemas.microsoft.com/office/drawing/2014/main" id="{046743A8-B6A6-6847-A7FA-BB80E2D51FFF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0" name="Teardrop 269">
                <a:extLst>
                  <a:ext uri="{FF2B5EF4-FFF2-40B4-BE49-F238E27FC236}">
                    <a16:creationId xmlns:a16="http://schemas.microsoft.com/office/drawing/2014/main" id="{454A10AF-4888-0B4D-8030-CA91C442E0FC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1" name="Teardrop 270">
                <a:extLst>
                  <a:ext uri="{FF2B5EF4-FFF2-40B4-BE49-F238E27FC236}">
                    <a16:creationId xmlns:a16="http://schemas.microsoft.com/office/drawing/2014/main" id="{D29508F1-5203-7B41-82F0-7E5250ED94C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2" name="Teardrop 271">
                <a:extLst>
                  <a:ext uri="{FF2B5EF4-FFF2-40B4-BE49-F238E27FC236}">
                    <a16:creationId xmlns:a16="http://schemas.microsoft.com/office/drawing/2014/main" id="{8654FC15-52D0-DD4A-8D02-DAEBDCA07523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" name="Teardrop 272">
                <a:extLst>
                  <a:ext uri="{FF2B5EF4-FFF2-40B4-BE49-F238E27FC236}">
                    <a16:creationId xmlns:a16="http://schemas.microsoft.com/office/drawing/2014/main" id="{0B1A092B-A5D4-CB4A-A018-7879D2F63C2E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" name="Teardrop 273">
                <a:extLst>
                  <a:ext uri="{FF2B5EF4-FFF2-40B4-BE49-F238E27FC236}">
                    <a16:creationId xmlns:a16="http://schemas.microsoft.com/office/drawing/2014/main" id="{9B20591C-05C9-4F49-A687-F14C10036780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5" name="Teardrop 274">
                <a:extLst>
                  <a:ext uri="{FF2B5EF4-FFF2-40B4-BE49-F238E27FC236}">
                    <a16:creationId xmlns:a16="http://schemas.microsoft.com/office/drawing/2014/main" id="{E593DBE6-6FCA-D34C-9C0E-E51FD80D9EA0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6" name="Teardrop 275">
                <a:extLst>
                  <a:ext uri="{FF2B5EF4-FFF2-40B4-BE49-F238E27FC236}">
                    <a16:creationId xmlns:a16="http://schemas.microsoft.com/office/drawing/2014/main" id="{43174BF8-502B-9246-AA7E-648A64218268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7" name="Teardrop 276">
                <a:extLst>
                  <a:ext uri="{FF2B5EF4-FFF2-40B4-BE49-F238E27FC236}">
                    <a16:creationId xmlns:a16="http://schemas.microsoft.com/office/drawing/2014/main" id="{D276177F-2FB0-2B48-B94A-7C1FFDFB8874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8" name="Teardrop 277">
                <a:extLst>
                  <a:ext uri="{FF2B5EF4-FFF2-40B4-BE49-F238E27FC236}">
                    <a16:creationId xmlns:a16="http://schemas.microsoft.com/office/drawing/2014/main" id="{271ADDEB-C4BB-2144-8FE7-D8652F01CDC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Teardrop 278">
                <a:extLst>
                  <a:ext uri="{FF2B5EF4-FFF2-40B4-BE49-F238E27FC236}">
                    <a16:creationId xmlns:a16="http://schemas.microsoft.com/office/drawing/2014/main" id="{3A237F77-580E-774D-A80B-254C23B5F5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0" name="Teardrop 279">
                <a:extLst>
                  <a:ext uri="{FF2B5EF4-FFF2-40B4-BE49-F238E27FC236}">
                    <a16:creationId xmlns:a16="http://schemas.microsoft.com/office/drawing/2014/main" id="{4F8FDD5C-A5B0-C34E-A4D9-4BF90A569968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Teardrop 280">
                <a:extLst>
                  <a:ext uri="{FF2B5EF4-FFF2-40B4-BE49-F238E27FC236}">
                    <a16:creationId xmlns:a16="http://schemas.microsoft.com/office/drawing/2014/main" id="{9B2BCABB-7E54-D843-AACD-81DB64755235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Teardrop 281">
                <a:extLst>
                  <a:ext uri="{FF2B5EF4-FFF2-40B4-BE49-F238E27FC236}">
                    <a16:creationId xmlns:a16="http://schemas.microsoft.com/office/drawing/2014/main" id="{01BCD337-EEFB-F344-AFA1-3FB3E8E1BEA9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3" name="Teardrop 282">
                <a:extLst>
                  <a:ext uri="{FF2B5EF4-FFF2-40B4-BE49-F238E27FC236}">
                    <a16:creationId xmlns:a16="http://schemas.microsoft.com/office/drawing/2014/main" id="{D8E11B68-501D-964A-B23F-8F50FD8192E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4" name="Teardrop 283">
                <a:extLst>
                  <a:ext uri="{FF2B5EF4-FFF2-40B4-BE49-F238E27FC236}">
                    <a16:creationId xmlns:a16="http://schemas.microsoft.com/office/drawing/2014/main" id="{2F8B7FB1-5FED-8646-BD83-5F0F7809031F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5" name="Teardrop 284">
                <a:extLst>
                  <a:ext uri="{FF2B5EF4-FFF2-40B4-BE49-F238E27FC236}">
                    <a16:creationId xmlns:a16="http://schemas.microsoft.com/office/drawing/2014/main" id="{9D67BE67-CDF0-F249-AB96-4BF2A983B1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Teardrop 285">
                <a:extLst>
                  <a:ext uri="{FF2B5EF4-FFF2-40B4-BE49-F238E27FC236}">
                    <a16:creationId xmlns:a16="http://schemas.microsoft.com/office/drawing/2014/main" id="{BA5D8B48-87C9-1440-8C7C-90B11FBE8C0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Teardrop 286">
                <a:extLst>
                  <a:ext uri="{FF2B5EF4-FFF2-40B4-BE49-F238E27FC236}">
                    <a16:creationId xmlns:a16="http://schemas.microsoft.com/office/drawing/2014/main" id="{D6CD8988-7701-5246-8DEE-94AD751F3C50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Teardrop 287">
                <a:extLst>
                  <a:ext uri="{FF2B5EF4-FFF2-40B4-BE49-F238E27FC236}">
                    <a16:creationId xmlns:a16="http://schemas.microsoft.com/office/drawing/2014/main" id="{CE45C6C8-073E-9F4B-82B7-32B81B4F3A7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FBBE2311-D7FE-7A47-8E16-980CEEDDDE39}"/>
              </a:ext>
            </a:extLst>
          </p:cNvPr>
          <p:cNvGrpSpPr/>
          <p:nvPr/>
        </p:nvGrpSpPr>
        <p:grpSpPr>
          <a:xfrm>
            <a:off x="5836899" y="1674484"/>
            <a:ext cx="610645" cy="613303"/>
            <a:chOff x="2216336" y="289820"/>
            <a:chExt cx="5596696" cy="5142625"/>
          </a:xfrm>
        </p:grpSpPr>
        <p:cxnSp>
          <p:nvCxnSpPr>
            <p:cNvPr id="992" name="Straight Connector 991">
              <a:extLst>
                <a:ext uri="{FF2B5EF4-FFF2-40B4-BE49-F238E27FC236}">
                  <a16:creationId xmlns:a16="http://schemas.microsoft.com/office/drawing/2014/main" id="{37BFE4B1-338A-E14F-BF65-A752373A7C31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993" name="Triangle 992">
              <a:extLst>
                <a:ext uri="{FF2B5EF4-FFF2-40B4-BE49-F238E27FC236}">
                  <a16:creationId xmlns:a16="http://schemas.microsoft.com/office/drawing/2014/main" id="{2FA0A968-854A-A049-A854-600BEF2EDCA0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4" name="Triangle 263">
              <a:extLst>
                <a:ext uri="{FF2B5EF4-FFF2-40B4-BE49-F238E27FC236}">
                  <a16:creationId xmlns:a16="http://schemas.microsoft.com/office/drawing/2014/main" id="{F9140DFC-5151-C443-BB75-D01C7606AAA8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5" name="Triangle 264">
              <a:extLst>
                <a:ext uri="{FF2B5EF4-FFF2-40B4-BE49-F238E27FC236}">
                  <a16:creationId xmlns:a16="http://schemas.microsoft.com/office/drawing/2014/main" id="{C67A6B1E-883D-F243-A3CA-BD55481E4725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6" name="Triangle 264">
              <a:extLst>
                <a:ext uri="{FF2B5EF4-FFF2-40B4-BE49-F238E27FC236}">
                  <a16:creationId xmlns:a16="http://schemas.microsoft.com/office/drawing/2014/main" id="{97DFB4D3-0106-C340-B4A6-637947628B2A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7" name="Triangle 996">
              <a:extLst>
                <a:ext uri="{FF2B5EF4-FFF2-40B4-BE49-F238E27FC236}">
                  <a16:creationId xmlns:a16="http://schemas.microsoft.com/office/drawing/2014/main" id="{19396FED-CA28-2444-B4A0-619CAF1BBD16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8" name="Triangle 263">
              <a:extLst>
                <a:ext uri="{FF2B5EF4-FFF2-40B4-BE49-F238E27FC236}">
                  <a16:creationId xmlns:a16="http://schemas.microsoft.com/office/drawing/2014/main" id="{524DDF65-FC1F-8649-8F1B-3C22C94821A6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999" name="Triangle 264">
              <a:extLst>
                <a:ext uri="{FF2B5EF4-FFF2-40B4-BE49-F238E27FC236}">
                  <a16:creationId xmlns:a16="http://schemas.microsoft.com/office/drawing/2014/main" id="{4E1C5E29-8E60-9B4B-9290-8A0A17005FAE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0" name="Freeform 999">
              <a:extLst>
                <a:ext uri="{FF2B5EF4-FFF2-40B4-BE49-F238E27FC236}">
                  <a16:creationId xmlns:a16="http://schemas.microsoft.com/office/drawing/2014/main" id="{A64A4A2E-3E44-8748-9CDF-98127BDB2F85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1" name="Triangle 264">
              <a:extLst>
                <a:ext uri="{FF2B5EF4-FFF2-40B4-BE49-F238E27FC236}">
                  <a16:creationId xmlns:a16="http://schemas.microsoft.com/office/drawing/2014/main" id="{0988D9FA-43E5-8140-A643-7805F01DF385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2" name="Triangle 264">
              <a:extLst>
                <a:ext uri="{FF2B5EF4-FFF2-40B4-BE49-F238E27FC236}">
                  <a16:creationId xmlns:a16="http://schemas.microsoft.com/office/drawing/2014/main" id="{176717C9-337F-3E48-9FA8-7DCA146C2F2B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3" name="Triangle 264">
              <a:extLst>
                <a:ext uri="{FF2B5EF4-FFF2-40B4-BE49-F238E27FC236}">
                  <a16:creationId xmlns:a16="http://schemas.microsoft.com/office/drawing/2014/main" id="{607F8269-D2AA-5743-B873-AF673AA81005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004" name="Freeform 1003">
              <a:extLst>
                <a:ext uri="{FF2B5EF4-FFF2-40B4-BE49-F238E27FC236}">
                  <a16:creationId xmlns:a16="http://schemas.microsoft.com/office/drawing/2014/main" id="{EFB78259-F408-C344-ABE2-CD2D5A5A6490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6DEF6941-6B8F-D541-862B-6FE3D2006994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1068" name="Oval 1">
                <a:extLst>
                  <a:ext uri="{FF2B5EF4-FFF2-40B4-BE49-F238E27FC236}">
                    <a16:creationId xmlns:a16="http://schemas.microsoft.com/office/drawing/2014/main" id="{F1CE9599-EE58-FF4C-89F7-705D4BF7D5F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9" name="Teardrop 1068">
                <a:extLst>
                  <a:ext uri="{FF2B5EF4-FFF2-40B4-BE49-F238E27FC236}">
                    <a16:creationId xmlns:a16="http://schemas.microsoft.com/office/drawing/2014/main" id="{F75A9B5B-3EF3-1C4E-9306-F74F9E7977D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0" name="Teardrop 1069">
                <a:extLst>
                  <a:ext uri="{FF2B5EF4-FFF2-40B4-BE49-F238E27FC236}">
                    <a16:creationId xmlns:a16="http://schemas.microsoft.com/office/drawing/2014/main" id="{22485D08-49E3-CC4E-9BBD-AD3D2E205BEE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1" name="Teardrop 1070">
                <a:extLst>
                  <a:ext uri="{FF2B5EF4-FFF2-40B4-BE49-F238E27FC236}">
                    <a16:creationId xmlns:a16="http://schemas.microsoft.com/office/drawing/2014/main" id="{D94710DF-FEA6-F341-9592-3FB6009D4A27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2" name="Teardrop 1071">
                <a:extLst>
                  <a:ext uri="{FF2B5EF4-FFF2-40B4-BE49-F238E27FC236}">
                    <a16:creationId xmlns:a16="http://schemas.microsoft.com/office/drawing/2014/main" id="{CD9B97A3-CCFC-364B-A675-D45C6006390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3" name="Teardrop 1072">
                <a:extLst>
                  <a:ext uri="{FF2B5EF4-FFF2-40B4-BE49-F238E27FC236}">
                    <a16:creationId xmlns:a16="http://schemas.microsoft.com/office/drawing/2014/main" id="{8AB32901-B5F0-D240-9AFD-F24C9F026EA9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4" name="Teardrop 1073">
                <a:extLst>
                  <a:ext uri="{FF2B5EF4-FFF2-40B4-BE49-F238E27FC236}">
                    <a16:creationId xmlns:a16="http://schemas.microsoft.com/office/drawing/2014/main" id="{898D1D17-3200-7F4C-B635-3F950474E695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Teardrop 1074">
                <a:extLst>
                  <a:ext uri="{FF2B5EF4-FFF2-40B4-BE49-F238E27FC236}">
                    <a16:creationId xmlns:a16="http://schemas.microsoft.com/office/drawing/2014/main" id="{3E14A1C7-F9BA-3F48-9B3E-535DD128082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6" name="Teardrop 1075">
                <a:extLst>
                  <a:ext uri="{FF2B5EF4-FFF2-40B4-BE49-F238E27FC236}">
                    <a16:creationId xmlns:a16="http://schemas.microsoft.com/office/drawing/2014/main" id="{74BB99CC-1D8F-B240-9E89-671658229A6B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7" name="Teardrop 1076">
                <a:extLst>
                  <a:ext uri="{FF2B5EF4-FFF2-40B4-BE49-F238E27FC236}">
                    <a16:creationId xmlns:a16="http://schemas.microsoft.com/office/drawing/2014/main" id="{23DA3219-6CAC-E248-BECF-29C5BDA13C19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8" name="Teardrop 1077">
                <a:extLst>
                  <a:ext uri="{FF2B5EF4-FFF2-40B4-BE49-F238E27FC236}">
                    <a16:creationId xmlns:a16="http://schemas.microsoft.com/office/drawing/2014/main" id="{FB0E28DD-FFBD-B142-834A-54EC94C67EC9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9" name="Teardrop 1078">
                <a:extLst>
                  <a:ext uri="{FF2B5EF4-FFF2-40B4-BE49-F238E27FC236}">
                    <a16:creationId xmlns:a16="http://schemas.microsoft.com/office/drawing/2014/main" id="{39680C01-A63C-F648-971B-90F2F8E5296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0" name="Teardrop 1079">
                <a:extLst>
                  <a:ext uri="{FF2B5EF4-FFF2-40B4-BE49-F238E27FC236}">
                    <a16:creationId xmlns:a16="http://schemas.microsoft.com/office/drawing/2014/main" id="{0BC6573C-DB3D-0A43-BA0F-AF359FD2346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1" name="Teardrop 1080">
                <a:extLst>
                  <a:ext uri="{FF2B5EF4-FFF2-40B4-BE49-F238E27FC236}">
                    <a16:creationId xmlns:a16="http://schemas.microsoft.com/office/drawing/2014/main" id="{FD666443-6A8D-914E-9726-6199F0F7B04D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2" name="Teardrop 1081">
                <a:extLst>
                  <a:ext uri="{FF2B5EF4-FFF2-40B4-BE49-F238E27FC236}">
                    <a16:creationId xmlns:a16="http://schemas.microsoft.com/office/drawing/2014/main" id="{E685C9B4-D5A9-4A4A-9AA3-56A394103AE8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3" name="Teardrop 1082">
                <a:extLst>
                  <a:ext uri="{FF2B5EF4-FFF2-40B4-BE49-F238E27FC236}">
                    <a16:creationId xmlns:a16="http://schemas.microsoft.com/office/drawing/2014/main" id="{884B2E44-9BFF-B145-BE13-3D62B1B91C3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4" name="Teardrop 1083">
                <a:extLst>
                  <a:ext uri="{FF2B5EF4-FFF2-40B4-BE49-F238E27FC236}">
                    <a16:creationId xmlns:a16="http://schemas.microsoft.com/office/drawing/2014/main" id="{5FBABEEF-90F3-0C43-BE2A-ED2FBE1281DB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5" name="Teardrop 1084">
                <a:extLst>
                  <a:ext uri="{FF2B5EF4-FFF2-40B4-BE49-F238E27FC236}">
                    <a16:creationId xmlns:a16="http://schemas.microsoft.com/office/drawing/2014/main" id="{B25881B4-3B86-1C46-936E-C00755CF598F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6" name="Teardrop 1085">
                <a:extLst>
                  <a:ext uri="{FF2B5EF4-FFF2-40B4-BE49-F238E27FC236}">
                    <a16:creationId xmlns:a16="http://schemas.microsoft.com/office/drawing/2014/main" id="{3D02F527-68A3-3E40-8248-7778EBBA4CF7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7" name="Teardrop 1086">
                <a:extLst>
                  <a:ext uri="{FF2B5EF4-FFF2-40B4-BE49-F238E27FC236}">
                    <a16:creationId xmlns:a16="http://schemas.microsoft.com/office/drawing/2014/main" id="{644D7352-E4F5-EE48-9EB3-F64C5B861556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Teardrop 1087">
                <a:extLst>
                  <a:ext uri="{FF2B5EF4-FFF2-40B4-BE49-F238E27FC236}">
                    <a16:creationId xmlns:a16="http://schemas.microsoft.com/office/drawing/2014/main" id="{B26C9E6D-FF3C-F148-ACDF-074F1D2ED0C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Teardrop 1088">
                <a:extLst>
                  <a:ext uri="{FF2B5EF4-FFF2-40B4-BE49-F238E27FC236}">
                    <a16:creationId xmlns:a16="http://schemas.microsoft.com/office/drawing/2014/main" id="{2A3AC558-0863-3547-9FAB-23C37487E5A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Teardrop 1089">
                <a:extLst>
                  <a:ext uri="{FF2B5EF4-FFF2-40B4-BE49-F238E27FC236}">
                    <a16:creationId xmlns:a16="http://schemas.microsoft.com/office/drawing/2014/main" id="{D3DAA74F-7975-884F-A548-2F2D167F2DA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Teardrop 1090">
                <a:extLst>
                  <a:ext uri="{FF2B5EF4-FFF2-40B4-BE49-F238E27FC236}">
                    <a16:creationId xmlns:a16="http://schemas.microsoft.com/office/drawing/2014/main" id="{137B6D93-3765-C644-B92A-F9EE05FDBE2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Teardrop 1091">
                <a:extLst>
                  <a:ext uri="{FF2B5EF4-FFF2-40B4-BE49-F238E27FC236}">
                    <a16:creationId xmlns:a16="http://schemas.microsoft.com/office/drawing/2014/main" id="{A31E4895-590B-5744-BF64-41FD3D8BBE97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Teardrop 1092">
                <a:extLst>
                  <a:ext uri="{FF2B5EF4-FFF2-40B4-BE49-F238E27FC236}">
                    <a16:creationId xmlns:a16="http://schemas.microsoft.com/office/drawing/2014/main" id="{D9499EE4-C082-C54E-9AB2-4DBF16E5701A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Teardrop 1093">
                <a:extLst>
                  <a:ext uri="{FF2B5EF4-FFF2-40B4-BE49-F238E27FC236}">
                    <a16:creationId xmlns:a16="http://schemas.microsoft.com/office/drawing/2014/main" id="{91BDB2AE-8AD0-F444-A52D-B6AEDAB4CAA8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Teardrop 1094">
                <a:extLst>
                  <a:ext uri="{FF2B5EF4-FFF2-40B4-BE49-F238E27FC236}">
                    <a16:creationId xmlns:a16="http://schemas.microsoft.com/office/drawing/2014/main" id="{DD433C43-C95F-FE42-80D4-DF9EC7CA172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6" name="Teardrop 1095">
                <a:extLst>
                  <a:ext uri="{FF2B5EF4-FFF2-40B4-BE49-F238E27FC236}">
                    <a16:creationId xmlns:a16="http://schemas.microsoft.com/office/drawing/2014/main" id="{94A8B4FA-BD77-EE4B-B637-DF9546C74FA4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7" name="Teardrop 1096">
                <a:extLst>
                  <a:ext uri="{FF2B5EF4-FFF2-40B4-BE49-F238E27FC236}">
                    <a16:creationId xmlns:a16="http://schemas.microsoft.com/office/drawing/2014/main" id="{CD6B96DD-A95A-4B48-B4FB-E85DA268D18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06" name="Group 1005">
              <a:extLst>
                <a:ext uri="{FF2B5EF4-FFF2-40B4-BE49-F238E27FC236}">
                  <a16:creationId xmlns:a16="http://schemas.microsoft.com/office/drawing/2014/main" id="{6A2AA4C4-A066-DD4E-B666-E85F85C9AE5F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038" name="Oval 1">
                <a:extLst>
                  <a:ext uri="{FF2B5EF4-FFF2-40B4-BE49-F238E27FC236}">
                    <a16:creationId xmlns:a16="http://schemas.microsoft.com/office/drawing/2014/main" id="{34CE742E-675B-D84C-BC3A-F3E52CA086D6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9" name="Teardrop 1038">
                <a:extLst>
                  <a:ext uri="{FF2B5EF4-FFF2-40B4-BE49-F238E27FC236}">
                    <a16:creationId xmlns:a16="http://schemas.microsoft.com/office/drawing/2014/main" id="{BA6B1634-1E5B-1C46-8047-575068C46D3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0" name="Teardrop 1039">
                <a:extLst>
                  <a:ext uri="{FF2B5EF4-FFF2-40B4-BE49-F238E27FC236}">
                    <a16:creationId xmlns:a16="http://schemas.microsoft.com/office/drawing/2014/main" id="{0DFDEEB3-8841-4A43-AFA6-7DB3C163120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1" name="Teardrop 1040">
                <a:extLst>
                  <a:ext uri="{FF2B5EF4-FFF2-40B4-BE49-F238E27FC236}">
                    <a16:creationId xmlns:a16="http://schemas.microsoft.com/office/drawing/2014/main" id="{9FB6D294-512F-C44D-87CF-A45308B7678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2" name="Teardrop 1041">
                <a:extLst>
                  <a:ext uri="{FF2B5EF4-FFF2-40B4-BE49-F238E27FC236}">
                    <a16:creationId xmlns:a16="http://schemas.microsoft.com/office/drawing/2014/main" id="{36FD7032-FEE0-F040-9B27-5EF3B5341E14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3" name="Teardrop 1042">
                <a:extLst>
                  <a:ext uri="{FF2B5EF4-FFF2-40B4-BE49-F238E27FC236}">
                    <a16:creationId xmlns:a16="http://schemas.microsoft.com/office/drawing/2014/main" id="{C92DECCE-89E9-914A-ACCD-8F3B0747E543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4" name="Teardrop 1043">
                <a:extLst>
                  <a:ext uri="{FF2B5EF4-FFF2-40B4-BE49-F238E27FC236}">
                    <a16:creationId xmlns:a16="http://schemas.microsoft.com/office/drawing/2014/main" id="{595293FE-EDC9-AD42-B8E4-BC5C05CF116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5" name="Teardrop 1044">
                <a:extLst>
                  <a:ext uri="{FF2B5EF4-FFF2-40B4-BE49-F238E27FC236}">
                    <a16:creationId xmlns:a16="http://schemas.microsoft.com/office/drawing/2014/main" id="{63CC8BB2-FA0D-4A42-A797-C61DA006B1DC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6" name="Teardrop 1045">
                <a:extLst>
                  <a:ext uri="{FF2B5EF4-FFF2-40B4-BE49-F238E27FC236}">
                    <a16:creationId xmlns:a16="http://schemas.microsoft.com/office/drawing/2014/main" id="{C8C83A24-C398-024F-81BF-EFD1D89FB50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7" name="Teardrop 1046">
                <a:extLst>
                  <a:ext uri="{FF2B5EF4-FFF2-40B4-BE49-F238E27FC236}">
                    <a16:creationId xmlns:a16="http://schemas.microsoft.com/office/drawing/2014/main" id="{FCC39084-F497-D647-AD6F-C63392C3A037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8" name="Teardrop 1047">
                <a:extLst>
                  <a:ext uri="{FF2B5EF4-FFF2-40B4-BE49-F238E27FC236}">
                    <a16:creationId xmlns:a16="http://schemas.microsoft.com/office/drawing/2014/main" id="{D465F4ED-3F0C-D945-9219-D024D574AB8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9" name="Teardrop 1048">
                <a:extLst>
                  <a:ext uri="{FF2B5EF4-FFF2-40B4-BE49-F238E27FC236}">
                    <a16:creationId xmlns:a16="http://schemas.microsoft.com/office/drawing/2014/main" id="{6D8948E4-B727-A147-BED8-FEE90DF0CC84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0" name="Teardrop 1049">
                <a:extLst>
                  <a:ext uri="{FF2B5EF4-FFF2-40B4-BE49-F238E27FC236}">
                    <a16:creationId xmlns:a16="http://schemas.microsoft.com/office/drawing/2014/main" id="{F5C2DB6A-8E41-624C-900A-71CE9D08CDC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1" name="Teardrop 1050">
                <a:extLst>
                  <a:ext uri="{FF2B5EF4-FFF2-40B4-BE49-F238E27FC236}">
                    <a16:creationId xmlns:a16="http://schemas.microsoft.com/office/drawing/2014/main" id="{9B813619-D206-B74A-B51F-05C8867B52C5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2" name="Teardrop 1051">
                <a:extLst>
                  <a:ext uri="{FF2B5EF4-FFF2-40B4-BE49-F238E27FC236}">
                    <a16:creationId xmlns:a16="http://schemas.microsoft.com/office/drawing/2014/main" id="{20C6C7CB-D25E-594F-B2A3-D6D0B6EBE04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3" name="Teardrop 1052">
                <a:extLst>
                  <a:ext uri="{FF2B5EF4-FFF2-40B4-BE49-F238E27FC236}">
                    <a16:creationId xmlns:a16="http://schemas.microsoft.com/office/drawing/2014/main" id="{4E4FBC19-C00B-974B-8755-8019269052F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4" name="Teardrop 1053">
                <a:extLst>
                  <a:ext uri="{FF2B5EF4-FFF2-40B4-BE49-F238E27FC236}">
                    <a16:creationId xmlns:a16="http://schemas.microsoft.com/office/drawing/2014/main" id="{F8A48FD2-0BE7-FF45-B8CA-AE4625078B30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5" name="Teardrop 1054">
                <a:extLst>
                  <a:ext uri="{FF2B5EF4-FFF2-40B4-BE49-F238E27FC236}">
                    <a16:creationId xmlns:a16="http://schemas.microsoft.com/office/drawing/2014/main" id="{FA9C29A9-55BE-B34C-9020-2958514BBE10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6" name="Teardrop 1055">
                <a:extLst>
                  <a:ext uri="{FF2B5EF4-FFF2-40B4-BE49-F238E27FC236}">
                    <a16:creationId xmlns:a16="http://schemas.microsoft.com/office/drawing/2014/main" id="{97C066B1-DB55-EA41-A294-22F7EA7A23FF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7" name="Teardrop 1056">
                <a:extLst>
                  <a:ext uri="{FF2B5EF4-FFF2-40B4-BE49-F238E27FC236}">
                    <a16:creationId xmlns:a16="http://schemas.microsoft.com/office/drawing/2014/main" id="{A0448E60-EA7F-8141-BD88-BA99B2FB1ACB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8" name="Teardrop 1057">
                <a:extLst>
                  <a:ext uri="{FF2B5EF4-FFF2-40B4-BE49-F238E27FC236}">
                    <a16:creationId xmlns:a16="http://schemas.microsoft.com/office/drawing/2014/main" id="{BCDED83E-05C6-AC40-91F1-EDCCFE2575D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9" name="Teardrop 1058">
                <a:extLst>
                  <a:ext uri="{FF2B5EF4-FFF2-40B4-BE49-F238E27FC236}">
                    <a16:creationId xmlns:a16="http://schemas.microsoft.com/office/drawing/2014/main" id="{7961CFD2-1813-6F4C-8FD3-888321E9554F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0" name="Teardrop 1059">
                <a:extLst>
                  <a:ext uri="{FF2B5EF4-FFF2-40B4-BE49-F238E27FC236}">
                    <a16:creationId xmlns:a16="http://schemas.microsoft.com/office/drawing/2014/main" id="{4903580A-6B7D-EC46-BDBB-56E3CC624D7E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1" name="Teardrop 1060">
                <a:extLst>
                  <a:ext uri="{FF2B5EF4-FFF2-40B4-BE49-F238E27FC236}">
                    <a16:creationId xmlns:a16="http://schemas.microsoft.com/office/drawing/2014/main" id="{FC22114C-BCF5-EE46-882E-D64347EC3A8A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2" name="Teardrop 1061">
                <a:extLst>
                  <a:ext uri="{FF2B5EF4-FFF2-40B4-BE49-F238E27FC236}">
                    <a16:creationId xmlns:a16="http://schemas.microsoft.com/office/drawing/2014/main" id="{D4060CCA-E20E-BA4C-B3D8-3E5ECA275892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3" name="Teardrop 1062">
                <a:extLst>
                  <a:ext uri="{FF2B5EF4-FFF2-40B4-BE49-F238E27FC236}">
                    <a16:creationId xmlns:a16="http://schemas.microsoft.com/office/drawing/2014/main" id="{8805E28B-6BFD-224D-8209-2A26A52A91F4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4" name="Teardrop 1063">
                <a:extLst>
                  <a:ext uri="{FF2B5EF4-FFF2-40B4-BE49-F238E27FC236}">
                    <a16:creationId xmlns:a16="http://schemas.microsoft.com/office/drawing/2014/main" id="{33C88226-5ADF-D64B-A2EF-2D51257D88A2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5" name="Teardrop 1064">
                <a:extLst>
                  <a:ext uri="{FF2B5EF4-FFF2-40B4-BE49-F238E27FC236}">
                    <a16:creationId xmlns:a16="http://schemas.microsoft.com/office/drawing/2014/main" id="{E5669321-84F3-774B-BDB0-DB59FFFF19D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6" name="Teardrop 1065">
                <a:extLst>
                  <a:ext uri="{FF2B5EF4-FFF2-40B4-BE49-F238E27FC236}">
                    <a16:creationId xmlns:a16="http://schemas.microsoft.com/office/drawing/2014/main" id="{18519B95-C2DE-C847-AE2A-F2B4E039E79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7" name="Teardrop 1066">
                <a:extLst>
                  <a:ext uri="{FF2B5EF4-FFF2-40B4-BE49-F238E27FC236}">
                    <a16:creationId xmlns:a16="http://schemas.microsoft.com/office/drawing/2014/main" id="{8D5342AC-8020-AC42-B1FE-11436534B0DD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07" name="Group 1006">
              <a:extLst>
                <a:ext uri="{FF2B5EF4-FFF2-40B4-BE49-F238E27FC236}">
                  <a16:creationId xmlns:a16="http://schemas.microsoft.com/office/drawing/2014/main" id="{75A8336C-6DBC-3244-BD31-3C49983EF6D9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008" name="Oval 1">
                <a:extLst>
                  <a:ext uri="{FF2B5EF4-FFF2-40B4-BE49-F238E27FC236}">
                    <a16:creationId xmlns:a16="http://schemas.microsoft.com/office/drawing/2014/main" id="{8B19557C-62B2-B94F-93B3-7EA4AF86698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9" name="Teardrop 1008">
                <a:extLst>
                  <a:ext uri="{FF2B5EF4-FFF2-40B4-BE49-F238E27FC236}">
                    <a16:creationId xmlns:a16="http://schemas.microsoft.com/office/drawing/2014/main" id="{8272DE7A-5D73-7C42-A881-E1767A42BC69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0" name="Teardrop 1009">
                <a:extLst>
                  <a:ext uri="{FF2B5EF4-FFF2-40B4-BE49-F238E27FC236}">
                    <a16:creationId xmlns:a16="http://schemas.microsoft.com/office/drawing/2014/main" id="{979AC114-0A4E-8343-9CCB-AC15A7C56A17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1" name="Teardrop 1010">
                <a:extLst>
                  <a:ext uri="{FF2B5EF4-FFF2-40B4-BE49-F238E27FC236}">
                    <a16:creationId xmlns:a16="http://schemas.microsoft.com/office/drawing/2014/main" id="{1333EF68-AB77-1A44-B745-717AD000398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2" name="Teardrop 1011">
                <a:extLst>
                  <a:ext uri="{FF2B5EF4-FFF2-40B4-BE49-F238E27FC236}">
                    <a16:creationId xmlns:a16="http://schemas.microsoft.com/office/drawing/2014/main" id="{87D68607-F4E3-F94F-A6D4-A8A0DEECB897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3" name="Teardrop 1012">
                <a:extLst>
                  <a:ext uri="{FF2B5EF4-FFF2-40B4-BE49-F238E27FC236}">
                    <a16:creationId xmlns:a16="http://schemas.microsoft.com/office/drawing/2014/main" id="{F4319783-390E-A547-8B15-3B2CDE774FD0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4" name="Teardrop 1013">
                <a:extLst>
                  <a:ext uri="{FF2B5EF4-FFF2-40B4-BE49-F238E27FC236}">
                    <a16:creationId xmlns:a16="http://schemas.microsoft.com/office/drawing/2014/main" id="{78828EA7-0544-ED4A-9E32-00B35165317F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5" name="Teardrop 1014">
                <a:extLst>
                  <a:ext uri="{FF2B5EF4-FFF2-40B4-BE49-F238E27FC236}">
                    <a16:creationId xmlns:a16="http://schemas.microsoft.com/office/drawing/2014/main" id="{7132E06A-C558-F045-AEA9-393BE90BBAD2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6" name="Teardrop 1015">
                <a:extLst>
                  <a:ext uri="{FF2B5EF4-FFF2-40B4-BE49-F238E27FC236}">
                    <a16:creationId xmlns:a16="http://schemas.microsoft.com/office/drawing/2014/main" id="{7F93E853-1C4C-EB40-B580-74949659617A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7" name="Teardrop 1016">
                <a:extLst>
                  <a:ext uri="{FF2B5EF4-FFF2-40B4-BE49-F238E27FC236}">
                    <a16:creationId xmlns:a16="http://schemas.microsoft.com/office/drawing/2014/main" id="{D97CDCD3-C4D8-2441-8B6A-090373A98C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8" name="Teardrop 1017">
                <a:extLst>
                  <a:ext uri="{FF2B5EF4-FFF2-40B4-BE49-F238E27FC236}">
                    <a16:creationId xmlns:a16="http://schemas.microsoft.com/office/drawing/2014/main" id="{4D24BFB0-61D1-2C42-94B7-63E7890071B5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9" name="Teardrop 1018">
                <a:extLst>
                  <a:ext uri="{FF2B5EF4-FFF2-40B4-BE49-F238E27FC236}">
                    <a16:creationId xmlns:a16="http://schemas.microsoft.com/office/drawing/2014/main" id="{B1C8FFF9-10CA-5B45-BC16-93989EC3B421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0" name="Teardrop 1019">
                <a:extLst>
                  <a:ext uri="{FF2B5EF4-FFF2-40B4-BE49-F238E27FC236}">
                    <a16:creationId xmlns:a16="http://schemas.microsoft.com/office/drawing/2014/main" id="{1A130694-B32E-6848-BE44-80F15864C96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1" name="Teardrop 1020">
                <a:extLst>
                  <a:ext uri="{FF2B5EF4-FFF2-40B4-BE49-F238E27FC236}">
                    <a16:creationId xmlns:a16="http://schemas.microsoft.com/office/drawing/2014/main" id="{CF42376E-6EE6-784B-B104-1EB9401FEF69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2" name="Teardrop 1021">
                <a:extLst>
                  <a:ext uri="{FF2B5EF4-FFF2-40B4-BE49-F238E27FC236}">
                    <a16:creationId xmlns:a16="http://schemas.microsoft.com/office/drawing/2014/main" id="{EC7DF024-7BA8-EB41-B3EB-75D9E4D93710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3" name="Teardrop 1022">
                <a:extLst>
                  <a:ext uri="{FF2B5EF4-FFF2-40B4-BE49-F238E27FC236}">
                    <a16:creationId xmlns:a16="http://schemas.microsoft.com/office/drawing/2014/main" id="{E64065B4-566C-154C-A96A-D12D46842B93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4" name="Teardrop 1023">
                <a:extLst>
                  <a:ext uri="{FF2B5EF4-FFF2-40B4-BE49-F238E27FC236}">
                    <a16:creationId xmlns:a16="http://schemas.microsoft.com/office/drawing/2014/main" id="{B35187AC-8F0C-EA40-B166-14AB8F4EAD8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5" name="Teardrop 1024">
                <a:extLst>
                  <a:ext uri="{FF2B5EF4-FFF2-40B4-BE49-F238E27FC236}">
                    <a16:creationId xmlns:a16="http://schemas.microsoft.com/office/drawing/2014/main" id="{B0EE9D35-04FD-8C49-AA12-ABA8DB6C9E2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6" name="Teardrop 1025">
                <a:extLst>
                  <a:ext uri="{FF2B5EF4-FFF2-40B4-BE49-F238E27FC236}">
                    <a16:creationId xmlns:a16="http://schemas.microsoft.com/office/drawing/2014/main" id="{8C397425-1BE0-9847-B477-1340D44D385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7" name="Teardrop 1026">
                <a:extLst>
                  <a:ext uri="{FF2B5EF4-FFF2-40B4-BE49-F238E27FC236}">
                    <a16:creationId xmlns:a16="http://schemas.microsoft.com/office/drawing/2014/main" id="{155BB46A-55CE-AE43-AC4E-B67818AF8300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8" name="Teardrop 1027">
                <a:extLst>
                  <a:ext uri="{FF2B5EF4-FFF2-40B4-BE49-F238E27FC236}">
                    <a16:creationId xmlns:a16="http://schemas.microsoft.com/office/drawing/2014/main" id="{29261B26-73CE-F741-B385-A4F616253DF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9" name="Teardrop 1028">
                <a:extLst>
                  <a:ext uri="{FF2B5EF4-FFF2-40B4-BE49-F238E27FC236}">
                    <a16:creationId xmlns:a16="http://schemas.microsoft.com/office/drawing/2014/main" id="{A6926F9D-2A84-134C-9B63-58A350E1010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0" name="Teardrop 1029">
                <a:extLst>
                  <a:ext uri="{FF2B5EF4-FFF2-40B4-BE49-F238E27FC236}">
                    <a16:creationId xmlns:a16="http://schemas.microsoft.com/office/drawing/2014/main" id="{A0CB16E2-C75E-C245-92FE-8BDF5DF017DA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1" name="Teardrop 1030">
                <a:extLst>
                  <a:ext uri="{FF2B5EF4-FFF2-40B4-BE49-F238E27FC236}">
                    <a16:creationId xmlns:a16="http://schemas.microsoft.com/office/drawing/2014/main" id="{768BC38A-94BB-0D4E-A36B-F86C4F7ED8BE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2" name="Teardrop 1031">
                <a:extLst>
                  <a:ext uri="{FF2B5EF4-FFF2-40B4-BE49-F238E27FC236}">
                    <a16:creationId xmlns:a16="http://schemas.microsoft.com/office/drawing/2014/main" id="{ED682537-DE3A-7247-81ED-26667836A37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3" name="Teardrop 1032">
                <a:extLst>
                  <a:ext uri="{FF2B5EF4-FFF2-40B4-BE49-F238E27FC236}">
                    <a16:creationId xmlns:a16="http://schemas.microsoft.com/office/drawing/2014/main" id="{7799B280-415E-F842-A9B7-74C0B2F5101E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4" name="Teardrop 1033">
                <a:extLst>
                  <a:ext uri="{FF2B5EF4-FFF2-40B4-BE49-F238E27FC236}">
                    <a16:creationId xmlns:a16="http://schemas.microsoft.com/office/drawing/2014/main" id="{9991FA2B-2C80-A542-9D89-C34CE7F780D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5" name="Teardrop 1034">
                <a:extLst>
                  <a:ext uri="{FF2B5EF4-FFF2-40B4-BE49-F238E27FC236}">
                    <a16:creationId xmlns:a16="http://schemas.microsoft.com/office/drawing/2014/main" id="{97756CE2-BF9C-1148-835C-142B7551B90D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6" name="Teardrop 1035">
                <a:extLst>
                  <a:ext uri="{FF2B5EF4-FFF2-40B4-BE49-F238E27FC236}">
                    <a16:creationId xmlns:a16="http://schemas.microsoft.com/office/drawing/2014/main" id="{09A3CFC0-4212-A441-8CAC-059FA518C12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7" name="Teardrop 1036">
                <a:extLst>
                  <a:ext uri="{FF2B5EF4-FFF2-40B4-BE49-F238E27FC236}">
                    <a16:creationId xmlns:a16="http://schemas.microsoft.com/office/drawing/2014/main" id="{B84A7554-8EF8-8442-96E9-EE540098D6E3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098" name="Group 1097">
            <a:extLst>
              <a:ext uri="{FF2B5EF4-FFF2-40B4-BE49-F238E27FC236}">
                <a16:creationId xmlns:a16="http://schemas.microsoft.com/office/drawing/2014/main" id="{6D626A4A-16C3-494C-8F11-EABC95F646F6}"/>
              </a:ext>
            </a:extLst>
          </p:cNvPr>
          <p:cNvGrpSpPr/>
          <p:nvPr/>
        </p:nvGrpSpPr>
        <p:grpSpPr>
          <a:xfrm>
            <a:off x="6961739" y="1543238"/>
            <a:ext cx="801211" cy="703269"/>
            <a:chOff x="2216336" y="289820"/>
            <a:chExt cx="5596696" cy="5142625"/>
          </a:xfrm>
        </p:grpSpPr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88976FE0-4A2D-9045-A51E-827EA87AA5ED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1100" name="Triangle 1099">
              <a:extLst>
                <a:ext uri="{FF2B5EF4-FFF2-40B4-BE49-F238E27FC236}">
                  <a16:creationId xmlns:a16="http://schemas.microsoft.com/office/drawing/2014/main" id="{DC0B2A6E-9A96-8E4C-84A8-2449462674F4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1" name="Triangle 263">
              <a:extLst>
                <a:ext uri="{FF2B5EF4-FFF2-40B4-BE49-F238E27FC236}">
                  <a16:creationId xmlns:a16="http://schemas.microsoft.com/office/drawing/2014/main" id="{67551BD5-544F-9F45-B1FC-012B5C66BF36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2" name="Triangle 264">
              <a:extLst>
                <a:ext uri="{FF2B5EF4-FFF2-40B4-BE49-F238E27FC236}">
                  <a16:creationId xmlns:a16="http://schemas.microsoft.com/office/drawing/2014/main" id="{C32BED51-BEA1-E349-A14A-14CC8D7BFB49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3" name="Triangle 264">
              <a:extLst>
                <a:ext uri="{FF2B5EF4-FFF2-40B4-BE49-F238E27FC236}">
                  <a16:creationId xmlns:a16="http://schemas.microsoft.com/office/drawing/2014/main" id="{C1CE73D0-1395-DE41-968F-75B94BB4C154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4" name="Triangle 1103">
              <a:extLst>
                <a:ext uri="{FF2B5EF4-FFF2-40B4-BE49-F238E27FC236}">
                  <a16:creationId xmlns:a16="http://schemas.microsoft.com/office/drawing/2014/main" id="{C1A0DE13-224B-7C49-AF60-5C68F0648DE2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5" name="Triangle 263">
              <a:extLst>
                <a:ext uri="{FF2B5EF4-FFF2-40B4-BE49-F238E27FC236}">
                  <a16:creationId xmlns:a16="http://schemas.microsoft.com/office/drawing/2014/main" id="{CF0B03AB-35B9-B948-8866-CF6EBB36D30B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6" name="Triangle 264">
              <a:extLst>
                <a:ext uri="{FF2B5EF4-FFF2-40B4-BE49-F238E27FC236}">
                  <a16:creationId xmlns:a16="http://schemas.microsoft.com/office/drawing/2014/main" id="{F451BE79-1B65-0149-9510-E87A44A35F46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7" name="Freeform 1106">
              <a:extLst>
                <a:ext uri="{FF2B5EF4-FFF2-40B4-BE49-F238E27FC236}">
                  <a16:creationId xmlns:a16="http://schemas.microsoft.com/office/drawing/2014/main" id="{60F73C0D-9B02-8344-9617-F6909AD37836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8" name="Triangle 264">
              <a:extLst>
                <a:ext uri="{FF2B5EF4-FFF2-40B4-BE49-F238E27FC236}">
                  <a16:creationId xmlns:a16="http://schemas.microsoft.com/office/drawing/2014/main" id="{6F539191-C785-314B-BAEA-8F7DA2CC3CB8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09" name="Triangle 264">
              <a:extLst>
                <a:ext uri="{FF2B5EF4-FFF2-40B4-BE49-F238E27FC236}">
                  <a16:creationId xmlns:a16="http://schemas.microsoft.com/office/drawing/2014/main" id="{49339FBF-316A-3045-AA37-03CE15C84EED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10" name="Triangle 264">
              <a:extLst>
                <a:ext uri="{FF2B5EF4-FFF2-40B4-BE49-F238E27FC236}">
                  <a16:creationId xmlns:a16="http://schemas.microsoft.com/office/drawing/2014/main" id="{5078B44A-8AF9-8B44-9709-0AF2C6F794D0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111" name="Freeform 1110">
              <a:extLst>
                <a:ext uri="{FF2B5EF4-FFF2-40B4-BE49-F238E27FC236}">
                  <a16:creationId xmlns:a16="http://schemas.microsoft.com/office/drawing/2014/main" id="{EC96A5F5-0B86-EB47-B006-5D8E7FE619F1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EE10C692-9820-764C-B30A-6248BBEA52FF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1175" name="Oval 1">
                <a:extLst>
                  <a:ext uri="{FF2B5EF4-FFF2-40B4-BE49-F238E27FC236}">
                    <a16:creationId xmlns:a16="http://schemas.microsoft.com/office/drawing/2014/main" id="{0B7E9EA1-C17A-5A4D-B0FC-21BB6E51047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6" name="Teardrop 1175">
                <a:extLst>
                  <a:ext uri="{FF2B5EF4-FFF2-40B4-BE49-F238E27FC236}">
                    <a16:creationId xmlns:a16="http://schemas.microsoft.com/office/drawing/2014/main" id="{E0363900-FEA2-0D4C-8CC9-25FBCB0BC3F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7" name="Teardrop 1176">
                <a:extLst>
                  <a:ext uri="{FF2B5EF4-FFF2-40B4-BE49-F238E27FC236}">
                    <a16:creationId xmlns:a16="http://schemas.microsoft.com/office/drawing/2014/main" id="{A9796CF8-0922-AD49-B900-41FFA230FF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8" name="Teardrop 1177">
                <a:extLst>
                  <a:ext uri="{FF2B5EF4-FFF2-40B4-BE49-F238E27FC236}">
                    <a16:creationId xmlns:a16="http://schemas.microsoft.com/office/drawing/2014/main" id="{68915BEA-E8AF-6949-8BB8-1E29788E3B52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9" name="Teardrop 1178">
                <a:extLst>
                  <a:ext uri="{FF2B5EF4-FFF2-40B4-BE49-F238E27FC236}">
                    <a16:creationId xmlns:a16="http://schemas.microsoft.com/office/drawing/2014/main" id="{C00650BD-D352-C146-B577-DA1C26E8067B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0" name="Teardrop 1179">
                <a:extLst>
                  <a:ext uri="{FF2B5EF4-FFF2-40B4-BE49-F238E27FC236}">
                    <a16:creationId xmlns:a16="http://schemas.microsoft.com/office/drawing/2014/main" id="{3ECA99A7-1D32-544D-8CC5-36333321E48C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1" name="Teardrop 1180">
                <a:extLst>
                  <a:ext uri="{FF2B5EF4-FFF2-40B4-BE49-F238E27FC236}">
                    <a16:creationId xmlns:a16="http://schemas.microsoft.com/office/drawing/2014/main" id="{0394E529-95CA-1345-97EF-38BF448BC43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2" name="Teardrop 1181">
                <a:extLst>
                  <a:ext uri="{FF2B5EF4-FFF2-40B4-BE49-F238E27FC236}">
                    <a16:creationId xmlns:a16="http://schemas.microsoft.com/office/drawing/2014/main" id="{F1B62ECF-BB6C-0B4F-84E6-2DC54B4EBE7F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3" name="Teardrop 1182">
                <a:extLst>
                  <a:ext uri="{FF2B5EF4-FFF2-40B4-BE49-F238E27FC236}">
                    <a16:creationId xmlns:a16="http://schemas.microsoft.com/office/drawing/2014/main" id="{6306E3F5-FBDC-2D4A-ADEA-F6ADBD68FCFA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4" name="Teardrop 1183">
                <a:extLst>
                  <a:ext uri="{FF2B5EF4-FFF2-40B4-BE49-F238E27FC236}">
                    <a16:creationId xmlns:a16="http://schemas.microsoft.com/office/drawing/2014/main" id="{4FCAD554-4AD4-014B-949F-334B0FFCC99F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5" name="Teardrop 1184">
                <a:extLst>
                  <a:ext uri="{FF2B5EF4-FFF2-40B4-BE49-F238E27FC236}">
                    <a16:creationId xmlns:a16="http://schemas.microsoft.com/office/drawing/2014/main" id="{D5BB879A-233A-A940-A1E0-89FF79E17FD5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6" name="Teardrop 1185">
                <a:extLst>
                  <a:ext uri="{FF2B5EF4-FFF2-40B4-BE49-F238E27FC236}">
                    <a16:creationId xmlns:a16="http://schemas.microsoft.com/office/drawing/2014/main" id="{8295BCF0-0CDF-9B44-BFDC-13CE023DCB5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7" name="Teardrop 1186">
                <a:extLst>
                  <a:ext uri="{FF2B5EF4-FFF2-40B4-BE49-F238E27FC236}">
                    <a16:creationId xmlns:a16="http://schemas.microsoft.com/office/drawing/2014/main" id="{EC5E3F8B-6CEF-7041-B27F-E3D638E60C5C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8" name="Teardrop 1187">
                <a:extLst>
                  <a:ext uri="{FF2B5EF4-FFF2-40B4-BE49-F238E27FC236}">
                    <a16:creationId xmlns:a16="http://schemas.microsoft.com/office/drawing/2014/main" id="{D9A08372-7F77-E740-B874-9A324DC00D86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9" name="Teardrop 1188">
                <a:extLst>
                  <a:ext uri="{FF2B5EF4-FFF2-40B4-BE49-F238E27FC236}">
                    <a16:creationId xmlns:a16="http://schemas.microsoft.com/office/drawing/2014/main" id="{D036AF76-817B-ED4C-8DE7-834C07E78AD4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0" name="Teardrop 1189">
                <a:extLst>
                  <a:ext uri="{FF2B5EF4-FFF2-40B4-BE49-F238E27FC236}">
                    <a16:creationId xmlns:a16="http://schemas.microsoft.com/office/drawing/2014/main" id="{1A7699ED-F2DA-CC45-A91A-A27CA4FD6FE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1" name="Teardrop 1190">
                <a:extLst>
                  <a:ext uri="{FF2B5EF4-FFF2-40B4-BE49-F238E27FC236}">
                    <a16:creationId xmlns:a16="http://schemas.microsoft.com/office/drawing/2014/main" id="{9F369FDB-FEF7-C245-A293-AEC73441DEEA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2" name="Teardrop 1191">
                <a:extLst>
                  <a:ext uri="{FF2B5EF4-FFF2-40B4-BE49-F238E27FC236}">
                    <a16:creationId xmlns:a16="http://schemas.microsoft.com/office/drawing/2014/main" id="{BA5098EB-974B-7140-A1E1-CEC7750C85D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3" name="Teardrop 1192">
                <a:extLst>
                  <a:ext uri="{FF2B5EF4-FFF2-40B4-BE49-F238E27FC236}">
                    <a16:creationId xmlns:a16="http://schemas.microsoft.com/office/drawing/2014/main" id="{037EDAB3-8BCC-1B47-AF32-EDCE61E33F28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4" name="Teardrop 1193">
                <a:extLst>
                  <a:ext uri="{FF2B5EF4-FFF2-40B4-BE49-F238E27FC236}">
                    <a16:creationId xmlns:a16="http://schemas.microsoft.com/office/drawing/2014/main" id="{900E0EAE-CB02-5641-9D2C-624C0FC3560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5" name="Teardrop 1194">
                <a:extLst>
                  <a:ext uri="{FF2B5EF4-FFF2-40B4-BE49-F238E27FC236}">
                    <a16:creationId xmlns:a16="http://schemas.microsoft.com/office/drawing/2014/main" id="{F0EB96F5-B660-C04B-8A3F-F7257AB40B8B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6" name="Teardrop 1195">
                <a:extLst>
                  <a:ext uri="{FF2B5EF4-FFF2-40B4-BE49-F238E27FC236}">
                    <a16:creationId xmlns:a16="http://schemas.microsoft.com/office/drawing/2014/main" id="{522FF68C-04A0-614A-8EA5-36529D1BABAB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7" name="Teardrop 1196">
                <a:extLst>
                  <a:ext uri="{FF2B5EF4-FFF2-40B4-BE49-F238E27FC236}">
                    <a16:creationId xmlns:a16="http://schemas.microsoft.com/office/drawing/2014/main" id="{ED2B275A-61F6-334F-A2AB-B5CFB9084C5D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8" name="Teardrop 1197">
                <a:extLst>
                  <a:ext uri="{FF2B5EF4-FFF2-40B4-BE49-F238E27FC236}">
                    <a16:creationId xmlns:a16="http://schemas.microsoft.com/office/drawing/2014/main" id="{CE17CFFA-D318-6749-9F9D-F92F3451E133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9" name="Teardrop 1198">
                <a:extLst>
                  <a:ext uri="{FF2B5EF4-FFF2-40B4-BE49-F238E27FC236}">
                    <a16:creationId xmlns:a16="http://schemas.microsoft.com/office/drawing/2014/main" id="{129CB854-519C-1D44-B490-9BAFBD766BC4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0" name="Teardrop 1199">
                <a:extLst>
                  <a:ext uri="{FF2B5EF4-FFF2-40B4-BE49-F238E27FC236}">
                    <a16:creationId xmlns:a16="http://schemas.microsoft.com/office/drawing/2014/main" id="{8032556B-F382-D543-A33C-713EEAE4165E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1" name="Teardrop 1200">
                <a:extLst>
                  <a:ext uri="{FF2B5EF4-FFF2-40B4-BE49-F238E27FC236}">
                    <a16:creationId xmlns:a16="http://schemas.microsoft.com/office/drawing/2014/main" id="{2E8C7CAE-51D2-E74C-A9E6-D94CE1FAE1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2" name="Teardrop 1201">
                <a:extLst>
                  <a:ext uri="{FF2B5EF4-FFF2-40B4-BE49-F238E27FC236}">
                    <a16:creationId xmlns:a16="http://schemas.microsoft.com/office/drawing/2014/main" id="{9DE49F14-769B-E249-9963-01E18C374DF7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3" name="Teardrop 1202">
                <a:extLst>
                  <a:ext uri="{FF2B5EF4-FFF2-40B4-BE49-F238E27FC236}">
                    <a16:creationId xmlns:a16="http://schemas.microsoft.com/office/drawing/2014/main" id="{C0D76B10-950F-8B48-AA86-09DFF884A97F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4" name="Teardrop 1203">
                <a:extLst>
                  <a:ext uri="{FF2B5EF4-FFF2-40B4-BE49-F238E27FC236}">
                    <a16:creationId xmlns:a16="http://schemas.microsoft.com/office/drawing/2014/main" id="{5B3B0772-374E-624A-8095-6AB02EE030F1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113" name="Group 1112">
              <a:extLst>
                <a:ext uri="{FF2B5EF4-FFF2-40B4-BE49-F238E27FC236}">
                  <a16:creationId xmlns:a16="http://schemas.microsoft.com/office/drawing/2014/main" id="{229AB7BE-239D-4146-B763-3C706D39233D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145" name="Oval 1">
                <a:extLst>
                  <a:ext uri="{FF2B5EF4-FFF2-40B4-BE49-F238E27FC236}">
                    <a16:creationId xmlns:a16="http://schemas.microsoft.com/office/drawing/2014/main" id="{C494F8C1-4669-6945-AB2A-413115434797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6" name="Teardrop 1145">
                <a:extLst>
                  <a:ext uri="{FF2B5EF4-FFF2-40B4-BE49-F238E27FC236}">
                    <a16:creationId xmlns:a16="http://schemas.microsoft.com/office/drawing/2014/main" id="{00513F99-6D3C-8C42-8E33-DACEC63F2934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7" name="Teardrop 1146">
                <a:extLst>
                  <a:ext uri="{FF2B5EF4-FFF2-40B4-BE49-F238E27FC236}">
                    <a16:creationId xmlns:a16="http://schemas.microsoft.com/office/drawing/2014/main" id="{F7136BC9-7E2D-8543-B4B1-278674B2CDA2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8" name="Teardrop 1147">
                <a:extLst>
                  <a:ext uri="{FF2B5EF4-FFF2-40B4-BE49-F238E27FC236}">
                    <a16:creationId xmlns:a16="http://schemas.microsoft.com/office/drawing/2014/main" id="{9D4431A3-78C7-7C4E-89C4-5E726A2FF2A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9" name="Teardrop 1148">
                <a:extLst>
                  <a:ext uri="{FF2B5EF4-FFF2-40B4-BE49-F238E27FC236}">
                    <a16:creationId xmlns:a16="http://schemas.microsoft.com/office/drawing/2014/main" id="{24EE5C02-260C-F64D-9A29-89937A6AA701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0" name="Teardrop 1149">
                <a:extLst>
                  <a:ext uri="{FF2B5EF4-FFF2-40B4-BE49-F238E27FC236}">
                    <a16:creationId xmlns:a16="http://schemas.microsoft.com/office/drawing/2014/main" id="{7BE2B33D-3847-5045-B64E-E1234857DCE3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1" name="Teardrop 1150">
                <a:extLst>
                  <a:ext uri="{FF2B5EF4-FFF2-40B4-BE49-F238E27FC236}">
                    <a16:creationId xmlns:a16="http://schemas.microsoft.com/office/drawing/2014/main" id="{85A7D715-B3AF-CC4F-A900-B49296327302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2" name="Teardrop 1151">
                <a:extLst>
                  <a:ext uri="{FF2B5EF4-FFF2-40B4-BE49-F238E27FC236}">
                    <a16:creationId xmlns:a16="http://schemas.microsoft.com/office/drawing/2014/main" id="{0DE3CADF-5EEB-E84D-A9A5-EC8ECABBB7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3" name="Teardrop 1152">
                <a:extLst>
                  <a:ext uri="{FF2B5EF4-FFF2-40B4-BE49-F238E27FC236}">
                    <a16:creationId xmlns:a16="http://schemas.microsoft.com/office/drawing/2014/main" id="{9DA70FFC-2669-2C49-AFD8-F017FE1731C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4" name="Teardrop 1153">
                <a:extLst>
                  <a:ext uri="{FF2B5EF4-FFF2-40B4-BE49-F238E27FC236}">
                    <a16:creationId xmlns:a16="http://schemas.microsoft.com/office/drawing/2014/main" id="{59D0F686-F376-2C49-BA2C-6BD4CD6DB22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5" name="Teardrop 1154">
                <a:extLst>
                  <a:ext uri="{FF2B5EF4-FFF2-40B4-BE49-F238E27FC236}">
                    <a16:creationId xmlns:a16="http://schemas.microsoft.com/office/drawing/2014/main" id="{156655D5-35B1-CD42-9FC4-3B62AE3A4C6E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6" name="Teardrop 1155">
                <a:extLst>
                  <a:ext uri="{FF2B5EF4-FFF2-40B4-BE49-F238E27FC236}">
                    <a16:creationId xmlns:a16="http://schemas.microsoft.com/office/drawing/2014/main" id="{B21EED5F-CB6F-8947-9081-874311BACB95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7" name="Teardrop 1156">
                <a:extLst>
                  <a:ext uri="{FF2B5EF4-FFF2-40B4-BE49-F238E27FC236}">
                    <a16:creationId xmlns:a16="http://schemas.microsoft.com/office/drawing/2014/main" id="{A8108E7E-91C9-7B45-87DB-ACA78C14ACC3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8" name="Teardrop 1157">
                <a:extLst>
                  <a:ext uri="{FF2B5EF4-FFF2-40B4-BE49-F238E27FC236}">
                    <a16:creationId xmlns:a16="http://schemas.microsoft.com/office/drawing/2014/main" id="{42B75464-4307-7C4B-98FD-830AD707DD9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9" name="Teardrop 1158">
                <a:extLst>
                  <a:ext uri="{FF2B5EF4-FFF2-40B4-BE49-F238E27FC236}">
                    <a16:creationId xmlns:a16="http://schemas.microsoft.com/office/drawing/2014/main" id="{08FE1308-6195-064B-8480-8BDFBF2E9F7E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0" name="Teardrop 1159">
                <a:extLst>
                  <a:ext uri="{FF2B5EF4-FFF2-40B4-BE49-F238E27FC236}">
                    <a16:creationId xmlns:a16="http://schemas.microsoft.com/office/drawing/2014/main" id="{99BC4EC2-78DF-7342-A1D4-8ACF4327E049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1" name="Teardrop 1160">
                <a:extLst>
                  <a:ext uri="{FF2B5EF4-FFF2-40B4-BE49-F238E27FC236}">
                    <a16:creationId xmlns:a16="http://schemas.microsoft.com/office/drawing/2014/main" id="{D8481E1F-B5D9-1749-A392-FD1CD05E7AD8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2" name="Teardrop 1161">
                <a:extLst>
                  <a:ext uri="{FF2B5EF4-FFF2-40B4-BE49-F238E27FC236}">
                    <a16:creationId xmlns:a16="http://schemas.microsoft.com/office/drawing/2014/main" id="{24C86CB7-A8E2-2E47-B111-92309165DA3D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3" name="Teardrop 1162">
                <a:extLst>
                  <a:ext uri="{FF2B5EF4-FFF2-40B4-BE49-F238E27FC236}">
                    <a16:creationId xmlns:a16="http://schemas.microsoft.com/office/drawing/2014/main" id="{819550B6-8C44-4347-9872-935DA8434523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4" name="Teardrop 1163">
                <a:extLst>
                  <a:ext uri="{FF2B5EF4-FFF2-40B4-BE49-F238E27FC236}">
                    <a16:creationId xmlns:a16="http://schemas.microsoft.com/office/drawing/2014/main" id="{24175D35-8031-3B42-ABA0-EE3AFF7F6656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5" name="Teardrop 1164">
                <a:extLst>
                  <a:ext uri="{FF2B5EF4-FFF2-40B4-BE49-F238E27FC236}">
                    <a16:creationId xmlns:a16="http://schemas.microsoft.com/office/drawing/2014/main" id="{CAF51FB9-21CC-F042-BC14-FE563C873DA0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6" name="Teardrop 1165">
                <a:extLst>
                  <a:ext uri="{FF2B5EF4-FFF2-40B4-BE49-F238E27FC236}">
                    <a16:creationId xmlns:a16="http://schemas.microsoft.com/office/drawing/2014/main" id="{7BED125A-EFCE-534B-A487-9B24D247549D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7" name="Teardrop 1166">
                <a:extLst>
                  <a:ext uri="{FF2B5EF4-FFF2-40B4-BE49-F238E27FC236}">
                    <a16:creationId xmlns:a16="http://schemas.microsoft.com/office/drawing/2014/main" id="{87DF8E43-A2D9-F147-90FF-7F0F6AEBD43A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8" name="Teardrop 1167">
                <a:extLst>
                  <a:ext uri="{FF2B5EF4-FFF2-40B4-BE49-F238E27FC236}">
                    <a16:creationId xmlns:a16="http://schemas.microsoft.com/office/drawing/2014/main" id="{AEE5DE3C-FF77-E844-9254-750AE8CE2486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9" name="Teardrop 1168">
                <a:extLst>
                  <a:ext uri="{FF2B5EF4-FFF2-40B4-BE49-F238E27FC236}">
                    <a16:creationId xmlns:a16="http://schemas.microsoft.com/office/drawing/2014/main" id="{E69CDD33-52D5-CD4A-8601-A30C68E0E0B4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0" name="Teardrop 1169">
                <a:extLst>
                  <a:ext uri="{FF2B5EF4-FFF2-40B4-BE49-F238E27FC236}">
                    <a16:creationId xmlns:a16="http://schemas.microsoft.com/office/drawing/2014/main" id="{797FA652-DB03-B241-AC3F-4902688DB40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1" name="Teardrop 1170">
                <a:extLst>
                  <a:ext uri="{FF2B5EF4-FFF2-40B4-BE49-F238E27FC236}">
                    <a16:creationId xmlns:a16="http://schemas.microsoft.com/office/drawing/2014/main" id="{69791E4C-D3F3-1543-8491-ECD1E69C25C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2" name="Teardrop 1171">
                <a:extLst>
                  <a:ext uri="{FF2B5EF4-FFF2-40B4-BE49-F238E27FC236}">
                    <a16:creationId xmlns:a16="http://schemas.microsoft.com/office/drawing/2014/main" id="{18351835-60A5-464B-941E-C0C90CC34AA0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3" name="Teardrop 1172">
                <a:extLst>
                  <a:ext uri="{FF2B5EF4-FFF2-40B4-BE49-F238E27FC236}">
                    <a16:creationId xmlns:a16="http://schemas.microsoft.com/office/drawing/2014/main" id="{BC8CF139-E875-0F4E-94B3-98FD88B04527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4" name="Teardrop 1173">
                <a:extLst>
                  <a:ext uri="{FF2B5EF4-FFF2-40B4-BE49-F238E27FC236}">
                    <a16:creationId xmlns:a16="http://schemas.microsoft.com/office/drawing/2014/main" id="{F9EC7DC0-E9DF-644C-BB6B-BB71B539FD8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114" name="Group 1113">
              <a:extLst>
                <a:ext uri="{FF2B5EF4-FFF2-40B4-BE49-F238E27FC236}">
                  <a16:creationId xmlns:a16="http://schemas.microsoft.com/office/drawing/2014/main" id="{93ED8EBC-2841-694D-B1AB-76D5AA0A56C1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115" name="Oval 1">
                <a:extLst>
                  <a:ext uri="{FF2B5EF4-FFF2-40B4-BE49-F238E27FC236}">
                    <a16:creationId xmlns:a16="http://schemas.microsoft.com/office/drawing/2014/main" id="{655E74DA-2A3E-2243-9EA6-54FD88867522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6" name="Teardrop 1115">
                <a:extLst>
                  <a:ext uri="{FF2B5EF4-FFF2-40B4-BE49-F238E27FC236}">
                    <a16:creationId xmlns:a16="http://schemas.microsoft.com/office/drawing/2014/main" id="{1C17A81D-C695-1041-B794-76CBAA48992E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7" name="Teardrop 1116">
                <a:extLst>
                  <a:ext uri="{FF2B5EF4-FFF2-40B4-BE49-F238E27FC236}">
                    <a16:creationId xmlns:a16="http://schemas.microsoft.com/office/drawing/2014/main" id="{43E1CB69-5211-E248-A26B-EDF995C3FC5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8" name="Teardrop 1117">
                <a:extLst>
                  <a:ext uri="{FF2B5EF4-FFF2-40B4-BE49-F238E27FC236}">
                    <a16:creationId xmlns:a16="http://schemas.microsoft.com/office/drawing/2014/main" id="{1301D540-4FA7-E24E-AAB2-E8674A196DA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9" name="Teardrop 1118">
                <a:extLst>
                  <a:ext uri="{FF2B5EF4-FFF2-40B4-BE49-F238E27FC236}">
                    <a16:creationId xmlns:a16="http://schemas.microsoft.com/office/drawing/2014/main" id="{CE35B355-EA3C-8942-821A-95E476CB2E51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0" name="Teardrop 1119">
                <a:extLst>
                  <a:ext uri="{FF2B5EF4-FFF2-40B4-BE49-F238E27FC236}">
                    <a16:creationId xmlns:a16="http://schemas.microsoft.com/office/drawing/2014/main" id="{2A23175B-FB8A-4346-9CCA-74B082664742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1" name="Teardrop 1120">
                <a:extLst>
                  <a:ext uri="{FF2B5EF4-FFF2-40B4-BE49-F238E27FC236}">
                    <a16:creationId xmlns:a16="http://schemas.microsoft.com/office/drawing/2014/main" id="{E7C01E40-5A65-0D4E-9929-A2A2983203A7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2" name="Teardrop 1121">
                <a:extLst>
                  <a:ext uri="{FF2B5EF4-FFF2-40B4-BE49-F238E27FC236}">
                    <a16:creationId xmlns:a16="http://schemas.microsoft.com/office/drawing/2014/main" id="{91142306-D7D3-1945-A1B0-1C17819F2CA0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3" name="Teardrop 1122">
                <a:extLst>
                  <a:ext uri="{FF2B5EF4-FFF2-40B4-BE49-F238E27FC236}">
                    <a16:creationId xmlns:a16="http://schemas.microsoft.com/office/drawing/2014/main" id="{056158F9-FAE5-0745-BAC1-0B4B4B732D1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4" name="Teardrop 1123">
                <a:extLst>
                  <a:ext uri="{FF2B5EF4-FFF2-40B4-BE49-F238E27FC236}">
                    <a16:creationId xmlns:a16="http://schemas.microsoft.com/office/drawing/2014/main" id="{720A85B4-7C81-B547-BA5A-205B009F866C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5" name="Teardrop 1124">
                <a:extLst>
                  <a:ext uri="{FF2B5EF4-FFF2-40B4-BE49-F238E27FC236}">
                    <a16:creationId xmlns:a16="http://schemas.microsoft.com/office/drawing/2014/main" id="{3C7DDE9C-FB5D-F44E-99F3-92BD3A4821E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6" name="Teardrop 1125">
                <a:extLst>
                  <a:ext uri="{FF2B5EF4-FFF2-40B4-BE49-F238E27FC236}">
                    <a16:creationId xmlns:a16="http://schemas.microsoft.com/office/drawing/2014/main" id="{8CCF4FEF-60C4-6A48-ACE2-4581103FE2BE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7" name="Teardrop 1126">
                <a:extLst>
                  <a:ext uri="{FF2B5EF4-FFF2-40B4-BE49-F238E27FC236}">
                    <a16:creationId xmlns:a16="http://schemas.microsoft.com/office/drawing/2014/main" id="{F7354BB4-72BF-D741-9090-DBD6550ADFB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8" name="Teardrop 1127">
                <a:extLst>
                  <a:ext uri="{FF2B5EF4-FFF2-40B4-BE49-F238E27FC236}">
                    <a16:creationId xmlns:a16="http://schemas.microsoft.com/office/drawing/2014/main" id="{4AE50B69-1264-5D45-A13D-8AC7AA96535E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9" name="Teardrop 1128">
                <a:extLst>
                  <a:ext uri="{FF2B5EF4-FFF2-40B4-BE49-F238E27FC236}">
                    <a16:creationId xmlns:a16="http://schemas.microsoft.com/office/drawing/2014/main" id="{D85494ED-2FDE-924B-816A-C5115065E7C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0" name="Teardrop 1129">
                <a:extLst>
                  <a:ext uri="{FF2B5EF4-FFF2-40B4-BE49-F238E27FC236}">
                    <a16:creationId xmlns:a16="http://schemas.microsoft.com/office/drawing/2014/main" id="{770ED9C2-3CDB-9B49-ACA7-ED70F2A12E99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1" name="Teardrop 1130">
                <a:extLst>
                  <a:ext uri="{FF2B5EF4-FFF2-40B4-BE49-F238E27FC236}">
                    <a16:creationId xmlns:a16="http://schemas.microsoft.com/office/drawing/2014/main" id="{2A14C647-E897-2840-B4C5-50186E949174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2" name="Teardrop 1131">
                <a:extLst>
                  <a:ext uri="{FF2B5EF4-FFF2-40B4-BE49-F238E27FC236}">
                    <a16:creationId xmlns:a16="http://schemas.microsoft.com/office/drawing/2014/main" id="{A02B0CF4-7524-A242-802C-93E21F173DAF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3" name="Teardrop 1132">
                <a:extLst>
                  <a:ext uri="{FF2B5EF4-FFF2-40B4-BE49-F238E27FC236}">
                    <a16:creationId xmlns:a16="http://schemas.microsoft.com/office/drawing/2014/main" id="{5A9B25DD-79EA-4547-A807-3DA144E6A9A8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4" name="Teardrop 1133">
                <a:extLst>
                  <a:ext uri="{FF2B5EF4-FFF2-40B4-BE49-F238E27FC236}">
                    <a16:creationId xmlns:a16="http://schemas.microsoft.com/office/drawing/2014/main" id="{5073025D-F51C-8F43-8376-34F78DBC34FA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5" name="Teardrop 1134">
                <a:extLst>
                  <a:ext uri="{FF2B5EF4-FFF2-40B4-BE49-F238E27FC236}">
                    <a16:creationId xmlns:a16="http://schemas.microsoft.com/office/drawing/2014/main" id="{E7756615-26BC-0343-B8B9-260646FD0DD6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6" name="Teardrop 1135">
                <a:extLst>
                  <a:ext uri="{FF2B5EF4-FFF2-40B4-BE49-F238E27FC236}">
                    <a16:creationId xmlns:a16="http://schemas.microsoft.com/office/drawing/2014/main" id="{1CB09A46-4706-5C4A-A23B-35590C9D9F99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7" name="Teardrop 1136">
                <a:extLst>
                  <a:ext uri="{FF2B5EF4-FFF2-40B4-BE49-F238E27FC236}">
                    <a16:creationId xmlns:a16="http://schemas.microsoft.com/office/drawing/2014/main" id="{54029E11-982D-A44F-9D2E-AB6BC282AF6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8" name="Teardrop 1137">
                <a:extLst>
                  <a:ext uri="{FF2B5EF4-FFF2-40B4-BE49-F238E27FC236}">
                    <a16:creationId xmlns:a16="http://schemas.microsoft.com/office/drawing/2014/main" id="{8AC99A78-1FB6-F248-99B4-C3E85DC1C345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9" name="Teardrop 1138">
                <a:extLst>
                  <a:ext uri="{FF2B5EF4-FFF2-40B4-BE49-F238E27FC236}">
                    <a16:creationId xmlns:a16="http://schemas.microsoft.com/office/drawing/2014/main" id="{9551BCF8-95E1-384B-A98C-649331CA3FA3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0" name="Teardrop 1139">
                <a:extLst>
                  <a:ext uri="{FF2B5EF4-FFF2-40B4-BE49-F238E27FC236}">
                    <a16:creationId xmlns:a16="http://schemas.microsoft.com/office/drawing/2014/main" id="{19214563-F79A-AB48-8D10-8848EB72BE1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1" name="Teardrop 1140">
                <a:extLst>
                  <a:ext uri="{FF2B5EF4-FFF2-40B4-BE49-F238E27FC236}">
                    <a16:creationId xmlns:a16="http://schemas.microsoft.com/office/drawing/2014/main" id="{3901DABE-99E4-8A4A-A3F8-C0808D0BD67E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2" name="Teardrop 1141">
                <a:extLst>
                  <a:ext uri="{FF2B5EF4-FFF2-40B4-BE49-F238E27FC236}">
                    <a16:creationId xmlns:a16="http://schemas.microsoft.com/office/drawing/2014/main" id="{0E7341D9-E7DE-F646-9EEC-F3488E8F557D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3" name="Teardrop 1142">
                <a:extLst>
                  <a:ext uri="{FF2B5EF4-FFF2-40B4-BE49-F238E27FC236}">
                    <a16:creationId xmlns:a16="http://schemas.microsoft.com/office/drawing/2014/main" id="{036BCDE4-2572-F244-920A-993F5B6B6CD8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4" name="Teardrop 1143">
                <a:extLst>
                  <a:ext uri="{FF2B5EF4-FFF2-40B4-BE49-F238E27FC236}">
                    <a16:creationId xmlns:a16="http://schemas.microsoft.com/office/drawing/2014/main" id="{94C1AB8D-7A37-1049-8AA6-766DF259037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47178F08-A035-274A-99CC-8FADA681569F}"/>
              </a:ext>
            </a:extLst>
          </p:cNvPr>
          <p:cNvGrpSpPr/>
          <p:nvPr/>
        </p:nvGrpSpPr>
        <p:grpSpPr>
          <a:xfrm>
            <a:off x="6570188" y="1449556"/>
            <a:ext cx="331988" cy="254993"/>
            <a:chOff x="2216336" y="289820"/>
            <a:chExt cx="5596696" cy="5142625"/>
          </a:xfrm>
        </p:grpSpPr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674AAAB8-3698-0841-AD2D-2C7BF5205990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1207" name="Triangle 1206">
              <a:extLst>
                <a:ext uri="{FF2B5EF4-FFF2-40B4-BE49-F238E27FC236}">
                  <a16:creationId xmlns:a16="http://schemas.microsoft.com/office/drawing/2014/main" id="{3EE5E04C-B6D4-D14D-9F57-67F04B318A16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08" name="Triangle 263">
              <a:extLst>
                <a:ext uri="{FF2B5EF4-FFF2-40B4-BE49-F238E27FC236}">
                  <a16:creationId xmlns:a16="http://schemas.microsoft.com/office/drawing/2014/main" id="{45F0D917-EC02-074E-967A-9FC805AE751B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09" name="Triangle 264">
              <a:extLst>
                <a:ext uri="{FF2B5EF4-FFF2-40B4-BE49-F238E27FC236}">
                  <a16:creationId xmlns:a16="http://schemas.microsoft.com/office/drawing/2014/main" id="{786D7706-3A6A-ED46-B7B5-08A83F797831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0" name="Triangle 264">
              <a:extLst>
                <a:ext uri="{FF2B5EF4-FFF2-40B4-BE49-F238E27FC236}">
                  <a16:creationId xmlns:a16="http://schemas.microsoft.com/office/drawing/2014/main" id="{75F89AEA-3854-7C47-9930-A999B6EF5145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1" name="Triangle 1210">
              <a:extLst>
                <a:ext uri="{FF2B5EF4-FFF2-40B4-BE49-F238E27FC236}">
                  <a16:creationId xmlns:a16="http://schemas.microsoft.com/office/drawing/2014/main" id="{655FC799-5D6B-DE4D-9A3F-6C4842AC08BD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2" name="Triangle 263">
              <a:extLst>
                <a:ext uri="{FF2B5EF4-FFF2-40B4-BE49-F238E27FC236}">
                  <a16:creationId xmlns:a16="http://schemas.microsoft.com/office/drawing/2014/main" id="{58E48471-914A-6848-84A9-60603EBDC307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3" name="Triangle 264">
              <a:extLst>
                <a:ext uri="{FF2B5EF4-FFF2-40B4-BE49-F238E27FC236}">
                  <a16:creationId xmlns:a16="http://schemas.microsoft.com/office/drawing/2014/main" id="{BD323AFA-CA20-2149-8DE4-021B7508B408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4" name="Freeform 1213">
              <a:extLst>
                <a:ext uri="{FF2B5EF4-FFF2-40B4-BE49-F238E27FC236}">
                  <a16:creationId xmlns:a16="http://schemas.microsoft.com/office/drawing/2014/main" id="{C9D73910-980A-CD4F-B41A-5F173AF01455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5" name="Triangle 264">
              <a:extLst>
                <a:ext uri="{FF2B5EF4-FFF2-40B4-BE49-F238E27FC236}">
                  <a16:creationId xmlns:a16="http://schemas.microsoft.com/office/drawing/2014/main" id="{EC41032E-B24A-1541-8F7C-DCEC347219E7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6" name="Triangle 264">
              <a:extLst>
                <a:ext uri="{FF2B5EF4-FFF2-40B4-BE49-F238E27FC236}">
                  <a16:creationId xmlns:a16="http://schemas.microsoft.com/office/drawing/2014/main" id="{44665EFF-354B-BE41-8896-F5995A2577CE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7" name="Triangle 264">
              <a:extLst>
                <a:ext uri="{FF2B5EF4-FFF2-40B4-BE49-F238E27FC236}">
                  <a16:creationId xmlns:a16="http://schemas.microsoft.com/office/drawing/2014/main" id="{E368498D-C984-0E4B-A012-AC5F43482E47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218" name="Freeform 1217">
              <a:extLst>
                <a:ext uri="{FF2B5EF4-FFF2-40B4-BE49-F238E27FC236}">
                  <a16:creationId xmlns:a16="http://schemas.microsoft.com/office/drawing/2014/main" id="{3925CAC9-95A5-E14D-AFFF-FC91822EF31C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219" name="Group 1218">
              <a:extLst>
                <a:ext uri="{FF2B5EF4-FFF2-40B4-BE49-F238E27FC236}">
                  <a16:creationId xmlns:a16="http://schemas.microsoft.com/office/drawing/2014/main" id="{6E525ECA-3482-0E47-A94E-4D7D1BB7967E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1282" name="Oval 1">
                <a:extLst>
                  <a:ext uri="{FF2B5EF4-FFF2-40B4-BE49-F238E27FC236}">
                    <a16:creationId xmlns:a16="http://schemas.microsoft.com/office/drawing/2014/main" id="{DE721A03-1068-F948-835F-0E542105136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3" name="Teardrop 1282">
                <a:extLst>
                  <a:ext uri="{FF2B5EF4-FFF2-40B4-BE49-F238E27FC236}">
                    <a16:creationId xmlns:a16="http://schemas.microsoft.com/office/drawing/2014/main" id="{2E209D39-F81F-A340-90A0-462D1398DB9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4" name="Teardrop 1283">
                <a:extLst>
                  <a:ext uri="{FF2B5EF4-FFF2-40B4-BE49-F238E27FC236}">
                    <a16:creationId xmlns:a16="http://schemas.microsoft.com/office/drawing/2014/main" id="{F3B8963C-E91A-7A48-8562-D3D9D080836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5" name="Teardrop 1284">
                <a:extLst>
                  <a:ext uri="{FF2B5EF4-FFF2-40B4-BE49-F238E27FC236}">
                    <a16:creationId xmlns:a16="http://schemas.microsoft.com/office/drawing/2014/main" id="{46B24C11-D838-B343-85C5-70055DF2584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6" name="Teardrop 1285">
                <a:extLst>
                  <a:ext uri="{FF2B5EF4-FFF2-40B4-BE49-F238E27FC236}">
                    <a16:creationId xmlns:a16="http://schemas.microsoft.com/office/drawing/2014/main" id="{77B4E98C-06F1-484B-AFA5-048E8832FF04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7" name="Teardrop 1286">
                <a:extLst>
                  <a:ext uri="{FF2B5EF4-FFF2-40B4-BE49-F238E27FC236}">
                    <a16:creationId xmlns:a16="http://schemas.microsoft.com/office/drawing/2014/main" id="{19ACAE86-5984-A140-BC96-3A39241E42FE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8" name="Teardrop 1287">
                <a:extLst>
                  <a:ext uri="{FF2B5EF4-FFF2-40B4-BE49-F238E27FC236}">
                    <a16:creationId xmlns:a16="http://schemas.microsoft.com/office/drawing/2014/main" id="{73344B90-C7B6-DC44-8088-C791584D9607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9" name="Teardrop 1288">
                <a:extLst>
                  <a:ext uri="{FF2B5EF4-FFF2-40B4-BE49-F238E27FC236}">
                    <a16:creationId xmlns:a16="http://schemas.microsoft.com/office/drawing/2014/main" id="{C041020B-1311-4A47-BE33-645BE2C009AF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0" name="Teardrop 1289">
                <a:extLst>
                  <a:ext uri="{FF2B5EF4-FFF2-40B4-BE49-F238E27FC236}">
                    <a16:creationId xmlns:a16="http://schemas.microsoft.com/office/drawing/2014/main" id="{4044B6AF-61FC-7A4C-8506-E54EE431C00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1" name="Teardrop 1290">
                <a:extLst>
                  <a:ext uri="{FF2B5EF4-FFF2-40B4-BE49-F238E27FC236}">
                    <a16:creationId xmlns:a16="http://schemas.microsoft.com/office/drawing/2014/main" id="{C5035BB1-3B7C-E14E-A58F-125CE429F67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2" name="Teardrop 1291">
                <a:extLst>
                  <a:ext uri="{FF2B5EF4-FFF2-40B4-BE49-F238E27FC236}">
                    <a16:creationId xmlns:a16="http://schemas.microsoft.com/office/drawing/2014/main" id="{FDF7BA40-7495-9446-962C-E7B595A0F4A2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3" name="Teardrop 1292">
                <a:extLst>
                  <a:ext uri="{FF2B5EF4-FFF2-40B4-BE49-F238E27FC236}">
                    <a16:creationId xmlns:a16="http://schemas.microsoft.com/office/drawing/2014/main" id="{622C65E3-6CBF-6848-9F8B-E3F7D00D0F7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4" name="Teardrop 1293">
                <a:extLst>
                  <a:ext uri="{FF2B5EF4-FFF2-40B4-BE49-F238E27FC236}">
                    <a16:creationId xmlns:a16="http://schemas.microsoft.com/office/drawing/2014/main" id="{E96ECF01-F152-A341-BB76-C0A2F79BC75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5" name="Teardrop 1294">
                <a:extLst>
                  <a:ext uri="{FF2B5EF4-FFF2-40B4-BE49-F238E27FC236}">
                    <a16:creationId xmlns:a16="http://schemas.microsoft.com/office/drawing/2014/main" id="{C4DBCF25-2941-1348-9A2A-150B8A25DB3E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6" name="Teardrop 1295">
                <a:extLst>
                  <a:ext uri="{FF2B5EF4-FFF2-40B4-BE49-F238E27FC236}">
                    <a16:creationId xmlns:a16="http://schemas.microsoft.com/office/drawing/2014/main" id="{338B9A35-7387-704E-BE4C-5A31534AFC2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7" name="Teardrop 1296">
                <a:extLst>
                  <a:ext uri="{FF2B5EF4-FFF2-40B4-BE49-F238E27FC236}">
                    <a16:creationId xmlns:a16="http://schemas.microsoft.com/office/drawing/2014/main" id="{8FB98BD2-E46A-DF4B-910F-A1F3D2B91903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8" name="Teardrop 1297">
                <a:extLst>
                  <a:ext uri="{FF2B5EF4-FFF2-40B4-BE49-F238E27FC236}">
                    <a16:creationId xmlns:a16="http://schemas.microsoft.com/office/drawing/2014/main" id="{3BEF62AA-A0D3-A64A-8374-1794D5B20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9" name="Teardrop 1298">
                <a:extLst>
                  <a:ext uri="{FF2B5EF4-FFF2-40B4-BE49-F238E27FC236}">
                    <a16:creationId xmlns:a16="http://schemas.microsoft.com/office/drawing/2014/main" id="{D1622B13-43D7-6040-B07B-A97C0B50F2C9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0" name="Teardrop 1299">
                <a:extLst>
                  <a:ext uri="{FF2B5EF4-FFF2-40B4-BE49-F238E27FC236}">
                    <a16:creationId xmlns:a16="http://schemas.microsoft.com/office/drawing/2014/main" id="{FA7B0295-BFED-6E4F-9211-9CD9F97722E9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1" name="Teardrop 1300">
                <a:extLst>
                  <a:ext uri="{FF2B5EF4-FFF2-40B4-BE49-F238E27FC236}">
                    <a16:creationId xmlns:a16="http://schemas.microsoft.com/office/drawing/2014/main" id="{8A40F14B-606F-AD48-A6C3-46313B72F250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2" name="Teardrop 1301">
                <a:extLst>
                  <a:ext uri="{FF2B5EF4-FFF2-40B4-BE49-F238E27FC236}">
                    <a16:creationId xmlns:a16="http://schemas.microsoft.com/office/drawing/2014/main" id="{CFFA18EC-B773-0946-BE82-DE533E7A8C64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3" name="Teardrop 1302">
                <a:extLst>
                  <a:ext uri="{FF2B5EF4-FFF2-40B4-BE49-F238E27FC236}">
                    <a16:creationId xmlns:a16="http://schemas.microsoft.com/office/drawing/2014/main" id="{5279EDD5-BD08-5D4C-9250-5C9A70E2E390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4" name="Teardrop 1303">
                <a:extLst>
                  <a:ext uri="{FF2B5EF4-FFF2-40B4-BE49-F238E27FC236}">
                    <a16:creationId xmlns:a16="http://schemas.microsoft.com/office/drawing/2014/main" id="{AF1F4E97-1557-0F4D-89A6-57ADF5A3B531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5" name="Teardrop 1304">
                <a:extLst>
                  <a:ext uri="{FF2B5EF4-FFF2-40B4-BE49-F238E27FC236}">
                    <a16:creationId xmlns:a16="http://schemas.microsoft.com/office/drawing/2014/main" id="{151C5400-087D-C84E-AA73-454E0FB46CF8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6" name="Teardrop 1305">
                <a:extLst>
                  <a:ext uri="{FF2B5EF4-FFF2-40B4-BE49-F238E27FC236}">
                    <a16:creationId xmlns:a16="http://schemas.microsoft.com/office/drawing/2014/main" id="{182881E3-D321-1D4D-AC3F-624A67EEB994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7" name="Teardrop 1306">
                <a:extLst>
                  <a:ext uri="{FF2B5EF4-FFF2-40B4-BE49-F238E27FC236}">
                    <a16:creationId xmlns:a16="http://schemas.microsoft.com/office/drawing/2014/main" id="{AEAF11CA-56D1-2446-A128-CCEFB4F19FFE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8" name="Teardrop 1307">
                <a:extLst>
                  <a:ext uri="{FF2B5EF4-FFF2-40B4-BE49-F238E27FC236}">
                    <a16:creationId xmlns:a16="http://schemas.microsoft.com/office/drawing/2014/main" id="{111C708C-C327-A44F-B0FC-244C3575D410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9" name="Teardrop 1308">
                <a:extLst>
                  <a:ext uri="{FF2B5EF4-FFF2-40B4-BE49-F238E27FC236}">
                    <a16:creationId xmlns:a16="http://schemas.microsoft.com/office/drawing/2014/main" id="{49101608-8075-954B-9EBC-C83F3D988809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0" name="Teardrop 1309">
                <a:extLst>
                  <a:ext uri="{FF2B5EF4-FFF2-40B4-BE49-F238E27FC236}">
                    <a16:creationId xmlns:a16="http://schemas.microsoft.com/office/drawing/2014/main" id="{37C337EC-F65F-0B43-9579-690C962E8B0E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1" name="Teardrop 1310">
                <a:extLst>
                  <a:ext uri="{FF2B5EF4-FFF2-40B4-BE49-F238E27FC236}">
                    <a16:creationId xmlns:a16="http://schemas.microsoft.com/office/drawing/2014/main" id="{13A44AAC-060D-B943-8180-ACD22EDD73CD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220" name="Group 1219">
              <a:extLst>
                <a:ext uri="{FF2B5EF4-FFF2-40B4-BE49-F238E27FC236}">
                  <a16:creationId xmlns:a16="http://schemas.microsoft.com/office/drawing/2014/main" id="{9AE97D29-E95C-F144-B5FA-A2D5E54E613F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252" name="Oval 1">
                <a:extLst>
                  <a:ext uri="{FF2B5EF4-FFF2-40B4-BE49-F238E27FC236}">
                    <a16:creationId xmlns:a16="http://schemas.microsoft.com/office/drawing/2014/main" id="{1DBA4B00-4080-DB4A-B9F7-F2C9B670B9A3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3" name="Teardrop 1252">
                <a:extLst>
                  <a:ext uri="{FF2B5EF4-FFF2-40B4-BE49-F238E27FC236}">
                    <a16:creationId xmlns:a16="http://schemas.microsoft.com/office/drawing/2014/main" id="{B098629C-3215-2540-909A-6C8AE4A12E57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4" name="Teardrop 1253">
                <a:extLst>
                  <a:ext uri="{FF2B5EF4-FFF2-40B4-BE49-F238E27FC236}">
                    <a16:creationId xmlns:a16="http://schemas.microsoft.com/office/drawing/2014/main" id="{D23E7417-7540-B449-9A85-D136C52991D4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5" name="Teardrop 1254">
                <a:extLst>
                  <a:ext uri="{FF2B5EF4-FFF2-40B4-BE49-F238E27FC236}">
                    <a16:creationId xmlns:a16="http://schemas.microsoft.com/office/drawing/2014/main" id="{D6B66266-D250-0445-9F09-83F18C5A0111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6" name="Teardrop 1255">
                <a:extLst>
                  <a:ext uri="{FF2B5EF4-FFF2-40B4-BE49-F238E27FC236}">
                    <a16:creationId xmlns:a16="http://schemas.microsoft.com/office/drawing/2014/main" id="{B113C736-13FC-7844-AC42-66A3FEF39319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7" name="Teardrop 1256">
                <a:extLst>
                  <a:ext uri="{FF2B5EF4-FFF2-40B4-BE49-F238E27FC236}">
                    <a16:creationId xmlns:a16="http://schemas.microsoft.com/office/drawing/2014/main" id="{F0CBDCA8-D862-7042-AE75-AC3813CA7F40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8" name="Teardrop 1257">
                <a:extLst>
                  <a:ext uri="{FF2B5EF4-FFF2-40B4-BE49-F238E27FC236}">
                    <a16:creationId xmlns:a16="http://schemas.microsoft.com/office/drawing/2014/main" id="{A2FCB28F-C4F7-8E4E-A06C-FE2DAC909336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9" name="Teardrop 1258">
                <a:extLst>
                  <a:ext uri="{FF2B5EF4-FFF2-40B4-BE49-F238E27FC236}">
                    <a16:creationId xmlns:a16="http://schemas.microsoft.com/office/drawing/2014/main" id="{EB78DD1E-275F-D446-B960-7B4C8C176DE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0" name="Teardrop 1259">
                <a:extLst>
                  <a:ext uri="{FF2B5EF4-FFF2-40B4-BE49-F238E27FC236}">
                    <a16:creationId xmlns:a16="http://schemas.microsoft.com/office/drawing/2014/main" id="{4B0016B1-4161-3648-B7C8-226888F6CDB0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1" name="Teardrop 1260">
                <a:extLst>
                  <a:ext uri="{FF2B5EF4-FFF2-40B4-BE49-F238E27FC236}">
                    <a16:creationId xmlns:a16="http://schemas.microsoft.com/office/drawing/2014/main" id="{49E04882-645F-BD45-9E28-351A258D528D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2" name="Teardrop 1261">
                <a:extLst>
                  <a:ext uri="{FF2B5EF4-FFF2-40B4-BE49-F238E27FC236}">
                    <a16:creationId xmlns:a16="http://schemas.microsoft.com/office/drawing/2014/main" id="{D831AE03-48F8-8744-A34F-353A72FD5ECB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3" name="Teardrop 1262">
                <a:extLst>
                  <a:ext uri="{FF2B5EF4-FFF2-40B4-BE49-F238E27FC236}">
                    <a16:creationId xmlns:a16="http://schemas.microsoft.com/office/drawing/2014/main" id="{2A4BCD3F-1D2A-A449-B3FB-4BBA24AC7E9D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4" name="Teardrop 1263">
                <a:extLst>
                  <a:ext uri="{FF2B5EF4-FFF2-40B4-BE49-F238E27FC236}">
                    <a16:creationId xmlns:a16="http://schemas.microsoft.com/office/drawing/2014/main" id="{3282AB4C-6D50-A349-BB9F-9826892594B7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5" name="Teardrop 1264">
                <a:extLst>
                  <a:ext uri="{FF2B5EF4-FFF2-40B4-BE49-F238E27FC236}">
                    <a16:creationId xmlns:a16="http://schemas.microsoft.com/office/drawing/2014/main" id="{A7427F45-D9BB-C64B-A95B-EE78EA2316B4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6" name="Teardrop 1265">
                <a:extLst>
                  <a:ext uri="{FF2B5EF4-FFF2-40B4-BE49-F238E27FC236}">
                    <a16:creationId xmlns:a16="http://schemas.microsoft.com/office/drawing/2014/main" id="{588EC824-D36E-944D-AAAC-89330AE3DB56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7" name="Teardrop 1266">
                <a:extLst>
                  <a:ext uri="{FF2B5EF4-FFF2-40B4-BE49-F238E27FC236}">
                    <a16:creationId xmlns:a16="http://schemas.microsoft.com/office/drawing/2014/main" id="{817AEAC4-22B2-2D40-BFBD-291888A0B99B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8" name="Teardrop 1267">
                <a:extLst>
                  <a:ext uri="{FF2B5EF4-FFF2-40B4-BE49-F238E27FC236}">
                    <a16:creationId xmlns:a16="http://schemas.microsoft.com/office/drawing/2014/main" id="{33C84538-6897-5D49-BF9B-6775C059D631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9" name="Teardrop 1268">
                <a:extLst>
                  <a:ext uri="{FF2B5EF4-FFF2-40B4-BE49-F238E27FC236}">
                    <a16:creationId xmlns:a16="http://schemas.microsoft.com/office/drawing/2014/main" id="{551C8BD4-DF4B-924B-94F1-B40E105FBBBA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0" name="Teardrop 1269">
                <a:extLst>
                  <a:ext uri="{FF2B5EF4-FFF2-40B4-BE49-F238E27FC236}">
                    <a16:creationId xmlns:a16="http://schemas.microsoft.com/office/drawing/2014/main" id="{2E8626A3-5DC4-2B4F-BDF9-7330768ECB1B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1" name="Teardrop 1270">
                <a:extLst>
                  <a:ext uri="{FF2B5EF4-FFF2-40B4-BE49-F238E27FC236}">
                    <a16:creationId xmlns:a16="http://schemas.microsoft.com/office/drawing/2014/main" id="{AC14B715-02F0-4748-AAC5-B255436C665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2" name="Teardrop 1271">
                <a:extLst>
                  <a:ext uri="{FF2B5EF4-FFF2-40B4-BE49-F238E27FC236}">
                    <a16:creationId xmlns:a16="http://schemas.microsoft.com/office/drawing/2014/main" id="{64390439-F878-B742-BDD2-CE58DD6F6488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3" name="Teardrop 1272">
                <a:extLst>
                  <a:ext uri="{FF2B5EF4-FFF2-40B4-BE49-F238E27FC236}">
                    <a16:creationId xmlns:a16="http://schemas.microsoft.com/office/drawing/2014/main" id="{92C89ABD-6863-924D-92DF-AFB8B5C4AE0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4" name="Teardrop 1273">
                <a:extLst>
                  <a:ext uri="{FF2B5EF4-FFF2-40B4-BE49-F238E27FC236}">
                    <a16:creationId xmlns:a16="http://schemas.microsoft.com/office/drawing/2014/main" id="{D6919FCD-C28C-7A48-923B-8F82D43C6F3B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5" name="Teardrop 1274">
                <a:extLst>
                  <a:ext uri="{FF2B5EF4-FFF2-40B4-BE49-F238E27FC236}">
                    <a16:creationId xmlns:a16="http://schemas.microsoft.com/office/drawing/2014/main" id="{3D13FB5C-F7F0-FD46-8B76-9E88DB9F562C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6" name="Teardrop 1275">
                <a:extLst>
                  <a:ext uri="{FF2B5EF4-FFF2-40B4-BE49-F238E27FC236}">
                    <a16:creationId xmlns:a16="http://schemas.microsoft.com/office/drawing/2014/main" id="{3DEA9882-2919-2A4A-9F74-E42352862252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7" name="Teardrop 1276">
                <a:extLst>
                  <a:ext uri="{FF2B5EF4-FFF2-40B4-BE49-F238E27FC236}">
                    <a16:creationId xmlns:a16="http://schemas.microsoft.com/office/drawing/2014/main" id="{0E7BBE52-BFC8-0B42-9220-149D4C899837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8" name="Teardrop 1277">
                <a:extLst>
                  <a:ext uri="{FF2B5EF4-FFF2-40B4-BE49-F238E27FC236}">
                    <a16:creationId xmlns:a16="http://schemas.microsoft.com/office/drawing/2014/main" id="{60C78417-CF82-6448-8531-C44AD9574ECB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9" name="Teardrop 1278">
                <a:extLst>
                  <a:ext uri="{FF2B5EF4-FFF2-40B4-BE49-F238E27FC236}">
                    <a16:creationId xmlns:a16="http://schemas.microsoft.com/office/drawing/2014/main" id="{2E28DC1D-4FC2-F047-ADB1-02FD0219323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0" name="Teardrop 1279">
                <a:extLst>
                  <a:ext uri="{FF2B5EF4-FFF2-40B4-BE49-F238E27FC236}">
                    <a16:creationId xmlns:a16="http://schemas.microsoft.com/office/drawing/2014/main" id="{4CC378B0-4514-E545-9A56-DBCAD0A2C1E7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1" name="Teardrop 1280">
                <a:extLst>
                  <a:ext uri="{FF2B5EF4-FFF2-40B4-BE49-F238E27FC236}">
                    <a16:creationId xmlns:a16="http://schemas.microsoft.com/office/drawing/2014/main" id="{7CC8BDDB-2ED5-DD41-BE99-A9FF0EB98CBF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92D406CB-EBC3-F041-8138-E2C2FDFF18DB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222" name="Oval 1">
                <a:extLst>
                  <a:ext uri="{FF2B5EF4-FFF2-40B4-BE49-F238E27FC236}">
                    <a16:creationId xmlns:a16="http://schemas.microsoft.com/office/drawing/2014/main" id="{044B56CB-E806-3A44-AC81-031869BE885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3" name="Teardrop 1222">
                <a:extLst>
                  <a:ext uri="{FF2B5EF4-FFF2-40B4-BE49-F238E27FC236}">
                    <a16:creationId xmlns:a16="http://schemas.microsoft.com/office/drawing/2014/main" id="{FCB46F60-A79A-734F-94DC-D33B14A5F99D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4" name="Teardrop 1223">
                <a:extLst>
                  <a:ext uri="{FF2B5EF4-FFF2-40B4-BE49-F238E27FC236}">
                    <a16:creationId xmlns:a16="http://schemas.microsoft.com/office/drawing/2014/main" id="{A61BF217-F42F-6C4B-BFB6-46DD405E1019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5" name="Teardrop 1224">
                <a:extLst>
                  <a:ext uri="{FF2B5EF4-FFF2-40B4-BE49-F238E27FC236}">
                    <a16:creationId xmlns:a16="http://schemas.microsoft.com/office/drawing/2014/main" id="{C0CC48D1-CB41-CA45-96DB-8BFD6E23564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6" name="Teardrop 1225">
                <a:extLst>
                  <a:ext uri="{FF2B5EF4-FFF2-40B4-BE49-F238E27FC236}">
                    <a16:creationId xmlns:a16="http://schemas.microsoft.com/office/drawing/2014/main" id="{0E9BC1DF-4BD3-2D43-914C-936BCC1D4632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7" name="Teardrop 1226">
                <a:extLst>
                  <a:ext uri="{FF2B5EF4-FFF2-40B4-BE49-F238E27FC236}">
                    <a16:creationId xmlns:a16="http://schemas.microsoft.com/office/drawing/2014/main" id="{0B1ECE10-40A1-694E-9192-36961E67340F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8" name="Teardrop 1227">
                <a:extLst>
                  <a:ext uri="{FF2B5EF4-FFF2-40B4-BE49-F238E27FC236}">
                    <a16:creationId xmlns:a16="http://schemas.microsoft.com/office/drawing/2014/main" id="{EE736AB1-B2CB-624C-A95A-7B6E83F6B97A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9" name="Teardrop 1228">
                <a:extLst>
                  <a:ext uri="{FF2B5EF4-FFF2-40B4-BE49-F238E27FC236}">
                    <a16:creationId xmlns:a16="http://schemas.microsoft.com/office/drawing/2014/main" id="{C60D57DB-DFF6-ED44-BBE9-1FE12EF9938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0" name="Teardrop 1229">
                <a:extLst>
                  <a:ext uri="{FF2B5EF4-FFF2-40B4-BE49-F238E27FC236}">
                    <a16:creationId xmlns:a16="http://schemas.microsoft.com/office/drawing/2014/main" id="{C4871495-0348-164F-A1B8-8E3D8F500AE2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1" name="Teardrop 1230">
                <a:extLst>
                  <a:ext uri="{FF2B5EF4-FFF2-40B4-BE49-F238E27FC236}">
                    <a16:creationId xmlns:a16="http://schemas.microsoft.com/office/drawing/2014/main" id="{7A60DE4F-930E-624A-9489-8273D475D8CC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2" name="Teardrop 1231">
                <a:extLst>
                  <a:ext uri="{FF2B5EF4-FFF2-40B4-BE49-F238E27FC236}">
                    <a16:creationId xmlns:a16="http://schemas.microsoft.com/office/drawing/2014/main" id="{20745342-C63F-7442-A3A5-CCFFE6FEB09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3" name="Teardrop 1232">
                <a:extLst>
                  <a:ext uri="{FF2B5EF4-FFF2-40B4-BE49-F238E27FC236}">
                    <a16:creationId xmlns:a16="http://schemas.microsoft.com/office/drawing/2014/main" id="{CF48E8C4-0674-2D47-90C2-FC96C109D9E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4" name="Teardrop 1233">
                <a:extLst>
                  <a:ext uri="{FF2B5EF4-FFF2-40B4-BE49-F238E27FC236}">
                    <a16:creationId xmlns:a16="http://schemas.microsoft.com/office/drawing/2014/main" id="{F9699BEF-8B6B-6545-8B57-5081602729C0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5" name="Teardrop 1234">
                <a:extLst>
                  <a:ext uri="{FF2B5EF4-FFF2-40B4-BE49-F238E27FC236}">
                    <a16:creationId xmlns:a16="http://schemas.microsoft.com/office/drawing/2014/main" id="{6283326C-4224-884F-BD79-E2E79A898564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6" name="Teardrop 1235">
                <a:extLst>
                  <a:ext uri="{FF2B5EF4-FFF2-40B4-BE49-F238E27FC236}">
                    <a16:creationId xmlns:a16="http://schemas.microsoft.com/office/drawing/2014/main" id="{2847CC32-4D72-7645-A8A2-F16FDB53A09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7" name="Teardrop 1236">
                <a:extLst>
                  <a:ext uri="{FF2B5EF4-FFF2-40B4-BE49-F238E27FC236}">
                    <a16:creationId xmlns:a16="http://schemas.microsoft.com/office/drawing/2014/main" id="{3FC92794-6243-9643-9915-6902B1297F2E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8" name="Teardrop 1237">
                <a:extLst>
                  <a:ext uri="{FF2B5EF4-FFF2-40B4-BE49-F238E27FC236}">
                    <a16:creationId xmlns:a16="http://schemas.microsoft.com/office/drawing/2014/main" id="{5EDF5F1E-150D-AA45-BAA0-331021E109D1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9" name="Teardrop 1238">
                <a:extLst>
                  <a:ext uri="{FF2B5EF4-FFF2-40B4-BE49-F238E27FC236}">
                    <a16:creationId xmlns:a16="http://schemas.microsoft.com/office/drawing/2014/main" id="{6506ACDD-DEA6-A44D-8B65-752545978A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0" name="Teardrop 1239">
                <a:extLst>
                  <a:ext uri="{FF2B5EF4-FFF2-40B4-BE49-F238E27FC236}">
                    <a16:creationId xmlns:a16="http://schemas.microsoft.com/office/drawing/2014/main" id="{10F5ED8F-99EC-9F41-AA9E-10C4AF916B9A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1" name="Teardrop 1240">
                <a:extLst>
                  <a:ext uri="{FF2B5EF4-FFF2-40B4-BE49-F238E27FC236}">
                    <a16:creationId xmlns:a16="http://schemas.microsoft.com/office/drawing/2014/main" id="{B3C84A3D-AD4F-2C4E-A4FF-984B4AC9B94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2" name="Teardrop 1241">
                <a:extLst>
                  <a:ext uri="{FF2B5EF4-FFF2-40B4-BE49-F238E27FC236}">
                    <a16:creationId xmlns:a16="http://schemas.microsoft.com/office/drawing/2014/main" id="{B9A92543-E5A7-7E4E-A42B-7FC2789D60B9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3" name="Teardrop 1242">
                <a:extLst>
                  <a:ext uri="{FF2B5EF4-FFF2-40B4-BE49-F238E27FC236}">
                    <a16:creationId xmlns:a16="http://schemas.microsoft.com/office/drawing/2014/main" id="{448D6C6E-47E8-024A-91FE-106D3C42320E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4" name="Teardrop 1243">
                <a:extLst>
                  <a:ext uri="{FF2B5EF4-FFF2-40B4-BE49-F238E27FC236}">
                    <a16:creationId xmlns:a16="http://schemas.microsoft.com/office/drawing/2014/main" id="{3D988A1D-B102-6B4F-8F62-620F842BC608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5" name="Teardrop 1244">
                <a:extLst>
                  <a:ext uri="{FF2B5EF4-FFF2-40B4-BE49-F238E27FC236}">
                    <a16:creationId xmlns:a16="http://schemas.microsoft.com/office/drawing/2014/main" id="{C753227B-2926-F042-A08F-3F197B1AA33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6" name="Teardrop 1245">
                <a:extLst>
                  <a:ext uri="{FF2B5EF4-FFF2-40B4-BE49-F238E27FC236}">
                    <a16:creationId xmlns:a16="http://schemas.microsoft.com/office/drawing/2014/main" id="{464C15F2-B099-2E40-95F2-AF93FB9B39F8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7" name="Teardrop 1246">
                <a:extLst>
                  <a:ext uri="{FF2B5EF4-FFF2-40B4-BE49-F238E27FC236}">
                    <a16:creationId xmlns:a16="http://schemas.microsoft.com/office/drawing/2014/main" id="{79AABB1D-1B58-FA48-B711-BD2800898EF7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8" name="Teardrop 1247">
                <a:extLst>
                  <a:ext uri="{FF2B5EF4-FFF2-40B4-BE49-F238E27FC236}">
                    <a16:creationId xmlns:a16="http://schemas.microsoft.com/office/drawing/2014/main" id="{EB78832C-7519-AB47-BA26-C046AC3E664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9" name="Teardrop 1248">
                <a:extLst>
                  <a:ext uri="{FF2B5EF4-FFF2-40B4-BE49-F238E27FC236}">
                    <a16:creationId xmlns:a16="http://schemas.microsoft.com/office/drawing/2014/main" id="{A36AAD57-14DE-4448-AE38-0065D2695EE1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0" name="Teardrop 1249">
                <a:extLst>
                  <a:ext uri="{FF2B5EF4-FFF2-40B4-BE49-F238E27FC236}">
                    <a16:creationId xmlns:a16="http://schemas.microsoft.com/office/drawing/2014/main" id="{7848FAE9-E322-704F-96A0-50059334F5D9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1" name="Teardrop 1250">
                <a:extLst>
                  <a:ext uri="{FF2B5EF4-FFF2-40B4-BE49-F238E27FC236}">
                    <a16:creationId xmlns:a16="http://schemas.microsoft.com/office/drawing/2014/main" id="{2EBF9A0F-72A2-A643-9CA3-BE0054BD1A1B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312" name="Group 1311">
            <a:extLst>
              <a:ext uri="{FF2B5EF4-FFF2-40B4-BE49-F238E27FC236}">
                <a16:creationId xmlns:a16="http://schemas.microsoft.com/office/drawing/2014/main" id="{8FEBA764-0DDC-0E47-986C-D847841A141C}"/>
              </a:ext>
            </a:extLst>
          </p:cNvPr>
          <p:cNvGrpSpPr/>
          <p:nvPr/>
        </p:nvGrpSpPr>
        <p:grpSpPr>
          <a:xfrm>
            <a:off x="1601036" y="1648741"/>
            <a:ext cx="1037666" cy="871625"/>
            <a:chOff x="2216336" y="289820"/>
            <a:chExt cx="5596696" cy="5142625"/>
          </a:xfrm>
        </p:grpSpPr>
        <p:cxnSp>
          <p:nvCxnSpPr>
            <p:cNvPr id="1313" name="Straight Connector 1312">
              <a:extLst>
                <a:ext uri="{FF2B5EF4-FFF2-40B4-BE49-F238E27FC236}">
                  <a16:creationId xmlns:a16="http://schemas.microsoft.com/office/drawing/2014/main" id="{0F27E4B2-46CC-6D4B-A03E-24BEF5E0DCEF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1314" name="Triangle 1313">
              <a:extLst>
                <a:ext uri="{FF2B5EF4-FFF2-40B4-BE49-F238E27FC236}">
                  <a16:creationId xmlns:a16="http://schemas.microsoft.com/office/drawing/2014/main" id="{BF3ACCCC-62F5-974F-84C4-0B930F2DD4B7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15" name="Triangle 263">
              <a:extLst>
                <a:ext uri="{FF2B5EF4-FFF2-40B4-BE49-F238E27FC236}">
                  <a16:creationId xmlns:a16="http://schemas.microsoft.com/office/drawing/2014/main" id="{41485DEC-0853-CB49-AF84-60AFA13E47D6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16" name="Triangle 264">
              <a:extLst>
                <a:ext uri="{FF2B5EF4-FFF2-40B4-BE49-F238E27FC236}">
                  <a16:creationId xmlns:a16="http://schemas.microsoft.com/office/drawing/2014/main" id="{21825145-0A1C-7646-854C-858626395689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17" name="Triangle 264">
              <a:extLst>
                <a:ext uri="{FF2B5EF4-FFF2-40B4-BE49-F238E27FC236}">
                  <a16:creationId xmlns:a16="http://schemas.microsoft.com/office/drawing/2014/main" id="{C9FA289F-15A6-4A46-94E7-E08C105B9FC9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18" name="Triangle 1317">
              <a:extLst>
                <a:ext uri="{FF2B5EF4-FFF2-40B4-BE49-F238E27FC236}">
                  <a16:creationId xmlns:a16="http://schemas.microsoft.com/office/drawing/2014/main" id="{B1BFAEA4-7D19-744E-ACD3-CB1AB429DE10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19" name="Triangle 263">
              <a:extLst>
                <a:ext uri="{FF2B5EF4-FFF2-40B4-BE49-F238E27FC236}">
                  <a16:creationId xmlns:a16="http://schemas.microsoft.com/office/drawing/2014/main" id="{E82D89C1-F96F-2849-AD93-FF11F18D989B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0" name="Triangle 264">
              <a:extLst>
                <a:ext uri="{FF2B5EF4-FFF2-40B4-BE49-F238E27FC236}">
                  <a16:creationId xmlns:a16="http://schemas.microsoft.com/office/drawing/2014/main" id="{932B7A28-54EA-0A4F-BC29-D6FCB5E26D6A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A79E9637-61E9-1140-9BDB-CBA3CBA2EBAC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2" name="Triangle 264">
              <a:extLst>
                <a:ext uri="{FF2B5EF4-FFF2-40B4-BE49-F238E27FC236}">
                  <a16:creationId xmlns:a16="http://schemas.microsoft.com/office/drawing/2014/main" id="{AFDD2622-C227-8D40-B190-4A0DB4614EFC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3" name="Triangle 264">
              <a:extLst>
                <a:ext uri="{FF2B5EF4-FFF2-40B4-BE49-F238E27FC236}">
                  <a16:creationId xmlns:a16="http://schemas.microsoft.com/office/drawing/2014/main" id="{4508C4CF-72B5-5B4E-8882-98D53FFD95A7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4" name="Triangle 264">
              <a:extLst>
                <a:ext uri="{FF2B5EF4-FFF2-40B4-BE49-F238E27FC236}">
                  <a16:creationId xmlns:a16="http://schemas.microsoft.com/office/drawing/2014/main" id="{E92AB0A4-8713-754B-8776-8B90FC65B4E7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325" name="Freeform 1324">
              <a:extLst>
                <a:ext uri="{FF2B5EF4-FFF2-40B4-BE49-F238E27FC236}">
                  <a16:creationId xmlns:a16="http://schemas.microsoft.com/office/drawing/2014/main" id="{3C3DE341-30EC-3F4E-A758-73F8D292CE4C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326" name="Group 1325">
              <a:extLst>
                <a:ext uri="{FF2B5EF4-FFF2-40B4-BE49-F238E27FC236}">
                  <a16:creationId xmlns:a16="http://schemas.microsoft.com/office/drawing/2014/main" id="{74BD2FCD-EF3F-074A-9346-6FEA10168583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1389" name="Oval 1">
                <a:extLst>
                  <a:ext uri="{FF2B5EF4-FFF2-40B4-BE49-F238E27FC236}">
                    <a16:creationId xmlns:a16="http://schemas.microsoft.com/office/drawing/2014/main" id="{1421E96E-14F7-1244-A029-45C5D86D8503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0" name="Teardrop 1389">
                <a:extLst>
                  <a:ext uri="{FF2B5EF4-FFF2-40B4-BE49-F238E27FC236}">
                    <a16:creationId xmlns:a16="http://schemas.microsoft.com/office/drawing/2014/main" id="{690D3D6C-BDAF-1547-AF40-CBB2EBEE28E4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1" name="Teardrop 1390">
                <a:extLst>
                  <a:ext uri="{FF2B5EF4-FFF2-40B4-BE49-F238E27FC236}">
                    <a16:creationId xmlns:a16="http://schemas.microsoft.com/office/drawing/2014/main" id="{3202C945-7351-3A47-8DDC-3A7B5CE4A00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2" name="Teardrop 1391">
                <a:extLst>
                  <a:ext uri="{FF2B5EF4-FFF2-40B4-BE49-F238E27FC236}">
                    <a16:creationId xmlns:a16="http://schemas.microsoft.com/office/drawing/2014/main" id="{2EF5A4FF-88E0-C64F-87BA-2D45E5F0B505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3" name="Teardrop 1392">
                <a:extLst>
                  <a:ext uri="{FF2B5EF4-FFF2-40B4-BE49-F238E27FC236}">
                    <a16:creationId xmlns:a16="http://schemas.microsoft.com/office/drawing/2014/main" id="{DF1392E2-607C-2448-BC27-845FFB4707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4" name="Teardrop 1393">
                <a:extLst>
                  <a:ext uri="{FF2B5EF4-FFF2-40B4-BE49-F238E27FC236}">
                    <a16:creationId xmlns:a16="http://schemas.microsoft.com/office/drawing/2014/main" id="{681A87FF-6645-B747-8889-3FE726BD81A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5" name="Teardrop 1394">
                <a:extLst>
                  <a:ext uri="{FF2B5EF4-FFF2-40B4-BE49-F238E27FC236}">
                    <a16:creationId xmlns:a16="http://schemas.microsoft.com/office/drawing/2014/main" id="{9C6145E7-314C-D24B-8A28-FD92F6E36E9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6" name="Teardrop 1395">
                <a:extLst>
                  <a:ext uri="{FF2B5EF4-FFF2-40B4-BE49-F238E27FC236}">
                    <a16:creationId xmlns:a16="http://schemas.microsoft.com/office/drawing/2014/main" id="{DC2538A6-B39D-2442-AAFB-F3F5BCA13130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7" name="Teardrop 1396">
                <a:extLst>
                  <a:ext uri="{FF2B5EF4-FFF2-40B4-BE49-F238E27FC236}">
                    <a16:creationId xmlns:a16="http://schemas.microsoft.com/office/drawing/2014/main" id="{8E84245E-C7E3-A343-B21D-D298080F329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8" name="Teardrop 1397">
                <a:extLst>
                  <a:ext uri="{FF2B5EF4-FFF2-40B4-BE49-F238E27FC236}">
                    <a16:creationId xmlns:a16="http://schemas.microsoft.com/office/drawing/2014/main" id="{C9E756BC-0D6D-EA4B-B6B5-DC417CACE86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9" name="Teardrop 1398">
                <a:extLst>
                  <a:ext uri="{FF2B5EF4-FFF2-40B4-BE49-F238E27FC236}">
                    <a16:creationId xmlns:a16="http://schemas.microsoft.com/office/drawing/2014/main" id="{3531DCA9-4D49-E746-82E5-633F9DF1821C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0" name="Teardrop 1399">
                <a:extLst>
                  <a:ext uri="{FF2B5EF4-FFF2-40B4-BE49-F238E27FC236}">
                    <a16:creationId xmlns:a16="http://schemas.microsoft.com/office/drawing/2014/main" id="{7931C9EA-9ADA-D44F-BB5A-20DC8CCB8091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1" name="Teardrop 1400">
                <a:extLst>
                  <a:ext uri="{FF2B5EF4-FFF2-40B4-BE49-F238E27FC236}">
                    <a16:creationId xmlns:a16="http://schemas.microsoft.com/office/drawing/2014/main" id="{FA11A05D-7380-BA4B-BAE0-4A1D80602AB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2" name="Teardrop 1401">
                <a:extLst>
                  <a:ext uri="{FF2B5EF4-FFF2-40B4-BE49-F238E27FC236}">
                    <a16:creationId xmlns:a16="http://schemas.microsoft.com/office/drawing/2014/main" id="{FEC9ED98-3291-9147-A85B-828B08EBDD52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3" name="Teardrop 1402">
                <a:extLst>
                  <a:ext uri="{FF2B5EF4-FFF2-40B4-BE49-F238E27FC236}">
                    <a16:creationId xmlns:a16="http://schemas.microsoft.com/office/drawing/2014/main" id="{267A3559-8EC7-E645-AE3E-A3EDCEC599FE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4" name="Teardrop 1403">
                <a:extLst>
                  <a:ext uri="{FF2B5EF4-FFF2-40B4-BE49-F238E27FC236}">
                    <a16:creationId xmlns:a16="http://schemas.microsoft.com/office/drawing/2014/main" id="{CB439201-DD9E-A04E-9DED-6A7325BB08DF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5" name="Teardrop 1404">
                <a:extLst>
                  <a:ext uri="{FF2B5EF4-FFF2-40B4-BE49-F238E27FC236}">
                    <a16:creationId xmlns:a16="http://schemas.microsoft.com/office/drawing/2014/main" id="{E923AAB3-EFA8-7E4E-9286-8B373C2761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6" name="Teardrop 1405">
                <a:extLst>
                  <a:ext uri="{FF2B5EF4-FFF2-40B4-BE49-F238E27FC236}">
                    <a16:creationId xmlns:a16="http://schemas.microsoft.com/office/drawing/2014/main" id="{FA1A490C-0C1B-BD41-99AA-E6A48664C094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7" name="Teardrop 1406">
                <a:extLst>
                  <a:ext uri="{FF2B5EF4-FFF2-40B4-BE49-F238E27FC236}">
                    <a16:creationId xmlns:a16="http://schemas.microsoft.com/office/drawing/2014/main" id="{6832ADED-4F4A-B740-940F-EC0274ECC04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8" name="Teardrop 1407">
                <a:extLst>
                  <a:ext uri="{FF2B5EF4-FFF2-40B4-BE49-F238E27FC236}">
                    <a16:creationId xmlns:a16="http://schemas.microsoft.com/office/drawing/2014/main" id="{82B9F9A4-E714-5740-9CFF-C8DBB100BD31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9" name="Teardrop 1408">
                <a:extLst>
                  <a:ext uri="{FF2B5EF4-FFF2-40B4-BE49-F238E27FC236}">
                    <a16:creationId xmlns:a16="http://schemas.microsoft.com/office/drawing/2014/main" id="{9D4AA506-D997-FF45-9812-C7D805189C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0" name="Teardrop 1409">
                <a:extLst>
                  <a:ext uri="{FF2B5EF4-FFF2-40B4-BE49-F238E27FC236}">
                    <a16:creationId xmlns:a16="http://schemas.microsoft.com/office/drawing/2014/main" id="{94F608D9-3751-1141-B5E3-D378C3EA3B4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1" name="Teardrop 1410">
                <a:extLst>
                  <a:ext uri="{FF2B5EF4-FFF2-40B4-BE49-F238E27FC236}">
                    <a16:creationId xmlns:a16="http://schemas.microsoft.com/office/drawing/2014/main" id="{11136941-E6A8-2246-B330-E6FA7A6CFA7D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2" name="Teardrop 1411">
                <a:extLst>
                  <a:ext uri="{FF2B5EF4-FFF2-40B4-BE49-F238E27FC236}">
                    <a16:creationId xmlns:a16="http://schemas.microsoft.com/office/drawing/2014/main" id="{EE46C7A3-9AF2-ED4F-B7E6-0BFA3DB302CB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3" name="Teardrop 1412">
                <a:extLst>
                  <a:ext uri="{FF2B5EF4-FFF2-40B4-BE49-F238E27FC236}">
                    <a16:creationId xmlns:a16="http://schemas.microsoft.com/office/drawing/2014/main" id="{8FC7B39F-5E51-E744-B8B7-949E03CF22FD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4" name="Teardrop 1413">
                <a:extLst>
                  <a:ext uri="{FF2B5EF4-FFF2-40B4-BE49-F238E27FC236}">
                    <a16:creationId xmlns:a16="http://schemas.microsoft.com/office/drawing/2014/main" id="{80857C75-E319-AD40-8464-F933D617E5F9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5" name="Teardrop 1414">
                <a:extLst>
                  <a:ext uri="{FF2B5EF4-FFF2-40B4-BE49-F238E27FC236}">
                    <a16:creationId xmlns:a16="http://schemas.microsoft.com/office/drawing/2014/main" id="{24E65D86-D4CF-3B4C-A4F0-BA728722641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6" name="Teardrop 1415">
                <a:extLst>
                  <a:ext uri="{FF2B5EF4-FFF2-40B4-BE49-F238E27FC236}">
                    <a16:creationId xmlns:a16="http://schemas.microsoft.com/office/drawing/2014/main" id="{CB551C7D-E3A2-3947-9E8F-22F20A1636B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7" name="Teardrop 1416">
                <a:extLst>
                  <a:ext uri="{FF2B5EF4-FFF2-40B4-BE49-F238E27FC236}">
                    <a16:creationId xmlns:a16="http://schemas.microsoft.com/office/drawing/2014/main" id="{AD7AC555-D5A4-814F-AB21-FD20A0281FD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8" name="Teardrop 1417">
                <a:extLst>
                  <a:ext uri="{FF2B5EF4-FFF2-40B4-BE49-F238E27FC236}">
                    <a16:creationId xmlns:a16="http://schemas.microsoft.com/office/drawing/2014/main" id="{5C25089C-C772-F543-B76C-B3AC2E7770A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27" name="Group 1326">
              <a:extLst>
                <a:ext uri="{FF2B5EF4-FFF2-40B4-BE49-F238E27FC236}">
                  <a16:creationId xmlns:a16="http://schemas.microsoft.com/office/drawing/2014/main" id="{AC34AA40-B24D-5D4A-BB97-68E2D22AEDEC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359" name="Oval 1">
                <a:extLst>
                  <a:ext uri="{FF2B5EF4-FFF2-40B4-BE49-F238E27FC236}">
                    <a16:creationId xmlns:a16="http://schemas.microsoft.com/office/drawing/2014/main" id="{4D65484B-9B6A-9544-B282-BA2FDC241EEE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0" name="Teardrop 1359">
                <a:extLst>
                  <a:ext uri="{FF2B5EF4-FFF2-40B4-BE49-F238E27FC236}">
                    <a16:creationId xmlns:a16="http://schemas.microsoft.com/office/drawing/2014/main" id="{FAAF7DAC-3E92-0E4D-A970-F49992CBC7ED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1" name="Teardrop 1360">
                <a:extLst>
                  <a:ext uri="{FF2B5EF4-FFF2-40B4-BE49-F238E27FC236}">
                    <a16:creationId xmlns:a16="http://schemas.microsoft.com/office/drawing/2014/main" id="{FB8B0D92-94B0-234F-96BB-02A6B8A48365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2" name="Teardrop 1361">
                <a:extLst>
                  <a:ext uri="{FF2B5EF4-FFF2-40B4-BE49-F238E27FC236}">
                    <a16:creationId xmlns:a16="http://schemas.microsoft.com/office/drawing/2014/main" id="{3D95DD84-917A-254C-B2DD-E1964A80419C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3" name="Teardrop 1362">
                <a:extLst>
                  <a:ext uri="{FF2B5EF4-FFF2-40B4-BE49-F238E27FC236}">
                    <a16:creationId xmlns:a16="http://schemas.microsoft.com/office/drawing/2014/main" id="{1D26535A-2F1E-9E43-97D2-2CD57381D386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4" name="Teardrop 1363">
                <a:extLst>
                  <a:ext uri="{FF2B5EF4-FFF2-40B4-BE49-F238E27FC236}">
                    <a16:creationId xmlns:a16="http://schemas.microsoft.com/office/drawing/2014/main" id="{B8B2DE2C-BCE9-3648-B5AD-5D256A19427E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5" name="Teardrop 1364">
                <a:extLst>
                  <a:ext uri="{FF2B5EF4-FFF2-40B4-BE49-F238E27FC236}">
                    <a16:creationId xmlns:a16="http://schemas.microsoft.com/office/drawing/2014/main" id="{52BE7E40-C0D4-364A-8BE5-66A5ACF4DB65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6" name="Teardrop 1365">
                <a:extLst>
                  <a:ext uri="{FF2B5EF4-FFF2-40B4-BE49-F238E27FC236}">
                    <a16:creationId xmlns:a16="http://schemas.microsoft.com/office/drawing/2014/main" id="{811D3587-FBC6-F240-9DFF-FD09190F50C5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7" name="Teardrop 1366">
                <a:extLst>
                  <a:ext uri="{FF2B5EF4-FFF2-40B4-BE49-F238E27FC236}">
                    <a16:creationId xmlns:a16="http://schemas.microsoft.com/office/drawing/2014/main" id="{6E828B63-D2E3-6B4D-BBD3-12488EBBF9B3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8" name="Teardrop 1367">
                <a:extLst>
                  <a:ext uri="{FF2B5EF4-FFF2-40B4-BE49-F238E27FC236}">
                    <a16:creationId xmlns:a16="http://schemas.microsoft.com/office/drawing/2014/main" id="{A06C7635-6326-F84E-85A7-A83ADF8A49E6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9" name="Teardrop 1368">
                <a:extLst>
                  <a:ext uri="{FF2B5EF4-FFF2-40B4-BE49-F238E27FC236}">
                    <a16:creationId xmlns:a16="http://schemas.microsoft.com/office/drawing/2014/main" id="{0628AF43-7F7A-6A4A-B0B7-3B38989753FA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0" name="Teardrop 1369">
                <a:extLst>
                  <a:ext uri="{FF2B5EF4-FFF2-40B4-BE49-F238E27FC236}">
                    <a16:creationId xmlns:a16="http://schemas.microsoft.com/office/drawing/2014/main" id="{EC115A4A-2BC2-E244-86A7-3AEAF97EFCC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1" name="Teardrop 1370">
                <a:extLst>
                  <a:ext uri="{FF2B5EF4-FFF2-40B4-BE49-F238E27FC236}">
                    <a16:creationId xmlns:a16="http://schemas.microsoft.com/office/drawing/2014/main" id="{7720EE79-E1B1-DA45-B9E0-37CBEE0C1C0A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2" name="Teardrop 1371">
                <a:extLst>
                  <a:ext uri="{FF2B5EF4-FFF2-40B4-BE49-F238E27FC236}">
                    <a16:creationId xmlns:a16="http://schemas.microsoft.com/office/drawing/2014/main" id="{0B273DC8-46FD-4E42-978E-BEE599434E38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3" name="Teardrop 1372">
                <a:extLst>
                  <a:ext uri="{FF2B5EF4-FFF2-40B4-BE49-F238E27FC236}">
                    <a16:creationId xmlns:a16="http://schemas.microsoft.com/office/drawing/2014/main" id="{252BE00C-745A-C343-9D99-F667DEF70A6C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4" name="Teardrop 1373">
                <a:extLst>
                  <a:ext uri="{FF2B5EF4-FFF2-40B4-BE49-F238E27FC236}">
                    <a16:creationId xmlns:a16="http://schemas.microsoft.com/office/drawing/2014/main" id="{9873E7CF-88DA-B144-A654-5839247033D9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5" name="Teardrop 1374">
                <a:extLst>
                  <a:ext uri="{FF2B5EF4-FFF2-40B4-BE49-F238E27FC236}">
                    <a16:creationId xmlns:a16="http://schemas.microsoft.com/office/drawing/2014/main" id="{DCD67CEB-4FF5-2D4D-BA42-FDFB8832E607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6" name="Teardrop 1375">
                <a:extLst>
                  <a:ext uri="{FF2B5EF4-FFF2-40B4-BE49-F238E27FC236}">
                    <a16:creationId xmlns:a16="http://schemas.microsoft.com/office/drawing/2014/main" id="{D5E83354-E30F-1E47-A290-4E47CCE6A65E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7" name="Teardrop 1376">
                <a:extLst>
                  <a:ext uri="{FF2B5EF4-FFF2-40B4-BE49-F238E27FC236}">
                    <a16:creationId xmlns:a16="http://schemas.microsoft.com/office/drawing/2014/main" id="{6F692682-3F8E-CB4E-B63B-0127DECDAF0C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8" name="Teardrop 1377">
                <a:extLst>
                  <a:ext uri="{FF2B5EF4-FFF2-40B4-BE49-F238E27FC236}">
                    <a16:creationId xmlns:a16="http://schemas.microsoft.com/office/drawing/2014/main" id="{5154DA0C-98FD-CE49-9D4A-5478DE4FF05C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9" name="Teardrop 1378">
                <a:extLst>
                  <a:ext uri="{FF2B5EF4-FFF2-40B4-BE49-F238E27FC236}">
                    <a16:creationId xmlns:a16="http://schemas.microsoft.com/office/drawing/2014/main" id="{D7FD6983-E99B-744F-94DD-C83AB89DAA0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0" name="Teardrop 1379">
                <a:extLst>
                  <a:ext uri="{FF2B5EF4-FFF2-40B4-BE49-F238E27FC236}">
                    <a16:creationId xmlns:a16="http://schemas.microsoft.com/office/drawing/2014/main" id="{9F92990F-CB93-D148-A7A2-8143D80B49D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1" name="Teardrop 1380">
                <a:extLst>
                  <a:ext uri="{FF2B5EF4-FFF2-40B4-BE49-F238E27FC236}">
                    <a16:creationId xmlns:a16="http://schemas.microsoft.com/office/drawing/2014/main" id="{1437F402-C98B-9F4A-82AC-4378302DDDE1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2" name="Teardrop 1381">
                <a:extLst>
                  <a:ext uri="{FF2B5EF4-FFF2-40B4-BE49-F238E27FC236}">
                    <a16:creationId xmlns:a16="http://schemas.microsoft.com/office/drawing/2014/main" id="{1FC44B04-4BEB-0142-B37E-AA6351854E4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3" name="Teardrop 1382">
                <a:extLst>
                  <a:ext uri="{FF2B5EF4-FFF2-40B4-BE49-F238E27FC236}">
                    <a16:creationId xmlns:a16="http://schemas.microsoft.com/office/drawing/2014/main" id="{4EF62F99-20C1-B34A-8B18-79815F6D7E96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4" name="Teardrop 1383">
                <a:extLst>
                  <a:ext uri="{FF2B5EF4-FFF2-40B4-BE49-F238E27FC236}">
                    <a16:creationId xmlns:a16="http://schemas.microsoft.com/office/drawing/2014/main" id="{77E7395F-CD73-654F-8CB6-CF0A083B505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5" name="Teardrop 1384">
                <a:extLst>
                  <a:ext uri="{FF2B5EF4-FFF2-40B4-BE49-F238E27FC236}">
                    <a16:creationId xmlns:a16="http://schemas.microsoft.com/office/drawing/2014/main" id="{AD7EABE7-9D52-8243-A9F6-4AF61ED2D84B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6" name="Teardrop 1385">
                <a:extLst>
                  <a:ext uri="{FF2B5EF4-FFF2-40B4-BE49-F238E27FC236}">
                    <a16:creationId xmlns:a16="http://schemas.microsoft.com/office/drawing/2014/main" id="{CF2D07DB-5B16-544D-8280-3809A88848C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7" name="Teardrop 1386">
                <a:extLst>
                  <a:ext uri="{FF2B5EF4-FFF2-40B4-BE49-F238E27FC236}">
                    <a16:creationId xmlns:a16="http://schemas.microsoft.com/office/drawing/2014/main" id="{F007EE10-EE52-B947-A6AC-73A7B285713A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8" name="Teardrop 1387">
                <a:extLst>
                  <a:ext uri="{FF2B5EF4-FFF2-40B4-BE49-F238E27FC236}">
                    <a16:creationId xmlns:a16="http://schemas.microsoft.com/office/drawing/2014/main" id="{6B2DBC4F-3149-734A-A57E-96FFACA79928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28" name="Group 1327">
              <a:extLst>
                <a:ext uri="{FF2B5EF4-FFF2-40B4-BE49-F238E27FC236}">
                  <a16:creationId xmlns:a16="http://schemas.microsoft.com/office/drawing/2014/main" id="{A1CBB5C9-05BC-FA4B-A9BE-6D1D1032C28D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329" name="Oval 1">
                <a:extLst>
                  <a:ext uri="{FF2B5EF4-FFF2-40B4-BE49-F238E27FC236}">
                    <a16:creationId xmlns:a16="http://schemas.microsoft.com/office/drawing/2014/main" id="{05977859-DB89-764D-96F3-09556D968FF0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0" name="Teardrop 1329">
                <a:extLst>
                  <a:ext uri="{FF2B5EF4-FFF2-40B4-BE49-F238E27FC236}">
                    <a16:creationId xmlns:a16="http://schemas.microsoft.com/office/drawing/2014/main" id="{FBF96660-21F7-AA4A-8BAE-E80CC5DA78E5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1" name="Teardrop 1330">
                <a:extLst>
                  <a:ext uri="{FF2B5EF4-FFF2-40B4-BE49-F238E27FC236}">
                    <a16:creationId xmlns:a16="http://schemas.microsoft.com/office/drawing/2014/main" id="{B26D1B4B-7CCA-F649-ABFD-28AE6534CB9E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2" name="Teardrop 1331">
                <a:extLst>
                  <a:ext uri="{FF2B5EF4-FFF2-40B4-BE49-F238E27FC236}">
                    <a16:creationId xmlns:a16="http://schemas.microsoft.com/office/drawing/2014/main" id="{5D36F211-1B55-9C4D-9535-ADEFED1223F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3" name="Teardrop 1332">
                <a:extLst>
                  <a:ext uri="{FF2B5EF4-FFF2-40B4-BE49-F238E27FC236}">
                    <a16:creationId xmlns:a16="http://schemas.microsoft.com/office/drawing/2014/main" id="{3DA6BD15-1AF5-CC41-BC8E-8E7DAB650965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4" name="Teardrop 1333">
                <a:extLst>
                  <a:ext uri="{FF2B5EF4-FFF2-40B4-BE49-F238E27FC236}">
                    <a16:creationId xmlns:a16="http://schemas.microsoft.com/office/drawing/2014/main" id="{8014F7F4-41E1-D343-8E56-5274DCE05741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5" name="Teardrop 1334">
                <a:extLst>
                  <a:ext uri="{FF2B5EF4-FFF2-40B4-BE49-F238E27FC236}">
                    <a16:creationId xmlns:a16="http://schemas.microsoft.com/office/drawing/2014/main" id="{7D820288-FA95-8D42-91EC-5EF43396F0F9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6" name="Teardrop 1335">
                <a:extLst>
                  <a:ext uri="{FF2B5EF4-FFF2-40B4-BE49-F238E27FC236}">
                    <a16:creationId xmlns:a16="http://schemas.microsoft.com/office/drawing/2014/main" id="{3018F796-AEC6-9247-B186-427A52FCEAC2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7" name="Teardrop 1336">
                <a:extLst>
                  <a:ext uri="{FF2B5EF4-FFF2-40B4-BE49-F238E27FC236}">
                    <a16:creationId xmlns:a16="http://schemas.microsoft.com/office/drawing/2014/main" id="{9090539B-ABC8-4641-BBF0-D6D87F64BDCF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8" name="Teardrop 1337">
                <a:extLst>
                  <a:ext uri="{FF2B5EF4-FFF2-40B4-BE49-F238E27FC236}">
                    <a16:creationId xmlns:a16="http://schemas.microsoft.com/office/drawing/2014/main" id="{51F0264B-8AA5-0146-B568-3BAB16008A1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9" name="Teardrop 1338">
                <a:extLst>
                  <a:ext uri="{FF2B5EF4-FFF2-40B4-BE49-F238E27FC236}">
                    <a16:creationId xmlns:a16="http://schemas.microsoft.com/office/drawing/2014/main" id="{5A7AE622-AAD3-F842-B0E7-A92147155C7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0" name="Teardrop 1339">
                <a:extLst>
                  <a:ext uri="{FF2B5EF4-FFF2-40B4-BE49-F238E27FC236}">
                    <a16:creationId xmlns:a16="http://schemas.microsoft.com/office/drawing/2014/main" id="{06DD5740-69E3-2847-B17B-933DD2DE7D32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1" name="Teardrop 1340">
                <a:extLst>
                  <a:ext uri="{FF2B5EF4-FFF2-40B4-BE49-F238E27FC236}">
                    <a16:creationId xmlns:a16="http://schemas.microsoft.com/office/drawing/2014/main" id="{2167D91C-CDE6-5E4C-8DE4-DCFA141C6B9B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2" name="Teardrop 1341">
                <a:extLst>
                  <a:ext uri="{FF2B5EF4-FFF2-40B4-BE49-F238E27FC236}">
                    <a16:creationId xmlns:a16="http://schemas.microsoft.com/office/drawing/2014/main" id="{6564C07F-864D-7E45-8CED-321FBB9CDB50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3" name="Teardrop 1342">
                <a:extLst>
                  <a:ext uri="{FF2B5EF4-FFF2-40B4-BE49-F238E27FC236}">
                    <a16:creationId xmlns:a16="http://schemas.microsoft.com/office/drawing/2014/main" id="{FC483872-9E79-254F-909D-014E29642548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4" name="Teardrop 1343">
                <a:extLst>
                  <a:ext uri="{FF2B5EF4-FFF2-40B4-BE49-F238E27FC236}">
                    <a16:creationId xmlns:a16="http://schemas.microsoft.com/office/drawing/2014/main" id="{BD1F7146-0AC8-224C-8386-74DBC143F8CA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5" name="Teardrop 1344">
                <a:extLst>
                  <a:ext uri="{FF2B5EF4-FFF2-40B4-BE49-F238E27FC236}">
                    <a16:creationId xmlns:a16="http://schemas.microsoft.com/office/drawing/2014/main" id="{EC0F5F11-2A92-3E45-A1AF-D614D638F243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6" name="Teardrop 1345">
                <a:extLst>
                  <a:ext uri="{FF2B5EF4-FFF2-40B4-BE49-F238E27FC236}">
                    <a16:creationId xmlns:a16="http://schemas.microsoft.com/office/drawing/2014/main" id="{BD0C6796-008B-3C4A-B237-7A19141254C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7" name="Teardrop 1346">
                <a:extLst>
                  <a:ext uri="{FF2B5EF4-FFF2-40B4-BE49-F238E27FC236}">
                    <a16:creationId xmlns:a16="http://schemas.microsoft.com/office/drawing/2014/main" id="{B8D06D92-D626-7847-A5AE-B701DED68C4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8" name="Teardrop 1347">
                <a:extLst>
                  <a:ext uri="{FF2B5EF4-FFF2-40B4-BE49-F238E27FC236}">
                    <a16:creationId xmlns:a16="http://schemas.microsoft.com/office/drawing/2014/main" id="{A19BFA34-9BFD-114B-8A97-62D0823ADACB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9" name="Teardrop 1348">
                <a:extLst>
                  <a:ext uri="{FF2B5EF4-FFF2-40B4-BE49-F238E27FC236}">
                    <a16:creationId xmlns:a16="http://schemas.microsoft.com/office/drawing/2014/main" id="{1A80C1AD-133D-B349-9347-168891B2D954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0" name="Teardrop 1349">
                <a:extLst>
                  <a:ext uri="{FF2B5EF4-FFF2-40B4-BE49-F238E27FC236}">
                    <a16:creationId xmlns:a16="http://schemas.microsoft.com/office/drawing/2014/main" id="{640B0167-B6D4-3C42-B813-77BBF77D82E4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1" name="Teardrop 1350">
                <a:extLst>
                  <a:ext uri="{FF2B5EF4-FFF2-40B4-BE49-F238E27FC236}">
                    <a16:creationId xmlns:a16="http://schemas.microsoft.com/office/drawing/2014/main" id="{623F9A6C-33F7-7542-B735-D758DEF446DA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2" name="Teardrop 1351">
                <a:extLst>
                  <a:ext uri="{FF2B5EF4-FFF2-40B4-BE49-F238E27FC236}">
                    <a16:creationId xmlns:a16="http://schemas.microsoft.com/office/drawing/2014/main" id="{E2A21DEC-E8E3-BC47-9BEF-A34F234C476C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3" name="Teardrop 1352">
                <a:extLst>
                  <a:ext uri="{FF2B5EF4-FFF2-40B4-BE49-F238E27FC236}">
                    <a16:creationId xmlns:a16="http://schemas.microsoft.com/office/drawing/2014/main" id="{A0C067D1-835A-A741-A602-564770DFA30E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4" name="Teardrop 1353">
                <a:extLst>
                  <a:ext uri="{FF2B5EF4-FFF2-40B4-BE49-F238E27FC236}">
                    <a16:creationId xmlns:a16="http://schemas.microsoft.com/office/drawing/2014/main" id="{8950648A-5BD5-9242-991C-5D0F5664560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5" name="Teardrop 1354">
                <a:extLst>
                  <a:ext uri="{FF2B5EF4-FFF2-40B4-BE49-F238E27FC236}">
                    <a16:creationId xmlns:a16="http://schemas.microsoft.com/office/drawing/2014/main" id="{EB10DCFE-61E8-8146-911A-385DB4E9C6D3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6" name="Teardrop 1355">
                <a:extLst>
                  <a:ext uri="{FF2B5EF4-FFF2-40B4-BE49-F238E27FC236}">
                    <a16:creationId xmlns:a16="http://schemas.microsoft.com/office/drawing/2014/main" id="{CD4EFAE3-358D-CA4A-BBC4-90723FBE5960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7" name="Teardrop 1356">
                <a:extLst>
                  <a:ext uri="{FF2B5EF4-FFF2-40B4-BE49-F238E27FC236}">
                    <a16:creationId xmlns:a16="http://schemas.microsoft.com/office/drawing/2014/main" id="{2E73BBA9-7693-384C-9007-1FB3FA5E8462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8" name="Teardrop 1357">
                <a:extLst>
                  <a:ext uri="{FF2B5EF4-FFF2-40B4-BE49-F238E27FC236}">
                    <a16:creationId xmlns:a16="http://schemas.microsoft.com/office/drawing/2014/main" id="{412E5BBE-5E01-284F-8794-965381CE1F9C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19" name="Group 1418">
            <a:extLst>
              <a:ext uri="{FF2B5EF4-FFF2-40B4-BE49-F238E27FC236}">
                <a16:creationId xmlns:a16="http://schemas.microsoft.com/office/drawing/2014/main" id="{F4646A43-1888-8B49-8D4C-B7B41B27250E}"/>
              </a:ext>
            </a:extLst>
          </p:cNvPr>
          <p:cNvGrpSpPr/>
          <p:nvPr/>
        </p:nvGrpSpPr>
        <p:grpSpPr>
          <a:xfrm>
            <a:off x="436345" y="1364873"/>
            <a:ext cx="401562" cy="407378"/>
            <a:chOff x="2216336" y="289820"/>
            <a:chExt cx="5596696" cy="5142625"/>
          </a:xfrm>
        </p:grpSpPr>
        <p:cxnSp>
          <p:nvCxnSpPr>
            <p:cNvPr id="1420" name="Straight Connector 1419">
              <a:extLst>
                <a:ext uri="{FF2B5EF4-FFF2-40B4-BE49-F238E27FC236}">
                  <a16:creationId xmlns:a16="http://schemas.microsoft.com/office/drawing/2014/main" id="{E71FBD6F-2E21-F84C-BF60-872A4F4B92C4}"/>
                </a:ext>
              </a:extLst>
            </p:cNvPr>
            <p:cNvCxnSpPr>
              <a:cxnSpLocks/>
            </p:cNvCxnSpPr>
            <p:nvPr/>
          </p:nvCxnSpPr>
          <p:spPr>
            <a:xfrm>
              <a:off x="2216336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1421" name="Triangle 1420">
              <a:extLst>
                <a:ext uri="{FF2B5EF4-FFF2-40B4-BE49-F238E27FC236}">
                  <a16:creationId xmlns:a16="http://schemas.microsoft.com/office/drawing/2014/main" id="{CE66A82A-5ED5-B543-99A8-EB9425E11878}"/>
                </a:ext>
              </a:extLst>
            </p:cNvPr>
            <p:cNvSpPr/>
            <p:nvPr/>
          </p:nvSpPr>
          <p:spPr>
            <a:xfrm>
              <a:off x="2909943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2" name="Triangle 263">
              <a:extLst>
                <a:ext uri="{FF2B5EF4-FFF2-40B4-BE49-F238E27FC236}">
                  <a16:creationId xmlns:a16="http://schemas.microsoft.com/office/drawing/2014/main" id="{475260FD-35EB-FA41-9BAC-69257241689C}"/>
                </a:ext>
              </a:extLst>
            </p:cNvPr>
            <p:cNvSpPr/>
            <p:nvPr/>
          </p:nvSpPr>
          <p:spPr>
            <a:xfrm>
              <a:off x="3144151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3" name="Triangle 264">
              <a:extLst>
                <a:ext uri="{FF2B5EF4-FFF2-40B4-BE49-F238E27FC236}">
                  <a16:creationId xmlns:a16="http://schemas.microsoft.com/office/drawing/2014/main" id="{E2B367C7-F316-7E42-BB3A-79356A6E238B}"/>
                </a:ext>
              </a:extLst>
            </p:cNvPr>
            <p:cNvSpPr/>
            <p:nvPr/>
          </p:nvSpPr>
          <p:spPr>
            <a:xfrm>
              <a:off x="3346690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4" name="Triangle 264">
              <a:extLst>
                <a:ext uri="{FF2B5EF4-FFF2-40B4-BE49-F238E27FC236}">
                  <a16:creationId xmlns:a16="http://schemas.microsoft.com/office/drawing/2014/main" id="{29DAF834-F12A-3D4C-B15F-9B2472E9895E}"/>
                </a:ext>
              </a:extLst>
            </p:cNvPr>
            <p:cNvSpPr/>
            <p:nvPr/>
          </p:nvSpPr>
          <p:spPr>
            <a:xfrm>
              <a:off x="3531357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5" name="Triangle 1424">
              <a:extLst>
                <a:ext uri="{FF2B5EF4-FFF2-40B4-BE49-F238E27FC236}">
                  <a16:creationId xmlns:a16="http://schemas.microsoft.com/office/drawing/2014/main" id="{3280EB94-5D0D-8E46-8A88-ECF13B8C415B}"/>
                </a:ext>
              </a:extLst>
            </p:cNvPr>
            <p:cNvSpPr/>
            <p:nvPr/>
          </p:nvSpPr>
          <p:spPr>
            <a:xfrm>
              <a:off x="3361466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6" name="Triangle 263">
              <a:extLst>
                <a:ext uri="{FF2B5EF4-FFF2-40B4-BE49-F238E27FC236}">
                  <a16:creationId xmlns:a16="http://schemas.microsoft.com/office/drawing/2014/main" id="{239A2D99-4112-5146-B0B8-26DEE566F31F}"/>
                </a:ext>
              </a:extLst>
            </p:cNvPr>
            <p:cNvSpPr/>
            <p:nvPr/>
          </p:nvSpPr>
          <p:spPr>
            <a:xfrm>
              <a:off x="3577757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7" name="Triangle 264">
              <a:extLst>
                <a:ext uri="{FF2B5EF4-FFF2-40B4-BE49-F238E27FC236}">
                  <a16:creationId xmlns:a16="http://schemas.microsoft.com/office/drawing/2014/main" id="{C7545CCF-D487-D247-A52F-A0BD6B5ADAC6}"/>
                </a:ext>
              </a:extLst>
            </p:cNvPr>
            <p:cNvSpPr/>
            <p:nvPr/>
          </p:nvSpPr>
          <p:spPr>
            <a:xfrm>
              <a:off x="3767633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8" name="Freeform 1427">
              <a:extLst>
                <a:ext uri="{FF2B5EF4-FFF2-40B4-BE49-F238E27FC236}">
                  <a16:creationId xmlns:a16="http://schemas.microsoft.com/office/drawing/2014/main" id="{31A917C1-2A86-8747-9F85-C0D9038F4BD7}"/>
                </a:ext>
              </a:extLst>
            </p:cNvPr>
            <p:cNvSpPr/>
            <p:nvPr/>
          </p:nvSpPr>
          <p:spPr>
            <a:xfrm>
              <a:off x="4740297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9" name="Triangle 264">
              <a:extLst>
                <a:ext uri="{FF2B5EF4-FFF2-40B4-BE49-F238E27FC236}">
                  <a16:creationId xmlns:a16="http://schemas.microsoft.com/office/drawing/2014/main" id="{2377CA4E-74E4-804C-9102-2221B1FBFD5A}"/>
                </a:ext>
              </a:extLst>
            </p:cNvPr>
            <p:cNvSpPr/>
            <p:nvPr/>
          </p:nvSpPr>
          <p:spPr>
            <a:xfrm>
              <a:off x="3809830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30" name="Triangle 264">
              <a:extLst>
                <a:ext uri="{FF2B5EF4-FFF2-40B4-BE49-F238E27FC236}">
                  <a16:creationId xmlns:a16="http://schemas.microsoft.com/office/drawing/2014/main" id="{DE6DA9C1-C529-094B-849B-C7559BFA9456}"/>
                </a:ext>
              </a:extLst>
            </p:cNvPr>
            <p:cNvSpPr/>
            <p:nvPr/>
          </p:nvSpPr>
          <p:spPr>
            <a:xfrm>
              <a:off x="4158661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31" name="Triangle 264">
              <a:extLst>
                <a:ext uri="{FF2B5EF4-FFF2-40B4-BE49-F238E27FC236}">
                  <a16:creationId xmlns:a16="http://schemas.microsoft.com/office/drawing/2014/main" id="{F7BC5BB7-DA54-424E-ADFB-B21F6566F5C5}"/>
                </a:ext>
              </a:extLst>
            </p:cNvPr>
            <p:cNvSpPr/>
            <p:nvPr/>
          </p:nvSpPr>
          <p:spPr>
            <a:xfrm>
              <a:off x="3954276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32" name="Freeform 1431">
              <a:extLst>
                <a:ext uri="{FF2B5EF4-FFF2-40B4-BE49-F238E27FC236}">
                  <a16:creationId xmlns:a16="http://schemas.microsoft.com/office/drawing/2014/main" id="{39F20AE0-06C7-974C-B21F-554F27A80777}"/>
                </a:ext>
              </a:extLst>
            </p:cNvPr>
            <p:cNvSpPr/>
            <p:nvPr/>
          </p:nvSpPr>
          <p:spPr>
            <a:xfrm rot="10800000">
              <a:off x="4759089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1433" name="Group 1432">
              <a:extLst>
                <a:ext uri="{FF2B5EF4-FFF2-40B4-BE49-F238E27FC236}">
                  <a16:creationId xmlns:a16="http://schemas.microsoft.com/office/drawing/2014/main" id="{05160578-40D9-5848-910E-5D5395F72B0B}"/>
                </a:ext>
              </a:extLst>
            </p:cNvPr>
            <p:cNvGrpSpPr/>
            <p:nvPr/>
          </p:nvGrpSpPr>
          <p:grpSpPr>
            <a:xfrm rot="20275914">
              <a:off x="5024997" y="2993878"/>
              <a:ext cx="319926" cy="404542"/>
              <a:chOff x="3510479" y="1211170"/>
              <a:chExt cx="2079479" cy="2629470"/>
            </a:xfrm>
          </p:grpSpPr>
          <p:sp>
            <p:nvSpPr>
              <p:cNvPr id="1496" name="Oval 1">
                <a:extLst>
                  <a:ext uri="{FF2B5EF4-FFF2-40B4-BE49-F238E27FC236}">
                    <a16:creationId xmlns:a16="http://schemas.microsoft.com/office/drawing/2014/main" id="{74F0AA07-ED66-0245-954E-A00D7B6FCE44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7" name="Teardrop 1496">
                <a:extLst>
                  <a:ext uri="{FF2B5EF4-FFF2-40B4-BE49-F238E27FC236}">
                    <a16:creationId xmlns:a16="http://schemas.microsoft.com/office/drawing/2014/main" id="{5AF3374F-9363-B34C-B513-0D05417557B6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8" name="Teardrop 1497">
                <a:extLst>
                  <a:ext uri="{FF2B5EF4-FFF2-40B4-BE49-F238E27FC236}">
                    <a16:creationId xmlns:a16="http://schemas.microsoft.com/office/drawing/2014/main" id="{2073185D-F7D7-644B-8593-92C05B81F36A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9" name="Teardrop 1498">
                <a:extLst>
                  <a:ext uri="{FF2B5EF4-FFF2-40B4-BE49-F238E27FC236}">
                    <a16:creationId xmlns:a16="http://schemas.microsoft.com/office/drawing/2014/main" id="{4AFDBEB0-A4D0-AB4C-AE61-0DD793D66243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0" name="Teardrop 1499">
                <a:extLst>
                  <a:ext uri="{FF2B5EF4-FFF2-40B4-BE49-F238E27FC236}">
                    <a16:creationId xmlns:a16="http://schemas.microsoft.com/office/drawing/2014/main" id="{1BC6FD0C-61CD-FC4D-9C1C-6C34DC5FB352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1" name="Teardrop 1500">
                <a:extLst>
                  <a:ext uri="{FF2B5EF4-FFF2-40B4-BE49-F238E27FC236}">
                    <a16:creationId xmlns:a16="http://schemas.microsoft.com/office/drawing/2014/main" id="{5AD5247F-D20D-8546-9154-52EE45D9BC70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2" name="Teardrop 1501">
                <a:extLst>
                  <a:ext uri="{FF2B5EF4-FFF2-40B4-BE49-F238E27FC236}">
                    <a16:creationId xmlns:a16="http://schemas.microsoft.com/office/drawing/2014/main" id="{064CB966-3434-7F4E-8EF4-2ECB87718BB8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3" name="Teardrop 1502">
                <a:extLst>
                  <a:ext uri="{FF2B5EF4-FFF2-40B4-BE49-F238E27FC236}">
                    <a16:creationId xmlns:a16="http://schemas.microsoft.com/office/drawing/2014/main" id="{8A16E9D4-A64F-FD43-80AE-D20A1F00C0E6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4" name="Teardrop 1503">
                <a:extLst>
                  <a:ext uri="{FF2B5EF4-FFF2-40B4-BE49-F238E27FC236}">
                    <a16:creationId xmlns:a16="http://schemas.microsoft.com/office/drawing/2014/main" id="{DC2ED7ED-5914-1048-AF8F-C07DA15B417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5" name="Teardrop 1504">
                <a:extLst>
                  <a:ext uri="{FF2B5EF4-FFF2-40B4-BE49-F238E27FC236}">
                    <a16:creationId xmlns:a16="http://schemas.microsoft.com/office/drawing/2014/main" id="{390D9C5E-724F-7846-AEAB-B259B3D5B479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6" name="Teardrop 1505">
                <a:extLst>
                  <a:ext uri="{FF2B5EF4-FFF2-40B4-BE49-F238E27FC236}">
                    <a16:creationId xmlns:a16="http://schemas.microsoft.com/office/drawing/2014/main" id="{7F01A01C-E9B3-0B44-BEC4-794C5803BF3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7" name="Teardrop 1506">
                <a:extLst>
                  <a:ext uri="{FF2B5EF4-FFF2-40B4-BE49-F238E27FC236}">
                    <a16:creationId xmlns:a16="http://schemas.microsoft.com/office/drawing/2014/main" id="{A95F20D0-8F65-D84A-AAAF-8DC66EB2E586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8" name="Teardrop 1507">
                <a:extLst>
                  <a:ext uri="{FF2B5EF4-FFF2-40B4-BE49-F238E27FC236}">
                    <a16:creationId xmlns:a16="http://schemas.microsoft.com/office/drawing/2014/main" id="{5489DD3A-D12F-4E4A-83B7-850A75462B41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9" name="Teardrop 1508">
                <a:extLst>
                  <a:ext uri="{FF2B5EF4-FFF2-40B4-BE49-F238E27FC236}">
                    <a16:creationId xmlns:a16="http://schemas.microsoft.com/office/drawing/2014/main" id="{289181DC-6FD0-9648-98F5-D5C3295A782C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0" name="Teardrop 1509">
                <a:extLst>
                  <a:ext uri="{FF2B5EF4-FFF2-40B4-BE49-F238E27FC236}">
                    <a16:creationId xmlns:a16="http://schemas.microsoft.com/office/drawing/2014/main" id="{63A50626-67BD-3141-8ABD-4F864BA5E8AF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1" name="Teardrop 1510">
                <a:extLst>
                  <a:ext uri="{FF2B5EF4-FFF2-40B4-BE49-F238E27FC236}">
                    <a16:creationId xmlns:a16="http://schemas.microsoft.com/office/drawing/2014/main" id="{43BFC974-DD9A-8046-8E02-2058F505F65A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2" name="Teardrop 1511">
                <a:extLst>
                  <a:ext uri="{FF2B5EF4-FFF2-40B4-BE49-F238E27FC236}">
                    <a16:creationId xmlns:a16="http://schemas.microsoft.com/office/drawing/2014/main" id="{D96782F6-3485-7040-A6D5-A17BA70E179F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3" name="Teardrop 1512">
                <a:extLst>
                  <a:ext uri="{FF2B5EF4-FFF2-40B4-BE49-F238E27FC236}">
                    <a16:creationId xmlns:a16="http://schemas.microsoft.com/office/drawing/2014/main" id="{F73A0764-6FCE-E949-92C1-15F3F38863DC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4" name="Teardrop 1513">
                <a:extLst>
                  <a:ext uri="{FF2B5EF4-FFF2-40B4-BE49-F238E27FC236}">
                    <a16:creationId xmlns:a16="http://schemas.microsoft.com/office/drawing/2014/main" id="{0C8713BE-F8F2-3446-BA19-702B195BFA4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5" name="Teardrop 1514">
                <a:extLst>
                  <a:ext uri="{FF2B5EF4-FFF2-40B4-BE49-F238E27FC236}">
                    <a16:creationId xmlns:a16="http://schemas.microsoft.com/office/drawing/2014/main" id="{83C05D89-AEDF-5946-9A8C-AAF3CA28D6B8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6" name="Teardrop 1515">
                <a:extLst>
                  <a:ext uri="{FF2B5EF4-FFF2-40B4-BE49-F238E27FC236}">
                    <a16:creationId xmlns:a16="http://schemas.microsoft.com/office/drawing/2014/main" id="{EC325866-4FF7-3C4F-B415-33B11D92FC4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7" name="Teardrop 1516">
                <a:extLst>
                  <a:ext uri="{FF2B5EF4-FFF2-40B4-BE49-F238E27FC236}">
                    <a16:creationId xmlns:a16="http://schemas.microsoft.com/office/drawing/2014/main" id="{0C58E3B0-33DD-3340-B105-CBD955E774D6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8" name="Teardrop 1517">
                <a:extLst>
                  <a:ext uri="{FF2B5EF4-FFF2-40B4-BE49-F238E27FC236}">
                    <a16:creationId xmlns:a16="http://schemas.microsoft.com/office/drawing/2014/main" id="{D89F7736-62B1-6947-AC87-9DD7C031752B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9" name="Teardrop 1518">
                <a:extLst>
                  <a:ext uri="{FF2B5EF4-FFF2-40B4-BE49-F238E27FC236}">
                    <a16:creationId xmlns:a16="http://schemas.microsoft.com/office/drawing/2014/main" id="{89A55F8A-EEB5-764B-8EE9-07A6CD35FA55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0" name="Teardrop 1519">
                <a:extLst>
                  <a:ext uri="{FF2B5EF4-FFF2-40B4-BE49-F238E27FC236}">
                    <a16:creationId xmlns:a16="http://schemas.microsoft.com/office/drawing/2014/main" id="{442DCC06-5509-4949-89EC-916DD9F6794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1" name="Teardrop 1520">
                <a:extLst>
                  <a:ext uri="{FF2B5EF4-FFF2-40B4-BE49-F238E27FC236}">
                    <a16:creationId xmlns:a16="http://schemas.microsoft.com/office/drawing/2014/main" id="{4471F1D6-D057-3140-B459-30A38EFA33B3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2" name="Teardrop 1521">
                <a:extLst>
                  <a:ext uri="{FF2B5EF4-FFF2-40B4-BE49-F238E27FC236}">
                    <a16:creationId xmlns:a16="http://schemas.microsoft.com/office/drawing/2014/main" id="{FB033D86-A3D9-AD4C-BFBB-1EFDF0EB70DE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3" name="Teardrop 1522">
                <a:extLst>
                  <a:ext uri="{FF2B5EF4-FFF2-40B4-BE49-F238E27FC236}">
                    <a16:creationId xmlns:a16="http://schemas.microsoft.com/office/drawing/2014/main" id="{1C9AED21-27A1-0643-B2F7-B278A8DDB704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4" name="Teardrop 1523">
                <a:extLst>
                  <a:ext uri="{FF2B5EF4-FFF2-40B4-BE49-F238E27FC236}">
                    <a16:creationId xmlns:a16="http://schemas.microsoft.com/office/drawing/2014/main" id="{3C1E9101-6190-744B-BB3F-372B8461493C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5" name="Teardrop 1524">
                <a:extLst>
                  <a:ext uri="{FF2B5EF4-FFF2-40B4-BE49-F238E27FC236}">
                    <a16:creationId xmlns:a16="http://schemas.microsoft.com/office/drawing/2014/main" id="{307EB3CE-292D-7B49-97EF-EF880410CB5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434" name="Group 1433">
              <a:extLst>
                <a:ext uri="{FF2B5EF4-FFF2-40B4-BE49-F238E27FC236}">
                  <a16:creationId xmlns:a16="http://schemas.microsoft.com/office/drawing/2014/main" id="{EE44B010-8C08-F246-B6A2-A9180F32CAC0}"/>
                </a:ext>
              </a:extLst>
            </p:cNvPr>
            <p:cNvGrpSpPr/>
            <p:nvPr/>
          </p:nvGrpSpPr>
          <p:grpSpPr>
            <a:xfrm rot="20726076">
              <a:off x="5054832" y="1854502"/>
              <a:ext cx="319926" cy="404542"/>
              <a:chOff x="3510479" y="1211170"/>
              <a:chExt cx="2079479" cy="2629470"/>
            </a:xfrm>
          </p:grpSpPr>
          <p:sp>
            <p:nvSpPr>
              <p:cNvPr id="1466" name="Oval 1">
                <a:extLst>
                  <a:ext uri="{FF2B5EF4-FFF2-40B4-BE49-F238E27FC236}">
                    <a16:creationId xmlns:a16="http://schemas.microsoft.com/office/drawing/2014/main" id="{33F37AB5-DA46-164A-A729-A63BACB3F15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7" name="Teardrop 1466">
                <a:extLst>
                  <a:ext uri="{FF2B5EF4-FFF2-40B4-BE49-F238E27FC236}">
                    <a16:creationId xmlns:a16="http://schemas.microsoft.com/office/drawing/2014/main" id="{CD38688D-227D-354A-BDDF-B33444A130FA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8" name="Teardrop 1467">
                <a:extLst>
                  <a:ext uri="{FF2B5EF4-FFF2-40B4-BE49-F238E27FC236}">
                    <a16:creationId xmlns:a16="http://schemas.microsoft.com/office/drawing/2014/main" id="{79EB35FD-9544-9147-B4AC-DDB8DAFBDB9A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9" name="Teardrop 1468">
                <a:extLst>
                  <a:ext uri="{FF2B5EF4-FFF2-40B4-BE49-F238E27FC236}">
                    <a16:creationId xmlns:a16="http://schemas.microsoft.com/office/drawing/2014/main" id="{3D3AEC0B-E610-264B-BC55-FD40E944A544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0" name="Teardrop 1469">
                <a:extLst>
                  <a:ext uri="{FF2B5EF4-FFF2-40B4-BE49-F238E27FC236}">
                    <a16:creationId xmlns:a16="http://schemas.microsoft.com/office/drawing/2014/main" id="{9CBAB282-FF2B-3C44-9E9E-E7814C7209D5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1" name="Teardrop 1470">
                <a:extLst>
                  <a:ext uri="{FF2B5EF4-FFF2-40B4-BE49-F238E27FC236}">
                    <a16:creationId xmlns:a16="http://schemas.microsoft.com/office/drawing/2014/main" id="{682F83F9-7279-8045-B4DD-3FE101A853A8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2" name="Teardrop 1471">
                <a:extLst>
                  <a:ext uri="{FF2B5EF4-FFF2-40B4-BE49-F238E27FC236}">
                    <a16:creationId xmlns:a16="http://schemas.microsoft.com/office/drawing/2014/main" id="{DCF11302-6E5C-0644-8DCE-A8B0654DD277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3" name="Teardrop 1472">
                <a:extLst>
                  <a:ext uri="{FF2B5EF4-FFF2-40B4-BE49-F238E27FC236}">
                    <a16:creationId xmlns:a16="http://schemas.microsoft.com/office/drawing/2014/main" id="{EE5F1247-CB13-8D4E-82CB-767330E24B8D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4" name="Teardrop 1473">
                <a:extLst>
                  <a:ext uri="{FF2B5EF4-FFF2-40B4-BE49-F238E27FC236}">
                    <a16:creationId xmlns:a16="http://schemas.microsoft.com/office/drawing/2014/main" id="{AE33664F-A81B-B349-A95E-D5C46A3DF44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5" name="Teardrop 1474">
                <a:extLst>
                  <a:ext uri="{FF2B5EF4-FFF2-40B4-BE49-F238E27FC236}">
                    <a16:creationId xmlns:a16="http://schemas.microsoft.com/office/drawing/2014/main" id="{F0C93756-6D2F-EF44-BBC6-E60FCB85489E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6" name="Teardrop 1475">
                <a:extLst>
                  <a:ext uri="{FF2B5EF4-FFF2-40B4-BE49-F238E27FC236}">
                    <a16:creationId xmlns:a16="http://schemas.microsoft.com/office/drawing/2014/main" id="{0821DD8C-0579-2648-9C0A-86E7C579E03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7" name="Teardrop 1476">
                <a:extLst>
                  <a:ext uri="{FF2B5EF4-FFF2-40B4-BE49-F238E27FC236}">
                    <a16:creationId xmlns:a16="http://schemas.microsoft.com/office/drawing/2014/main" id="{634FCE03-B53C-7447-9668-22CA57CF0089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8" name="Teardrop 1477">
                <a:extLst>
                  <a:ext uri="{FF2B5EF4-FFF2-40B4-BE49-F238E27FC236}">
                    <a16:creationId xmlns:a16="http://schemas.microsoft.com/office/drawing/2014/main" id="{9B709780-7F26-C844-B160-6F56C95C2543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9" name="Teardrop 1478">
                <a:extLst>
                  <a:ext uri="{FF2B5EF4-FFF2-40B4-BE49-F238E27FC236}">
                    <a16:creationId xmlns:a16="http://schemas.microsoft.com/office/drawing/2014/main" id="{A32C6254-FDD8-9149-B73E-AE0809D8ED50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0" name="Teardrop 1479">
                <a:extLst>
                  <a:ext uri="{FF2B5EF4-FFF2-40B4-BE49-F238E27FC236}">
                    <a16:creationId xmlns:a16="http://schemas.microsoft.com/office/drawing/2014/main" id="{06EA3996-C9D4-5E45-B7F5-FA54F325B4F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1" name="Teardrop 1480">
                <a:extLst>
                  <a:ext uri="{FF2B5EF4-FFF2-40B4-BE49-F238E27FC236}">
                    <a16:creationId xmlns:a16="http://schemas.microsoft.com/office/drawing/2014/main" id="{3C54E289-A02B-FE4D-864C-D91EF6C0A6D8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2" name="Teardrop 1481">
                <a:extLst>
                  <a:ext uri="{FF2B5EF4-FFF2-40B4-BE49-F238E27FC236}">
                    <a16:creationId xmlns:a16="http://schemas.microsoft.com/office/drawing/2014/main" id="{0E00969E-3D7E-BB42-965C-AF5D9C15C07B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3" name="Teardrop 1482">
                <a:extLst>
                  <a:ext uri="{FF2B5EF4-FFF2-40B4-BE49-F238E27FC236}">
                    <a16:creationId xmlns:a16="http://schemas.microsoft.com/office/drawing/2014/main" id="{10D86B7B-A36D-D145-985B-8F2B57DE8332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4" name="Teardrop 1483">
                <a:extLst>
                  <a:ext uri="{FF2B5EF4-FFF2-40B4-BE49-F238E27FC236}">
                    <a16:creationId xmlns:a16="http://schemas.microsoft.com/office/drawing/2014/main" id="{4F480812-0676-4C4F-B7C7-07A02DFA8472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5" name="Teardrop 1484">
                <a:extLst>
                  <a:ext uri="{FF2B5EF4-FFF2-40B4-BE49-F238E27FC236}">
                    <a16:creationId xmlns:a16="http://schemas.microsoft.com/office/drawing/2014/main" id="{0864357C-24AD-4E4A-8A62-D84EAC8A0052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6" name="Teardrop 1485">
                <a:extLst>
                  <a:ext uri="{FF2B5EF4-FFF2-40B4-BE49-F238E27FC236}">
                    <a16:creationId xmlns:a16="http://schemas.microsoft.com/office/drawing/2014/main" id="{4F360F02-1212-1F41-BF58-548F9224BC7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7" name="Teardrop 1486">
                <a:extLst>
                  <a:ext uri="{FF2B5EF4-FFF2-40B4-BE49-F238E27FC236}">
                    <a16:creationId xmlns:a16="http://schemas.microsoft.com/office/drawing/2014/main" id="{649C19DD-D996-0044-8411-43DA9C9F418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8" name="Teardrop 1487">
                <a:extLst>
                  <a:ext uri="{FF2B5EF4-FFF2-40B4-BE49-F238E27FC236}">
                    <a16:creationId xmlns:a16="http://schemas.microsoft.com/office/drawing/2014/main" id="{6BBDB0F4-D6CE-E044-85F3-28BCE89C20F0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9" name="Teardrop 1488">
                <a:extLst>
                  <a:ext uri="{FF2B5EF4-FFF2-40B4-BE49-F238E27FC236}">
                    <a16:creationId xmlns:a16="http://schemas.microsoft.com/office/drawing/2014/main" id="{3784AF44-CB35-F94C-BC10-6AB6335B8245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0" name="Teardrop 1489">
                <a:extLst>
                  <a:ext uri="{FF2B5EF4-FFF2-40B4-BE49-F238E27FC236}">
                    <a16:creationId xmlns:a16="http://schemas.microsoft.com/office/drawing/2014/main" id="{448640C1-DB28-1D40-984C-F6BA1DC3943A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1" name="Teardrop 1490">
                <a:extLst>
                  <a:ext uri="{FF2B5EF4-FFF2-40B4-BE49-F238E27FC236}">
                    <a16:creationId xmlns:a16="http://schemas.microsoft.com/office/drawing/2014/main" id="{E129E2E4-D904-7C44-9719-643BD6D5A8DB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2" name="Teardrop 1491">
                <a:extLst>
                  <a:ext uri="{FF2B5EF4-FFF2-40B4-BE49-F238E27FC236}">
                    <a16:creationId xmlns:a16="http://schemas.microsoft.com/office/drawing/2014/main" id="{7008D4AA-709A-BB41-83FE-1D35868C431C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3" name="Teardrop 1492">
                <a:extLst>
                  <a:ext uri="{FF2B5EF4-FFF2-40B4-BE49-F238E27FC236}">
                    <a16:creationId xmlns:a16="http://schemas.microsoft.com/office/drawing/2014/main" id="{1B3A9341-A246-F940-BF8B-BBA939213E94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4" name="Teardrop 1493">
                <a:extLst>
                  <a:ext uri="{FF2B5EF4-FFF2-40B4-BE49-F238E27FC236}">
                    <a16:creationId xmlns:a16="http://schemas.microsoft.com/office/drawing/2014/main" id="{719C959D-B998-F84B-B903-F40010CC2F1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5" name="Teardrop 1494">
                <a:extLst>
                  <a:ext uri="{FF2B5EF4-FFF2-40B4-BE49-F238E27FC236}">
                    <a16:creationId xmlns:a16="http://schemas.microsoft.com/office/drawing/2014/main" id="{DD016C10-56B9-5F4A-BBCA-57A0A7C4656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435" name="Group 1434">
              <a:extLst>
                <a:ext uri="{FF2B5EF4-FFF2-40B4-BE49-F238E27FC236}">
                  <a16:creationId xmlns:a16="http://schemas.microsoft.com/office/drawing/2014/main" id="{A168C5E5-6721-3C4D-A6CF-BD5B1B5977AB}"/>
                </a:ext>
              </a:extLst>
            </p:cNvPr>
            <p:cNvGrpSpPr/>
            <p:nvPr/>
          </p:nvGrpSpPr>
          <p:grpSpPr>
            <a:xfrm rot="21065350">
              <a:off x="4336651" y="2277700"/>
              <a:ext cx="319926" cy="404542"/>
              <a:chOff x="3510479" y="1211170"/>
              <a:chExt cx="2079479" cy="2629470"/>
            </a:xfrm>
          </p:grpSpPr>
          <p:sp>
            <p:nvSpPr>
              <p:cNvPr id="1436" name="Oval 1">
                <a:extLst>
                  <a:ext uri="{FF2B5EF4-FFF2-40B4-BE49-F238E27FC236}">
                    <a16:creationId xmlns:a16="http://schemas.microsoft.com/office/drawing/2014/main" id="{53B0C179-29A1-FA44-B591-420CA11A2A1B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7" name="Teardrop 1436">
                <a:extLst>
                  <a:ext uri="{FF2B5EF4-FFF2-40B4-BE49-F238E27FC236}">
                    <a16:creationId xmlns:a16="http://schemas.microsoft.com/office/drawing/2014/main" id="{02EBAC09-E48D-044A-99EE-1AEAAF601EF1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8" name="Teardrop 1437">
                <a:extLst>
                  <a:ext uri="{FF2B5EF4-FFF2-40B4-BE49-F238E27FC236}">
                    <a16:creationId xmlns:a16="http://schemas.microsoft.com/office/drawing/2014/main" id="{8EE853B4-32AD-294C-B777-F9AD08EDBAC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9" name="Teardrop 1438">
                <a:extLst>
                  <a:ext uri="{FF2B5EF4-FFF2-40B4-BE49-F238E27FC236}">
                    <a16:creationId xmlns:a16="http://schemas.microsoft.com/office/drawing/2014/main" id="{6520D58A-6F0D-7F44-A851-B7D308486E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0" name="Teardrop 1439">
                <a:extLst>
                  <a:ext uri="{FF2B5EF4-FFF2-40B4-BE49-F238E27FC236}">
                    <a16:creationId xmlns:a16="http://schemas.microsoft.com/office/drawing/2014/main" id="{6DC2ECD5-6E1E-4045-9387-9338857EE1B4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1" name="Teardrop 1440">
                <a:extLst>
                  <a:ext uri="{FF2B5EF4-FFF2-40B4-BE49-F238E27FC236}">
                    <a16:creationId xmlns:a16="http://schemas.microsoft.com/office/drawing/2014/main" id="{57370455-242A-B740-A69D-568ADA1C1F7A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2" name="Teardrop 1441">
                <a:extLst>
                  <a:ext uri="{FF2B5EF4-FFF2-40B4-BE49-F238E27FC236}">
                    <a16:creationId xmlns:a16="http://schemas.microsoft.com/office/drawing/2014/main" id="{E8E3EF45-60BE-2849-AF61-E7525D8199B6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3" name="Teardrop 1442">
                <a:extLst>
                  <a:ext uri="{FF2B5EF4-FFF2-40B4-BE49-F238E27FC236}">
                    <a16:creationId xmlns:a16="http://schemas.microsoft.com/office/drawing/2014/main" id="{8DE98F2E-1A58-0745-8802-166646FA3944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4" name="Teardrop 1443">
                <a:extLst>
                  <a:ext uri="{FF2B5EF4-FFF2-40B4-BE49-F238E27FC236}">
                    <a16:creationId xmlns:a16="http://schemas.microsoft.com/office/drawing/2014/main" id="{71CD3181-115F-054C-9E95-5A8C8DD13FCE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5" name="Teardrop 1444">
                <a:extLst>
                  <a:ext uri="{FF2B5EF4-FFF2-40B4-BE49-F238E27FC236}">
                    <a16:creationId xmlns:a16="http://schemas.microsoft.com/office/drawing/2014/main" id="{D16DE3BC-6550-914A-ACEA-5CAB9D45A17B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6" name="Teardrop 1445">
                <a:extLst>
                  <a:ext uri="{FF2B5EF4-FFF2-40B4-BE49-F238E27FC236}">
                    <a16:creationId xmlns:a16="http://schemas.microsoft.com/office/drawing/2014/main" id="{1DF6998F-F285-BA40-8F5B-ACE5440AC004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7" name="Teardrop 1446">
                <a:extLst>
                  <a:ext uri="{FF2B5EF4-FFF2-40B4-BE49-F238E27FC236}">
                    <a16:creationId xmlns:a16="http://schemas.microsoft.com/office/drawing/2014/main" id="{E4AA663A-F84B-FB42-83C3-0DC65566FFDF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8" name="Teardrop 1447">
                <a:extLst>
                  <a:ext uri="{FF2B5EF4-FFF2-40B4-BE49-F238E27FC236}">
                    <a16:creationId xmlns:a16="http://schemas.microsoft.com/office/drawing/2014/main" id="{B44C15D6-661F-5A4D-A6FE-963C22721A09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9" name="Teardrop 1448">
                <a:extLst>
                  <a:ext uri="{FF2B5EF4-FFF2-40B4-BE49-F238E27FC236}">
                    <a16:creationId xmlns:a16="http://schemas.microsoft.com/office/drawing/2014/main" id="{93526D98-EA6D-4748-A4D6-D119D476F1E5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0" name="Teardrop 1449">
                <a:extLst>
                  <a:ext uri="{FF2B5EF4-FFF2-40B4-BE49-F238E27FC236}">
                    <a16:creationId xmlns:a16="http://schemas.microsoft.com/office/drawing/2014/main" id="{234B07A3-5643-7243-9F97-61BA9013CE0A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1" name="Teardrop 1450">
                <a:extLst>
                  <a:ext uri="{FF2B5EF4-FFF2-40B4-BE49-F238E27FC236}">
                    <a16:creationId xmlns:a16="http://schemas.microsoft.com/office/drawing/2014/main" id="{ECFF2D62-A4D0-8D47-A833-B8367CE76861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2" name="Teardrop 1451">
                <a:extLst>
                  <a:ext uri="{FF2B5EF4-FFF2-40B4-BE49-F238E27FC236}">
                    <a16:creationId xmlns:a16="http://schemas.microsoft.com/office/drawing/2014/main" id="{B1A44509-3245-2C47-89F1-02A57B86A5D4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3" name="Teardrop 1452">
                <a:extLst>
                  <a:ext uri="{FF2B5EF4-FFF2-40B4-BE49-F238E27FC236}">
                    <a16:creationId xmlns:a16="http://schemas.microsoft.com/office/drawing/2014/main" id="{152D3160-15ED-6C49-80CB-06BF9889374A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4" name="Teardrop 1453">
                <a:extLst>
                  <a:ext uri="{FF2B5EF4-FFF2-40B4-BE49-F238E27FC236}">
                    <a16:creationId xmlns:a16="http://schemas.microsoft.com/office/drawing/2014/main" id="{8A6E7149-1DE6-C940-9CFA-C4F86AC95DE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5" name="Teardrop 1454">
                <a:extLst>
                  <a:ext uri="{FF2B5EF4-FFF2-40B4-BE49-F238E27FC236}">
                    <a16:creationId xmlns:a16="http://schemas.microsoft.com/office/drawing/2014/main" id="{77491889-6733-7B48-A18B-F961A8C0BB3A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6" name="Teardrop 1455">
                <a:extLst>
                  <a:ext uri="{FF2B5EF4-FFF2-40B4-BE49-F238E27FC236}">
                    <a16:creationId xmlns:a16="http://schemas.microsoft.com/office/drawing/2014/main" id="{81DB1C56-07B3-6142-86D5-2DC1CF6AD773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7" name="Teardrop 1456">
                <a:extLst>
                  <a:ext uri="{FF2B5EF4-FFF2-40B4-BE49-F238E27FC236}">
                    <a16:creationId xmlns:a16="http://schemas.microsoft.com/office/drawing/2014/main" id="{7BA62767-45A6-734A-85C5-A136A7FF165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8" name="Teardrop 1457">
                <a:extLst>
                  <a:ext uri="{FF2B5EF4-FFF2-40B4-BE49-F238E27FC236}">
                    <a16:creationId xmlns:a16="http://schemas.microsoft.com/office/drawing/2014/main" id="{52B3C193-A32A-834B-A041-11951424C1A2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9" name="Teardrop 1458">
                <a:extLst>
                  <a:ext uri="{FF2B5EF4-FFF2-40B4-BE49-F238E27FC236}">
                    <a16:creationId xmlns:a16="http://schemas.microsoft.com/office/drawing/2014/main" id="{6BB65C09-725B-C840-9092-C784439F85C6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0" name="Teardrop 1459">
                <a:extLst>
                  <a:ext uri="{FF2B5EF4-FFF2-40B4-BE49-F238E27FC236}">
                    <a16:creationId xmlns:a16="http://schemas.microsoft.com/office/drawing/2014/main" id="{A85106A0-FFD6-B145-B74C-1C14C8F31041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1" name="Teardrop 1460">
                <a:extLst>
                  <a:ext uri="{FF2B5EF4-FFF2-40B4-BE49-F238E27FC236}">
                    <a16:creationId xmlns:a16="http://schemas.microsoft.com/office/drawing/2014/main" id="{C6CAD504-5B81-B645-A01B-FEB14DCD173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2" name="Teardrop 1461">
                <a:extLst>
                  <a:ext uri="{FF2B5EF4-FFF2-40B4-BE49-F238E27FC236}">
                    <a16:creationId xmlns:a16="http://schemas.microsoft.com/office/drawing/2014/main" id="{4C7503B2-1E17-404D-B106-EF3E9BEA7F27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3" name="Teardrop 1462">
                <a:extLst>
                  <a:ext uri="{FF2B5EF4-FFF2-40B4-BE49-F238E27FC236}">
                    <a16:creationId xmlns:a16="http://schemas.microsoft.com/office/drawing/2014/main" id="{253D1055-A8C8-E545-8A79-632AC02840B3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4" name="Teardrop 1463">
                <a:extLst>
                  <a:ext uri="{FF2B5EF4-FFF2-40B4-BE49-F238E27FC236}">
                    <a16:creationId xmlns:a16="http://schemas.microsoft.com/office/drawing/2014/main" id="{0D2F0661-F2B2-FB46-BF3D-9FAB94F1E4D8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5" name="Teardrop 1464">
                <a:extLst>
                  <a:ext uri="{FF2B5EF4-FFF2-40B4-BE49-F238E27FC236}">
                    <a16:creationId xmlns:a16="http://schemas.microsoft.com/office/drawing/2014/main" id="{59808555-602D-7240-AD05-3771FEACEDE4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194251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" name="Picture 97" descr="1194984711121414406tree_branches_and_roots_01.svg.med.png">
            <a:extLst>
              <a:ext uri="{FF2B5EF4-FFF2-40B4-BE49-F238E27FC236}">
                <a16:creationId xmlns:a16="http://schemas.microsoft.com/office/drawing/2014/main" id="{7EDD65C9-568F-9640-8208-CA61D66CCB4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5822" y="1370225"/>
            <a:ext cx="4586287" cy="438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Picture 42" descr="Clipart-sun-1.png">
            <a:extLst>
              <a:ext uri="{FF2B5EF4-FFF2-40B4-BE49-F238E27FC236}">
                <a16:creationId xmlns:a16="http://schemas.microsoft.com/office/drawing/2014/main" id="{BE3820F3-1020-A342-B8F0-5160E97C23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340" y="202216"/>
            <a:ext cx="1417034" cy="1412310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4AE88965-6440-724F-B6CD-2296FFCBC81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9626" y="202216"/>
            <a:ext cx="1823836" cy="1546613"/>
          </a:xfrm>
          <a:prstGeom prst="rect">
            <a:avLst/>
          </a:prstGeom>
        </p:spPr>
      </p:pic>
      <p:sp>
        <p:nvSpPr>
          <p:cNvPr id="38" name="Rectangle 37">
            <a:extLst>
              <a:ext uri="{FF2B5EF4-FFF2-40B4-BE49-F238E27FC236}">
                <a16:creationId xmlns:a16="http://schemas.microsoft.com/office/drawing/2014/main" id="{03FCEA90-F100-8A46-9ED2-89B005FF5ACA}"/>
              </a:ext>
            </a:extLst>
          </p:cNvPr>
          <p:cNvSpPr/>
          <p:nvPr/>
        </p:nvSpPr>
        <p:spPr>
          <a:xfrm>
            <a:off x="4648965" y="1"/>
            <a:ext cx="4495035" cy="6858000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3ABA573-41A1-6D4F-BFBB-3E5EB4A320B2}"/>
              </a:ext>
            </a:extLst>
          </p:cNvPr>
          <p:cNvSpPr/>
          <p:nvPr/>
        </p:nvSpPr>
        <p:spPr>
          <a:xfrm>
            <a:off x="6736" y="2014"/>
            <a:ext cx="4648965" cy="6858000"/>
          </a:xfrm>
          <a:prstGeom prst="rect">
            <a:avLst/>
          </a:prstGeom>
          <a:solidFill>
            <a:srgbClr val="FFFF00">
              <a:alpha val="1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6F15017-63F4-4644-BC7F-A0D038FDBCFA}"/>
              </a:ext>
            </a:extLst>
          </p:cNvPr>
          <p:cNvSpPr txBox="1"/>
          <p:nvPr/>
        </p:nvSpPr>
        <p:spPr>
          <a:xfrm>
            <a:off x="387943" y="5044449"/>
            <a:ext cx="1348839" cy="400110"/>
          </a:xfrm>
          <a:prstGeom prst="rect">
            <a:avLst/>
          </a:prstGeom>
          <a:solidFill>
            <a:srgbClr val="FFFDF1">
              <a:alpha val="90000"/>
            </a:srgbClr>
          </a:solidFill>
          <a:ln w="38100">
            <a:solidFill>
              <a:srgbClr val="4A311A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FF821F"/>
                </a:solidFill>
                <a:latin typeface="Helvetica"/>
                <a:cs typeface="Helvetica"/>
              </a:rPr>
              <a:t>Fluxes</a:t>
            </a:r>
            <a:endParaRPr lang="en-US" sz="2000" b="1" dirty="0">
              <a:solidFill>
                <a:srgbClr val="4B3118"/>
              </a:solidFill>
              <a:latin typeface="Helvetica"/>
              <a:cs typeface="Helvetic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F45008B-01B4-314E-A25E-DAB33217E0ED}"/>
              </a:ext>
            </a:extLst>
          </p:cNvPr>
          <p:cNvSpPr txBox="1"/>
          <p:nvPr/>
        </p:nvSpPr>
        <p:spPr>
          <a:xfrm>
            <a:off x="1868713" y="116210"/>
            <a:ext cx="5061194" cy="584775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Across Time Scales</a:t>
            </a:r>
          </a:p>
        </p:txBody>
      </p:sp>
      <p:graphicFrame>
        <p:nvGraphicFramePr>
          <p:cNvPr id="49" name="Diagram 48">
            <a:extLst>
              <a:ext uri="{FF2B5EF4-FFF2-40B4-BE49-F238E27FC236}">
                <a16:creationId xmlns:a16="http://schemas.microsoft.com/office/drawing/2014/main" id="{9D4FFAD4-5821-E742-A701-CEB88A896C5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2216834"/>
              </p:ext>
            </p:extLst>
          </p:nvPr>
        </p:nvGraphicFramePr>
        <p:xfrm>
          <a:off x="0" y="5252220"/>
          <a:ext cx="9144000" cy="25201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50" name="Teardrop 49">
            <a:extLst>
              <a:ext uri="{FF2B5EF4-FFF2-40B4-BE49-F238E27FC236}">
                <a16:creationId xmlns:a16="http://schemas.microsoft.com/office/drawing/2014/main" id="{153B04A0-D255-7C47-B84E-D85E1C9407CA}"/>
              </a:ext>
            </a:extLst>
          </p:cNvPr>
          <p:cNvSpPr/>
          <p:nvPr/>
        </p:nvSpPr>
        <p:spPr>
          <a:xfrm rot="8047917">
            <a:off x="840445" y="5542139"/>
            <a:ext cx="552386" cy="571191"/>
          </a:xfrm>
          <a:prstGeom prst="teardrop">
            <a:avLst/>
          </a:prstGeom>
          <a:solidFill>
            <a:srgbClr val="FFB948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2" name="Teardrop 111">
            <a:extLst>
              <a:ext uri="{FF2B5EF4-FFF2-40B4-BE49-F238E27FC236}">
                <a16:creationId xmlns:a16="http://schemas.microsoft.com/office/drawing/2014/main" id="{F84D6BBF-07B5-4948-9363-7CF4E74BC821}"/>
              </a:ext>
            </a:extLst>
          </p:cNvPr>
          <p:cNvSpPr/>
          <p:nvPr/>
        </p:nvSpPr>
        <p:spPr>
          <a:xfrm rot="8047917">
            <a:off x="2154314" y="5360232"/>
            <a:ext cx="697530" cy="711098"/>
          </a:xfrm>
          <a:prstGeom prst="teardrop">
            <a:avLst/>
          </a:prstGeom>
          <a:solidFill>
            <a:srgbClr val="FF7B57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Teardrop 112">
            <a:extLst>
              <a:ext uri="{FF2B5EF4-FFF2-40B4-BE49-F238E27FC236}">
                <a16:creationId xmlns:a16="http://schemas.microsoft.com/office/drawing/2014/main" id="{A6DF8C8A-2994-E541-96CD-2AB178D1016C}"/>
              </a:ext>
            </a:extLst>
          </p:cNvPr>
          <p:cNvSpPr/>
          <p:nvPr/>
        </p:nvSpPr>
        <p:spPr>
          <a:xfrm rot="8047917">
            <a:off x="3819468" y="5176454"/>
            <a:ext cx="816414" cy="877934"/>
          </a:xfrm>
          <a:prstGeom prst="teardrop">
            <a:avLst/>
          </a:prstGeom>
          <a:solidFill>
            <a:srgbClr val="C77C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Teardrop 113">
            <a:extLst>
              <a:ext uri="{FF2B5EF4-FFF2-40B4-BE49-F238E27FC236}">
                <a16:creationId xmlns:a16="http://schemas.microsoft.com/office/drawing/2014/main" id="{E7B9C190-7D7B-2442-806C-B0BF432763A7}"/>
              </a:ext>
            </a:extLst>
          </p:cNvPr>
          <p:cNvSpPr/>
          <p:nvPr/>
        </p:nvSpPr>
        <p:spPr>
          <a:xfrm rot="8047917">
            <a:off x="5667530" y="5089042"/>
            <a:ext cx="929480" cy="946303"/>
          </a:xfrm>
          <a:prstGeom prst="teardrop">
            <a:avLst/>
          </a:prstGeom>
          <a:solidFill>
            <a:srgbClr val="8A95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Teardrop 114">
            <a:extLst>
              <a:ext uri="{FF2B5EF4-FFF2-40B4-BE49-F238E27FC236}">
                <a16:creationId xmlns:a16="http://schemas.microsoft.com/office/drawing/2014/main" id="{D404BBC3-0C9A-7E4E-807D-AB0C44386A34}"/>
              </a:ext>
            </a:extLst>
          </p:cNvPr>
          <p:cNvSpPr/>
          <p:nvPr/>
        </p:nvSpPr>
        <p:spPr>
          <a:xfrm rot="8047917">
            <a:off x="7215403" y="4928837"/>
            <a:ext cx="1003029" cy="1048823"/>
          </a:xfrm>
          <a:prstGeom prst="teardrop">
            <a:avLst/>
          </a:prstGeom>
          <a:solidFill>
            <a:srgbClr val="4CD18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8EC5E95-5A7F-5746-909F-5DE54B1ECD0F}"/>
              </a:ext>
            </a:extLst>
          </p:cNvPr>
          <p:cNvSpPr txBox="1"/>
          <p:nvPr/>
        </p:nvSpPr>
        <p:spPr>
          <a:xfrm>
            <a:off x="732173" y="5654219"/>
            <a:ext cx="7952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Eddies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2E0B7F0-B4FE-B340-AF74-6E108B592EDF}"/>
              </a:ext>
            </a:extLst>
          </p:cNvPr>
          <p:cNvSpPr txBox="1"/>
          <p:nvPr/>
        </p:nvSpPr>
        <p:spPr>
          <a:xfrm>
            <a:off x="2021261" y="5553417"/>
            <a:ext cx="9996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Weather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C384762-81CA-C749-AA76-48040B681283}"/>
              </a:ext>
            </a:extLst>
          </p:cNvPr>
          <p:cNvSpPr txBox="1"/>
          <p:nvPr/>
        </p:nvSpPr>
        <p:spPr>
          <a:xfrm>
            <a:off x="3767444" y="5430636"/>
            <a:ext cx="9396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Seasons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2683152-253C-7648-9225-5A9AB6669604}"/>
              </a:ext>
            </a:extLst>
          </p:cNvPr>
          <p:cNvSpPr txBox="1"/>
          <p:nvPr/>
        </p:nvSpPr>
        <p:spPr>
          <a:xfrm>
            <a:off x="5512513" y="5291134"/>
            <a:ext cx="12669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err="1"/>
              <a:t>Interannual</a:t>
            </a:r>
            <a:endParaRPr lang="en-US" dirty="0"/>
          </a:p>
          <a:p>
            <a:pPr algn="ctr"/>
            <a:r>
              <a:rPr lang="en-US" dirty="0"/>
              <a:t>Variability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9EF2CFC-F0EE-3E4B-A16E-4E601D4E21F7}"/>
              </a:ext>
            </a:extLst>
          </p:cNvPr>
          <p:cNvSpPr txBox="1"/>
          <p:nvPr/>
        </p:nvSpPr>
        <p:spPr>
          <a:xfrm>
            <a:off x="7268621" y="5261122"/>
            <a:ext cx="8965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Climate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528C5BB5-D5A4-1341-9BFE-0C577F47AF34}"/>
              </a:ext>
            </a:extLst>
          </p:cNvPr>
          <p:cNvSpPr txBox="1"/>
          <p:nvPr/>
        </p:nvSpPr>
        <p:spPr>
          <a:xfrm>
            <a:off x="2255284" y="811622"/>
            <a:ext cx="4428611" cy="1077218"/>
          </a:xfrm>
          <a:prstGeom prst="rect">
            <a:avLst/>
          </a:prstGeom>
          <a:solidFill>
            <a:srgbClr val="FFFDF1">
              <a:alpha val="90000"/>
            </a:srgbClr>
          </a:solidFill>
          <a:ln w="254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With </a:t>
            </a:r>
            <a:r>
              <a:rPr lang="en-US" sz="1600" dirty="0">
                <a:solidFill>
                  <a:schemeClr val="tx2">
                    <a:lumMod val="75000"/>
                  </a:schemeClr>
                </a:solidFill>
                <a:latin typeface="Helvetica"/>
                <a:cs typeface="Helvetica"/>
              </a:rPr>
              <a:t>mechanisms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 that involve </a:t>
            </a:r>
            <a:r>
              <a:rPr lang="en-US" sz="1600" dirty="0">
                <a:solidFill>
                  <a:schemeClr val="tx2">
                    <a:lumMod val="75000"/>
                  </a:schemeClr>
                </a:solidFill>
                <a:latin typeface="Helvetica"/>
                <a:cs typeface="Helvetica"/>
              </a:rPr>
              <a:t>processes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 from </a:t>
            </a:r>
            <a:r>
              <a:rPr lang="en-US" sz="1600" dirty="0">
                <a:solidFill>
                  <a:srgbClr val="FFB948"/>
                </a:solidFill>
                <a:latin typeface="Helvetica"/>
                <a:cs typeface="Helvetica"/>
              </a:rPr>
              <a:t>sub-hourly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 reactions to weather to ecosystem responses to </a:t>
            </a:r>
            <a:r>
              <a:rPr lang="en-US" sz="1600" dirty="0">
                <a:solidFill>
                  <a:srgbClr val="4CD18F"/>
                </a:solidFill>
                <a:latin typeface="Helvetica"/>
                <a:cs typeface="Helvetica"/>
              </a:rPr>
              <a:t>climatological </a:t>
            </a:r>
            <a:r>
              <a:rPr lang="en-US" sz="1600" dirty="0">
                <a:solidFill>
                  <a:srgbClr val="4B3118"/>
                </a:solidFill>
                <a:latin typeface="Helvetica"/>
                <a:cs typeface="Helvetica"/>
              </a:rPr>
              <a:t>water availability, SiB4’s predictions span multiple time-scales.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399BA927-D139-7E47-AFF2-B167171927B9}"/>
              </a:ext>
            </a:extLst>
          </p:cNvPr>
          <p:cNvSpPr txBox="1"/>
          <p:nvPr/>
        </p:nvSpPr>
        <p:spPr>
          <a:xfrm>
            <a:off x="3429231" y="4730114"/>
            <a:ext cx="1532324" cy="400110"/>
          </a:xfrm>
          <a:prstGeom prst="rect">
            <a:avLst/>
          </a:prstGeom>
          <a:solidFill>
            <a:srgbClr val="FFFDF1">
              <a:alpha val="90000"/>
            </a:srgbClr>
          </a:solidFill>
          <a:ln w="38100">
            <a:solidFill>
              <a:srgbClr val="4A311A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77CFF"/>
                </a:solidFill>
                <a:latin typeface="Helvetica"/>
                <a:cs typeface="Helvetica"/>
              </a:rPr>
              <a:t>Phenology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3BEF0564-D712-5D45-875A-9515111FB8BC}"/>
              </a:ext>
            </a:extLst>
          </p:cNvPr>
          <p:cNvSpPr txBox="1"/>
          <p:nvPr/>
        </p:nvSpPr>
        <p:spPr>
          <a:xfrm>
            <a:off x="6775631" y="4466243"/>
            <a:ext cx="1973155" cy="400110"/>
          </a:xfrm>
          <a:prstGeom prst="rect">
            <a:avLst/>
          </a:prstGeom>
          <a:solidFill>
            <a:srgbClr val="FFFDF1">
              <a:alpha val="90000"/>
            </a:srgbClr>
          </a:solidFill>
          <a:ln w="38100">
            <a:solidFill>
              <a:srgbClr val="4A311A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4CD18F"/>
                </a:solidFill>
                <a:latin typeface="Helvetica"/>
                <a:cs typeface="Helvetica"/>
              </a:rPr>
              <a:t>Carbon Pools</a:t>
            </a:r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4BE28468-B44F-8047-A96A-4991761073DF}"/>
              </a:ext>
            </a:extLst>
          </p:cNvPr>
          <p:cNvSpPr/>
          <p:nvPr/>
        </p:nvSpPr>
        <p:spPr>
          <a:xfrm>
            <a:off x="936703" y="4122239"/>
            <a:ext cx="3222703" cy="873505"/>
          </a:xfrm>
          <a:custGeom>
            <a:avLst/>
            <a:gdLst>
              <a:gd name="connsiteX0" fmla="*/ 0 w 3222703"/>
              <a:gd name="connsiteY0" fmla="*/ 873505 h 873505"/>
              <a:gd name="connsiteX1" fmla="*/ 1550020 w 3222703"/>
              <a:gd name="connsiteY1" fmla="*/ 3710 h 873505"/>
              <a:gd name="connsiteX2" fmla="*/ 3222703 w 3222703"/>
              <a:gd name="connsiteY2" fmla="*/ 538969 h 873505"/>
              <a:gd name="connsiteX3" fmla="*/ 3222703 w 3222703"/>
              <a:gd name="connsiteY3" fmla="*/ 538969 h 87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22703" h="873505">
                <a:moveTo>
                  <a:pt x="0" y="873505"/>
                </a:moveTo>
                <a:cubicBezTo>
                  <a:pt x="506451" y="466485"/>
                  <a:pt x="1012903" y="59466"/>
                  <a:pt x="1550020" y="3710"/>
                </a:cubicBezTo>
                <a:cubicBezTo>
                  <a:pt x="2087137" y="-52046"/>
                  <a:pt x="3222703" y="538969"/>
                  <a:pt x="3222703" y="538969"/>
                </a:cubicBezTo>
                <a:lnTo>
                  <a:pt x="3222703" y="538969"/>
                </a:lnTo>
              </a:path>
            </a:pathLst>
          </a:custGeom>
          <a:noFill/>
          <a:ln w="41275">
            <a:gradFill flip="none" rotWithShape="1">
              <a:gsLst>
                <a:gs pos="0">
                  <a:srgbClr val="FFC000"/>
                </a:gs>
                <a:gs pos="100000">
                  <a:srgbClr val="C77CFF"/>
                </a:gs>
              </a:gsLst>
              <a:lin ang="0" scaled="1"/>
              <a:tileRect/>
            </a:gradFill>
            <a:tailEnd type="triangle" w="lg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41FB93C5-2390-EA4E-9642-91E514A23DE5}"/>
              </a:ext>
            </a:extLst>
          </p:cNvPr>
          <p:cNvSpPr/>
          <p:nvPr/>
        </p:nvSpPr>
        <p:spPr>
          <a:xfrm>
            <a:off x="4605454" y="3909086"/>
            <a:ext cx="2665141" cy="752122"/>
          </a:xfrm>
          <a:custGeom>
            <a:avLst/>
            <a:gdLst>
              <a:gd name="connsiteX0" fmla="*/ 0 w 2665141"/>
              <a:gd name="connsiteY0" fmla="*/ 752122 h 752122"/>
              <a:gd name="connsiteX1" fmla="*/ 1092819 w 2665141"/>
              <a:gd name="connsiteY1" fmla="*/ 4990 h 752122"/>
              <a:gd name="connsiteX2" fmla="*/ 2665141 w 2665141"/>
              <a:gd name="connsiteY2" fmla="*/ 484492 h 752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65141" h="752122">
                <a:moveTo>
                  <a:pt x="0" y="752122"/>
                </a:moveTo>
                <a:cubicBezTo>
                  <a:pt x="324314" y="400858"/>
                  <a:pt x="648629" y="49595"/>
                  <a:pt x="1092819" y="4990"/>
                </a:cubicBezTo>
                <a:cubicBezTo>
                  <a:pt x="1537009" y="-39615"/>
                  <a:pt x="2101075" y="222438"/>
                  <a:pt x="2665141" y="484492"/>
                </a:cubicBezTo>
              </a:path>
            </a:pathLst>
          </a:custGeom>
          <a:noFill/>
          <a:ln w="38100">
            <a:gradFill flip="none" rotWithShape="1">
              <a:gsLst>
                <a:gs pos="0">
                  <a:srgbClr val="C77CFF"/>
                </a:gs>
                <a:gs pos="100000">
                  <a:srgbClr val="00B050"/>
                </a:gs>
              </a:gsLst>
              <a:lin ang="0" scaled="1"/>
              <a:tileRect/>
            </a:gradFill>
            <a:tailEnd type="triangle" w="lg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E49BFDE2-8B0E-F840-8A05-DBFCE3032266}"/>
              </a:ext>
            </a:extLst>
          </p:cNvPr>
          <p:cNvSpPr/>
          <p:nvPr/>
        </p:nvSpPr>
        <p:spPr>
          <a:xfrm>
            <a:off x="535259" y="3535632"/>
            <a:ext cx="7883912" cy="1460112"/>
          </a:xfrm>
          <a:custGeom>
            <a:avLst/>
            <a:gdLst>
              <a:gd name="connsiteX0" fmla="*/ 0 w 7883912"/>
              <a:gd name="connsiteY0" fmla="*/ 1460112 h 1460112"/>
              <a:gd name="connsiteX1" fmla="*/ 1260087 w 7883912"/>
              <a:gd name="connsiteY1" fmla="*/ 155420 h 1460112"/>
              <a:gd name="connsiteX2" fmla="*/ 5609063 w 7883912"/>
              <a:gd name="connsiteY2" fmla="*/ 99664 h 1460112"/>
              <a:gd name="connsiteX3" fmla="*/ 7883912 w 7883912"/>
              <a:gd name="connsiteY3" fmla="*/ 835644 h 1460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3912" h="1460112">
                <a:moveTo>
                  <a:pt x="0" y="1460112"/>
                </a:moveTo>
                <a:cubicBezTo>
                  <a:pt x="162621" y="921136"/>
                  <a:pt x="325243" y="382161"/>
                  <a:pt x="1260087" y="155420"/>
                </a:cubicBezTo>
                <a:cubicBezTo>
                  <a:pt x="2194931" y="-71321"/>
                  <a:pt x="4505092" y="-13707"/>
                  <a:pt x="5609063" y="99664"/>
                </a:cubicBezTo>
                <a:cubicBezTo>
                  <a:pt x="6713034" y="213035"/>
                  <a:pt x="7298473" y="524339"/>
                  <a:pt x="7883912" y="835644"/>
                </a:cubicBezTo>
              </a:path>
            </a:pathLst>
          </a:custGeom>
          <a:noFill/>
          <a:ln w="50800">
            <a:gradFill flip="none" rotWithShape="1">
              <a:gsLst>
                <a:gs pos="0">
                  <a:srgbClr val="FFFF00"/>
                </a:gs>
                <a:gs pos="24000">
                  <a:srgbClr val="C00000"/>
                </a:gs>
                <a:gs pos="77000">
                  <a:schemeClr val="tx2">
                    <a:lumMod val="60000"/>
                    <a:lumOff val="40000"/>
                  </a:schemeClr>
                </a:gs>
                <a:gs pos="52000">
                  <a:srgbClr val="7030A0"/>
                </a:gs>
                <a:gs pos="100000">
                  <a:srgbClr val="92D050"/>
                </a:gs>
              </a:gsLst>
              <a:lin ang="0" scaled="1"/>
              <a:tileRect/>
            </a:gradFill>
            <a:tailEnd type="triangle" w="lg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D0EBB5C-61E7-FA49-96E8-3F5D8D8C9293}"/>
              </a:ext>
            </a:extLst>
          </p:cNvPr>
          <p:cNvSpPr txBox="1"/>
          <p:nvPr/>
        </p:nvSpPr>
        <p:spPr>
          <a:xfrm>
            <a:off x="806395" y="1972890"/>
            <a:ext cx="7211330" cy="1477328"/>
          </a:xfrm>
          <a:prstGeom prst="rect">
            <a:avLst/>
          </a:prstGeom>
          <a:solidFill>
            <a:srgbClr val="FDFAF0"/>
          </a:solidFill>
          <a:ln w="25400">
            <a:solidFill>
              <a:srgbClr val="9E160D"/>
            </a:solidFill>
          </a:ln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4A311A"/>
                </a:solidFill>
              </a:rPr>
              <a:t>Since SiB4 reacts to high frequency variability, it has the capability to respond to various weather and climate anomalies:</a:t>
            </a:r>
          </a:p>
          <a:p>
            <a:r>
              <a:rPr lang="en-US" dirty="0">
                <a:solidFill>
                  <a:srgbClr val="4A311A"/>
                </a:solidFill>
              </a:rPr>
              <a:t>- </a:t>
            </a:r>
            <a:r>
              <a:rPr lang="en-US" dirty="0">
                <a:solidFill>
                  <a:srgbClr val="9E160D"/>
                </a:solidFill>
              </a:rPr>
              <a:t>Heat waves</a:t>
            </a:r>
            <a:r>
              <a:rPr lang="en-US" dirty="0">
                <a:solidFill>
                  <a:srgbClr val="4A311A"/>
                </a:solidFill>
              </a:rPr>
              <a:t> and 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</a:rPr>
              <a:t>freezing spells</a:t>
            </a:r>
            <a:r>
              <a:rPr lang="en-US" dirty="0">
                <a:solidFill>
                  <a:srgbClr val="4A311A"/>
                </a:solidFill>
              </a:rPr>
              <a:t> ➔ </a:t>
            </a:r>
            <a:r>
              <a:rPr lang="en-US" b="1" dirty="0">
                <a:solidFill>
                  <a:srgbClr val="FF821F"/>
                </a:solidFill>
              </a:rPr>
              <a:t>fluxes</a:t>
            </a:r>
            <a:r>
              <a:rPr lang="en-US" dirty="0">
                <a:solidFill>
                  <a:srgbClr val="4A311A"/>
                </a:solidFill>
              </a:rPr>
              <a:t>, </a:t>
            </a:r>
            <a:r>
              <a:rPr lang="en-US" b="1" dirty="0">
                <a:solidFill>
                  <a:srgbClr val="4CD18F"/>
                </a:solidFill>
              </a:rPr>
              <a:t>pools</a:t>
            </a:r>
            <a:endParaRPr lang="en-US" b="1" dirty="0">
              <a:solidFill>
                <a:srgbClr val="FF821F"/>
              </a:solidFill>
            </a:endParaRPr>
          </a:p>
          <a:p>
            <a:r>
              <a:rPr lang="en-US" dirty="0">
                <a:solidFill>
                  <a:srgbClr val="4A311A"/>
                </a:solidFill>
              </a:rPr>
              <a:t>- Earlier springs and delayed autumn ➔ </a:t>
            </a:r>
            <a:r>
              <a:rPr lang="en-US" b="1" dirty="0">
                <a:solidFill>
                  <a:srgbClr val="C77CFF"/>
                </a:solidFill>
              </a:rPr>
              <a:t>phenology</a:t>
            </a:r>
            <a:r>
              <a:rPr lang="en-US" dirty="0">
                <a:solidFill>
                  <a:srgbClr val="4A311A"/>
                </a:solidFill>
              </a:rPr>
              <a:t>, </a:t>
            </a:r>
            <a:r>
              <a:rPr lang="en-US" b="1" dirty="0">
                <a:solidFill>
                  <a:srgbClr val="6A2BBA"/>
                </a:solidFill>
              </a:rPr>
              <a:t>growing season</a:t>
            </a:r>
            <a:r>
              <a:rPr lang="en-US" dirty="0">
                <a:solidFill>
                  <a:srgbClr val="4A311A"/>
                </a:solidFill>
              </a:rPr>
              <a:t>, </a:t>
            </a:r>
            <a:r>
              <a:rPr lang="en-US" b="1" dirty="0">
                <a:solidFill>
                  <a:srgbClr val="4CD18F"/>
                </a:solidFill>
              </a:rPr>
              <a:t>pools</a:t>
            </a:r>
          </a:p>
          <a:p>
            <a:r>
              <a:rPr lang="en-US" dirty="0">
                <a:solidFill>
                  <a:srgbClr val="4A311A"/>
                </a:solidFill>
              </a:rPr>
              <a:t>- </a:t>
            </a:r>
            <a:r>
              <a:rPr lang="en-US" dirty="0">
                <a:solidFill>
                  <a:srgbClr val="9E160D"/>
                </a:solidFill>
              </a:rPr>
              <a:t>Droughts</a:t>
            </a:r>
            <a:r>
              <a:rPr lang="en-US" dirty="0">
                <a:solidFill>
                  <a:srgbClr val="4A311A"/>
                </a:solidFill>
              </a:rPr>
              <a:t> ➔ </a:t>
            </a:r>
            <a:r>
              <a:rPr lang="en-US" b="1" dirty="0">
                <a:solidFill>
                  <a:srgbClr val="FF821F"/>
                </a:solidFill>
              </a:rPr>
              <a:t>fluxes</a:t>
            </a:r>
            <a:r>
              <a:rPr lang="en-US" dirty="0">
                <a:solidFill>
                  <a:srgbClr val="4A311A"/>
                </a:solidFill>
              </a:rPr>
              <a:t>, </a:t>
            </a:r>
            <a:r>
              <a:rPr lang="en-US" b="1" dirty="0">
                <a:solidFill>
                  <a:srgbClr val="C77CFF"/>
                </a:solidFill>
              </a:rPr>
              <a:t>phenology</a:t>
            </a:r>
            <a:r>
              <a:rPr lang="en-US" dirty="0">
                <a:solidFill>
                  <a:srgbClr val="4A311A"/>
                </a:solidFill>
              </a:rPr>
              <a:t>, </a:t>
            </a:r>
            <a:r>
              <a:rPr lang="en-US" b="1" dirty="0">
                <a:solidFill>
                  <a:srgbClr val="4CD18F"/>
                </a:solidFill>
              </a:rPr>
              <a:t>pools</a:t>
            </a:r>
          </a:p>
        </p:txBody>
      </p:sp>
    </p:spTree>
    <p:extLst>
      <p:ext uri="{BB962C8B-B14F-4D97-AF65-F5344CB8AC3E}">
        <p14:creationId xmlns:p14="http://schemas.microsoft.com/office/powerpoint/2010/main" val="364402321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37">
            <a:extLst>
              <a:ext uri="{FF2B5EF4-FFF2-40B4-BE49-F238E27FC236}">
                <a16:creationId xmlns:a16="http://schemas.microsoft.com/office/drawing/2014/main" id="{DE34ECEE-4CBD-6C47-AC64-C965ECFB6BD5}"/>
              </a:ext>
            </a:extLst>
          </p:cNvPr>
          <p:cNvGrpSpPr/>
          <p:nvPr/>
        </p:nvGrpSpPr>
        <p:grpSpPr>
          <a:xfrm>
            <a:off x="-26292" y="47068"/>
            <a:ext cx="2728913" cy="1762102"/>
            <a:chOff x="-66158" y="-26695"/>
            <a:chExt cx="2728913" cy="1762102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9B0BDF12-00BE-D44F-AF16-87D396CF6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13017741-C5B4-024A-AD03-54ADF71EB8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122174" y="-26695"/>
              <a:ext cx="2540581" cy="1413104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6B5D75-A928-D24B-8F4D-BD1F0C81A1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51831" y="165870"/>
              <a:ext cx="993606" cy="1020488"/>
              <a:chOff x="1393880" y="1143248"/>
              <a:chExt cx="1298448" cy="1298448"/>
            </a:xfrm>
            <a:solidFill>
              <a:srgbClr val="FFF400"/>
            </a:solidFill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A051ABE8-37C5-FA45-8D7B-90A7F6D57838}"/>
                  </a:ext>
                </a:extLst>
              </p:cNvPr>
              <p:cNvSpPr/>
              <p:nvPr/>
            </p:nvSpPr>
            <p:spPr>
              <a:xfrm>
                <a:off x="1620283" y="1370783"/>
                <a:ext cx="845643" cy="845643"/>
              </a:xfrm>
              <a:prstGeom prst="ellipse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E87BC82C-0F1F-6947-9427-3B8BC47C0D28}"/>
                  </a:ext>
                </a:extLst>
              </p:cNvPr>
              <p:cNvGrpSpPr/>
              <p:nvPr/>
            </p:nvGrpSpPr>
            <p:grpSpPr>
              <a:xfrm>
                <a:off x="1394682" y="1284460"/>
                <a:ext cx="1296846" cy="1034301"/>
                <a:chOff x="1394682" y="1284460"/>
                <a:chExt cx="1296846" cy="1034301"/>
              </a:xfrm>
              <a:grpFill/>
            </p:grpSpPr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14E79F41-BA3C-B740-92DA-55EAE1F0E328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FB13D03A-7127-BE4F-9F72-0DC3E3B5E0D5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269DD42-D6BA-A24C-B131-A0D373A14167}"/>
                  </a:ext>
                </a:extLst>
              </p:cNvPr>
              <p:cNvGrpSpPr/>
              <p:nvPr/>
            </p:nvGrpSpPr>
            <p:grpSpPr>
              <a:xfrm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E112A822-6DEA-C64C-BA35-619621B9BBD0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6610C74A-9793-CD47-B36C-E758403AFD07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02A1FCFE-3D69-0C4B-94E5-9986C8A953F2}"/>
                  </a:ext>
                </a:extLst>
              </p:cNvPr>
              <p:cNvGrpSpPr/>
              <p:nvPr/>
            </p:nvGrpSpPr>
            <p:grpSpPr>
              <a:xfrm rot="18926824" flipH="1">
                <a:off x="1393880" y="1276968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84549689-4D2A-1E4B-B1B7-1AFD4B56040C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C6E8F287-1389-9040-B4B3-AC2A85D76494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9ACFD73-1E52-FC43-AEDB-9782A59895C2}"/>
                  </a:ext>
                </a:extLst>
              </p:cNvPr>
              <p:cNvGrpSpPr/>
              <p:nvPr/>
            </p:nvGrpSpPr>
            <p:grpSpPr>
              <a:xfrm rot="2728193" flipH="1">
                <a:off x="1393881" y="1275836"/>
                <a:ext cx="1298448" cy="1033272"/>
                <a:chOff x="1394682" y="1284460"/>
                <a:chExt cx="1296846" cy="1034301"/>
              </a:xfrm>
              <a:grpFill/>
            </p:grpSpPr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7AB64F9C-EBD6-C84E-84E5-773C670B386D}"/>
                    </a:ext>
                  </a:extLst>
                </p:cNvPr>
                <p:cNvSpPr/>
                <p:nvPr/>
              </p:nvSpPr>
              <p:spPr>
                <a:xfrm rot="18900000">
                  <a:off x="2360656" y="1284460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A7FEC0EC-1F0B-1841-BE7B-9C0940045E93}"/>
                    </a:ext>
                  </a:extLst>
                </p:cNvPr>
                <p:cNvSpPr/>
                <p:nvPr/>
              </p:nvSpPr>
              <p:spPr>
                <a:xfrm rot="18900000">
                  <a:off x="1394682" y="2234421"/>
                  <a:ext cx="330872" cy="84340"/>
                </a:xfrm>
                <a:prstGeom prst="rect">
                  <a:avLst/>
                </a:prstGeom>
                <a:grpFill/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938AF0BE-BE73-BD49-8FBC-5682AAAD9D0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B20D1C1-D063-FC48-9F84-30F40083D990}"/>
              </a:ext>
            </a:extLst>
          </p:cNvPr>
          <p:cNvGrpSpPr/>
          <p:nvPr/>
        </p:nvGrpSpPr>
        <p:grpSpPr>
          <a:xfrm>
            <a:off x="1985278" y="442220"/>
            <a:ext cx="5596696" cy="6360282"/>
            <a:chOff x="1606734" y="289820"/>
            <a:chExt cx="5596696" cy="6360282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B8CE04D-DC64-974C-8B83-D6FCF5A0A782}"/>
                </a:ext>
              </a:extLst>
            </p:cNvPr>
            <p:cNvCxnSpPr>
              <a:cxnSpLocks/>
            </p:cNvCxnSpPr>
            <p:nvPr/>
          </p:nvCxnSpPr>
          <p:spPr>
            <a:xfrm>
              <a:off x="1606734" y="5385950"/>
              <a:ext cx="5596696" cy="0"/>
            </a:xfrm>
            <a:prstGeom prst="line">
              <a:avLst/>
            </a:prstGeom>
            <a:noFill/>
            <a:ln w="22225" cap="flat" cmpd="sng" algn="ctr">
              <a:solidFill>
                <a:srgbClr val="92D050"/>
              </a:solidFill>
              <a:prstDash val="solid"/>
              <a:miter lim="800000"/>
            </a:ln>
            <a:effectLst>
              <a:outerShdw blurRad="50800" dist="25400" dir="5400000" algn="ctr" rotWithShape="0">
                <a:srgbClr val="000000">
                  <a:alpha val="73000"/>
                </a:srgbClr>
              </a:outerShdw>
            </a:effectLst>
          </p:spPr>
        </p:cxn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A329D21-6E48-924A-AC34-819CEB52EC92}"/>
                </a:ext>
              </a:extLst>
            </p:cNvPr>
            <p:cNvSpPr>
              <a:spLocks/>
            </p:cNvSpPr>
            <p:nvPr/>
          </p:nvSpPr>
          <p:spPr>
            <a:xfrm>
              <a:off x="1779019" y="5419472"/>
              <a:ext cx="5102083" cy="1230630"/>
            </a:xfrm>
            <a:custGeom>
              <a:avLst/>
              <a:gdLst>
                <a:gd name="connsiteX0" fmla="*/ 1573619 w 3622158"/>
                <a:gd name="connsiteY0" fmla="*/ 0 h 1509823"/>
                <a:gd name="connsiteX1" fmla="*/ 1453116 w 3622158"/>
                <a:gd name="connsiteY1" fmla="*/ 262270 h 1509823"/>
                <a:gd name="connsiteX2" fmla="*/ 1020726 w 3622158"/>
                <a:gd name="connsiteY2" fmla="*/ 311888 h 1509823"/>
                <a:gd name="connsiteX3" fmla="*/ 595423 w 3622158"/>
                <a:gd name="connsiteY3" fmla="*/ 248093 h 1509823"/>
                <a:gd name="connsiteX4" fmla="*/ 326065 w 3622158"/>
                <a:gd name="connsiteY4" fmla="*/ 120502 h 1509823"/>
                <a:gd name="connsiteX5" fmla="*/ 567070 w 3622158"/>
                <a:gd name="connsiteY5" fmla="*/ 297711 h 1509823"/>
                <a:gd name="connsiteX6" fmla="*/ 233916 w 3622158"/>
                <a:gd name="connsiteY6" fmla="*/ 432391 h 1509823"/>
                <a:gd name="connsiteX7" fmla="*/ 609600 w 3622158"/>
                <a:gd name="connsiteY7" fmla="*/ 340242 h 1509823"/>
                <a:gd name="connsiteX8" fmla="*/ 1020726 w 3622158"/>
                <a:gd name="connsiteY8" fmla="*/ 354418 h 1509823"/>
                <a:gd name="connsiteX9" fmla="*/ 786809 w 3622158"/>
                <a:gd name="connsiteY9" fmla="*/ 531628 h 1509823"/>
                <a:gd name="connsiteX10" fmla="*/ 1070344 w 3622158"/>
                <a:gd name="connsiteY10" fmla="*/ 382772 h 1509823"/>
                <a:gd name="connsiteX11" fmla="*/ 1502735 w 3622158"/>
                <a:gd name="connsiteY11" fmla="*/ 318977 h 1509823"/>
                <a:gd name="connsiteX12" fmla="*/ 1672856 w 3622158"/>
                <a:gd name="connsiteY12" fmla="*/ 14177 h 1509823"/>
                <a:gd name="connsiteX13" fmla="*/ 1616149 w 3622158"/>
                <a:gd name="connsiteY13" fmla="*/ 453656 h 1509823"/>
                <a:gd name="connsiteX14" fmla="*/ 1254642 w 3622158"/>
                <a:gd name="connsiteY14" fmla="*/ 708837 h 1509823"/>
                <a:gd name="connsiteX15" fmla="*/ 829340 w 3622158"/>
                <a:gd name="connsiteY15" fmla="*/ 808074 h 1509823"/>
                <a:gd name="connsiteX16" fmla="*/ 496186 w 3622158"/>
                <a:gd name="connsiteY16" fmla="*/ 659218 h 1509823"/>
                <a:gd name="connsiteX17" fmla="*/ 800986 w 3622158"/>
                <a:gd name="connsiteY17" fmla="*/ 871870 h 1509823"/>
                <a:gd name="connsiteX18" fmla="*/ 446568 w 3622158"/>
                <a:gd name="connsiteY18" fmla="*/ 907311 h 1509823"/>
                <a:gd name="connsiteX19" fmla="*/ 836428 w 3622158"/>
                <a:gd name="connsiteY19" fmla="*/ 935665 h 1509823"/>
                <a:gd name="connsiteX20" fmla="*/ 1119963 w 3622158"/>
                <a:gd name="connsiteY20" fmla="*/ 864781 h 1509823"/>
                <a:gd name="connsiteX21" fmla="*/ 730102 w 3622158"/>
                <a:gd name="connsiteY21" fmla="*/ 1148316 h 1509823"/>
                <a:gd name="connsiteX22" fmla="*/ 375684 w 3622158"/>
                <a:gd name="connsiteY22" fmla="*/ 1233377 h 1509823"/>
                <a:gd name="connsiteX23" fmla="*/ 106326 w 3622158"/>
                <a:gd name="connsiteY23" fmla="*/ 1020725 h 1509823"/>
                <a:gd name="connsiteX24" fmla="*/ 382772 w 3622158"/>
                <a:gd name="connsiteY24" fmla="*/ 1297172 h 1509823"/>
                <a:gd name="connsiteX25" fmla="*/ 0 w 3622158"/>
                <a:gd name="connsiteY25" fmla="*/ 1268818 h 1509823"/>
                <a:gd name="connsiteX26" fmla="*/ 389861 w 3622158"/>
                <a:gd name="connsiteY26" fmla="*/ 1353879 h 1509823"/>
                <a:gd name="connsiteX27" fmla="*/ 7088 w 3622158"/>
                <a:gd name="connsiteY27" fmla="*/ 1474381 h 1509823"/>
                <a:gd name="connsiteX28" fmla="*/ 418214 w 3622158"/>
                <a:gd name="connsiteY28" fmla="*/ 1396409 h 1509823"/>
                <a:gd name="connsiteX29" fmla="*/ 779721 w 3622158"/>
                <a:gd name="connsiteY29" fmla="*/ 1261730 h 1509823"/>
                <a:gd name="connsiteX30" fmla="*/ 1020726 w 3622158"/>
                <a:gd name="connsiteY30" fmla="*/ 1041991 h 1509823"/>
                <a:gd name="connsiteX31" fmla="*/ 964019 w 3622158"/>
                <a:gd name="connsiteY31" fmla="*/ 1431851 h 1509823"/>
                <a:gd name="connsiteX32" fmla="*/ 1077433 w 3622158"/>
                <a:gd name="connsiteY32" fmla="*/ 1034902 h 1509823"/>
                <a:gd name="connsiteX33" fmla="*/ 1297172 w 3622158"/>
                <a:gd name="connsiteY33" fmla="*/ 779721 h 1509823"/>
                <a:gd name="connsiteX34" fmla="*/ 1630326 w 3622158"/>
                <a:gd name="connsiteY34" fmla="*/ 545804 h 1509823"/>
                <a:gd name="connsiteX35" fmla="*/ 1566530 w 3622158"/>
                <a:gd name="connsiteY35" fmla="*/ 914400 h 1509823"/>
                <a:gd name="connsiteX36" fmla="*/ 1389321 w 3622158"/>
                <a:gd name="connsiteY36" fmla="*/ 1119963 h 1509823"/>
                <a:gd name="connsiteX37" fmla="*/ 1609061 w 3622158"/>
                <a:gd name="connsiteY37" fmla="*/ 949842 h 1509823"/>
                <a:gd name="connsiteX38" fmla="*/ 1538177 w 3622158"/>
                <a:gd name="connsiteY38" fmla="*/ 1304260 h 1509823"/>
                <a:gd name="connsiteX39" fmla="*/ 1304261 w 3622158"/>
                <a:gd name="connsiteY39" fmla="*/ 1375144 h 1509823"/>
                <a:gd name="connsiteX40" fmla="*/ 1552354 w 3622158"/>
                <a:gd name="connsiteY40" fmla="*/ 1346791 h 1509823"/>
                <a:gd name="connsiteX41" fmla="*/ 1545265 w 3622158"/>
                <a:gd name="connsiteY41" fmla="*/ 1509823 h 1509823"/>
                <a:gd name="connsiteX42" fmla="*/ 1601972 w 3622158"/>
                <a:gd name="connsiteY42" fmla="*/ 1339702 h 1509823"/>
                <a:gd name="connsiteX43" fmla="*/ 1772093 w 3622158"/>
                <a:gd name="connsiteY43" fmla="*/ 1453116 h 1509823"/>
                <a:gd name="connsiteX44" fmla="*/ 1601972 w 3622158"/>
                <a:gd name="connsiteY44" fmla="*/ 1282995 h 1509823"/>
                <a:gd name="connsiteX45" fmla="*/ 1679944 w 3622158"/>
                <a:gd name="connsiteY45" fmla="*/ 935665 h 1509823"/>
                <a:gd name="connsiteX46" fmla="*/ 1793358 w 3622158"/>
                <a:gd name="connsiteY46" fmla="*/ 1190846 h 1509823"/>
                <a:gd name="connsiteX47" fmla="*/ 1701209 w 3622158"/>
                <a:gd name="connsiteY47" fmla="*/ 850604 h 1509823"/>
                <a:gd name="connsiteX48" fmla="*/ 1757916 w 3622158"/>
                <a:gd name="connsiteY48" fmla="*/ 538716 h 1509823"/>
                <a:gd name="connsiteX49" fmla="*/ 2083982 w 3622158"/>
                <a:gd name="connsiteY49" fmla="*/ 1006549 h 1509823"/>
                <a:gd name="connsiteX50" fmla="*/ 2587256 w 3622158"/>
                <a:gd name="connsiteY50" fmla="*/ 1375144 h 1509823"/>
                <a:gd name="connsiteX51" fmla="*/ 2948763 w 3622158"/>
                <a:gd name="connsiteY51" fmla="*/ 1332614 h 1509823"/>
                <a:gd name="connsiteX52" fmla="*/ 2601433 w 3622158"/>
                <a:gd name="connsiteY52" fmla="*/ 1325525 h 1509823"/>
                <a:gd name="connsiteX53" fmla="*/ 2948763 w 3622158"/>
                <a:gd name="connsiteY53" fmla="*/ 1261730 h 1509823"/>
                <a:gd name="connsiteX54" fmla="*/ 2580168 w 3622158"/>
                <a:gd name="connsiteY54" fmla="*/ 1240465 h 1509823"/>
                <a:gd name="connsiteX55" fmla="*/ 2190307 w 3622158"/>
                <a:gd name="connsiteY55" fmla="*/ 921488 h 1509823"/>
                <a:gd name="connsiteX56" fmla="*/ 1835888 w 3622158"/>
                <a:gd name="connsiteY56" fmla="*/ 496186 h 1509823"/>
                <a:gd name="connsiteX57" fmla="*/ 2558902 w 3622158"/>
                <a:gd name="connsiteY57" fmla="*/ 914400 h 1509823"/>
                <a:gd name="connsiteX58" fmla="*/ 3274828 w 3622158"/>
                <a:gd name="connsiteY58" fmla="*/ 1027814 h 1509823"/>
                <a:gd name="connsiteX59" fmla="*/ 3622158 w 3622158"/>
                <a:gd name="connsiteY59" fmla="*/ 1261730 h 1509823"/>
                <a:gd name="connsiteX60" fmla="*/ 3310270 w 3622158"/>
                <a:gd name="connsiteY60" fmla="*/ 999460 h 1509823"/>
                <a:gd name="connsiteX61" fmla="*/ 3586716 w 3622158"/>
                <a:gd name="connsiteY61" fmla="*/ 893135 h 1509823"/>
                <a:gd name="connsiteX62" fmla="*/ 3246475 w 3622158"/>
                <a:gd name="connsiteY62" fmla="*/ 942753 h 1509823"/>
                <a:gd name="connsiteX63" fmla="*/ 2544726 w 3622158"/>
                <a:gd name="connsiteY63" fmla="*/ 829339 h 1509823"/>
                <a:gd name="connsiteX64" fmla="*/ 1842977 w 3622158"/>
                <a:gd name="connsiteY64" fmla="*/ 404037 h 1509823"/>
                <a:gd name="connsiteX65" fmla="*/ 1963479 w 3622158"/>
                <a:gd name="connsiteY65" fmla="*/ 198474 h 1509823"/>
                <a:gd name="connsiteX66" fmla="*/ 2587256 w 3622158"/>
                <a:gd name="connsiteY66" fmla="*/ 425302 h 1509823"/>
                <a:gd name="connsiteX67" fmla="*/ 3196856 w 3622158"/>
                <a:gd name="connsiteY67" fmla="*/ 446567 h 1509823"/>
                <a:gd name="connsiteX68" fmla="*/ 3579628 w 3622158"/>
                <a:gd name="connsiteY68" fmla="*/ 595423 h 1509823"/>
                <a:gd name="connsiteX69" fmla="*/ 3225209 w 3622158"/>
                <a:gd name="connsiteY69" fmla="*/ 432391 h 1509823"/>
                <a:gd name="connsiteX70" fmla="*/ 3600893 w 3622158"/>
                <a:gd name="connsiteY70" fmla="*/ 489097 h 1509823"/>
                <a:gd name="connsiteX71" fmla="*/ 3189768 w 3622158"/>
                <a:gd name="connsiteY71" fmla="*/ 368595 h 1509823"/>
                <a:gd name="connsiteX72" fmla="*/ 2580168 w 3622158"/>
                <a:gd name="connsiteY72" fmla="*/ 340242 h 1509823"/>
                <a:gd name="connsiteX73" fmla="*/ 1977656 w 3622158"/>
                <a:gd name="connsiteY73" fmla="*/ 63795 h 1509823"/>
                <a:gd name="connsiteX74" fmla="*/ 2013098 w 3622158"/>
                <a:gd name="connsiteY74" fmla="*/ 0 h 1509823"/>
                <a:gd name="connsiteX75" fmla="*/ 2013098 w 3622158"/>
                <a:gd name="connsiteY75" fmla="*/ 0 h 1509823"/>
                <a:gd name="connsiteX76" fmla="*/ 1573619 w 3622158"/>
                <a:gd name="connsiteY76" fmla="*/ 0 h 1509823"/>
                <a:gd name="connsiteX0" fmla="*/ 1573619 w 3622158"/>
                <a:gd name="connsiteY0" fmla="*/ 0 h 1573618"/>
                <a:gd name="connsiteX1" fmla="*/ 1453116 w 3622158"/>
                <a:gd name="connsiteY1" fmla="*/ 262270 h 1573618"/>
                <a:gd name="connsiteX2" fmla="*/ 1020726 w 3622158"/>
                <a:gd name="connsiteY2" fmla="*/ 311888 h 1573618"/>
                <a:gd name="connsiteX3" fmla="*/ 595423 w 3622158"/>
                <a:gd name="connsiteY3" fmla="*/ 248093 h 1573618"/>
                <a:gd name="connsiteX4" fmla="*/ 326065 w 3622158"/>
                <a:gd name="connsiteY4" fmla="*/ 120502 h 1573618"/>
                <a:gd name="connsiteX5" fmla="*/ 567070 w 3622158"/>
                <a:gd name="connsiteY5" fmla="*/ 297711 h 1573618"/>
                <a:gd name="connsiteX6" fmla="*/ 233916 w 3622158"/>
                <a:gd name="connsiteY6" fmla="*/ 432391 h 1573618"/>
                <a:gd name="connsiteX7" fmla="*/ 609600 w 3622158"/>
                <a:gd name="connsiteY7" fmla="*/ 340242 h 1573618"/>
                <a:gd name="connsiteX8" fmla="*/ 1020726 w 3622158"/>
                <a:gd name="connsiteY8" fmla="*/ 354418 h 1573618"/>
                <a:gd name="connsiteX9" fmla="*/ 786809 w 3622158"/>
                <a:gd name="connsiteY9" fmla="*/ 531628 h 1573618"/>
                <a:gd name="connsiteX10" fmla="*/ 1070344 w 3622158"/>
                <a:gd name="connsiteY10" fmla="*/ 382772 h 1573618"/>
                <a:gd name="connsiteX11" fmla="*/ 1502735 w 3622158"/>
                <a:gd name="connsiteY11" fmla="*/ 318977 h 1573618"/>
                <a:gd name="connsiteX12" fmla="*/ 1672856 w 3622158"/>
                <a:gd name="connsiteY12" fmla="*/ 14177 h 1573618"/>
                <a:gd name="connsiteX13" fmla="*/ 1616149 w 3622158"/>
                <a:gd name="connsiteY13" fmla="*/ 453656 h 1573618"/>
                <a:gd name="connsiteX14" fmla="*/ 1254642 w 3622158"/>
                <a:gd name="connsiteY14" fmla="*/ 708837 h 1573618"/>
                <a:gd name="connsiteX15" fmla="*/ 829340 w 3622158"/>
                <a:gd name="connsiteY15" fmla="*/ 808074 h 1573618"/>
                <a:gd name="connsiteX16" fmla="*/ 496186 w 3622158"/>
                <a:gd name="connsiteY16" fmla="*/ 659218 h 1573618"/>
                <a:gd name="connsiteX17" fmla="*/ 800986 w 3622158"/>
                <a:gd name="connsiteY17" fmla="*/ 871870 h 1573618"/>
                <a:gd name="connsiteX18" fmla="*/ 446568 w 3622158"/>
                <a:gd name="connsiteY18" fmla="*/ 907311 h 1573618"/>
                <a:gd name="connsiteX19" fmla="*/ 836428 w 3622158"/>
                <a:gd name="connsiteY19" fmla="*/ 935665 h 1573618"/>
                <a:gd name="connsiteX20" fmla="*/ 1119963 w 3622158"/>
                <a:gd name="connsiteY20" fmla="*/ 864781 h 1573618"/>
                <a:gd name="connsiteX21" fmla="*/ 730102 w 3622158"/>
                <a:gd name="connsiteY21" fmla="*/ 1148316 h 1573618"/>
                <a:gd name="connsiteX22" fmla="*/ 375684 w 3622158"/>
                <a:gd name="connsiteY22" fmla="*/ 1233377 h 1573618"/>
                <a:gd name="connsiteX23" fmla="*/ 106326 w 3622158"/>
                <a:gd name="connsiteY23" fmla="*/ 1020725 h 1573618"/>
                <a:gd name="connsiteX24" fmla="*/ 382772 w 3622158"/>
                <a:gd name="connsiteY24" fmla="*/ 1297172 h 1573618"/>
                <a:gd name="connsiteX25" fmla="*/ 0 w 3622158"/>
                <a:gd name="connsiteY25" fmla="*/ 1268818 h 1573618"/>
                <a:gd name="connsiteX26" fmla="*/ 389861 w 3622158"/>
                <a:gd name="connsiteY26" fmla="*/ 1353879 h 1573618"/>
                <a:gd name="connsiteX27" fmla="*/ 70883 w 3622158"/>
                <a:gd name="connsiteY27" fmla="*/ 1573618 h 1573618"/>
                <a:gd name="connsiteX28" fmla="*/ 418214 w 3622158"/>
                <a:gd name="connsiteY28" fmla="*/ 1396409 h 1573618"/>
                <a:gd name="connsiteX29" fmla="*/ 779721 w 3622158"/>
                <a:gd name="connsiteY29" fmla="*/ 1261730 h 1573618"/>
                <a:gd name="connsiteX30" fmla="*/ 1020726 w 3622158"/>
                <a:gd name="connsiteY30" fmla="*/ 1041991 h 1573618"/>
                <a:gd name="connsiteX31" fmla="*/ 964019 w 3622158"/>
                <a:gd name="connsiteY31" fmla="*/ 1431851 h 1573618"/>
                <a:gd name="connsiteX32" fmla="*/ 1077433 w 3622158"/>
                <a:gd name="connsiteY32" fmla="*/ 1034902 h 1573618"/>
                <a:gd name="connsiteX33" fmla="*/ 1297172 w 3622158"/>
                <a:gd name="connsiteY33" fmla="*/ 779721 h 1573618"/>
                <a:gd name="connsiteX34" fmla="*/ 1630326 w 3622158"/>
                <a:gd name="connsiteY34" fmla="*/ 545804 h 1573618"/>
                <a:gd name="connsiteX35" fmla="*/ 1566530 w 3622158"/>
                <a:gd name="connsiteY35" fmla="*/ 914400 h 1573618"/>
                <a:gd name="connsiteX36" fmla="*/ 1389321 w 3622158"/>
                <a:gd name="connsiteY36" fmla="*/ 1119963 h 1573618"/>
                <a:gd name="connsiteX37" fmla="*/ 1609061 w 3622158"/>
                <a:gd name="connsiteY37" fmla="*/ 949842 h 1573618"/>
                <a:gd name="connsiteX38" fmla="*/ 1538177 w 3622158"/>
                <a:gd name="connsiteY38" fmla="*/ 1304260 h 1573618"/>
                <a:gd name="connsiteX39" fmla="*/ 1304261 w 3622158"/>
                <a:gd name="connsiteY39" fmla="*/ 1375144 h 1573618"/>
                <a:gd name="connsiteX40" fmla="*/ 1552354 w 3622158"/>
                <a:gd name="connsiteY40" fmla="*/ 1346791 h 1573618"/>
                <a:gd name="connsiteX41" fmla="*/ 1545265 w 3622158"/>
                <a:gd name="connsiteY41" fmla="*/ 1509823 h 1573618"/>
                <a:gd name="connsiteX42" fmla="*/ 1601972 w 3622158"/>
                <a:gd name="connsiteY42" fmla="*/ 1339702 h 1573618"/>
                <a:gd name="connsiteX43" fmla="*/ 1772093 w 3622158"/>
                <a:gd name="connsiteY43" fmla="*/ 1453116 h 1573618"/>
                <a:gd name="connsiteX44" fmla="*/ 1601972 w 3622158"/>
                <a:gd name="connsiteY44" fmla="*/ 1282995 h 1573618"/>
                <a:gd name="connsiteX45" fmla="*/ 1679944 w 3622158"/>
                <a:gd name="connsiteY45" fmla="*/ 935665 h 1573618"/>
                <a:gd name="connsiteX46" fmla="*/ 1793358 w 3622158"/>
                <a:gd name="connsiteY46" fmla="*/ 1190846 h 1573618"/>
                <a:gd name="connsiteX47" fmla="*/ 1701209 w 3622158"/>
                <a:gd name="connsiteY47" fmla="*/ 850604 h 1573618"/>
                <a:gd name="connsiteX48" fmla="*/ 1757916 w 3622158"/>
                <a:gd name="connsiteY48" fmla="*/ 538716 h 1573618"/>
                <a:gd name="connsiteX49" fmla="*/ 2083982 w 3622158"/>
                <a:gd name="connsiteY49" fmla="*/ 1006549 h 1573618"/>
                <a:gd name="connsiteX50" fmla="*/ 2587256 w 3622158"/>
                <a:gd name="connsiteY50" fmla="*/ 1375144 h 1573618"/>
                <a:gd name="connsiteX51" fmla="*/ 2948763 w 3622158"/>
                <a:gd name="connsiteY51" fmla="*/ 1332614 h 1573618"/>
                <a:gd name="connsiteX52" fmla="*/ 2601433 w 3622158"/>
                <a:gd name="connsiteY52" fmla="*/ 1325525 h 1573618"/>
                <a:gd name="connsiteX53" fmla="*/ 2948763 w 3622158"/>
                <a:gd name="connsiteY53" fmla="*/ 1261730 h 1573618"/>
                <a:gd name="connsiteX54" fmla="*/ 2580168 w 3622158"/>
                <a:gd name="connsiteY54" fmla="*/ 1240465 h 1573618"/>
                <a:gd name="connsiteX55" fmla="*/ 2190307 w 3622158"/>
                <a:gd name="connsiteY55" fmla="*/ 921488 h 1573618"/>
                <a:gd name="connsiteX56" fmla="*/ 1835888 w 3622158"/>
                <a:gd name="connsiteY56" fmla="*/ 496186 h 1573618"/>
                <a:gd name="connsiteX57" fmla="*/ 2558902 w 3622158"/>
                <a:gd name="connsiteY57" fmla="*/ 914400 h 1573618"/>
                <a:gd name="connsiteX58" fmla="*/ 3274828 w 3622158"/>
                <a:gd name="connsiteY58" fmla="*/ 1027814 h 1573618"/>
                <a:gd name="connsiteX59" fmla="*/ 3622158 w 3622158"/>
                <a:gd name="connsiteY59" fmla="*/ 1261730 h 1573618"/>
                <a:gd name="connsiteX60" fmla="*/ 3310270 w 3622158"/>
                <a:gd name="connsiteY60" fmla="*/ 999460 h 1573618"/>
                <a:gd name="connsiteX61" fmla="*/ 3586716 w 3622158"/>
                <a:gd name="connsiteY61" fmla="*/ 893135 h 1573618"/>
                <a:gd name="connsiteX62" fmla="*/ 3246475 w 3622158"/>
                <a:gd name="connsiteY62" fmla="*/ 942753 h 1573618"/>
                <a:gd name="connsiteX63" fmla="*/ 2544726 w 3622158"/>
                <a:gd name="connsiteY63" fmla="*/ 829339 h 1573618"/>
                <a:gd name="connsiteX64" fmla="*/ 1842977 w 3622158"/>
                <a:gd name="connsiteY64" fmla="*/ 404037 h 1573618"/>
                <a:gd name="connsiteX65" fmla="*/ 1963479 w 3622158"/>
                <a:gd name="connsiteY65" fmla="*/ 198474 h 1573618"/>
                <a:gd name="connsiteX66" fmla="*/ 2587256 w 3622158"/>
                <a:gd name="connsiteY66" fmla="*/ 425302 h 1573618"/>
                <a:gd name="connsiteX67" fmla="*/ 3196856 w 3622158"/>
                <a:gd name="connsiteY67" fmla="*/ 446567 h 1573618"/>
                <a:gd name="connsiteX68" fmla="*/ 3579628 w 3622158"/>
                <a:gd name="connsiteY68" fmla="*/ 595423 h 1573618"/>
                <a:gd name="connsiteX69" fmla="*/ 3225209 w 3622158"/>
                <a:gd name="connsiteY69" fmla="*/ 432391 h 1573618"/>
                <a:gd name="connsiteX70" fmla="*/ 3600893 w 3622158"/>
                <a:gd name="connsiteY70" fmla="*/ 489097 h 1573618"/>
                <a:gd name="connsiteX71" fmla="*/ 3189768 w 3622158"/>
                <a:gd name="connsiteY71" fmla="*/ 368595 h 1573618"/>
                <a:gd name="connsiteX72" fmla="*/ 2580168 w 3622158"/>
                <a:gd name="connsiteY72" fmla="*/ 340242 h 1573618"/>
                <a:gd name="connsiteX73" fmla="*/ 1977656 w 3622158"/>
                <a:gd name="connsiteY73" fmla="*/ 63795 h 1573618"/>
                <a:gd name="connsiteX74" fmla="*/ 2013098 w 3622158"/>
                <a:gd name="connsiteY74" fmla="*/ 0 h 1573618"/>
                <a:gd name="connsiteX75" fmla="*/ 2013098 w 3622158"/>
                <a:gd name="connsiteY75" fmla="*/ 0 h 1573618"/>
                <a:gd name="connsiteX76" fmla="*/ 1573619 w 3622158"/>
                <a:gd name="connsiteY76" fmla="*/ 0 h 1573618"/>
                <a:gd name="connsiteX0" fmla="*/ 1552354 w 3600893"/>
                <a:gd name="connsiteY0" fmla="*/ 0 h 1573618"/>
                <a:gd name="connsiteX1" fmla="*/ 1431851 w 3600893"/>
                <a:gd name="connsiteY1" fmla="*/ 262270 h 1573618"/>
                <a:gd name="connsiteX2" fmla="*/ 999461 w 3600893"/>
                <a:gd name="connsiteY2" fmla="*/ 311888 h 1573618"/>
                <a:gd name="connsiteX3" fmla="*/ 574158 w 3600893"/>
                <a:gd name="connsiteY3" fmla="*/ 248093 h 1573618"/>
                <a:gd name="connsiteX4" fmla="*/ 304800 w 3600893"/>
                <a:gd name="connsiteY4" fmla="*/ 120502 h 1573618"/>
                <a:gd name="connsiteX5" fmla="*/ 545805 w 3600893"/>
                <a:gd name="connsiteY5" fmla="*/ 297711 h 1573618"/>
                <a:gd name="connsiteX6" fmla="*/ 212651 w 3600893"/>
                <a:gd name="connsiteY6" fmla="*/ 432391 h 1573618"/>
                <a:gd name="connsiteX7" fmla="*/ 588335 w 3600893"/>
                <a:gd name="connsiteY7" fmla="*/ 340242 h 1573618"/>
                <a:gd name="connsiteX8" fmla="*/ 999461 w 3600893"/>
                <a:gd name="connsiteY8" fmla="*/ 354418 h 1573618"/>
                <a:gd name="connsiteX9" fmla="*/ 765544 w 3600893"/>
                <a:gd name="connsiteY9" fmla="*/ 531628 h 1573618"/>
                <a:gd name="connsiteX10" fmla="*/ 1049079 w 3600893"/>
                <a:gd name="connsiteY10" fmla="*/ 382772 h 1573618"/>
                <a:gd name="connsiteX11" fmla="*/ 1481470 w 3600893"/>
                <a:gd name="connsiteY11" fmla="*/ 318977 h 1573618"/>
                <a:gd name="connsiteX12" fmla="*/ 1651591 w 3600893"/>
                <a:gd name="connsiteY12" fmla="*/ 14177 h 1573618"/>
                <a:gd name="connsiteX13" fmla="*/ 1594884 w 3600893"/>
                <a:gd name="connsiteY13" fmla="*/ 453656 h 1573618"/>
                <a:gd name="connsiteX14" fmla="*/ 1233377 w 3600893"/>
                <a:gd name="connsiteY14" fmla="*/ 708837 h 1573618"/>
                <a:gd name="connsiteX15" fmla="*/ 808075 w 3600893"/>
                <a:gd name="connsiteY15" fmla="*/ 808074 h 1573618"/>
                <a:gd name="connsiteX16" fmla="*/ 474921 w 3600893"/>
                <a:gd name="connsiteY16" fmla="*/ 659218 h 1573618"/>
                <a:gd name="connsiteX17" fmla="*/ 779721 w 3600893"/>
                <a:gd name="connsiteY17" fmla="*/ 871870 h 1573618"/>
                <a:gd name="connsiteX18" fmla="*/ 425303 w 3600893"/>
                <a:gd name="connsiteY18" fmla="*/ 907311 h 1573618"/>
                <a:gd name="connsiteX19" fmla="*/ 815163 w 3600893"/>
                <a:gd name="connsiteY19" fmla="*/ 935665 h 1573618"/>
                <a:gd name="connsiteX20" fmla="*/ 1098698 w 3600893"/>
                <a:gd name="connsiteY20" fmla="*/ 864781 h 1573618"/>
                <a:gd name="connsiteX21" fmla="*/ 708837 w 3600893"/>
                <a:gd name="connsiteY21" fmla="*/ 1148316 h 1573618"/>
                <a:gd name="connsiteX22" fmla="*/ 354419 w 3600893"/>
                <a:gd name="connsiteY22" fmla="*/ 1233377 h 1573618"/>
                <a:gd name="connsiteX23" fmla="*/ 85061 w 3600893"/>
                <a:gd name="connsiteY23" fmla="*/ 1020725 h 1573618"/>
                <a:gd name="connsiteX24" fmla="*/ 361507 w 3600893"/>
                <a:gd name="connsiteY24" fmla="*/ 1297172 h 1573618"/>
                <a:gd name="connsiteX25" fmla="*/ 0 w 3600893"/>
                <a:gd name="connsiteY25" fmla="*/ 1438939 h 1573618"/>
                <a:gd name="connsiteX26" fmla="*/ 368596 w 3600893"/>
                <a:gd name="connsiteY26" fmla="*/ 1353879 h 1573618"/>
                <a:gd name="connsiteX27" fmla="*/ 49618 w 3600893"/>
                <a:gd name="connsiteY27" fmla="*/ 1573618 h 1573618"/>
                <a:gd name="connsiteX28" fmla="*/ 396949 w 3600893"/>
                <a:gd name="connsiteY28" fmla="*/ 1396409 h 1573618"/>
                <a:gd name="connsiteX29" fmla="*/ 758456 w 3600893"/>
                <a:gd name="connsiteY29" fmla="*/ 1261730 h 1573618"/>
                <a:gd name="connsiteX30" fmla="*/ 999461 w 3600893"/>
                <a:gd name="connsiteY30" fmla="*/ 1041991 h 1573618"/>
                <a:gd name="connsiteX31" fmla="*/ 942754 w 3600893"/>
                <a:gd name="connsiteY31" fmla="*/ 1431851 h 1573618"/>
                <a:gd name="connsiteX32" fmla="*/ 1056168 w 3600893"/>
                <a:gd name="connsiteY32" fmla="*/ 1034902 h 1573618"/>
                <a:gd name="connsiteX33" fmla="*/ 1275907 w 3600893"/>
                <a:gd name="connsiteY33" fmla="*/ 779721 h 1573618"/>
                <a:gd name="connsiteX34" fmla="*/ 1609061 w 3600893"/>
                <a:gd name="connsiteY34" fmla="*/ 545804 h 1573618"/>
                <a:gd name="connsiteX35" fmla="*/ 1545265 w 3600893"/>
                <a:gd name="connsiteY35" fmla="*/ 914400 h 1573618"/>
                <a:gd name="connsiteX36" fmla="*/ 1368056 w 3600893"/>
                <a:gd name="connsiteY36" fmla="*/ 1119963 h 1573618"/>
                <a:gd name="connsiteX37" fmla="*/ 1587796 w 3600893"/>
                <a:gd name="connsiteY37" fmla="*/ 949842 h 1573618"/>
                <a:gd name="connsiteX38" fmla="*/ 1516912 w 3600893"/>
                <a:gd name="connsiteY38" fmla="*/ 1304260 h 1573618"/>
                <a:gd name="connsiteX39" fmla="*/ 1282996 w 3600893"/>
                <a:gd name="connsiteY39" fmla="*/ 1375144 h 1573618"/>
                <a:gd name="connsiteX40" fmla="*/ 1531089 w 3600893"/>
                <a:gd name="connsiteY40" fmla="*/ 1346791 h 1573618"/>
                <a:gd name="connsiteX41" fmla="*/ 1524000 w 3600893"/>
                <a:gd name="connsiteY41" fmla="*/ 1509823 h 1573618"/>
                <a:gd name="connsiteX42" fmla="*/ 1580707 w 3600893"/>
                <a:gd name="connsiteY42" fmla="*/ 1339702 h 1573618"/>
                <a:gd name="connsiteX43" fmla="*/ 1750828 w 3600893"/>
                <a:gd name="connsiteY43" fmla="*/ 1453116 h 1573618"/>
                <a:gd name="connsiteX44" fmla="*/ 1580707 w 3600893"/>
                <a:gd name="connsiteY44" fmla="*/ 1282995 h 1573618"/>
                <a:gd name="connsiteX45" fmla="*/ 1658679 w 3600893"/>
                <a:gd name="connsiteY45" fmla="*/ 935665 h 1573618"/>
                <a:gd name="connsiteX46" fmla="*/ 1772093 w 3600893"/>
                <a:gd name="connsiteY46" fmla="*/ 1190846 h 1573618"/>
                <a:gd name="connsiteX47" fmla="*/ 1679944 w 3600893"/>
                <a:gd name="connsiteY47" fmla="*/ 850604 h 1573618"/>
                <a:gd name="connsiteX48" fmla="*/ 1736651 w 3600893"/>
                <a:gd name="connsiteY48" fmla="*/ 538716 h 1573618"/>
                <a:gd name="connsiteX49" fmla="*/ 2062717 w 3600893"/>
                <a:gd name="connsiteY49" fmla="*/ 1006549 h 1573618"/>
                <a:gd name="connsiteX50" fmla="*/ 2565991 w 3600893"/>
                <a:gd name="connsiteY50" fmla="*/ 1375144 h 1573618"/>
                <a:gd name="connsiteX51" fmla="*/ 2927498 w 3600893"/>
                <a:gd name="connsiteY51" fmla="*/ 1332614 h 1573618"/>
                <a:gd name="connsiteX52" fmla="*/ 2580168 w 3600893"/>
                <a:gd name="connsiteY52" fmla="*/ 1325525 h 1573618"/>
                <a:gd name="connsiteX53" fmla="*/ 2927498 w 3600893"/>
                <a:gd name="connsiteY53" fmla="*/ 1261730 h 1573618"/>
                <a:gd name="connsiteX54" fmla="*/ 2558903 w 3600893"/>
                <a:gd name="connsiteY54" fmla="*/ 1240465 h 1573618"/>
                <a:gd name="connsiteX55" fmla="*/ 2169042 w 3600893"/>
                <a:gd name="connsiteY55" fmla="*/ 921488 h 1573618"/>
                <a:gd name="connsiteX56" fmla="*/ 1814623 w 3600893"/>
                <a:gd name="connsiteY56" fmla="*/ 496186 h 1573618"/>
                <a:gd name="connsiteX57" fmla="*/ 2537637 w 3600893"/>
                <a:gd name="connsiteY57" fmla="*/ 914400 h 1573618"/>
                <a:gd name="connsiteX58" fmla="*/ 3253563 w 3600893"/>
                <a:gd name="connsiteY58" fmla="*/ 1027814 h 1573618"/>
                <a:gd name="connsiteX59" fmla="*/ 3600893 w 3600893"/>
                <a:gd name="connsiteY59" fmla="*/ 1261730 h 1573618"/>
                <a:gd name="connsiteX60" fmla="*/ 3289005 w 3600893"/>
                <a:gd name="connsiteY60" fmla="*/ 999460 h 1573618"/>
                <a:gd name="connsiteX61" fmla="*/ 3565451 w 3600893"/>
                <a:gd name="connsiteY61" fmla="*/ 893135 h 1573618"/>
                <a:gd name="connsiteX62" fmla="*/ 3225210 w 3600893"/>
                <a:gd name="connsiteY62" fmla="*/ 942753 h 1573618"/>
                <a:gd name="connsiteX63" fmla="*/ 2523461 w 3600893"/>
                <a:gd name="connsiteY63" fmla="*/ 829339 h 1573618"/>
                <a:gd name="connsiteX64" fmla="*/ 1821712 w 3600893"/>
                <a:gd name="connsiteY64" fmla="*/ 404037 h 1573618"/>
                <a:gd name="connsiteX65" fmla="*/ 1942214 w 3600893"/>
                <a:gd name="connsiteY65" fmla="*/ 198474 h 1573618"/>
                <a:gd name="connsiteX66" fmla="*/ 2565991 w 3600893"/>
                <a:gd name="connsiteY66" fmla="*/ 425302 h 1573618"/>
                <a:gd name="connsiteX67" fmla="*/ 3175591 w 3600893"/>
                <a:gd name="connsiteY67" fmla="*/ 446567 h 1573618"/>
                <a:gd name="connsiteX68" fmla="*/ 3558363 w 3600893"/>
                <a:gd name="connsiteY68" fmla="*/ 595423 h 1573618"/>
                <a:gd name="connsiteX69" fmla="*/ 3203944 w 3600893"/>
                <a:gd name="connsiteY69" fmla="*/ 432391 h 1573618"/>
                <a:gd name="connsiteX70" fmla="*/ 3579628 w 3600893"/>
                <a:gd name="connsiteY70" fmla="*/ 489097 h 1573618"/>
                <a:gd name="connsiteX71" fmla="*/ 3168503 w 3600893"/>
                <a:gd name="connsiteY71" fmla="*/ 368595 h 1573618"/>
                <a:gd name="connsiteX72" fmla="*/ 2558903 w 3600893"/>
                <a:gd name="connsiteY72" fmla="*/ 340242 h 1573618"/>
                <a:gd name="connsiteX73" fmla="*/ 1956391 w 3600893"/>
                <a:gd name="connsiteY73" fmla="*/ 63795 h 1573618"/>
                <a:gd name="connsiteX74" fmla="*/ 1991833 w 3600893"/>
                <a:gd name="connsiteY74" fmla="*/ 0 h 1573618"/>
                <a:gd name="connsiteX75" fmla="*/ 1991833 w 3600893"/>
                <a:gd name="connsiteY75" fmla="*/ 0 h 1573618"/>
                <a:gd name="connsiteX76" fmla="*/ 1552354 w 3600893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715925 w 3607981"/>
                <a:gd name="connsiteY21" fmla="*/ 1148316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765544 w 3607981"/>
                <a:gd name="connsiteY29" fmla="*/ 1261730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34586 w 3607981"/>
                <a:gd name="connsiteY51" fmla="*/ 1332614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906232 w 3607981"/>
                <a:gd name="connsiteY51" fmla="*/ 1502735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34586 w 3607981"/>
                <a:gd name="connsiteY53" fmla="*/ 1261730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81470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375144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20409 w 3607981"/>
                <a:gd name="connsiteY53" fmla="*/ 1240465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59442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59442 w 3607981"/>
                <a:gd name="connsiteY76" fmla="*/ 0 h 1573618"/>
                <a:gd name="connsiteX0" fmla="*/ 1573656 w 3607981"/>
                <a:gd name="connsiteY0" fmla="*/ 0 h 1573618"/>
                <a:gd name="connsiteX1" fmla="*/ 1438939 w 3607981"/>
                <a:gd name="connsiteY1" fmla="*/ 262270 h 1573618"/>
                <a:gd name="connsiteX2" fmla="*/ 1006549 w 3607981"/>
                <a:gd name="connsiteY2" fmla="*/ 311888 h 1573618"/>
                <a:gd name="connsiteX3" fmla="*/ 581246 w 3607981"/>
                <a:gd name="connsiteY3" fmla="*/ 248093 h 1573618"/>
                <a:gd name="connsiteX4" fmla="*/ 311888 w 3607981"/>
                <a:gd name="connsiteY4" fmla="*/ 120502 h 1573618"/>
                <a:gd name="connsiteX5" fmla="*/ 552893 w 3607981"/>
                <a:gd name="connsiteY5" fmla="*/ 297711 h 1573618"/>
                <a:gd name="connsiteX6" fmla="*/ 219739 w 3607981"/>
                <a:gd name="connsiteY6" fmla="*/ 432391 h 1573618"/>
                <a:gd name="connsiteX7" fmla="*/ 595423 w 3607981"/>
                <a:gd name="connsiteY7" fmla="*/ 340242 h 1573618"/>
                <a:gd name="connsiteX8" fmla="*/ 1006549 w 3607981"/>
                <a:gd name="connsiteY8" fmla="*/ 354418 h 1573618"/>
                <a:gd name="connsiteX9" fmla="*/ 772632 w 3607981"/>
                <a:gd name="connsiteY9" fmla="*/ 531628 h 1573618"/>
                <a:gd name="connsiteX10" fmla="*/ 1056167 w 3607981"/>
                <a:gd name="connsiteY10" fmla="*/ 382772 h 1573618"/>
                <a:gd name="connsiteX11" fmla="*/ 1488558 w 3607981"/>
                <a:gd name="connsiteY11" fmla="*/ 318977 h 1573618"/>
                <a:gd name="connsiteX12" fmla="*/ 1658679 w 3607981"/>
                <a:gd name="connsiteY12" fmla="*/ 14177 h 1573618"/>
                <a:gd name="connsiteX13" fmla="*/ 1601972 w 3607981"/>
                <a:gd name="connsiteY13" fmla="*/ 453656 h 1573618"/>
                <a:gd name="connsiteX14" fmla="*/ 1240465 w 3607981"/>
                <a:gd name="connsiteY14" fmla="*/ 708837 h 1573618"/>
                <a:gd name="connsiteX15" fmla="*/ 815163 w 3607981"/>
                <a:gd name="connsiteY15" fmla="*/ 808074 h 1573618"/>
                <a:gd name="connsiteX16" fmla="*/ 482009 w 3607981"/>
                <a:gd name="connsiteY16" fmla="*/ 659218 h 1573618"/>
                <a:gd name="connsiteX17" fmla="*/ 786809 w 3607981"/>
                <a:gd name="connsiteY17" fmla="*/ 871870 h 1573618"/>
                <a:gd name="connsiteX18" fmla="*/ 432391 w 3607981"/>
                <a:gd name="connsiteY18" fmla="*/ 907311 h 1573618"/>
                <a:gd name="connsiteX19" fmla="*/ 822251 w 3607981"/>
                <a:gd name="connsiteY19" fmla="*/ 935665 h 1573618"/>
                <a:gd name="connsiteX20" fmla="*/ 1105786 w 3607981"/>
                <a:gd name="connsiteY20" fmla="*/ 864781 h 1573618"/>
                <a:gd name="connsiteX21" fmla="*/ 616688 w 3607981"/>
                <a:gd name="connsiteY21" fmla="*/ 1226289 h 1573618"/>
                <a:gd name="connsiteX22" fmla="*/ 361507 w 3607981"/>
                <a:gd name="connsiteY22" fmla="*/ 1233377 h 1573618"/>
                <a:gd name="connsiteX23" fmla="*/ 0 w 3607981"/>
                <a:gd name="connsiteY23" fmla="*/ 1254641 h 1573618"/>
                <a:gd name="connsiteX24" fmla="*/ 368595 w 3607981"/>
                <a:gd name="connsiteY24" fmla="*/ 1297172 h 1573618"/>
                <a:gd name="connsiteX25" fmla="*/ 7088 w 3607981"/>
                <a:gd name="connsiteY25" fmla="*/ 1438939 h 1573618"/>
                <a:gd name="connsiteX26" fmla="*/ 375684 w 3607981"/>
                <a:gd name="connsiteY26" fmla="*/ 1353879 h 1573618"/>
                <a:gd name="connsiteX27" fmla="*/ 56706 w 3607981"/>
                <a:gd name="connsiteY27" fmla="*/ 1573618 h 1573618"/>
                <a:gd name="connsiteX28" fmla="*/ 404037 w 3607981"/>
                <a:gd name="connsiteY28" fmla="*/ 1396409 h 1573618"/>
                <a:gd name="connsiteX29" fmla="*/ 694660 w 3607981"/>
                <a:gd name="connsiteY29" fmla="*/ 1290083 h 1573618"/>
                <a:gd name="connsiteX30" fmla="*/ 1006549 w 3607981"/>
                <a:gd name="connsiteY30" fmla="*/ 1041991 h 1573618"/>
                <a:gd name="connsiteX31" fmla="*/ 949842 w 3607981"/>
                <a:gd name="connsiteY31" fmla="*/ 1431851 h 1573618"/>
                <a:gd name="connsiteX32" fmla="*/ 1063256 w 3607981"/>
                <a:gd name="connsiteY32" fmla="*/ 1034902 h 1573618"/>
                <a:gd name="connsiteX33" fmla="*/ 1282995 w 3607981"/>
                <a:gd name="connsiteY33" fmla="*/ 779721 h 1573618"/>
                <a:gd name="connsiteX34" fmla="*/ 1616149 w 3607981"/>
                <a:gd name="connsiteY34" fmla="*/ 545804 h 1573618"/>
                <a:gd name="connsiteX35" fmla="*/ 1552353 w 3607981"/>
                <a:gd name="connsiteY35" fmla="*/ 914400 h 1573618"/>
                <a:gd name="connsiteX36" fmla="*/ 1375144 w 3607981"/>
                <a:gd name="connsiteY36" fmla="*/ 1119963 h 1573618"/>
                <a:gd name="connsiteX37" fmla="*/ 1594884 w 3607981"/>
                <a:gd name="connsiteY37" fmla="*/ 949842 h 1573618"/>
                <a:gd name="connsiteX38" fmla="*/ 1524000 w 3607981"/>
                <a:gd name="connsiteY38" fmla="*/ 1304260 h 1573618"/>
                <a:gd name="connsiteX39" fmla="*/ 1290084 w 3607981"/>
                <a:gd name="connsiteY39" fmla="*/ 1375144 h 1573618"/>
                <a:gd name="connsiteX40" fmla="*/ 1538177 w 3607981"/>
                <a:gd name="connsiteY40" fmla="*/ 1346791 h 1573618"/>
                <a:gd name="connsiteX41" fmla="*/ 1531088 w 3607981"/>
                <a:gd name="connsiteY41" fmla="*/ 1509823 h 1573618"/>
                <a:gd name="connsiteX42" fmla="*/ 1587795 w 3607981"/>
                <a:gd name="connsiteY42" fmla="*/ 1339702 h 1573618"/>
                <a:gd name="connsiteX43" fmla="*/ 1757916 w 3607981"/>
                <a:gd name="connsiteY43" fmla="*/ 1453116 h 1573618"/>
                <a:gd name="connsiteX44" fmla="*/ 1587795 w 3607981"/>
                <a:gd name="connsiteY44" fmla="*/ 1282995 h 1573618"/>
                <a:gd name="connsiteX45" fmla="*/ 1665767 w 3607981"/>
                <a:gd name="connsiteY45" fmla="*/ 935665 h 1573618"/>
                <a:gd name="connsiteX46" fmla="*/ 1779181 w 3607981"/>
                <a:gd name="connsiteY46" fmla="*/ 1190846 h 1573618"/>
                <a:gd name="connsiteX47" fmla="*/ 1687032 w 3607981"/>
                <a:gd name="connsiteY47" fmla="*/ 850604 h 1573618"/>
                <a:gd name="connsiteX48" fmla="*/ 1743739 w 3607981"/>
                <a:gd name="connsiteY48" fmla="*/ 538716 h 1573618"/>
                <a:gd name="connsiteX49" fmla="*/ 2069805 w 3607981"/>
                <a:gd name="connsiteY49" fmla="*/ 1006549 h 1573618"/>
                <a:gd name="connsiteX50" fmla="*/ 2573079 w 3607981"/>
                <a:gd name="connsiteY50" fmla="*/ 1410585 h 1573618"/>
                <a:gd name="connsiteX51" fmla="*/ 2884967 w 3607981"/>
                <a:gd name="connsiteY51" fmla="*/ 1446028 h 1573618"/>
                <a:gd name="connsiteX52" fmla="*/ 2587256 w 3607981"/>
                <a:gd name="connsiteY52" fmla="*/ 1325525 h 1573618"/>
                <a:gd name="connsiteX53" fmla="*/ 2906233 w 3607981"/>
                <a:gd name="connsiteY53" fmla="*/ 1275907 h 1573618"/>
                <a:gd name="connsiteX54" fmla="*/ 2565991 w 3607981"/>
                <a:gd name="connsiteY54" fmla="*/ 1240465 h 1573618"/>
                <a:gd name="connsiteX55" fmla="*/ 2176130 w 3607981"/>
                <a:gd name="connsiteY55" fmla="*/ 921488 h 1573618"/>
                <a:gd name="connsiteX56" fmla="*/ 1821711 w 3607981"/>
                <a:gd name="connsiteY56" fmla="*/ 496186 h 1573618"/>
                <a:gd name="connsiteX57" fmla="*/ 2544725 w 3607981"/>
                <a:gd name="connsiteY57" fmla="*/ 914400 h 1573618"/>
                <a:gd name="connsiteX58" fmla="*/ 3260651 w 3607981"/>
                <a:gd name="connsiteY58" fmla="*/ 1027814 h 1573618"/>
                <a:gd name="connsiteX59" fmla="*/ 3607981 w 3607981"/>
                <a:gd name="connsiteY59" fmla="*/ 1261730 h 1573618"/>
                <a:gd name="connsiteX60" fmla="*/ 3296093 w 3607981"/>
                <a:gd name="connsiteY60" fmla="*/ 999460 h 1573618"/>
                <a:gd name="connsiteX61" fmla="*/ 3572539 w 3607981"/>
                <a:gd name="connsiteY61" fmla="*/ 893135 h 1573618"/>
                <a:gd name="connsiteX62" fmla="*/ 3232298 w 3607981"/>
                <a:gd name="connsiteY62" fmla="*/ 942753 h 1573618"/>
                <a:gd name="connsiteX63" fmla="*/ 2530549 w 3607981"/>
                <a:gd name="connsiteY63" fmla="*/ 829339 h 1573618"/>
                <a:gd name="connsiteX64" fmla="*/ 1828800 w 3607981"/>
                <a:gd name="connsiteY64" fmla="*/ 404037 h 1573618"/>
                <a:gd name="connsiteX65" fmla="*/ 1949302 w 3607981"/>
                <a:gd name="connsiteY65" fmla="*/ 198474 h 1573618"/>
                <a:gd name="connsiteX66" fmla="*/ 2573079 w 3607981"/>
                <a:gd name="connsiteY66" fmla="*/ 425302 h 1573618"/>
                <a:gd name="connsiteX67" fmla="*/ 3182679 w 3607981"/>
                <a:gd name="connsiteY67" fmla="*/ 446567 h 1573618"/>
                <a:gd name="connsiteX68" fmla="*/ 3565451 w 3607981"/>
                <a:gd name="connsiteY68" fmla="*/ 595423 h 1573618"/>
                <a:gd name="connsiteX69" fmla="*/ 3211032 w 3607981"/>
                <a:gd name="connsiteY69" fmla="*/ 432391 h 1573618"/>
                <a:gd name="connsiteX70" fmla="*/ 3586716 w 3607981"/>
                <a:gd name="connsiteY70" fmla="*/ 489097 h 1573618"/>
                <a:gd name="connsiteX71" fmla="*/ 3175591 w 3607981"/>
                <a:gd name="connsiteY71" fmla="*/ 368595 h 1573618"/>
                <a:gd name="connsiteX72" fmla="*/ 2565991 w 3607981"/>
                <a:gd name="connsiteY72" fmla="*/ 340242 h 1573618"/>
                <a:gd name="connsiteX73" fmla="*/ 1963479 w 3607981"/>
                <a:gd name="connsiteY73" fmla="*/ 63795 h 1573618"/>
                <a:gd name="connsiteX74" fmla="*/ 1998921 w 3607981"/>
                <a:gd name="connsiteY74" fmla="*/ 0 h 1573618"/>
                <a:gd name="connsiteX75" fmla="*/ 1998921 w 3607981"/>
                <a:gd name="connsiteY75" fmla="*/ 0 h 1573618"/>
                <a:gd name="connsiteX76" fmla="*/ 1573656 w 3607981"/>
                <a:gd name="connsiteY76" fmla="*/ 0 h 157361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6130 w 3607981"/>
                <a:gd name="connsiteY55" fmla="*/ 927838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069805 w 3607981"/>
                <a:gd name="connsiteY49" fmla="*/ 1012899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573079 w 3607981"/>
                <a:gd name="connsiteY50" fmla="*/ 1416935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87256 w 3607981"/>
                <a:gd name="connsiteY52" fmla="*/ 1331875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565991 w 3607981"/>
                <a:gd name="connsiteY54" fmla="*/ 1246815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13661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240465 w 3607981"/>
                <a:gd name="connsiteY14" fmla="*/ 715187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14424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42015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616688 w 3607981"/>
                <a:gd name="connsiteY21" fmla="*/ 1232639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361507 w 3607981"/>
                <a:gd name="connsiteY22" fmla="*/ 1239727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368595 w 3607981"/>
                <a:gd name="connsiteY24" fmla="*/ 1303522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375684 w 3607981"/>
                <a:gd name="connsiteY26" fmla="*/ 1360229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7088 w 3607981"/>
                <a:gd name="connsiteY25" fmla="*/ 1445289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79968"/>
                <a:gd name="connsiteX1" fmla="*/ 1438939 w 3607981"/>
                <a:gd name="connsiteY1" fmla="*/ 268620 h 1579968"/>
                <a:gd name="connsiteX2" fmla="*/ 1006549 w 3607981"/>
                <a:gd name="connsiteY2" fmla="*/ 318238 h 1579968"/>
                <a:gd name="connsiteX3" fmla="*/ 581246 w 3607981"/>
                <a:gd name="connsiteY3" fmla="*/ 254443 h 1579968"/>
                <a:gd name="connsiteX4" fmla="*/ 311888 w 3607981"/>
                <a:gd name="connsiteY4" fmla="*/ 126852 h 1579968"/>
                <a:gd name="connsiteX5" fmla="*/ 552893 w 3607981"/>
                <a:gd name="connsiteY5" fmla="*/ 304061 h 1579968"/>
                <a:gd name="connsiteX6" fmla="*/ 219739 w 3607981"/>
                <a:gd name="connsiteY6" fmla="*/ 438741 h 1579968"/>
                <a:gd name="connsiteX7" fmla="*/ 595423 w 3607981"/>
                <a:gd name="connsiteY7" fmla="*/ 346592 h 1579968"/>
                <a:gd name="connsiteX8" fmla="*/ 1006549 w 3607981"/>
                <a:gd name="connsiteY8" fmla="*/ 360768 h 1579968"/>
                <a:gd name="connsiteX9" fmla="*/ 772632 w 3607981"/>
                <a:gd name="connsiteY9" fmla="*/ 537978 h 1579968"/>
                <a:gd name="connsiteX10" fmla="*/ 1056167 w 3607981"/>
                <a:gd name="connsiteY10" fmla="*/ 389122 h 1579968"/>
                <a:gd name="connsiteX11" fmla="*/ 1488558 w 3607981"/>
                <a:gd name="connsiteY11" fmla="*/ 325327 h 1579968"/>
                <a:gd name="connsiteX12" fmla="*/ 1658679 w 3607981"/>
                <a:gd name="connsiteY12" fmla="*/ 20527 h 1579968"/>
                <a:gd name="connsiteX13" fmla="*/ 1601972 w 3607981"/>
                <a:gd name="connsiteY13" fmla="*/ 460006 h 1579968"/>
                <a:gd name="connsiteX14" fmla="*/ 1152641 w 3607981"/>
                <a:gd name="connsiteY14" fmla="*/ 797845 h 1579968"/>
                <a:gd name="connsiteX15" fmla="*/ 815163 w 3607981"/>
                <a:gd name="connsiteY15" fmla="*/ 845420 h 1579968"/>
                <a:gd name="connsiteX16" fmla="*/ 482009 w 3607981"/>
                <a:gd name="connsiteY16" fmla="*/ 665568 h 1579968"/>
                <a:gd name="connsiteX17" fmla="*/ 786809 w 3607981"/>
                <a:gd name="connsiteY17" fmla="*/ 878220 h 1579968"/>
                <a:gd name="connsiteX18" fmla="*/ 432391 w 3607981"/>
                <a:gd name="connsiteY18" fmla="*/ 975654 h 1579968"/>
                <a:gd name="connsiteX19" fmla="*/ 822251 w 3607981"/>
                <a:gd name="connsiteY19" fmla="*/ 926516 h 1579968"/>
                <a:gd name="connsiteX20" fmla="*/ 1105786 w 3607981"/>
                <a:gd name="connsiteY20" fmla="*/ 871131 h 1579968"/>
                <a:gd name="connsiteX21" fmla="*/ 725176 w 3607981"/>
                <a:gd name="connsiteY21" fmla="*/ 1087988 h 1579968"/>
                <a:gd name="connsiteX22" fmla="*/ 480327 w 3607981"/>
                <a:gd name="connsiteY22" fmla="*/ 1188066 h 1579968"/>
                <a:gd name="connsiteX23" fmla="*/ 0 w 3607981"/>
                <a:gd name="connsiteY23" fmla="*/ 1260991 h 1579968"/>
                <a:gd name="connsiteX24" fmla="*/ 451252 w 3607981"/>
                <a:gd name="connsiteY24" fmla="*/ 1251861 h 1579968"/>
                <a:gd name="connsiteX25" fmla="*/ 1922 w 3607981"/>
                <a:gd name="connsiteY25" fmla="*/ 1403960 h 1579968"/>
                <a:gd name="connsiteX26" fmla="*/ 468674 w 3607981"/>
                <a:gd name="connsiteY26" fmla="*/ 1298236 h 1579968"/>
                <a:gd name="connsiteX27" fmla="*/ 56706 w 3607981"/>
                <a:gd name="connsiteY27" fmla="*/ 1579968 h 1579968"/>
                <a:gd name="connsiteX28" fmla="*/ 404037 w 3607981"/>
                <a:gd name="connsiteY28" fmla="*/ 1402759 h 1579968"/>
                <a:gd name="connsiteX29" fmla="*/ 694660 w 3607981"/>
                <a:gd name="connsiteY29" fmla="*/ 1296433 h 1579968"/>
                <a:gd name="connsiteX30" fmla="*/ 1006549 w 3607981"/>
                <a:gd name="connsiteY30" fmla="*/ 1048341 h 1579968"/>
                <a:gd name="connsiteX31" fmla="*/ 949842 w 3607981"/>
                <a:gd name="connsiteY31" fmla="*/ 1438201 h 1579968"/>
                <a:gd name="connsiteX32" fmla="*/ 1063256 w 3607981"/>
                <a:gd name="connsiteY32" fmla="*/ 1041252 h 1579968"/>
                <a:gd name="connsiteX33" fmla="*/ 1282995 w 3607981"/>
                <a:gd name="connsiteY33" fmla="*/ 786071 h 1579968"/>
                <a:gd name="connsiteX34" fmla="*/ 1616149 w 3607981"/>
                <a:gd name="connsiteY34" fmla="*/ 552154 h 1579968"/>
                <a:gd name="connsiteX35" fmla="*/ 1552353 w 3607981"/>
                <a:gd name="connsiteY35" fmla="*/ 920750 h 1579968"/>
                <a:gd name="connsiteX36" fmla="*/ 1375144 w 3607981"/>
                <a:gd name="connsiteY36" fmla="*/ 1126313 h 1579968"/>
                <a:gd name="connsiteX37" fmla="*/ 1594884 w 3607981"/>
                <a:gd name="connsiteY37" fmla="*/ 956192 h 1579968"/>
                <a:gd name="connsiteX38" fmla="*/ 1524000 w 3607981"/>
                <a:gd name="connsiteY38" fmla="*/ 1310610 h 1579968"/>
                <a:gd name="connsiteX39" fmla="*/ 1290084 w 3607981"/>
                <a:gd name="connsiteY39" fmla="*/ 1381494 h 1579968"/>
                <a:gd name="connsiteX40" fmla="*/ 1538177 w 3607981"/>
                <a:gd name="connsiteY40" fmla="*/ 1353141 h 1579968"/>
                <a:gd name="connsiteX41" fmla="*/ 1531088 w 3607981"/>
                <a:gd name="connsiteY41" fmla="*/ 1516173 h 1579968"/>
                <a:gd name="connsiteX42" fmla="*/ 1587795 w 3607981"/>
                <a:gd name="connsiteY42" fmla="*/ 1346052 h 1579968"/>
                <a:gd name="connsiteX43" fmla="*/ 1757916 w 3607981"/>
                <a:gd name="connsiteY43" fmla="*/ 1459466 h 1579968"/>
                <a:gd name="connsiteX44" fmla="*/ 1587795 w 3607981"/>
                <a:gd name="connsiteY44" fmla="*/ 1289345 h 1579968"/>
                <a:gd name="connsiteX45" fmla="*/ 1665767 w 3607981"/>
                <a:gd name="connsiteY45" fmla="*/ 942015 h 1579968"/>
                <a:gd name="connsiteX46" fmla="*/ 1779181 w 3607981"/>
                <a:gd name="connsiteY46" fmla="*/ 1197196 h 1579968"/>
                <a:gd name="connsiteX47" fmla="*/ 1687032 w 3607981"/>
                <a:gd name="connsiteY47" fmla="*/ 856954 h 1579968"/>
                <a:gd name="connsiteX48" fmla="*/ 1743739 w 3607981"/>
                <a:gd name="connsiteY48" fmla="*/ 545066 h 1579968"/>
                <a:gd name="connsiteX49" fmla="*/ 2121466 w 3607981"/>
                <a:gd name="connsiteY49" fmla="*/ 1043895 h 1579968"/>
                <a:gd name="connsiteX50" fmla="*/ 2474924 w 3607981"/>
                <a:gd name="connsiteY50" fmla="*/ 1329111 h 1579968"/>
                <a:gd name="connsiteX51" fmla="*/ 2884967 w 3607981"/>
                <a:gd name="connsiteY51" fmla="*/ 1452378 h 1579968"/>
                <a:gd name="connsiteX52" fmla="*/ 2576924 w 3607981"/>
                <a:gd name="connsiteY52" fmla="*/ 1311210 h 1579968"/>
                <a:gd name="connsiteX53" fmla="*/ 2906233 w 3607981"/>
                <a:gd name="connsiteY53" fmla="*/ 1282257 h 1579968"/>
                <a:gd name="connsiteX54" fmla="*/ 2602154 w 3607981"/>
                <a:gd name="connsiteY54" fmla="*/ 1277812 h 1579968"/>
                <a:gd name="connsiteX55" fmla="*/ 2170964 w 3607981"/>
                <a:gd name="connsiteY55" fmla="*/ 1000164 h 1579968"/>
                <a:gd name="connsiteX56" fmla="*/ 1821711 w 3607981"/>
                <a:gd name="connsiteY56" fmla="*/ 502536 h 1579968"/>
                <a:gd name="connsiteX57" fmla="*/ 2544725 w 3607981"/>
                <a:gd name="connsiteY57" fmla="*/ 920750 h 1579968"/>
                <a:gd name="connsiteX58" fmla="*/ 3260651 w 3607981"/>
                <a:gd name="connsiteY58" fmla="*/ 1034164 h 1579968"/>
                <a:gd name="connsiteX59" fmla="*/ 3607981 w 3607981"/>
                <a:gd name="connsiteY59" fmla="*/ 1268080 h 1579968"/>
                <a:gd name="connsiteX60" fmla="*/ 3296093 w 3607981"/>
                <a:gd name="connsiteY60" fmla="*/ 1005810 h 1579968"/>
                <a:gd name="connsiteX61" fmla="*/ 3572539 w 3607981"/>
                <a:gd name="connsiteY61" fmla="*/ 899485 h 1579968"/>
                <a:gd name="connsiteX62" fmla="*/ 3232298 w 3607981"/>
                <a:gd name="connsiteY62" fmla="*/ 949103 h 1579968"/>
                <a:gd name="connsiteX63" fmla="*/ 2530549 w 3607981"/>
                <a:gd name="connsiteY63" fmla="*/ 835689 h 1579968"/>
                <a:gd name="connsiteX64" fmla="*/ 1828800 w 3607981"/>
                <a:gd name="connsiteY64" fmla="*/ 410387 h 1579968"/>
                <a:gd name="connsiteX65" fmla="*/ 1949302 w 3607981"/>
                <a:gd name="connsiteY65" fmla="*/ 204824 h 1579968"/>
                <a:gd name="connsiteX66" fmla="*/ 2573079 w 3607981"/>
                <a:gd name="connsiteY66" fmla="*/ 431652 h 1579968"/>
                <a:gd name="connsiteX67" fmla="*/ 3182679 w 3607981"/>
                <a:gd name="connsiteY67" fmla="*/ 452917 h 1579968"/>
                <a:gd name="connsiteX68" fmla="*/ 3565451 w 3607981"/>
                <a:gd name="connsiteY68" fmla="*/ 601773 h 1579968"/>
                <a:gd name="connsiteX69" fmla="*/ 3211032 w 3607981"/>
                <a:gd name="connsiteY69" fmla="*/ 438741 h 1579968"/>
                <a:gd name="connsiteX70" fmla="*/ 3586716 w 3607981"/>
                <a:gd name="connsiteY70" fmla="*/ 495447 h 1579968"/>
                <a:gd name="connsiteX71" fmla="*/ 3175591 w 3607981"/>
                <a:gd name="connsiteY71" fmla="*/ 374945 h 1579968"/>
                <a:gd name="connsiteX72" fmla="*/ 2565991 w 3607981"/>
                <a:gd name="connsiteY72" fmla="*/ 346592 h 1579968"/>
                <a:gd name="connsiteX73" fmla="*/ 1963479 w 3607981"/>
                <a:gd name="connsiteY73" fmla="*/ 70145 h 1579968"/>
                <a:gd name="connsiteX74" fmla="*/ 1998921 w 3607981"/>
                <a:gd name="connsiteY74" fmla="*/ 6350 h 1579968"/>
                <a:gd name="connsiteX75" fmla="*/ 2011621 w 3607981"/>
                <a:gd name="connsiteY75" fmla="*/ 0 h 1579968"/>
                <a:gd name="connsiteX76" fmla="*/ 1573656 w 3607981"/>
                <a:gd name="connsiteY76" fmla="*/ 6350 h 1579968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94660 w 3607981"/>
                <a:gd name="connsiteY29" fmla="*/ 1296433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25176 w 3607981"/>
                <a:gd name="connsiteY21" fmla="*/ 1087988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815163 w 3607981"/>
                <a:gd name="connsiteY15" fmla="*/ 845420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482009 w 3607981"/>
                <a:gd name="connsiteY16" fmla="*/ 665568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6809 w 3607981"/>
                <a:gd name="connsiteY17" fmla="*/ 878220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432391 w 3607981"/>
                <a:gd name="connsiteY18" fmla="*/ 975654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822251 w 3607981"/>
                <a:gd name="connsiteY19" fmla="*/ 926516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38741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82679 w 3607981"/>
                <a:gd name="connsiteY67" fmla="*/ 452917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75591 w 3607981"/>
                <a:gd name="connsiteY71" fmla="*/ 374945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0092 w 3607981"/>
                <a:gd name="connsiteY71" fmla="*/ 395609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211032 w 3607981"/>
                <a:gd name="connsiteY69" fmla="*/ 418077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90368 w 3607981"/>
                <a:gd name="connsiteY69" fmla="*/ 428409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602154 w 3607981"/>
                <a:gd name="connsiteY54" fmla="*/ 1277812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576924 w 3607981"/>
                <a:gd name="connsiteY52" fmla="*/ 1311210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84967 w 3607981"/>
                <a:gd name="connsiteY51" fmla="*/ 1452378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6350 h 1523141"/>
                <a:gd name="connsiteX1" fmla="*/ 1438939 w 3607981"/>
                <a:gd name="connsiteY1" fmla="*/ 268620 h 1523141"/>
                <a:gd name="connsiteX2" fmla="*/ 1006549 w 3607981"/>
                <a:gd name="connsiteY2" fmla="*/ 318238 h 1523141"/>
                <a:gd name="connsiteX3" fmla="*/ 581246 w 3607981"/>
                <a:gd name="connsiteY3" fmla="*/ 254443 h 1523141"/>
                <a:gd name="connsiteX4" fmla="*/ 311888 w 3607981"/>
                <a:gd name="connsiteY4" fmla="*/ 126852 h 1523141"/>
                <a:gd name="connsiteX5" fmla="*/ 552893 w 3607981"/>
                <a:gd name="connsiteY5" fmla="*/ 304061 h 1523141"/>
                <a:gd name="connsiteX6" fmla="*/ 219739 w 3607981"/>
                <a:gd name="connsiteY6" fmla="*/ 438741 h 1523141"/>
                <a:gd name="connsiteX7" fmla="*/ 595423 w 3607981"/>
                <a:gd name="connsiteY7" fmla="*/ 346592 h 1523141"/>
                <a:gd name="connsiteX8" fmla="*/ 1006549 w 3607981"/>
                <a:gd name="connsiteY8" fmla="*/ 360768 h 1523141"/>
                <a:gd name="connsiteX9" fmla="*/ 772632 w 3607981"/>
                <a:gd name="connsiteY9" fmla="*/ 537978 h 1523141"/>
                <a:gd name="connsiteX10" fmla="*/ 1056167 w 3607981"/>
                <a:gd name="connsiteY10" fmla="*/ 389122 h 1523141"/>
                <a:gd name="connsiteX11" fmla="*/ 1488558 w 3607981"/>
                <a:gd name="connsiteY11" fmla="*/ 325327 h 1523141"/>
                <a:gd name="connsiteX12" fmla="*/ 1658679 w 3607981"/>
                <a:gd name="connsiteY12" fmla="*/ 20527 h 1523141"/>
                <a:gd name="connsiteX13" fmla="*/ 1601972 w 3607981"/>
                <a:gd name="connsiteY13" fmla="*/ 460006 h 1523141"/>
                <a:gd name="connsiteX14" fmla="*/ 1152641 w 3607981"/>
                <a:gd name="connsiteY14" fmla="*/ 797845 h 1523141"/>
                <a:gd name="connsiteX15" fmla="*/ 717007 w 3607981"/>
                <a:gd name="connsiteY15" fmla="*/ 716268 h 1523141"/>
                <a:gd name="connsiteX16" fmla="*/ 378687 w 3607981"/>
                <a:gd name="connsiteY16" fmla="*/ 619073 h 1523141"/>
                <a:gd name="connsiteX17" fmla="*/ 781643 w 3607981"/>
                <a:gd name="connsiteY17" fmla="*/ 795562 h 1523141"/>
                <a:gd name="connsiteX18" fmla="*/ 365232 w 3607981"/>
                <a:gd name="connsiteY18" fmla="*/ 810339 h 1523141"/>
                <a:gd name="connsiteX19" fmla="*/ 744759 w 3607981"/>
                <a:gd name="connsiteY19" fmla="*/ 859357 h 1523141"/>
                <a:gd name="connsiteX20" fmla="*/ 1105786 w 3607981"/>
                <a:gd name="connsiteY20" fmla="*/ 871131 h 1523141"/>
                <a:gd name="connsiteX21" fmla="*/ 709678 w 3607981"/>
                <a:gd name="connsiteY21" fmla="*/ 1118985 h 1523141"/>
                <a:gd name="connsiteX22" fmla="*/ 480327 w 3607981"/>
                <a:gd name="connsiteY22" fmla="*/ 1188066 h 1523141"/>
                <a:gd name="connsiteX23" fmla="*/ 0 w 3607981"/>
                <a:gd name="connsiteY23" fmla="*/ 1260991 h 1523141"/>
                <a:gd name="connsiteX24" fmla="*/ 451252 w 3607981"/>
                <a:gd name="connsiteY24" fmla="*/ 1251861 h 1523141"/>
                <a:gd name="connsiteX25" fmla="*/ 1922 w 3607981"/>
                <a:gd name="connsiteY25" fmla="*/ 1403960 h 1523141"/>
                <a:gd name="connsiteX26" fmla="*/ 468674 w 3607981"/>
                <a:gd name="connsiteY26" fmla="*/ 1298236 h 1523141"/>
                <a:gd name="connsiteX27" fmla="*/ 41207 w 3607981"/>
                <a:gd name="connsiteY27" fmla="*/ 1523141 h 1523141"/>
                <a:gd name="connsiteX28" fmla="*/ 404037 w 3607981"/>
                <a:gd name="connsiteY28" fmla="*/ 1402759 h 1523141"/>
                <a:gd name="connsiteX29" fmla="*/ 632667 w 3607981"/>
                <a:gd name="connsiteY29" fmla="*/ 1275769 h 1523141"/>
                <a:gd name="connsiteX30" fmla="*/ 1006549 w 3607981"/>
                <a:gd name="connsiteY30" fmla="*/ 1048341 h 1523141"/>
                <a:gd name="connsiteX31" fmla="*/ 949842 w 3607981"/>
                <a:gd name="connsiteY31" fmla="*/ 1438201 h 1523141"/>
                <a:gd name="connsiteX32" fmla="*/ 1063256 w 3607981"/>
                <a:gd name="connsiteY32" fmla="*/ 1041252 h 1523141"/>
                <a:gd name="connsiteX33" fmla="*/ 1282995 w 3607981"/>
                <a:gd name="connsiteY33" fmla="*/ 786071 h 1523141"/>
                <a:gd name="connsiteX34" fmla="*/ 1616149 w 3607981"/>
                <a:gd name="connsiteY34" fmla="*/ 552154 h 1523141"/>
                <a:gd name="connsiteX35" fmla="*/ 1552353 w 3607981"/>
                <a:gd name="connsiteY35" fmla="*/ 920750 h 1523141"/>
                <a:gd name="connsiteX36" fmla="*/ 1375144 w 3607981"/>
                <a:gd name="connsiteY36" fmla="*/ 1126313 h 1523141"/>
                <a:gd name="connsiteX37" fmla="*/ 1594884 w 3607981"/>
                <a:gd name="connsiteY37" fmla="*/ 956192 h 1523141"/>
                <a:gd name="connsiteX38" fmla="*/ 1524000 w 3607981"/>
                <a:gd name="connsiteY38" fmla="*/ 1310610 h 1523141"/>
                <a:gd name="connsiteX39" fmla="*/ 1290084 w 3607981"/>
                <a:gd name="connsiteY39" fmla="*/ 1381494 h 1523141"/>
                <a:gd name="connsiteX40" fmla="*/ 1538177 w 3607981"/>
                <a:gd name="connsiteY40" fmla="*/ 1353141 h 1523141"/>
                <a:gd name="connsiteX41" fmla="*/ 1531088 w 3607981"/>
                <a:gd name="connsiteY41" fmla="*/ 1516173 h 1523141"/>
                <a:gd name="connsiteX42" fmla="*/ 1587795 w 3607981"/>
                <a:gd name="connsiteY42" fmla="*/ 1346052 h 1523141"/>
                <a:gd name="connsiteX43" fmla="*/ 1757916 w 3607981"/>
                <a:gd name="connsiteY43" fmla="*/ 1459466 h 1523141"/>
                <a:gd name="connsiteX44" fmla="*/ 1587795 w 3607981"/>
                <a:gd name="connsiteY44" fmla="*/ 1289345 h 1523141"/>
                <a:gd name="connsiteX45" fmla="*/ 1665767 w 3607981"/>
                <a:gd name="connsiteY45" fmla="*/ 942015 h 1523141"/>
                <a:gd name="connsiteX46" fmla="*/ 1779181 w 3607981"/>
                <a:gd name="connsiteY46" fmla="*/ 1197196 h 1523141"/>
                <a:gd name="connsiteX47" fmla="*/ 1687032 w 3607981"/>
                <a:gd name="connsiteY47" fmla="*/ 856954 h 1523141"/>
                <a:gd name="connsiteX48" fmla="*/ 1743739 w 3607981"/>
                <a:gd name="connsiteY48" fmla="*/ 545066 h 1523141"/>
                <a:gd name="connsiteX49" fmla="*/ 2121466 w 3607981"/>
                <a:gd name="connsiteY49" fmla="*/ 1043895 h 1523141"/>
                <a:gd name="connsiteX50" fmla="*/ 2474924 w 3607981"/>
                <a:gd name="connsiteY50" fmla="*/ 1329111 h 1523141"/>
                <a:gd name="connsiteX51" fmla="*/ 2895300 w 3607981"/>
                <a:gd name="connsiteY51" fmla="*/ 1426547 h 1523141"/>
                <a:gd name="connsiteX52" fmla="*/ 2489100 w 3607981"/>
                <a:gd name="connsiteY52" fmla="*/ 1275048 h 1523141"/>
                <a:gd name="connsiteX53" fmla="*/ 2906233 w 3607981"/>
                <a:gd name="connsiteY53" fmla="*/ 1282257 h 1523141"/>
                <a:gd name="connsiteX54" fmla="*/ 2447171 w 3607981"/>
                <a:gd name="connsiteY54" fmla="*/ 1226151 h 1523141"/>
                <a:gd name="connsiteX55" fmla="*/ 2170964 w 3607981"/>
                <a:gd name="connsiteY55" fmla="*/ 1000164 h 1523141"/>
                <a:gd name="connsiteX56" fmla="*/ 1821711 w 3607981"/>
                <a:gd name="connsiteY56" fmla="*/ 502536 h 1523141"/>
                <a:gd name="connsiteX57" fmla="*/ 2544725 w 3607981"/>
                <a:gd name="connsiteY57" fmla="*/ 920750 h 1523141"/>
                <a:gd name="connsiteX58" fmla="*/ 3260651 w 3607981"/>
                <a:gd name="connsiteY58" fmla="*/ 1034164 h 1523141"/>
                <a:gd name="connsiteX59" fmla="*/ 3607981 w 3607981"/>
                <a:gd name="connsiteY59" fmla="*/ 1268080 h 1523141"/>
                <a:gd name="connsiteX60" fmla="*/ 3296093 w 3607981"/>
                <a:gd name="connsiteY60" fmla="*/ 1005810 h 1523141"/>
                <a:gd name="connsiteX61" fmla="*/ 3572539 w 3607981"/>
                <a:gd name="connsiteY61" fmla="*/ 899485 h 1523141"/>
                <a:gd name="connsiteX62" fmla="*/ 3232298 w 3607981"/>
                <a:gd name="connsiteY62" fmla="*/ 949103 h 1523141"/>
                <a:gd name="connsiteX63" fmla="*/ 2530549 w 3607981"/>
                <a:gd name="connsiteY63" fmla="*/ 835689 h 1523141"/>
                <a:gd name="connsiteX64" fmla="*/ 1828800 w 3607981"/>
                <a:gd name="connsiteY64" fmla="*/ 410387 h 1523141"/>
                <a:gd name="connsiteX65" fmla="*/ 1949302 w 3607981"/>
                <a:gd name="connsiteY65" fmla="*/ 204824 h 1523141"/>
                <a:gd name="connsiteX66" fmla="*/ 2573079 w 3607981"/>
                <a:gd name="connsiteY66" fmla="*/ 431652 h 1523141"/>
                <a:gd name="connsiteX67" fmla="*/ 3146516 w 3607981"/>
                <a:gd name="connsiteY67" fmla="*/ 447751 h 1523141"/>
                <a:gd name="connsiteX68" fmla="*/ 3565451 w 3607981"/>
                <a:gd name="connsiteY68" fmla="*/ 601773 h 1523141"/>
                <a:gd name="connsiteX69" fmla="*/ 3180035 w 3607981"/>
                <a:gd name="connsiteY69" fmla="*/ 407744 h 1523141"/>
                <a:gd name="connsiteX70" fmla="*/ 3586716 w 3607981"/>
                <a:gd name="connsiteY70" fmla="*/ 495447 h 1523141"/>
                <a:gd name="connsiteX71" fmla="*/ 3165258 w 3607981"/>
                <a:gd name="connsiteY71" fmla="*/ 364613 h 1523141"/>
                <a:gd name="connsiteX72" fmla="*/ 2565991 w 3607981"/>
                <a:gd name="connsiteY72" fmla="*/ 346592 h 1523141"/>
                <a:gd name="connsiteX73" fmla="*/ 1963479 w 3607981"/>
                <a:gd name="connsiteY73" fmla="*/ 70145 h 1523141"/>
                <a:gd name="connsiteX74" fmla="*/ 1998921 w 3607981"/>
                <a:gd name="connsiteY74" fmla="*/ 6350 h 1523141"/>
                <a:gd name="connsiteX75" fmla="*/ 2011621 w 3607981"/>
                <a:gd name="connsiteY75" fmla="*/ 0 h 1523141"/>
                <a:gd name="connsiteX76" fmla="*/ 1573656 w 3607981"/>
                <a:gd name="connsiteY76" fmla="*/ 6350 h 152314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63479 w 3607981"/>
                <a:gd name="connsiteY73" fmla="*/ 6379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73172 w 3607981"/>
                <a:gd name="connsiteY73" fmla="*/ 151035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53622 w 3607981"/>
                <a:gd name="connsiteY73" fmla="*/ 19303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949302 w 3607981"/>
                <a:gd name="connsiteY65" fmla="*/ 198474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982865 w 3607981"/>
                <a:gd name="connsiteY73" fmla="*/ 163959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23289 w 3607981"/>
                <a:gd name="connsiteY65" fmla="*/ 188781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28800 w 3607981"/>
                <a:gd name="connsiteY64" fmla="*/ 404037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41341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1834234 w 3607981"/>
                <a:gd name="connsiteY73" fmla="*/ 128416 h 1516791"/>
                <a:gd name="connsiteX74" fmla="*/ 1998921 w 3607981"/>
                <a:gd name="connsiteY74" fmla="*/ 0 h 1516791"/>
                <a:gd name="connsiteX75" fmla="*/ 1573656 w 3607981"/>
                <a:gd name="connsiteY7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134833 w 3607981"/>
                <a:gd name="connsiteY73" fmla="*/ 215181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573079 w 3607981"/>
                <a:gd name="connsiteY66" fmla="*/ 425302 h 1516791"/>
                <a:gd name="connsiteX67" fmla="*/ 3146516 w 3607981"/>
                <a:gd name="connsiteY67" fmla="*/ 441401 h 1516791"/>
                <a:gd name="connsiteX68" fmla="*/ 3565451 w 3607981"/>
                <a:gd name="connsiteY68" fmla="*/ 595423 h 1516791"/>
                <a:gd name="connsiteX69" fmla="*/ 3180035 w 3607981"/>
                <a:gd name="connsiteY69" fmla="*/ 401394 h 1516791"/>
                <a:gd name="connsiteX70" fmla="*/ 3586716 w 3607981"/>
                <a:gd name="connsiteY70" fmla="*/ 489097 h 1516791"/>
                <a:gd name="connsiteX71" fmla="*/ 3165258 w 3607981"/>
                <a:gd name="connsiteY71" fmla="*/ 358263 h 1516791"/>
                <a:gd name="connsiteX72" fmla="*/ 2565991 w 3607981"/>
                <a:gd name="connsiteY72" fmla="*/ 340242 h 1516791"/>
                <a:gd name="connsiteX73" fmla="*/ 2202686 w 3607981"/>
                <a:gd name="connsiteY73" fmla="*/ 173176 h 1516791"/>
                <a:gd name="connsiteX74" fmla="*/ 1834234 w 3607981"/>
                <a:gd name="connsiteY74" fmla="*/ 128416 h 1516791"/>
                <a:gd name="connsiteX75" fmla="*/ 1998921 w 3607981"/>
                <a:gd name="connsiteY75" fmla="*/ 0 h 1516791"/>
                <a:gd name="connsiteX76" fmla="*/ 1573656 w 3607981"/>
                <a:gd name="connsiteY76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41295 w 3607981"/>
                <a:gd name="connsiteY66" fmla="*/ 292727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46516 w 3607981"/>
                <a:gd name="connsiteY68" fmla="*/ 441401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565991 w 3607981"/>
                <a:gd name="connsiteY73" fmla="*/ 340242 h 1516791"/>
                <a:gd name="connsiteX74" fmla="*/ 2202686 w 3607981"/>
                <a:gd name="connsiteY74" fmla="*/ 173176 h 1516791"/>
                <a:gd name="connsiteX75" fmla="*/ 1834234 w 3607981"/>
                <a:gd name="connsiteY75" fmla="*/ 128416 h 1516791"/>
                <a:gd name="connsiteX76" fmla="*/ 1998921 w 3607981"/>
                <a:gd name="connsiteY76" fmla="*/ 0 h 1516791"/>
                <a:gd name="connsiteX77" fmla="*/ 1573656 w 3607981"/>
                <a:gd name="connsiteY77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48905 w 3607981"/>
                <a:gd name="connsiteY73" fmla="*/ 344425 h 1516791"/>
                <a:gd name="connsiteX74" fmla="*/ 2565991 w 3607981"/>
                <a:gd name="connsiteY74" fmla="*/ 340242 h 1516791"/>
                <a:gd name="connsiteX75" fmla="*/ 2202686 w 3607981"/>
                <a:gd name="connsiteY75" fmla="*/ 173176 h 1516791"/>
                <a:gd name="connsiteX76" fmla="*/ 1834234 w 3607981"/>
                <a:gd name="connsiteY76" fmla="*/ 128416 h 1516791"/>
                <a:gd name="connsiteX77" fmla="*/ 1998921 w 3607981"/>
                <a:gd name="connsiteY77" fmla="*/ 0 h 1516791"/>
                <a:gd name="connsiteX78" fmla="*/ 1573656 w 3607981"/>
                <a:gd name="connsiteY78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884447 w 3607981"/>
                <a:gd name="connsiteY73" fmla="*/ 341193 h 1516791"/>
                <a:gd name="connsiteX74" fmla="*/ 2848905 w 3607981"/>
                <a:gd name="connsiteY74" fmla="*/ 344425 h 1516791"/>
                <a:gd name="connsiteX75" fmla="*/ 2565991 w 3607981"/>
                <a:gd name="connsiteY75" fmla="*/ 340242 h 1516791"/>
                <a:gd name="connsiteX76" fmla="*/ 2202686 w 3607981"/>
                <a:gd name="connsiteY76" fmla="*/ 173176 h 1516791"/>
                <a:gd name="connsiteX77" fmla="*/ 1834234 w 3607981"/>
                <a:gd name="connsiteY77" fmla="*/ 128416 h 1516791"/>
                <a:gd name="connsiteX78" fmla="*/ 1998921 w 3607981"/>
                <a:gd name="connsiteY78" fmla="*/ 0 h 1516791"/>
                <a:gd name="connsiteX79" fmla="*/ 1573656 w 3607981"/>
                <a:gd name="connsiteY79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884447 w 3607981"/>
                <a:gd name="connsiteY74" fmla="*/ 34119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2961994 w 3607981"/>
                <a:gd name="connsiteY74" fmla="*/ 192563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848905 w 3607981"/>
                <a:gd name="connsiteY75" fmla="*/ 344425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36145 w 3607981"/>
                <a:gd name="connsiteY73" fmla="*/ 344425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6716 w 3607981"/>
                <a:gd name="connsiteY71" fmla="*/ 489097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65451 w 3607981"/>
                <a:gd name="connsiteY69" fmla="*/ 595423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573079 w 3607981"/>
                <a:gd name="connsiteY67" fmla="*/ 425302 h 1516791"/>
                <a:gd name="connsiteX68" fmla="*/ 3117436 w 3607981"/>
                <a:gd name="connsiteY68" fmla="*/ 431708 h 1516791"/>
                <a:gd name="connsiteX69" fmla="*/ 3578376 w 3607981"/>
                <a:gd name="connsiteY69" fmla="*/ 514646 h 1516791"/>
                <a:gd name="connsiteX70" fmla="*/ 3180035 w 3607981"/>
                <a:gd name="connsiteY70" fmla="*/ 401394 h 1516791"/>
                <a:gd name="connsiteX71" fmla="*/ 3580254 w 3607981"/>
                <a:gd name="connsiteY71" fmla="*/ 279076 h 1516791"/>
                <a:gd name="connsiteX72" fmla="*/ 3165258 w 3607981"/>
                <a:gd name="connsiteY72" fmla="*/ 358263 h 1516791"/>
                <a:gd name="connsiteX73" fmla="*/ 2949069 w 3607981"/>
                <a:gd name="connsiteY73" fmla="*/ 357349 h 1516791"/>
                <a:gd name="connsiteX74" fmla="*/ 3000767 w 3607981"/>
                <a:gd name="connsiteY74" fmla="*/ 186101 h 1516791"/>
                <a:gd name="connsiteX75" fmla="*/ 2900603 w 3607981"/>
                <a:gd name="connsiteY75" fmla="*/ 357350 h 1516791"/>
                <a:gd name="connsiteX76" fmla="*/ 2565991 w 3607981"/>
                <a:gd name="connsiteY76" fmla="*/ 340242 h 1516791"/>
                <a:gd name="connsiteX77" fmla="*/ 2202686 w 3607981"/>
                <a:gd name="connsiteY77" fmla="*/ 173176 h 1516791"/>
                <a:gd name="connsiteX78" fmla="*/ 1834234 w 3607981"/>
                <a:gd name="connsiteY78" fmla="*/ 128416 h 1516791"/>
                <a:gd name="connsiteX79" fmla="*/ 1998921 w 3607981"/>
                <a:gd name="connsiteY79" fmla="*/ 0 h 1516791"/>
                <a:gd name="connsiteX80" fmla="*/ 1573656 w 3607981"/>
                <a:gd name="connsiteY80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54712 w 3607981"/>
                <a:gd name="connsiteY67" fmla="*/ 373504 h 1516791"/>
                <a:gd name="connsiteX68" fmla="*/ 2573079 w 3607981"/>
                <a:gd name="connsiteY68" fmla="*/ 425302 h 1516791"/>
                <a:gd name="connsiteX69" fmla="*/ 3117436 w 3607981"/>
                <a:gd name="connsiteY69" fmla="*/ 431708 h 1516791"/>
                <a:gd name="connsiteX70" fmla="*/ 3578376 w 3607981"/>
                <a:gd name="connsiteY70" fmla="*/ 514646 h 1516791"/>
                <a:gd name="connsiteX71" fmla="*/ 3180035 w 3607981"/>
                <a:gd name="connsiteY71" fmla="*/ 401394 h 1516791"/>
                <a:gd name="connsiteX72" fmla="*/ 3580254 w 3607981"/>
                <a:gd name="connsiteY72" fmla="*/ 279076 h 1516791"/>
                <a:gd name="connsiteX73" fmla="*/ 3165258 w 3607981"/>
                <a:gd name="connsiteY73" fmla="*/ 358263 h 1516791"/>
                <a:gd name="connsiteX74" fmla="*/ 2949069 w 3607981"/>
                <a:gd name="connsiteY74" fmla="*/ 357349 h 1516791"/>
                <a:gd name="connsiteX75" fmla="*/ 3000767 w 3607981"/>
                <a:gd name="connsiteY75" fmla="*/ 186101 h 1516791"/>
                <a:gd name="connsiteX76" fmla="*/ 2900603 w 3607981"/>
                <a:gd name="connsiteY76" fmla="*/ 357350 h 1516791"/>
                <a:gd name="connsiteX77" fmla="*/ 2565991 w 3607981"/>
                <a:gd name="connsiteY77" fmla="*/ 340242 h 1516791"/>
                <a:gd name="connsiteX78" fmla="*/ 2202686 w 3607981"/>
                <a:gd name="connsiteY78" fmla="*/ 173176 h 1516791"/>
                <a:gd name="connsiteX79" fmla="*/ 1834234 w 3607981"/>
                <a:gd name="connsiteY79" fmla="*/ 128416 h 1516791"/>
                <a:gd name="connsiteX80" fmla="*/ 1998921 w 3607981"/>
                <a:gd name="connsiteY80" fmla="*/ 0 h 1516791"/>
                <a:gd name="connsiteX81" fmla="*/ 1573656 w 3607981"/>
                <a:gd name="connsiteY81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15938 w 3607981"/>
                <a:gd name="connsiteY67" fmla="*/ 363811 h 1516791"/>
                <a:gd name="connsiteX68" fmla="*/ 2454712 w 3607981"/>
                <a:gd name="connsiteY68" fmla="*/ 373504 h 1516791"/>
                <a:gd name="connsiteX69" fmla="*/ 2573079 w 3607981"/>
                <a:gd name="connsiteY69" fmla="*/ 425302 h 1516791"/>
                <a:gd name="connsiteX70" fmla="*/ 3117436 w 3607981"/>
                <a:gd name="connsiteY70" fmla="*/ 431708 h 1516791"/>
                <a:gd name="connsiteX71" fmla="*/ 3578376 w 3607981"/>
                <a:gd name="connsiteY71" fmla="*/ 514646 h 1516791"/>
                <a:gd name="connsiteX72" fmla="*/ 3180035 w 3607981"/>
                <a:gd name="connsiteY72" fmla="*/ 401394 h 1516791"/>
                <a:gd name="connsiteX73" fmla="*/ 3580254 w 3607981"/>
                <a:gd name="connsiteY73" fmla="*/ 279076 h 1516791"/>
                <a:gd name="connsiteX74" fmla="*/ 3165258 w 3607981"/>
                <a:gd name="connsiteY74" fmla="*/ 358263 h 1516791"/>
                <a:gd name="connsiteX75" fmla="*/ 2949069 w 3607981"/>
                <a:gd name="connsiteY75" fmla="*/ 357349 h 1516791"/>
                <a:gd name="connsiteX76" fmla="*/ 3000767 w 3607981"/>
                <a:gd name="connsiteY76" fmla="*/ 186101 h 1516791"/>
                <a:gd name="connsiteX77" fmla="*/ 2900603 w 3607981"/>
                <a:gd name="connsiteY77" fmla="*/ 357350 h 1516791"/>
                <a:gd name="connsiteX78" fmla="*/ 2565991 w 3607981"/>
                <a:gd name="connsiteY78" fmla="*/ 340242 h 1516791"/>
                <a:gd name="connsiteX79" fmla="*/ 2202686 w 3607981"/>
                <a:gd name="connsiteY79" fmla="*/ 173176 h 1516791"/>
                <a:gd name="connsiteX80" fmla="*/ 1834234 w 3607981"/>
                <a:gd name="connsiteY80" fmla="*/ 128416 h 1516791"/>
                <a:gd name="connsiteX81" fmla="*/ 1998921 w 3607981"/>
                <a:gd name="connsiteY81" fmla="*/ 0 h 1516791"/>
                <a:gd name="connsiteX82" fmla="*/ 1573656 w 3607981"/>
                <a:gd name="connsiteY82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15938 w 3607981"/>
                <a:gd name="connsiteY68" fmla="*/ 36381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373934 w 3607981"/>
                <a:gd name="connsiteY67" fmla="*/ 344425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25631 w 3607981"/>
                <a:gd name="connsiteY67" fmla="*/ 367042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38556 w 3607981"/>
                <a:gd name="connsiteY68" fmla="*/ 59968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1834234 w 3607981"/>
                <a:gd name="connsiteY81" fmla="*/ 128416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00671 w 3607981"/>
                <a:gd name="connsiteY65" fmla="*/ 179088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906306 w 3607981"/>
                <a:gd name="connsiteY65" fmla="*/ 185690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17176 w 3607981"/>
                <a:gd name="connsiteY65" fmla="*/ 169185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786796 w 3607981"/>
                <a:gd name="connsiteY64" fmla="*/ 368495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01972 w 3607981"/>
                <a:gd name="connsiteY13" fmla="*/ 453656 h 1516791"/>
                <a:gd name="connsiteX14" fmla="*/ 1152641 w 3607981"/>
                <a:gd name="connsiteY14" fmla="*/ 791495 h 1516791"/>
                <a:gd name="connsiteX15" fmla="*/ 717007 w 3607981"/>
                <a:gd name="connsiteY15" fmla="*/ 709918 h 1516791"/>
                <a:gd name="connsiteX16" fmla="*/ 378687 w 3607981"/>
                <a:gd name="connsiteY16" fmla="*/ 612723 h 1516791"/>
                <a:gd name="connsiteX17" fmla="*/ 781643 w 3607981"/>
                <a:gd name="connsiteY17" fmla="*/ 789212 h 1516791"/>
                <a:gd name="connsiteX18" fmla="*/ 365232 w 3607981"/>
                <a:gd name="connsiteY18" fmla="*/ 803989 h 1516791"/>
                <a:gd name="connsiteX19" fmla="*/ 744759 w 3607981"/>
                <a:gd name="connsiteY19" fmla="*/ 853007 h 1516791"/>
                <a:gd name="connsiteX20" fmla="*/ 1105786 w 3607981"/>
                <a:gd name="connsiteY20" fmla="*/ 864781 h 1516791"/>
                <a:gd name="connsiteX21" fmla="*/ 709678 w 3607981"/>
                <a:gd name="connsiteY21" fmla="*/ 1112635 h 1516791"/>
                <a:gd name="connsiteX22" fmla="*/ 480327 w 3607981"/>
                <a:gd name="connsiteY22" fmla="*/ 1181716 h 1516791"/>
                <a:gd name="connsiteX23" fmla="*/ 0 w 3607981"/>
                <a:gd name="connsiteY23" fmla="*/ 1254641 h 1516791"/>
                <a:gd name="connsiteX24" fmla="*/ 451252 w 3607981"/>
                <a:gd name="connsiteY24" fmla="*/ 1245511 h 1516791"/>
                <a:gd name="connsiteX25" fmla="*/ 1922 w 3607981"/>
                <a:gd name="connsiteY25" fmla="*/ 1397610 h 1516791"/>
                <a:gd name="connsiteX26" fmla="*/ 468674 w 3607981"/>
                <a:gd name="connsiteY26" fmla="*/ 1291886 h 1516791"/>
                <a:gd name="connsiteX27" fmla="*/ 41207 w 3607981"/>
                <a:gd name="connsiteY27" fmla="*/ 1516791 h 1516791"/>
                <a:gd name="connsiteX28" fmla="*/ 404037 w 3607981"/>
                <a:gd name="connsiteY28" fmla="*/ 1396409 h 1516791"/>
                <a:gd name="connsiteX29" fmla="*/ 632667 w 3607981"/>
                <a:gd name="connsiteY29" fmla="*/ 1269419 h 1516791"/>
                <a:gd name="connsiteX30" fmla="*/ 1006549 w 3607981"/>
                <a:gd name="connsiteY30" fmla="*/ 1041991 h 1516791"/>
                <a:gd name="connsiteX31" fmla="*/ 949842 w 3607981"/>
                <a:gd name="connsiteY31" fmla="*/ 1431851 h 1516791"/>
                <a:gd name="connsiteX32" fmla="*/ 1063256 w 3607981"/>
                <a:gd name="connsiteY32" fmla="*/ 1034902 h 1516791"/>
                <a:gd name="connsiteX33" fmla="*/ 1282995 w 3607981"/>
                <a:gd name="connsiteY33" fmla="*/ 779721 h 1516791"/>
                <a:gd name="connsiteX34" fmla="*/ 1616149 w 3607981"/>
                <a:gd name="connsiteY34" fmla="*/ 545804 h 1516791"/>
                <a:gd name="connsiteX35" fmla="*/ 1552353 w 3607981"/>
                <a:gd name="connsiteY35" fmla="*/ 914400 h 1516791"/>
                <a:gd name="connsiteX36" fmla="*/ 1375144 w 3607981"/>
                <a:gd name="connsiteY36" fmla="*/ 1119963 h 1516791"/>
                <a:gd name="connsiteX37" fmla="*/ 1594884 w 3607981"/>
                <a:gd name="connsiteY37" fmla="*/ 949842 h 1516791"/>
                <a:gd name="connsiteX38" fmla="*/ 1524000 w 3607981"/>
                <a:gd name="connsiteY38" fmla="*/ 1304260 h 1516791"/>
                <a:gd name="connsiteX39" fmla="*/ 1290084 w 3607981"/>
                <a:gd name="connsiteY39" fmla="*/ 1375144 h 1516791"/>
                <a:gd name="connsiteX40" fmla="*/ 1538177 w 3607981"/>
                <a:gd name="connsiteY40" fmla="*/ 1346791 h 1516791"/>
                <a:gd name="connsiteX41" fmla="*/ 1531088 w 3607981"/>
                <a:gd name="connsiteY41" fmla="*/ 1509823 h 1516791"/>
                <a:gd name="connsiteX42" fmla="*/ 1587795 w 3607981"/>
                <a:gd name="connsiteY42" fmla="*/ 1339702 h 1516791"/>
                <a:gd name="connsiteX43" fmla="*/ 1757916 w 3607981"/>
                <a:gd name="connsiteY43" fmla="*/ 1453116 h 1516791"/>
                <a:gd name="connsiteX44" fmla="*/ 1587795 w 3607981"/>
                <a:gd name="connsiteY44" fmla="*/ 1282995 h 1516791"/>
                <a:gd name="connsiteX45" fmla="*/ 1665767 w 3607981"/>
                <a:gd name="connsiteY45" fmla="*/ 935665 h 1516791"/>
                <a:gd name="connsiteX46" fmla="*/ 1779181 w 3607981"/>
                <a:gd name="connsiteY46" fmla="*/ 1190846 h 1516791"/>
                <a:gd name="connsiteX47" fmla="*/ 1687032 w 3607981"/>
                <a:gd name="connsiteY47" fmla="*/ 850604 h 1516791"/>
                <a:gd name="connsiteX48" fmla="*/ 1743739 w 3607981"/>
                <a:gd name="connsiteY48" fmla="*/ 538716 h 1516791"/>
                <a:gd name="connsiteX49" fmla="*/ 2121466 w 3607981"/>
                <a:gd name="connsiteY49" fmla="*/ 1037545 h 1516791"/>
                <a:gd name="connsiteX50" fmla="*/ 2474924 w 3607981"/>
                <a:gd name="connsiteY50" fmla="*/ 1322761 h 1516791"/>
                <a:gd name="connsiteX51" fmla="*/ 2895300 w 3607981"/>
                <a:gd name="connsiteY51" fmla="*/ 1420197 h 1516791"/>
                <a:gd name="connsiteX52" fmla="*/ 2489100 w 3607981"/>
                <a:gd name="connsiteY52" fmla="*/ 1268698 h 1516791"/>
                <a:gd name="connsiteX53" fmla="*/ 2906233 w 3607981"/>
                <a:gd name="connsiteY53" fmla="*/ 1275907 h 1516791"/>
                <a:gd name="connsiteX54" fmla="*/ 2447171 w 3607981"/>
                <a:gd name="connsiteY54" fmla="*/ 1219801 h 1516791"/>
                <a:gd name="connsiteX55" fmla="*/ 2170964 w 3607981"/>
                <a:gd name="connsiteY55" fmla="*/ 993814 h 1516791"/>
                <a:gd name="connsiteX56" fmla="*/ 1821711 w 3607981"/>
                <a:gd name="connsiteY56" fmla="*/ 496186 h 1516791"/>
                <a:gd name="connsiteX57" fmla="*/ 2544725 w 3607981"/>
                <a:gd name="connsiteY57" fmla="*/ 914400 h 1516791"/>
                <a:gd name="connsiteX58" fmla="*/ 3260651 w 3607981"/>
                <a:gd name="connsiteY58" fmla="*/ 1027814 h 1516791"/>
                <a:gd name="connsiteX59" fmla="*/ 3607981 w 3607981"/>
                <a:gd name="connsiteY59" fmla="*/ 1261730 h 1516791"/>
                <a:gd name="connsiteX60" fmla="*/ 3296093 w 3607981"/>
                <a:gd name="connsiteY60" fmla="*/ 999460 h 1516791"/>
                <a:gd name="connsiteX61" fmla="*/ 3572539 w 3607981"/>
                <a:gd name="connsiteY61" fmla="*/ 893135 h 1516791"/>
                <a:gd name="connsiteX62" fmla="*/ 3232298 w 3607981"/>
                <a:gd name="connsiteY62" fmla="*/ 942753 h 1516791"/>
                <a:gd name="connsiteX63" fmla="*/ 2530549 w 3607981"/>
                <a:gd name="connsiteY63" fmla="*/ 829339 h 1516791"/>
                <a:gd name="connsiteX64" fmla="*/ 1872624 w 3607981"/>
                <a:gd name="connsiteY64" fmla="*/ 434517 h 1516791"/>
                <a:gd name="connsiteX65" fmla="*/ 1896402 w 3607981"/>
                <a:gd name="connsiteY65" fmla="*/ 172486 h 1516791"/>
                <a:gd name="connsiteX66" fmla="*/ 2199455 w 3607981"/>
                <a:gd name="connsiteY66" fmla="*/ 241029 h 1516791"/>
                <a:gd name="connsiteX67" fmla="*/ 2409476 w 3607981"/>
                <a:gd name="connsiteY67" fmla="*/ 363811 h 1516791"/>
                <a:gd name="connsiteX68" fmla="*/ 2470867 w 3607981"/>
                <a:gd name="connsiteY68" fmla="*/ 570601 h 1516791"/>
                <a:gd name="connsiteX69" fmla="*/ 2454712 w 3607981"/>
                <a:gd name="connsiteY69" fmla="*/ 373504 h 1516791"/>
                <a:gd name="connsiteX70" fmla="*/ 2573079 w 3607981"/>
                <a:gd name="connsiteY70" fmla="*/ 425302 h 1516791"/>
                <a:gd name="connsiteX71" fmla="*/ 3117436 w 3607981"/>
                <a:gd name="connsiteY71" fmla="*/ 431708 h 1516791"/>
                <a:gd name="connsiteX72" fmla="*/ 3578376 w 3607981"/>
                <a:gd name="connsiteY72" fmla="*/ 514646 h 1516791"/>
                <a:gd name="connsiteX73" fmla="*/ 3180035 w 3607981"/>
                <a:gd name="connsiteY73" fmla="*/ 401394 h 1516791"/>
                <a:gd name="connsiteX74" fmla="*/ 3580254 w 3607981"/>
                <a:gd name="connsiteY74" fmla="*/ 279076 h 1516791"/>
                <a:gd name="connsiteX75" fmla="*/ 3165258 w 3607981"/>
                <a:gd name="connsiteY75" fmla="*/ 358263 h 1516791"/>
                <a:gd name="connsiteX76" fmla="*/ 2949069 w 3607981"/>
                <a:gd name="connsiteY76" fmla="*/ 357349 h 1516791"/>
                <a:gd name="connsiteX77" fmla="*/ 3000767 w 3607981"/>
                <a:gd name="connsiteY77" fmla="*/ 186101 h 1516791"/>
                <a:gd name="connsiteX78" fmla="*/ 2900603 w 3607981"/>
                <a:gd name="connsiteY78" fmla="*/ 357350 h 1516791"/>
                <a:gd name="connsiteX79" fmla="*/ 2565991 w 3607981"/>
                <a:gd name="connsiteY79" fmla="*/ 340242 h 1516791"/>
                <a:gd name="connsiteX80" fmla="*/ 2202686 w 3607981"/>
                <a:gd name="connsiteY80" fmla="*/ 173176 h 1516791"/>
                <a:gd name="connsiteX81" fmla="*/ 2015793 w 3607981"/>
                <a:gd name="connsiteY81" fmla="*/ 151523 h 1516791"/>
                <a:gd name="connsiteX82" fmla="*/ 1998921 w 3607981"/>
                <a:gd name="connsiteY82" fmla="*/ 0 h 1516791"/>
                <a:gd name="connsiteX83" fmla="*/ 1573656 w 3607981"/>
                <a:gd name="connsiteY83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27330 w 3607981"/>
                <a:gd name="connsiteY13" fmla="*/ 25277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03255 w 3607981"/>
                <a:gd name="connsiteY13" fmla="*/ 279184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96402 w 3607981"/>
                <a:gd name="connsiteY66" fmla="*/ 172486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199455 w 3607981"/>
                <a:gd name="connsiteY67" fmla="*/ 241029 h 1516791"/>
                <a:gd name="connsiteX68" fmla="*/ 2409476 w 3607981"/>
                <a:gd name="connsiteY68" fmla="*/ 363811 h 1516791"/>
                <a:gd name="connsiteX69" fmla="*/ 2470867 w 3607981"/>
                <a:gd name="connsiteY69" fmla="*/ 570601 h 1516791"/>
                <a:gd name="connsiteX70" fmla="*/ 2454712 w 3607981"/>
                <a:gd name="connsiteY70" fmla="*/ 373504 h 1516791"/>
                <a:gd name="connsiteX71" fmla="*/ 2573079 w 3607981"/>
                <a:gd name="connsiteY71" fmla="*/ 425302 h 1516791"/>
                <a:gd name="connsiteX72" fmla="*/ 3117436 w 3607981"/>
                <a:gd name="connsiteY72" fmla="*/ 431708 h 1516791"/>
                <a:gd name="connsiteX73" fmla="*/ 3578376 w 3607981"/>
                <a:gd name="connsiteY73" fmla="*/ 514646 h 1516791"/>
                <a:gd name="connsiteX74" fmla="*/ 3180035 w 3607981"/>
                <a:gd name="connsiteY74" fmla="*/ 401394 h 1516791"/>
                <a:gd name="connsiteX75" fmla="*/ 3580254 w 3607981"/>
                <a:gd name="connsiteY75" fmla="*/ 279076 h 1516791"/>
                <a:gd name="connsiteX76" fmla="*/ 3165258 w 3607981"/>
                <a:gd name="connsiteY76" fmla="*/ 358263 h 1516791"/>
                <a:gd name="connsiteX77" fmla="*/ 2949069 w 3607981"/>
                <a:gd name="connsiteY77" fmla="*/ 357349 h 1516791"/>
                <a:gd name="connsiteX78" fmla="*/ 3000767 w 3607981"/>
                <a:gd name="connsiteY78" fmla="*/ 186101 h 1516791"/>
                <a:gd name="connsiteX79" fmla="*/ 2900603 w 3607981"/>
                <a:gd name="connsiteY79" fmla="*/ 357350 h 1516791"/>
                <a:gd name="connsiteX80" fmla="*/ 2565991 w 3607981"/>
                <a:gd name="connsiteY80" fmla="*/ 340242 h 1516791"/>
                <a:gd name="connsiteX81" fmla="*/ 2202686 w 3607981"/>
                <a:gd name="connsiteY81" fmla="*/ 173176 h 1516791"/>
                <a:gd name="connsiteX82" fmla="*/ 2015793 w 3607981"/>
                <a:gd name="connsiteY82" fmla="*/ 151523 h 1516791"/>
                <a:gd name="connsiteX83" fmla="*/ 1998921 w 3607981"/>
                <a:gd name="connsiteY83" fmla="*/ 0 h 1516791"/>
                <a:gd name="connsiteX84" fmla="*/ 1573656 w 3607981"/>
                <a:gd name="connsiteY84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6761 w 3607981"/>
                <a:gd name="connsiteY67" fmla="*/ 26267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15793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43169 w 3607981"/>
                <a:gd name="connsiteY83" fmla="*/ 151523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0062 w 3607981"/>
                <a:gd name="connsiteY83" fmla="*/ 19443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13556 w 3607981"/>
                <a:gd name="connsiteY67" fmla="*/ 203259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20159 w 3607981"/>
                <a:gd name="connsiteY67" fmla="*/ 232968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29965 w 3607981"/>
                <a:gd name="connsiteY83" fmla="*/ 161426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76180 w 3607981"/>
                <a:gd name="connsiteY83" fmla="*/ 164727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36665 w 3607981"/>
                <a:gd name="connsiteY67" fmla="*/ 229667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843585 w 3607981"/>
                <a:gd name="connsiteY66" fmla="*/ 278120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719760 w 3607981"/>
                <a:gd name="connsiteY13" fmla="*/ 28578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2053918 w 3607981"/>
                <a:gd name="connsiteY67" fmla="*/ 18653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2053818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80493 w 3607981"/>
                <a:gd name="connsiteY83" fmla="*/ 130221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9771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19739 w 3607981"/>
                <a:gd name="connsiteY6" fmla="*/ 432391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95423 w 3607981"/>
                <a:gd name="connsiteY7" fmla="*/ 340242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81643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65232 w 3607981"/>
                <a:gd name="connsiteY19" fmla="*/ 803989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56167 w 3607981"/>
                <a:gd name="connsiteY10" fmla="*/ 382772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06549 w 3607981"/>
                <a:gd name="connsiteY2" fmla="*/ 311888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34163 w 3607981"/>
                <a:gd name="connsiteY66" fmla="*/ 316939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44759 w 3607981"/>
                <a:gd name="connsiteY20" fmla="*/ 853007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55764 w 3607981"/>
                <a:gd name="connsiteY18" fmla="*/ 789212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2825 w 3607981"/>
                <a:gd name="connsiteY18" fmla="*/ 767646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69419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51252 w 3607981"/>
                <a:gd name="connsiteY25" fmla="*/ 1245511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68674 w 3607981"/>
                <a:gd name="connsiteY27" fmla="*/ 1291886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04037 w 3607981"/>
                <a:gd name="connsiteY29" fmla="*/ 1396409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61903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34229 w 3607981"/>
                <a:gd name="connsiteY29" fmla="*/ 1340337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607981"/>
                <a:gd name="connsiteY0" fmla="*/ 0 h 1516791"/>
                <a:gd name="connsiteX1" fmla="*/ 1438939 w 3607981"/>
                <a:gd name="connsiteY1" fmla="*/ 262270 h 1516791"/>
                <a:gd name="connsiteX2" fmla="*/ 1015176 w 3607981"/>
                <a:gd name="connsiteY2" fmla="*/ 307575 h 1516791"/>
                <a:gd name="connsiteX3" fmla="*/ 581246 w 3607981"/>
                <a:gd name="connsiteY3" fmla="*/ 248093 h 1516791"/>
                <a:gd name="connsiteX4" fmla="*/ 311888 w 3607981"/>
                <a:gd name="connsiteY4" fmla="*/ 120502 h 1516791"/>
                <a:gd name="connsiteX5" fmla="*/ 552893 w 3607981"/>
                <a:gd name="connsiteY5" fmla="*/ 284771 h 1516791"/>
                <a:gd name="connsiteX6" fmla="*/ 232679 w 3607981"/>
                <a:gd name="connsiteY6" fmla="*/ 393572 h 1516791"/>
                <a:gd name="connsiteX7" fmla="*/ 573857 w 3607981"/>
                <a:gd name="connsiteY7" fmla="*/ 335929 h 1516791"/>
                <a:gd name="connsiteX8" fmla="*/ 1006549 w 3607981"/>
                <a:gd name="connsiteY8" fmla="*/ 354418 h 1516791"/>
                <a:gd name="connsiteX9" fmla="*/ 772632 w 3607981"/>
                <a:gd name="connsiteY9" fmla="*/ 531628 h 1516791"/>
                <a:gd name="connsiteX10" fmla="*/ 1064794 w 3607981"/>
                <a:gd name="connsiteY10" fmla="*/ 361206 h 1516791"/>
                <a:gd name="connsiteX11" fmla="*/ 1488558 w 3607981"/>
                <a:gd name="connsiteY11" fmla="*/ 318977 h 1516791"/>
                <a:gd name="connsiteX12" fmla="*/ 1658679 w 3607981"/>
                <a:gd name="connsiteY12" fmla="*/ 14177 h 1516791"/>
                <a:gd name="connsiteX13" fmla="*/ 1642123 w 3607981"/>
                <a:gd name="connsiteY13" fmla="*/ 311666 h 1516791"/>
                <a:gd name="connsiteX14" fmla="*/ 1601972 w 3607981"/>
                <a:gd name="connsiteY14" fmla="*/ 453656 h 1516791"/>
                <a:gd name="connsiteX15" fmla="*/ 1152641 w 3607981"/>
                <a:gd name="connsiteY15" fmla="*/ 791495 h 1516791"/>
                <a:gd name="connsiteX16" fmla="*/ 717007 w 3607981"/>
                <a:gd name="connsiteY16" fmla="*/ 709918 h 1516791"/>
                <a:gd name="connsiteX17" fmla="*/ 378687 w 3607981"/>
                <a:gd name="connsiteY17" fmla="*/ 612723 h 1516791"/>
                <a:gd name="connsiteX18" fmla="*/ 747138 w 3607981"/>
                <a:gd name="connsiteY18" fmla="*/ 780585 h 1516791"/>
                <a:gd name="connsiteX19" fmla="*/ 339353 w 3607981"/>
                <a:gd name="connsiteY19" fmla="*/ 808302 h 1516791"/>
                <a:gd name="connsiteX20" fmla="*/ 787891 w 3607981"/>
                <a:gd name="connsiteY20" fmla="*/ 814188 h 1516791"/>
                <a:gd name="connsiteX21" fmla="*/ 1105786 w 3607981"/>
                <a:gd name="connsiteY21" fmla="*/ 864781 h 1516791"/>
                <a:gd name="connsiteX22" fmla="*/ 709678 w 3607981"/>
                <a:gd name="connsiteY22" fmla="*/ 1112635 h 1516791"/>
                <a:gd name="connsiteX23" fmla="*/ 480327 w 3607981"/>
                <a:gd name="connsiteY23" fmla="*/ 1181716 h 1516791"/>
                <a:gd name="connsiteX24" fmla="*/ 0 w 3607981"/>
                <a:gd name="connsiteY24" fmla="*/ 1254641 h 1516791"/>
                <a:gd name="connsiteX25" fmla="*/ 485758 w 3607981"/>
                <a:gd name="connsiteY25" fmla="*/ 1223945 h 1516791"/>
                <a:gd name="connsiteX26" fmla="*/ 1922 w 3607981"/>
                <a:gd name="connsiteY26" fmla="*/ 1397610 h 1516791"/>
                <a:gd name="connsiteX27" fmla="*/ 494553 w 3607981"/>
                <a:gd name="connsiteY27" fmla="*/ 1266007 h 1516791"/>
                <a:gd name="connsiteX28" fmla="*/ 41207 w 3607981"/>
                <a:gd name="connsiteY28" fmla="*/ 1516791 h 1516791"/>
                <a:gd name="connsiteX29" fmla="*/ 429916 w 3607981"/>
                <a:gd name="connsiteY29" fmla="*/ 1357590 h 1516791"/>
                <a:gd name="connsiteX30" fmla="*/ 632667 w 3607981"/>
                <a:gd name="connsiteY30" fmla="*/ 1221974 h 1516791"/>
                <a:gd name="connsiteX31" fmla="*/ 1006549 w 3607981"/>
                <a:gd name="connsiteY31" fmla="*/ 1041991 h 1516791"/>
                <a:gd name="connsiteX32" fmla="*/ 949842 w 3607981"/>
                <a:gd name="connsiteY32" fmla="*/ 1431851 h 1516791"/>
                <a:gd name="connsiteX33" fmla="*/ 1063256 w 3607981"/>
                <a:gd name="connsiteY33" fmla="*/ 1034902 h 1516791"/>
                <a:gd name="connsiteX34" fmla="*/ 1282995 w 3607981"/>
                <a:gd name="connsiteY34" fmla="*/ 779721 h 1516791"/>
                <a:gd name="connsiteX35" fmla="*/ 1616149 w 3607981"/>
                <a:gd name="connsiteY35" fmla="*/ 545804 h 1516791"/>
                <a:gd name="connsiteX36" fmla="*/ 1552353 w 3607981"/>
                <a:gd name="connsiteY36" fmla="*/ 914400 h 1516791"/>
                <a:gd name="connsiteX37" fmla="*/ 1375144 w 3607981"/>
                <a:gd name="connsiteY37" fmla="*/ 1119963 h 1516791"/>
                <a:gd name="connsiteX38" fmla="*/ 1594884 w 3607981"/>
                <a:gd name="connsiteY38" fmla="*/ 949842 h 1516791"/>
                <a:gd name="connsiteX39" fmla="*/ 1524000 w 3607981"/>
                <a:gd name="connsiteY39" fmla="*/ 1304260 h 1516791"/>
                <a:gd name="connsiteX40" fmla="*/ 1290084 w 3607981"/>
                <a:gd name="connsiteY40" fmla="*/ 1375144 h 1516791"/>
                <a:gd name="connsiteX41" fmla="*/ 1538177 w 3607981"/>
                <a:gd name="connsiteY41" fmla="*/ 1346791 h 1516791"/>
                <a:gd name="connsiteX42" fmla="*/ 1531088 w 3607981"/>
                <a:gd name="connsiteY42" fmla="*/ 1509823 h 1516791"/>
                <a:gd name="connsiteX43" fmla="*/ 1587795 w 3607981"/>
                <a:gd name="connsiteY43" fmla="*/ 1339702 h 1516791"/>
                <a:gd name="connsiteX44" fmla="*/ 1757916 w 3607981"/>
                <a:gd name="connsiteY44" fmla="*/ 1453116 h 1516791"/>
                <a:gd name="connsiteX45" fmla="*/ 1587795 w 3607981"/>
                <a:gd name="connsiteY45" fmla="*/ 1282995 h 1516791"/>
                <a:gd name="connsiteX46" fmla="*/ 1665767 w 3607981"/>
                <a:gd name="connsiteY46" fmla="*/ 935665 h 1516791"/>
                <a:gd name="connsiteX47" fmla="*/ 1779181 w 3607981"/>
                <a:gd name="connsiteY47" fmla="*/ 1190846 h 1516791"/>
                <a:gd name="connsiteX48" fmla="*/ 1687032 w 3607981"/>
                <a:gd name="connsiteY48" fmla="*/ 850604 h 1516791"/>
                <a:gd name="connsiteX49" fmla="*/ 1743739 w 3607981"/>
                <a:gd name="connsiteY49" fmla="*/ 538716 h 1516791"/>
                <a:gd name="connsiteX50" fmla="*/ 2121466 w 3607981"/>
                <a:gd name="connsiteY50" fmla="*/ 1037545 h 1516791"/>
                <a:gd name="connsiteX51" fmla="*/ 2474924 w 3607981"/>
                <a:gd name="connsiteY51" fmla="*/ 1322761 h 1516791"/>
                <a:gd name="connsiteX52" fmla="*/ 2895300 w 3607981"/>
                <a:gd name="connsiteY52" fmla="*/ 1420197 h 1516791"/>
                <a:gd name="connsiteX53" fmla="*/ 2489100 w 3607981"/>
                <a:gd name="connsiteY53" fmla="*/ 1268698 h 1516791"/>
                <a:gd name="connsiteX54" fmla="*/ 2906233 w 3607981"/>
                <a:gd name="connsiteY54" fmla="*/ 1275907 h 1516791"/>
                <a:gd name="connsiteX55" fmla="*/ 2447171 w 3607981"/>
                <a:gd name="connsiteY55" fmla="*/ 1219801 h 1516791"/>
                <a:gd name="connsiteX56" fmla="*/ 2170964 w 3607981"/>
                <a:gd name="connsiteY56" fmla="*/ 993814 h 1516791"/>
                <a:gd name="connsiteX57" fmla="*/ 1821711 w 3607981"/>
                <a:gd name="connsiteY57" fmla="*/ 496186 h 1516791"/>
                <a:gd name="connsiteX58" fmla="*/ 2544725 w 3607981"/>
                <a:gd name="connsiteY58" fmla="*/ 914400 h 1516791"/>
                <a:gd name="connsiteX59" fmla="*/ 3260651 w 3607981"/>
                <a:gd name="connsiteY59" fmla="*/ 1027814 h 1516791"/>
                <a:gd name="connsiteX60" fmla="*/ 3607981 w 3607981"/>
                <a:gd name="connsiteY60" fmla="*/ 1261730 h 1516791"/>
                <a:gd name="connsiteX61" fmla="*/ 3296093 w 3607981"/>
                <a:gd name="connsiteY61" fmla="*/ 999460 h 1516791"/>
                <a:gd name="connsiteX62" fmla="*/ 3572539 w 3607981"/>
                <a:gd name="connsiteY62" fmla="*/ 893135 h 1516791"/>
                <a:gd name="connsiteX63" fmla="*/ 3232298 w 3607981"/>
                <a:gd name="connsiteY63" fmla="*/ 942753 h 1516791"/>
                <a:gd name="connsiteX64" fmla="*/ 2530549 w 3607981"/>
                <a:gd name="connsiteY64" fmla="*/ 829339 h 1516791"/>
                <a:gd name="connsiteX65" fmla="*/ 1872624 w 3607981"/>
                <a:gd name="connsiteY65" fmla="*/ 434517 h 1516791"/>
                <a:gd name="connsiteX66" fmla="*/ 1916911 w 3607981"/>
                <a:gd name="connsiteY66" fmla="*/ 325565 h 1516791"/>
                <a:gd name="connsiteX67" fmla="*/ 1937461 w 3607981"/>
                <a:gd name="connsiteY67" fmla="*/ 199475 h 1516791"/>
                <a:gd name="connsiteX68" fmla="*/ 2199455 w 3607981"/>
                <a:gd name="connsiteY68" fmla="*/ 241029 h 1516791"/>
                <a:gd name="connsiteX69" fmla="*/ 2409476 w 3607981"/>
                <a:gd name="connsiteY69" fmla="*/ 363811 h 1516791"/>
                <a:gd name="connsiteX70" fmla="*/ 2470867 w 3607981"/>
                <a:gd name="connsiteY70" fmla="*/ 570601 h 1516791"/>
                <a:gd name="connsiteX71" fmla="*/ 2454712 w 3607981"/>
                <a:gd name="connsiteY71" fmla="*/ 373504 h 1516791"/>
                <a:gd name="connsiteX72" fmla="*/ 2573079 w 3607981"/>
                <a:gd name="connsiteY72" fmla="*/ 425302 h 1516791"/>
                <a:gd name="connsiteX73" fmla="*/ 3117436 w 3607981"/>
                <a:gd name="connsiteY73" fmla="*/ 431708 h 1516791"/>
                <a:gd name="connsiteX74" fmla="*/ 3578376 w 3607981"/>
                <a:gd name="connsiteY74" fmla="*/ 514646 h 1516791"/>
                <a:gd name="connsiteX75" fmla="*/ 3180035 w 3607981"/>
                <a:gd name="connsiteY75" fmla="*/ 401394 h 1516791"/>
                <a:gd name="connsiteX76" fmla="*/ 3580254 w 3607981"/>
                <a:gd name="connsiteY76" fmla="*/ 279076 h 1516791"/>
                <a:gd name="connsiteX77" fmla="*/ 3165258 w 3607981"/>
                <a:gd name="connsiteY77" fmla="*/ 358263 h 1516791"/>
                <a:gd name="connsiteX78" fmla="*/ 2949069 w 3607981"/>
                <a:gd name="connsiteY78" fmla="*/ 357349 h 1516791"/>
                <a:gd name="connsiteX79" fmla="*/ 3000767 w 3607981"/>
                <a:gd name="connsiteY79" fmla="*/ 186101 h 1516791"/>
                <a:gd name="connsiteX80" fmla="*/ 2900603 w 3607981"/>
                <a:gd name="connsiteY80" fmla="*/ 357350 h 1516791"/>
                <a:gd name="connsiteX81" fmla="*/ 2565991 w 3607981"/>
                <a:gd name="connsiteY81" fmla="*/ 340242 h 1516791"/>
                <a:gd name="connsiteX82" fmla="*/ 2202686 w 3607981"/>
                <a:gd name="connsiteY82" fmla="*/ 173176 h 1516791"/>
                <a:gd name="connsiteX83" fmla="*/ 1958927 w 3607981"/>
                <a:gd name="connsiteY83" fmla="*/ 143160 h 1516791"/>
                <a:gd name="connsiteX84" fmla="*/ 1998921 w 3607981"/>
                <a:gd name="connsiteY84" fmla="*/ 0 h 1516791"/>
                <a:gd name="connsiteX85" fmla="*/ 1573656 w 3607981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60535 w 3580254"/>
                <a:gd name="connsiteY60" fmla="*/ 1227225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8679 w 3580254"/>
                <a:gd name="connsiteY12" fmla="*/ 141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55504 w 3580254"/>
                <a:gd name="connsiteY12" fmla="*/ 93552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14229 w 3580254"/>
                <a:gd name="connsiteY12" fmla="*/ 12212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601529 w 3580254"/>
                <a:gd name="connsiteY12" fmla="*/ 1030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16911 w 3580254"/>
                <a:gd name="connsiteY66" fmla="*/ 325565 h 1516791"/>
                <a:gd name="connsiteX67" fmla="*/ 1937461 w 3580254"/>
                <a:gd name="connsiteY67" fmla="*/ 199475 h 1516791"/>
                <a:gd name="connsiteX68" fmla="*/ 2199455 w 3580254"/>
                <a:gd name="connsiteY68" fmla="*/ 241029 h 1516791"/>
                <a:gd name="connsiteX69" fmla="*/ 2409476 w 3580254"/>
                <a:gd name="connsiteY69" fmla="*/ 363811 h 1516791"/>
                <a:gd name="connsiteX70" fmla="*/ 2470867 w 3580254"/>
                <a:gd name="connsiteY70" fmla="*/ 570601 h 1516791"/>
                <a:gd name="connsiteX71" fmla="*/ 2454712 w 3580254"/>
                <a:gd name="connsiteY71" fmla="*/ 373504 h 1516791"/>
                <a:gd name="connsiteX72" fmla="*/ 2573079 w 3580254"/>
                <a:gd name="connsiteY72" fmla="*/ 425302 h 1516791"/>
                <a:gd name="connsiteX73" fmla="*/ 3117436 w 3580254"/>
                <a:gd name="connsiteY73" fmla="*/ 431708 h 1516791"/>
                <a:gd name="connsiteX74" fmla="*/ 3578376 w 3580254"/>
                <a:gd name="connsiteY74" fmla="*/ 514646 h 1516791"/>
                <a:gd name="connsiteX75" fmla="*/ 3180035 w 3580254"/>
                <a:gd name="connsiteY75" fmla="*/ 401394 h 1516791"/>
                <a:gd name="connsiteX76" fmla="*/ 3580254 w 3580254"/>
                <a:gd name="connsiteY76" fmla="*/ 279076 h 1516791"/>
                <a:gd name="connsiteX77" fmla="*/ 3165258 w 3580254"/>
                <a:gd name="connsiteY77" fmla="*/ 358263 h 1516791"/>
                <a:gd name="connsiteX78" fmla="*/ 2949069 w 3580254"/>
                <a:gd name="connsiteY78" fmla="*/ 357349 h 1516791"/>
                <a:gd name="connsiteX79" fmla="*/ 3000767 w 3580254"/>
                <a:gd name="connsiteY79" fmla="*/ 186101 h 1516791"/>
                <a:gd name="connsiteX80" fmla="*/ 2900603 w 3580254"/>
                <a:gd name="connsiteY80" fmla="*/ 357350 h 1516791"/>
                <a:gd name="connsiteX81" fmla="*/ 2565991 w 3580254"/>
                <a:gd name="connsiteY81" fmla="*/ 340242 h 1516791"/>
                <a:gd name="connsiteX82" fmla="*/ 2202686 w 3580254"/>
                <a:gd name="connsiteY82" fmla="*/ 173176 h 1516791"/>
                <a:gd name="connsiteX83" fmla="*/ 1958927 w 3580254"/>
                <a:gd name="connsiteY83" fmla="*/ 143160 h 1516791"/>
                <a:gd name="connsiteX84" fmla="*/ 1998921 w 3580254"/>
                <a:gd name="connsiteY84" fmla="*/ 0 h 1516791"/>
                <a:gd name="connsiteX85" fmla="*/ 1573656 w 3580254"/>
                <a:gd name="connsiteY85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42123 w 3580254"/>
                <a:gd name="connsiteY13" fmla="*/ 311666 h 1516791"/>
                <a:gd name="connsiteX14" fmla="*/ 1601972 w 3580254"/>
                <a:gd name="connsiteY14" fmla="*/ 453656 h 1516791"/>
                <a:gd name="connsiteX15" fmla="*/ 1152641 w 3580254"/>
                <a:gd name="connsiteY15" fmla="*/ 791495 h 1516791"/>
                <a:gd name="connsiteX16" fmla="*/ 717007 w 3580254"/>
                <a:gd name="connsiteY16" fmla="*/ 709918 h 1516791"/>
                <a:gd name="connsiteX17" fmla="*/ 378687 w 3580254"/>
                <a:gd name="connsiteY17" fmla="*/ 612723 h 1516791"/>
                <a:gd name="connsiteX18" fmla="*/ 747138 w 3580254"/>
                <a:gd name="connsiteY18" fmla="*/ 780585 h 1516791"/>
                <a:gd name="connsiteX19" fmla="*/ 339353 w 3580254"/>
                <a:gd name="connsiteY19" fmla="*/ 808302 h 1516791"/>
                <a:gd name="connsiteX20" fmla="*/ 787891 w 3580254"/>
                <a:gd name="connsiteY20" fmla="*/ 814188 h 1516791"/>
                <a:gd name="connsiteX21" fmla="*/ 1105786 w 3580254"/>
                <a:gd name="connsiteY21" fmla="*/ 864781 h 1516791"/>
                <a:gd name="connsiteX22" fmla="*/ 709678 w 3580254"/>
                <a:gd name="connsiteY22" fmla="*/ 1112635 h 1516791"/>
                <a:gd name="connsiteX23" fmla="*/ 480327 w 3580254"/>
                <a:gd name="connsiteY23" fmla="*/ 1181716 h 1516791"/>
                <a:gd name="connsiteX24" fmla="*/ 0 w 3580254"/>
                <a:gd name="connsiteY24" fmla="*/ 1254641 h 1516791"/>
                <a:gd name="connsiteX25" fmla="*/ 485758 w 3580254"/>
                <a:gd name="connsiteY25" fmla="*/ 1223945 h 1516791"/>
                <a:gd name="connsiteX26" fmla="*/ 1922 w 3580254"/>
                <a:gd name="connsiteY26" fmla="*/ 1397610 h 1516791"/>
                <a:gd name="connsiteX27" fmla="*/ 494553 w 3580254"/>
                <a:gd name="connsiteY27" fmla="*/ 1266007 h 1516791"/>
                <a:gd name="connsiteX28" fmla="*/ 41207 w 3580254"/>
                <a:gd name="connsiteY28" fmla="*/ 1516791 h 1516791"/>
                <a:gd name="connsiteX29" fmla="*/ 429916 w 3580254"/>
                <a:gd name="connsiteY29" fmla="*/ 1357590 h 1516791"/>
                <a:gd name="connsiteX30" fmla="*/ 632667 w 3580254"/>
                <a:gd name="connsiteY30" fmla="*/ 1221974 h 1516791"/>
                <a:gd name="connsiteX31" fmla="*/ 1006549 w 3580254"/>
                <a:gd name="connsiteY31" fmla="*/ 1041991 h 1516791"/>
                <a:gd name="connsiteX32" fmla="*/ 949842 w 3580254"/>
                <a:gd name="connsiteY32" fmla="*/ 1431851 h 1516791"/>
                <a:gd name="connsiteX33" fmla="*/ 1063256 w 3580254"/>
                <a:gd name="connsiteY33" fmla="*/ 1034902 h 1516791"/>
                <a:gd name="connsiteX34" fmla="*/ 1282995 w 3580254"/>
                <a:gd name="connsiteY34" fmla="*/ 779721 h 1516791"/>
                <a:gd name="connsiteX35" fmla="*/ 1616149 w 3580254"/>
                <a:gd name="connsiteY35" fmla="*/ 545804 h 1516791"/>
                <a:gd name="connsiteX36" fmla="*/ 1552353 w 3580254"/>
                <a:gd name="connsiteY36" fmla="*/ 914400 h 1516791"/>
                <a:gd name="connsiteX37" fmla="*/ 1375144 w 3580254"/>
                <a:gd name="connsiteY37" fmla="*/ 1119963 h 1516791"/>
                <a:gd name="connsiteX38" fmla="*/ 1594884 w 3580254"/>
                <a:gd name="connsiteY38" fmla="*/ 949842 h 1516791"/>
                <a:gd name="connsiteX39" fmla="*/ 1524000 w 3580254"/>
                <a:gd name="connsiteY39" fmla="*/ 1304260 h 1516791"/>
                <a:gd name="connsiteX40" fmla="*/ 1290084 w 3580254"/>
                <a:gd name="connsiteY40" fmla="*/ 1375144 h 1516791"/>
                <a:gd name="connsiteX41" fmla="*/ 1538177 w 3580254"/>
                <a:gd name="connsiteY41" fmla="*/ 1346791 h 1516791"/>
                <a:gd name="connsiteX42" fmla="*/ 1531088 w 3580254"/>
                <a:gd name="connsiteY42" fmla="*/ 1509823 h 1516791"/>
                <a:gd name="connsiteX43" fmla="*/ 1587795 w 3580254"/>
                <a:gd name="connsiteY43" fmla="*/ 1339702 h 1516791"/>
                <a:gd name="connsiteX44" fmla="*/ 1757916 w 3580254"/>
                <a:gd name="connsiteY44" fmla="*/ 1453116 h 1516791"/>
                <a:gd name="connsiteX45" fmla="*/ 1587795 w 3580254"/>
                <a:gd name="connsiteY45" fmla="*/ 1282995 h 1516791"/>
                <a:gd name="connsiteX46" fmla="*/ 1665767 w 3580254"/>
                <a:gd name="connsiteY46" fmla="*/ 935665 h 1516791"/>
                <a:gd name="connsiteX47" fmla="*/ 1779181 w 3580254"/>
                <a:gd name="connsiteY47" fmla="*/ 1190846 h 1516791"/>
                <a:gd name="connsiteX48" fmla="*/ 1687032 w 3580254"/>
                <a:gd name="connsiteY48" fmla="*/ 850604 h 1516791"/>
                <a:gd name="connsiteX49" fmla="*/ 1743739 w 3580254"/>
                <a:gd name="connsiteY49" fmla="*/ 538716 h 1516791"/>
                <a:gd name="connsiteX50" fmla="*/ 2121466 w 3580254"/>
                <a:gd name="connsiteY50" fmla="*/ 1037545 h 1516791"/>
                <a:gd name="connsiteX51" fmla="*/ 2474924 w 3580254"/>
                <a:gd name="connsiteY51" fmla="*/ 1322761 h 1516791"/>
                <a:gd name="connsiteX52" fmla="*/ 2895300 w 3580254"/>
                <a:gd name="connsiteY52" fmla="*/ 1420197 h 1516791"/>
                <a:gd name="connsiteX53" fmla="*/ 2489100 w 3580254"/>
                <a:gd name="connsiteY53" fmla="*/ 1268698 h 1516791"/>
                <a:gd name="connsiteX54" fmla="*/ 2906233 w 3580254"/>
                <a:gd name="connsiteY54" fmla="*/ 1275907 h 1516791"/>
                <a:gd name="connsiteX55" fmla="*/ 2447171 w 3580254"/>
                <a:gd name="connsiteY55" fmla="*/ 1219801 h 1516791"/>
                <a:gd name="connsiteX56" fmla="*/ 2170964 w 3580254"/>
                <a:gd name="connsiteY56" fmla="*/ 993814 h 1516791"/>
                <a:gd name="connsiteX57" fmla="*/ 1821711 w 3580254"/>
                <a:gd name="connsiteY57" fmla="*/ 496186 h 1516791"/>
                <a:gd name="connsiteX58" fmla="*/ 2544725 w 3580254"/>
                <a:gd name="connsiteY58" fmla="*/ 914400 h 1516791"/>
                <a:gd name="connsiteX59" fmla="*/ 3260651 w 3580254"/>
                <a:gd name="connsiteY59" fmla="*/ 1027814 h 1516791"/>
                <a:gd name="connsiteX60" fmla="*/ 3543282 w 3580254"/>
                <a:gd name="connsiteY60" fmla="*/ 1184093 h 1516791"/>
                <a:gd name="connsiteX61" fmla="*/ 3296093 w 3580254"/>
                <a:gd name="connsiteY61" fmla="*/ 999460 h 1516791"/>
                <a:gd name="connsiteX62" fmla="*/ 3572539 w 3580254"/>
                <a:gd name="connsiteY62" fmla="*/ 893135 h 1516791"/>
                <a:gd name="connsiteX63" fmla="*/ 3232298 w 3580254"/>
                <a:gd name="connsiteY63" fmla="*/ 942753 h 1516791"/>
                <a:gd name="connsiteX64" fmla="*/ 2530549 w 3580254"/>
                <a:gd name="connsiteY64" fmla="*/ 829339 h 1516791"/>
                <a:gd name="connsiteX65" fmla="*/ 1872624 w 3580254"/>
                <a:gd name="connsiteY65" fmla="*/ 434517 h 1516791"/>
                <a:gd name="connsiteX66" fmla="*/ 1937461 w 3580254"/>
                <a:gd name="connsiteY66" fmla="*/ 199475 h 1516791"/>
                <a:gd name="connsiteX67" fmla="*/ 2199455 w 3580254"/>
                <a:gd name="connsiteY67" fmla="*/ 241029 h 1516791"/>
                <a:gd name="connsiteX68" fmla="*/ 2409476 w 3580254"/>
                <a:gd name="connsiteY68" fmla="*/ 363811 h 1516791"/>
                <a:gd name="connsiteX69" fmla="*/ 2470867 w 3580254"/>
                <a:gd name="connsiteY69" fmla="*/ 570601 h 1516791"/>
                <a:gd name="connsiteX70" fmla="*/ 2454712 w 3580254"/>
                <a:gd name="connsiteY70" fmla="*/ 373504 h 1516791"/>
                <a:gd name="connsiteX71" fmla="*/ 2573079 w 3580254"/>
                <a:gd name="connsiteY71" fmla="*/ 425302 h 1516791"/>
                <a:gd name="connsiteX72" fmla="*/ 3117436 w 3580254"/>
                <a:gd name="connsiteY72" fmla="*/ 431708 h 1516791"/>
                <a:gd name="connsiteX73" fmla="*/ 3578376 w 3580254"/>
                <a:gd name="connsiteY73" fmla="*/ 514646 h 1516791"/>
                <a:gd name="connsiteX74" fmla="*/ 3180035 w 3580254"/>
                <a:gd name="connsiteY74" fmla="*/ 401394 h 1516791"/>
                <a:gd name="connsiteX75" fmla="*/ 3580254 w 3580254"/>
                <a:gd name="connsiteY75" fmla="*/ 279076 h 1516791"/>
                <a:gd name="connsiteX76" fmla="*/ 3165258 w 3580254"/>
                <a:gd name="connsiteY76" fmla="*/ 358263 h 1516791"/>
                <a:gd name="connsiteX77" fmla="*/ 2949069 w 3580254"/>
                <a:gd name="connsiteY77" fmla="*/ 357349 h 1516791"/>
                <a:gd name="connsiteX78" fmla="*/ 3000767 w 3580254"/>
                <a:gd name="connsiteY78" fmla="*/ 186101 h 1516791"/>
                <a:gd name="connsiteX79" fmla="*/ 2900603 w 3580254"/>
                <a:gd name="connsiteY79" fmla="*/ 357350 h 1516791"/>
                <a:gd name="connsiteX80" fmla="*/ 2565991 w 3580254"/>
                <a:gd name="connsiteY80" fmla="*/ 340242 h 1516791"/>
                <a:gd name="connsiteX81" fmla="*/ 2202686 w 3580254"/>
                <a:gd name="connsiteY81" fmla="*/ 173176 h 1516791"/>
                <a:gd name="connsiteX82" fmla="*/ 1958927 w 3580254"/>
                <a:gd name="connsiteY82" fmla="*/ 143160 h 1516791"/>
                <a:gd name="connsiteX83" fmla="*/ 1998921 w 3580254"/>
                <a:gd name="connsiteY83" fmla="*/ 0 h 1516791"/>
                <a:gd name="connsiteX84" fmla="*/ 1573656 w 3580254"/>
                <a:gd name="connsiteY84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17007 w 3580254"/>
                <a:gd name="connsiteY15" fmla="*/ 709918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36359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47138 w 3580254"/>
                <a:gd name="connsiteY17" fmla="*/ 780585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32624 w 3580254"/>
                <a:gd name="connsiteY17" fmla="*/ 766071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598354 w 3580254"/>
                <a:gd name="connsiteY12" fmla="*/ 90377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72624 w 3580254"/>
                <a:gd name="connsiteY64" fmla="*/ 43451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98921 w 3580254"/>
                <a:gd name="connsiteY82" fmla="*/ 0 h 1516791"/>
                <a:gd name="connsiteX83" fmla="*/ 1573656 w 3580254"/>
                <a:gd name="connsiteY83" fmla="*/ 0 h 1516791"/>
                <a:gd name="connsiteX0" fmla="*/ 1573656 w 3580254"/>
                <a:gd name="connsiteY0" fmla="*/ 0 h 1516791"/>
                <a:gd name="connsiteX1" fmla="*/ 1438939 w 3580254"/>
                <a:gd name="connsiteY1" fmla="*/ 26227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488558 w 3580254"/>
                <a:gd name="connsiteY11" fmla="*/ 318977 h 1516791"/>
                <a:gd name="connsiteX12" fmla="*/ 1709479 w 3580254"/>
                <a:gd name="connsiteY12" fmla="*/ 2459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58927 w 3580254"/>
                <a:gd name="connsiteY81" fmla="*/ 143160 h 1516791"/>
                <a:gd name="connsiteX82" fmla="*/ 1944946 w 3580254"/>
                <a:gd name="connsiteY82" fmla="*/ 0 h 1516791"/>
                <a:gd name="connsiteX83" fmla="*/ 1573656 w 3580254"/>
                <a:gd name="connsiteY83" fmla="*/ 0 h 1516791"/>
                <a:gd name="connsiteX0" fmla="*/ 1646681 w 3580254"/>
                <a:gd name="connsiteY0" fmla="*/ 0 h 1519966"/>
                <a:gd name="connsiteX1" fmla="*/ 1438939 w 3580254"/>
                <a:gd name="connsiteY1" fmla="*/ 26544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488558 w 3580254"/>
                <a:gd name="connsiteY11" fmla="*/ 322152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709479 w 3580254"/>
                <a:gd name="connsiteY12" fmla="*/ 2491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578639 w 3580254"/>
                <a:gd name="connsiteY1" fmla="*/ 2209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58927 w 3580254"/>
                <a:gd name="connsiteY81" fmla="*/ 1463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854152 w 3580254"/>
                <a:gd name="connsiteY81" fmla="*/ 193960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46681 w 3580254"/>
                <a:gd name="connsiteY0" fmla="*/ 0 h 1519966"/>
                <a:gd name="connsiteX1" fmla="*/ 1680239 w 3580254"/>
                <a:gd name="connsiteY1" fmla="*/ 195595 h 1519966"/>
                <a:gd name="connsiteX2" fmla="*/ 1015176 w 3580254"/>
                <a:gd name="connsiteY2" fmla="*/ 310750 h 1519966"/>
                <a:gd name="connsiteX3" fmla="*/ 581246 w 3580254"/>
                <a:gd name="connsiteY3" fmla="*/ 251268 h 1519966"/>
                <a:gd name="connsiteX4" fmla="*/ 311888 w 3580254"/>
                <a:gd name="connsiteY4" fmla="*/ 123677 h 1519966"/>
                <a:gd name="connsiteX5" fmla="*/ 552893 w 3580254"/>
                <a:gd name="connsiteY5" fmla="*/ 287946 h 1519966"/>
                <a:gd name="connsiteX6" fmla="*/ 232679 w 3580254"/>
                <a:gd name="connsiteY6" fmla="*/ 396747 h 1519966"/>
                <a:gd name="connsiteX7" fmla="*/ 573857 w 3580254"/>
                <a:gd name="connsiteY7" fmla="*/ 339104 h 1519966"/>
                <a:gd name="connsiteX8" fmla="*/ 1006549 w 3580254"/>
                <a:gd name="connsiteY8" fmla="*/ 357593 h 1519966"/>
                <a:gd name="connsiteX9" fmla="*/ 772632 w 3580254"/>
                <a:gd name="connsiteY9" fmla="*/ 534803 h 1519966"/>
                <a:gd name="connsiteX10" fmla="*/ 1064794 w 3580254"/>
                <a:gd name="connsiteY10" fmla="*/ 364381 h 1519966"/>
                <a:gd name="connsiteX11" fmla="*/ 1545708 w 3580254"/>
                <a:gd name="connsiteY11" fmla="*/ 293577 h 1519966"/>
                <a:gd name="connsiteX12" fmla="*/ 1601529 w 3580254"/>
                <a:gd name="connsiteY12" fmla="*/ 274527 h 1519966"/>
                <a:gd name="connsiteX13" fmla="*/ 1601972 w 3580254"/>
                <a:gd name="connsiteY13" fmla="*/ 456831 h 1519966"/>
                <a:gd name="connsiteX14" fmla="*/ 1152641 w 3580254"/>
                <a:gd name="connsiteY14" fmla="*/ 794670 h 1519966"/>
                <a:gd name="connsiteX15" fmla="*/ 789578 w 3580254"/>
                <a:gd name="connsiteY15" fmla="*/ 742122 h 1519966"/>
                <a:gd name="connsiteX16" fmla="*/ 378687 w 3580254"/>
                <a:gd name="connsiteY16" fmla="*/ 615898 h 1519966"/>
                <a:gd name="connsiteX17" fmla="*/ 718110 w 3580254"/>
                <a:gd name="connsiteY17" fmla="*/ 774084 h 1519966"/>
                <a:gd name="connsiteX18" fmla="*/ 339353 w 3580254"/>
                <a:gd name="connsiteY18" fmla="*/ 811477 h 1519966"/>
                <a:gd name="connsiteX19" fmla="*/ 787891 w 3580254"/>
                <a:gd name="connsiteY19" fmla="*/ 817363 h 1519966"/>
                <a:gd name="connsiteX20" fmla="*/ 1105786 w 3580254"/>
                <a:gd name="connsiteY20" fmla="*/ 867956 h 1519966"/>
                <a:gd name="connsiteX21" fmla="*/ 709678 w 3580254"/>
                <a:gd name="connsiteY21" fmla="*/ 1115810 h 1519966"/>
                <a:gd name="connsiteX22" fmla="*/ 480327 w 3580254"/>
                <a:gd name="connsiteY22" fmla="*/ 1184891 h 1519966"/>
                <a:gd name="connsiteX23" fmla="*/ 0 w 3580254"/>
                <a:gd name="connsiteY23" fmla="*/ 1257816 h 1519966"/>
                <a:gd name="connsiteX24" fmla="*/ 485758 w 3580254"/>
                <a:gd name="connsiteY24" fmla="*/ 1227120 h 1519966"/>
                <a:gd name="connsiteX25" fmla="*/ 1922 w 3580254"/>
                <a:gd name="connsiteY25" fmla="*/ 1400785 h 1519966"/>
                <a:gd name="connsiteX26" fmla="*/ 494553 w 3580254"/>
                <a:gd name="connsiteY26" fmla="*/ 1269182 h 1519966"/>
                <a:gd name="connsiteX27" fmla="*/ 41207 w 3580254"/>
                <a:gd name="connsiteY27" fmla="*/ 1519966 h 1519966"/>
                <a:gd name="connsiteX28" fmla="*/ 429916 w 3580254"/>
                <a:gd name="connsiteY28" fmla="*/ 1360765 h 1519966"/>
                <a:gd name="connsiteX29" fmla="*/ 632667 w 3580254"/>
                <a:gd name="connsiteY29" fmla="*/ 1225149 h 1519966"/>
                <a:gd name="connsiteX30" fmla="*/ 1006549 w 3580254"/>
                <a:gd name="connsiteY30" fmla="*/ 1045166 h 1519966"/>
                <a:gd name="connsiteX31" fmla="*/ 949842 w 3580254"/>
                <a:gd name="connsiteY31" fmla="*/ 1435026 h 1519966"/>
                <a:gd name="connsiteX32" fmla="*/ 1063256 w 3580254"/>
                <a:gd name="connsiteY32" fmla="*/ 1038077 h 1519966"/>
                <a:gd name="connsiteX33" fmla="*/ 1282995 w 3580254"/>
                <a:gd name="connsiteY33" fmla="*/ 782896 h 1519966"/>
                <a:gd name="connsiteX34" fmla="*/ 1616149 w 3580254"/>
                <a:gd name="connsiteY34" fmla="*/ 548979 h 1519966"/>
                <a:gd name="connsiteX35" fmla="*/ 1552353 w 3580254"/>
                <a:gd name="connsiteY35" fmla="*/ 917575 h 1519966"/>
                <a:gd name="connsiteX36" fmla="*/ 1375144 w 3580254"/>
                <a:gd name="connsiteY36" fmla="*/ 1123138 h 1519966"/>
                <a:gd name="connsiteX37" fmla="*/ 1594884 w 3580254"/>
                <a:gd name="connsiteY37" fmla="*/ 953017 h 1519966"/>
                <a:gd name="connsiteX38" fmla="*/ 1524000 w 3580254"/>
                <a:gd name="connsiteY38" fmla="*/ 1307435 h 1519966"/>
                <a:gd name="connsiteX39" fmla="*/ 1290084 w 3580254"/>
                <a:gd name="connsiteY39" fmla="*/ 1378319 h 1519966"/>
                <a:gd name="connsiteX40" fmla="*/ 1538177 w 3580254"/>
                <a:gd name="connsiteY40" fmla="*/ 1349966 h 1519966"/>
                <a:gd name="connsiteX41" fmla="*/ 1531088 w 3580254"/>
                <a:gd name="connsiteY41" fmla="*/ 1512998 h 1519966"/>
                <a:gd name="connsiteX42" fmla="*/ 1587795 w 3580254"/>
                <a:gd name="connsiteY42" fmla="*/ 1342877 h 1519966"/>
                <a:gd name="connsiteX43" fmla="*/ 1757916 w 3580254"/>
                <a:gd name="connsiteY43" fmla="*/ 1456291 h 1519966"/>
                <a:gd name="connsiteX44" fmla="*/ 1587795 w 3580254"/>
                <a:gd name="connsiteY44" fmla="*/ 1286170 h 1519966"/>
                <a:gd name="connsiteX45" fmla="*/ 1665767 w 3580254"/>
                <a:gd name="connsiteY45" fmla="*/ 938840 h 1519966"/>
                <a:gd name="connsiteX46" fmla="*/ 1779181 w 3580254"/>
                <a:gd name="connsiteY46" fmla="*/ 1194021 h 1519966"/>
                <a:gd name="connsiteX47" fmla="*/ 1687032 w 3580254"/>
                <a:gd name="connsiteY47" fmla="*/ 853779 h 1519966"/>
                <a:gd name="connsiteX48" fmla="*/ 1743739 w 3580254"/>
                <a:gd name="connsiteY48" fmla="*/ 541891 h 1519966"/>
                <a:gd name="connsiteX49" fmla="*/ 2121466 w 3580254"/>
                <a:gd name="connsiteY49" fmla="*/ 1040720 h 1519966"/>
                <a:gd name="connsiteX50" fmla="*/ 2474924 w 3580254"/>
                <a:gd name="connsiteY50" fmla="*/ 1325936 h 1519966"/>
                <a:gd name="connsiteX51" fmla="*/ 2895300 w 3580254"/>
                <a:gd name="connsiteY51" fmla="*/ 1423372 h 1519966"/>
                <a:gd name="connsiteX52" fmla="*/ 2489100 w 3580254"/>
                <a:gd name="connsiteY52" fmla="*/ 1271873 h 1519966"/>
                <a:gd name="connsiteX53" fmla="*/ 2906233 w 3580254"/>
                <a:gd name="connsiteY53" fmla="*/ 1279082 h 1519966"/>
                <a:gd name="connsiteX54" fmla="*/ 2447171 w 3580254"/>
                <a:gd name="connsiteY54" fmla="*/ 1222976 h 1519966"/>
                <a:gd name="connsiteX55" fmla="*/ 2170964 w 3580254"/>
                <a:gd name="connsiteY55" fmla="*/ 996989 h 1519966"/>
                <a:gd name="connsiteX56" fmla="*/ 1821711 w 3580254"/>
                <a:gd name="connsiteY56" fmla="*/ 499361 h 1519966"/>
                <a:gd name="connsiteX57" fmla="*/ 2544725 w 3580254"/>
                <a:gd name="connsiteY57" fmla="*/ 917575 h 1519966"/>
                <a:gd name="connsiteX58" fmla="*/ 3260651 w 3580254"/>
                <a:gd name="connsiteY58" fmla="*/ 1030989 h 1519966"/>
                <a:gd name="connsiteX59" fmla="*/ 3543282 w 3580254"/>
                <a:gd name="connsiteY59" fmla="*/ 1187268 h 1519966"/>
                <a:gd name="connsiteX60" fmla="*/ 3296093 w 3580254"/>
                <a:gd name="connsiteY60" fmla="*/ 1002635 h 1519966"/>
                <a:gd name="connsiteX61" fmla="*/ 3572539 w 3580254"/>
                <a:gd name="connsiteY61" fmla="*/ 896310 h 1519966"/>
                <a:gd name="connsiteX62" fmla="*/ 3232298 w 3580254"/>
                <a:gd name="connsiteY62" fmla="*/ 945928 h 1519966"/>
                <a:gd name="connsiteX63" fmla="*/ 2530549 w 3580254"/>
                <a:gd name="connsiteY63" fmla="*/ 832514 h 1519966"/>
                <a:gd name="connsiteX64" fmla="*/ 1828174 w 3580254"/>
                <a:gd name="connsiteY64" fmla="*/ 418642 h 1519966"/>
                <a:gd name="connsiteX65" fmla="*/ 1937461 w 3580254"/>
                <a:gd name="connsiteY65" fmla="*/ 202650 h 1519966"/>
                <a:gd name="connsiteX66" fmla="*/ 2199455 w 3580254"/>
                <a:gd name="connsiteY66" fmla="*/ 244204 h 1519966"/>
                <a:gd name="connsiteX67" fmla="*/ 2409476 w 3580254"/>
                <a:gd name="connsiteY67" fmla="*/ 366986 h 1519966"/>
                <a:gd name="connsiteX68" fmla="*/ 2470867 w 3580254"/>
                <a:gd name="connsiteY68" fmla="*/ 573776 h 1519966"/>
                <a:gd name="connsiteX69" fmla="*/ 2454712 w 3580254"/>
                <a:gd name="connsiteY69" fmla="*/ 376679 h 1519966"/>
                <a:gd name="connsiteX70" fmla="*/ 2573079 w 3580254"/>
                <a:gd name="connsiteY70" fmla="*/ 428477 h 1519966"/>
                <a:gd name="connsiteX71" fmla="*/ 3117436 w 3580254"/>
                <a:gd name="connsiteY71" fmla="*/ 434883 h 1519966"/>
                <a:gd name="connsiteX72" fmla="*/ 3578376 w 3580254"/>
                <a:gd name="connsiteY72" fmla="*/ 517821 h 1519966"/>
                <a:gd name="connsiteX73" fmla="*/ 3180035 w 3580254"/>
                <a:gd name="connsiteY73" fmla="*/ 404569 h 1519966"/>
                <a:gd name="connsiteX74" fmla="*/ 3580254 w 3580254"/>
                <a:gd name="connsiteY74" fmla="*/ 282251 h 1519966"/>
                <a:gd name="connsiteX75" fmla="*/ 3165258 w 3580254"/>
                <a:gd name="connsiteY75" fmla="*/ 361438 h 1519966"/>
                <a:gd name="connsiteX76" fmla="*/ 2949069 w 3580254"/>
                <a:gd name="connsiteY76" fmla="*/ 360524 h 1519966"/>
                <a:gd name="connsiteX77" fmla="*/ 3000767 w 3580254"/>
                <a:gd name="connsiteY77" fmla="*/ 189276 h 1519966"/>
                <a:gd name="connsiteX78" fmla="*/ 2900603 w 3580254"/>
                <a:gd name="connsiteY78" fmla="*/ 360525 h 1519966"/>
                <a:gd name="connsiteX79" fmla="*/ 2565991 w 3580254"/>
                <a:gd name="connsiteY79" fmla="*/ 343417 h 1519966"/>
                <a:gd name="connsiteX80" fmla="*/ 2202686 w 3580254"/>
                <a:gd name="connsiteY80" fmla="*/ 176351 h 1519966"/>
                <a:gd name="connsiteX81" fmla="*/ 1933527 w 3580254"/>
                <a:gd name="connsiteY81" fmla="*/ 171735 h 1519966"/>
                <a:gd name="connsiteX82" fmla="*/ 1944946 w 3580254"/>
                <a:gd name="connsiteY82" fmla="*/ 3175 h 1519966"/>
                <a:gd name="connsiteX83" fmla="*/ 1646681 w 3580254"/>
                <a:gd name="connsiteY83" fmla="*/ 0 h 1519966"/>
                <a:gd name="connsiteX0" fmla="*/ 1672081 w 3580254"/>
                <a:gd name="connsiteY0" fmla="*/ 130175 h 1516791"/>
                <a:gd name="connsiteX1" fmla="*/ 1680239 w 3580254"/>
                <a:gd name="connsiteY1" fmla="*/ 192420 h 1516791"/>
                <a:gd name="connsiteX2" fmla="*/ 1015176 w 3580254"/>
                <a:gd name="connsiteY2" fmla="*/ 307575 h 1516791"/>
                <a:gd name="connsiteX3" fmla="*/ 581246 w 3580254"/>
                <a:gd name="connsiteY3" fmla="*/ 248093 h 1516791"/>
                <a:gd name="connsiteX4" fmla="*/ 311888 w 3580254"/>
                <a:gd name="connsiteY4" fmla="*/ 120502 h 1516791"/>
                <a:gd name="connsiteX5" fmla="*/ 552893 w 3580254"/>
                <a:gd name="connsiteY5" fmla="*/ 284771 h 1516791"/>
                <a:gd name="connsiteX6" fmla="*/ 232679 w 3580254"/>
                <a:gd name="connsiteY6" fmla="*/ 393572 h 1516791"/>
                <a:gd name="connsiteX7" fmla="*/ 573857 w 3580254"/>
                <a:gd name="connsiteY7" fmla="*/ 335929 h 1516791"/>
                <a:gd name="connsiteX8" fmla="*/ 1006549 w 3580254"/>
                <a:gd name="connsiteY8" fmla="*/ 354418 h 1516791"/>
                <a:gd name="connsiteX9" fmla="*/ 772632 w 3580254"/>
                <a:gd name="connsiteY9" fmla="*/ 531628 h 1516791"/>
                <a:gd name="connsiteX10" fmla="*/ 1064794 w 3580254"/>
                <a:gd name="connsiteY10" fmla="*/ 361206 h 1516791"/>
                <a:gd name="connsiteX11" fmla="*/ 1545708 w 3580254"/>
                <a:gd name="connsiteY11" fmla="*/ 290402 h 1516791"/>
                <a:gd name="connsiteX12" fmla="*/ 1601529 w 3580254"/>
                <a:gd name="connsiteY12" fmla="*/ 271352 h 1516791"/>
                <a:gd name="connsiteX13" fmla="*/ 1601972 w 3580254"/>
                <a:gd name="connsiteY13" fmla="*/ 453656 h 1516791"/>
                <a:gd name="connsiteX14" fmla="*/ 1152641 w 3580254"/>
                <a:gd name="connsiteY14" fmla="*/ 791495 h 1516791"/>
                <a:gd name="connsiteX15" fmla="*/ 789578 w 3580254"/>
                <a:gd name="connsiteY15" fmla="*/ 738947 h 1516791"/>
                <a:gd name="connsiteX16" fmla="*/ 378687 w 3580254"/>
                <a:gd name="connsiteY16" fmla="*/ 612723 h 1516791"/>
                <a:gd name="connsiteX17" fmla="*/ 718110 w 3580254"/>
                <a:gd name="connsiteY17" fmla="*/ 770909 h 1516791"/>
                <a:gd name="connsiteX18" fmla="*/ 339353 w 3580254"/>
                <a:gd name="connsiteY18" fmla="*/ 808302 h 1516791"/>
                <a:gd name="connsiteX19" fmla="*/ 787891 w 3580254"/>
                <a:gd name="connsiteY19" fmla="*/ 814188 h 1516791"/>
                <a:gd name="connsiteX20" fmla="*/ 1105786 w 3580254"/>
                <a:gd name="connsiteY20" fmla="*/ 864781 h 1516791"/>
                <a:gd name="connsiteX21" fmla="*/ 709678 w 3580254"/>
                <a:gd name="connsiteY21" fmla="*/ 1112635 h 1516791"/>
                <a:gd name="connsiteX22" fmla="*/ 480327 w 3580254"/>
                <a:gd name="connsiteY22" fmla="*/ 1181716 h 1516791"/>
                <a:gd name="connsiteX23" fmla="*/ 0 w 3580254"/>
                <a:gd name="connsiteY23" fmla="*/ 1254641 h 1516791"/>
                <a:gd name="connsiteX24" fmla="*/ 485758 w 3580254"/>
                <a:gd name="connsiteY24" fmla="*/ 1223945 h 1516791"/>
                <a:gd name="connsiteX25" fmla="*/ 1922 w 3580254"/>
                <a:gd name="connsiteY25" fmla="*/ 1397610 h 1516791"/>
                <a:gd name="connsiteX26" fmla="*/ 494553 w 3580254"/>
                <a:gd name="connsiteY26" fmla="*/ 1266007 h 1516791"/>
                <a:gd name="connsiteX27" fmla="*/ 41207 w 3580254"/>
                <a:gd name="connsiteY27" fmla="*/ 1516791 h 1516791"/>
                <a:gd name="connsiteX28" fmla="*/ 429916 w 3580254"/>
                <a:gd name="connsiteY28" fmla="*/ 1357590 h 1516791"/>
                <a:gd name="connsiteX29" fmla="*/ 632667 w 3580254"/>
                <a:gd name="connsiteY29" fmla="*/ 1221974 h 1516791"/>
                <a:gd name="connsiteX30" fmla="*/ 1006549 w 3580254"/>
                <a:gd name="connsiteY30" fmla="*/ 1041991 h 1516791"/>
                <a:gd name="connsiteX31" fmla="*/ 949842 w 3580254"/>
                <a:gd name="connsiteY31" fmla="*/ 1431851 h 1516791"/>
                <a:gd name="connsiteX32" fmla="*/ 1063256 w 3580254"/>
                <a:gd name="connsiteY32" fmla="*/ 1034902 h 1516791"/>
                <a:gd name="connsiteX33" fmla="*/ 1282995 w 3580254"/>
                <a:gd name="connsiteY33" fmla="*/ 779721 h 1516791"/>
                <a:gd name="connsiteX34" fmla="*/ 1616149 w 3580254"/>
                <a:gd name="connsiteY34" fmla="*/ 545804 h 1516791"/>
                <a:gd name="connsiteX35" fmla="*/ 1552353 w 3580254"/>
                <a:gd name="connsiteY35" fmla="*/ 914400 h 1516791"/>
                <a:gd name="connsiteX36" fmla="*/ 1375144 w 3580254"/>
                <a:gd name="connsiteY36" fmla="*/ 1119963 h 1516791"/>
                <a:gd name="connsiteX37" fmla="*/ 1594884 w 3580254"/>
                <a:gd name="connsiteY37" fmla="*/ 949842 h 1516791"/>
                <a:gd name="connsiteX38" fmla="*/ 1524000 w 3580254"/>
                <a:gd name="connsiteY38" fmla="*/ 1304260 h 1516791"/>
                <a:gd name="connsiteX39" fmla="*/ 1290084 w 3580254"/>
                <a:gd name="connsiteY39" fmla="*/ 1375144 h 1516791"/>
                <a:gd name="connsiteX40" fmla="*/ 1538177 w 3580254"/>
                <a:gd name="connsiteY40" fmla="*/ 1346791 h 1516791"/>
                <a:gd name="connsiteX41" fmla="*/ 1531088 w 3580254"/>
                <a:gd name="connsiteY41" fmla="*/ 1509823 h 1516791"/>
                <a:gd name="connsiteX42" fmla="*/ 1587795 w 3580254"/>
                <a:gd name="connsiteY42" fmla="*/ 1339702 h 1516791"/>
                <a:gd name="connsiteX43" fmla="*/ 1757916 w 3580254"/>
                <a:gd name="connsiteY43" fmla="*/ 1453116 h 1516791"/>
                <a:gd name="connsiteX44" fmla="*/ 1587795 w 3580254"/>
                <a:gd name="connsiteY44" fmla="*/ 1282995 h 1516791"/>
                <a:gd name="connsiteX45" fmla="*/ 1665767 w 3580254"/>
                <a:gd name="connsiteY45" fmla="*/ 935665 h 1516791"/>
                <a:gd name="connsiteX46" fmla="*/ 1779181 w 3580254"/>
                <a:gd name="connsiteY46" fmla="*/ 1190846 h 1516791"/>
                <a:gd name="connsiteX47" fmla="*/ 1687032 w 3580254"/>
                <a:gd name="connsiteY47" fmla="*/ 850604 h 1516791"/>
                <a:gd name="connsiteX48" fmla="*/ 1743739 w 3580254"/>
                <a:gd name="connsiteY48" fmla="*/ 538716 h 1516791"/>
                <a:gd name="connsiteX49" fmla="*/ 2121466 w 3580254"/>
                <a:gd name="connsiteY49" fmla="*/ 1037545 h 1516791"/>
                <a:gd name="connsiteX50" fmla="*/ 2474924 w 3580254"/>
                <a:gd name="connsiteY50" fmla="*/ 1322761 h 1516791"/>
                <a:gd name="connsiteX51" fmla="*/ 2895300 w 3580254"/>
                <a:gd name="connsiteY51" fmla="*/ 1420197 h 1516791"/>
                <a:gd name="connsiteX52" fmla="*/ 2489100 w 3580254"/>
                <a:gd name="connsiteY52" fmla="*/ 1268698 h 1516791"/>
                <a:gd name="connsiteX53" fmla="*/ 2906233 w 3580254"/>
                <a:gd name="connsiteY53" fmla="*/ 1275907 h 1516791"/>
                <a:gd name="connsiteX54" fmla="*/ 2447171 w 3580254"/>
                <a:gd name="connsiteY54" fmla="*/ 1219801 h 1516791"/>
                <a:gd name="connsiteX55" fmla="*/ 2170964 w 3580254"/>
                <a:gd name="connsiteY55" fmla="*/ 993814 h 1516791"/>
                <a:gd name="connsiteX56" fmla="*/ 1821711 w 3580254"/>
                <a:gd name="connsiteY56" fmla="*/ 496186 h 1516791"/>
                <a:gd name="connsiteX57" fmla="*/ 2544725 w 3580254"/>
                <a:gd name="connsiteY57" fmla="*/ 914400 h 1516791"/>
                <a:gd name="connsiteX58" fmla="*/ 3260651 w 3580254"/>
                <a:gd name="connsiteY58" fmla="*/ 1027814 h 1516791"/>
                <a:gd name="connsiteX59" fmla="*/ 3543282 w 3580254"/>
                <a:gd name="connsiteY59" fmla="*/ 1184093 h 1516791"/>
                <a:gd name="connsiteX60" fmla="*/ 3296093 w 3580254"/>
                <a:gd name="connsiteY60" fmla="*/ 999460 h 1516791"/>
                <a:gd name="connsiteX61" fmla="*/ 3572539 w 3580254"/>
                <a:gd name="connsiteY61" fmla="*/ 893135 h 1516791"/>
                <a:gd name="connsiteX62" fmla="*/ 3232298 w 3580254"/>
                <a:gd name="connsiteY62" fmla="*/ 942753 h 1516791"/>
                <a:gd name="connsiteX63" fmla="*/ 2530549 w 3580254"/>
                <a:gd name="connsiteY63" fmla="*/ 829339 h 1516791"/>
                <a:gd name="connsiteX64" fmla="*/ 1828174 w 3580254"/>
                <a:gd name="connsiteY64" fmla="*/ 415467 h 1516791"/>
                <a:gd name="connsiteX65" fmla="*/ 1937461 w 3580254"/>
                <a:gd name="connsiteY65" fmla="*/ 199475 h 1516791"/>
                <a:gd name="connsiteX66" fmla="*/ 2199455 w 3580254"/>
                <a:gd name="connsiteY66" fmla="*/ 241029 h 1516791"/>
                <a:gd name="connsiteX67" fmla="*/ 2409476 w 3580254"/>
                <a:gd name="connsiteY67" fmla="*/ 363811 h 1516791"/>
                <a:gd name="connsiteX68" fmla="*/ 2470867 w 3580254"/>
                <a:gd name="connsiteY68" fmla="*/ 570601 h 1516791"/>
                <a:gd name="connsiteX69" fmla="*/ 2454712 w 3580254"/>
                <a:gd name="connsiteY69" fmla="*/ 373504 h 1516791"/>
                <a:gd name="connsiteX70" fmla="*/ 2573079 w 3580254"/>
                <a:gd name="connsiteY70" fmla="*/ 425302 h 1516791"/>
                <a:gd name="connsiteX71" fmla="*/ 3117436 w 3580254"/>
                <a:gd name="connsiteY71" fmla="*/ 431708 h 1516791"/>
                <a:gd name="connsiteX72" fmla="*/ 3578376 w 3580254"/>
                <a:gd name="connsiteY72" fmla="*/ 514646 h 1516791"/>
                <a:gd name="connsiteX73" fmla="*/ 3180035 w 3580254"/>
                <a:gd name="connsiteY73" fmla="*/ 401394 h 1516791"/>
                <a:gd name="connsiteX74" fmla="*/ 3580254 w 3580254"/>
                <a:gd name="connsiteY74" fmla="*/ 279076 h 1516791"/>
                <a:gd name="connsiteX75" fmla="*/ 3165258 w 3580254"/>
                <a:gd name="connsiteY75" fmla="*/ 358263 h 1516791"/>
                <a:gd name="connsiteX76" fmla="*/ 2949069 w 3580254"/>
                <a:gd name="connsiteY76" fmla="*/ 357349 h 1516791"/>
                <a:gd name="connsiteX77" fmla="*/ 3000767 w 3580254"/>
                <a:gd name="connsiteY77" fmla="*/ 186101 h 1516791"/>
                <a:gd name="connsiteX78" fmla="*/ 2900603 w 3580254"/>
                <a:gd name="connsiteY78" fmla="*/ 357350 h 1516791"/>
                <a:gd name="connsiteX79" fmla="*/ 2565991 w 3580254"/>
                <a:gd name="connsiteY79" fmla="*/ 340242 h 1516791"/>
                <a:gd name="connsiteX80" fmla="*/ 2202686 w 3580254"/>
                <a:gd name="connsiteY80" fmla="*/ 173176 h 1516791"/>
                <a:gd name="connsiteX81" fmla="*/ 1933527 w 3580254"/>
                <a:gd name="connsiteY81" fmla="*/ 168560 h 1516791"/>
                <a:gd name="connsiteX82" fmla="*/ 1944946 w 3580254"/>
                <a:gd name="connsiteY82" fmla="*/ 0 h 1516791"/>
                <a:gd name="connsiteX83" fmla="*/ 1672081 w 3580254"/>
                <a:gd name="connsiteY83" fmla="*/ 130175 h 1516791"/>
                <a:gd name="connsiteX0" fmla="*/ 1672081 w 3580254"/>
                <a:gd name="connsiteY0" fmla="*/ 69850 h 1456466"/>
                <a:gd name="connsiteX1" fmla="*/ 1680239 w 3580254"/>
                <a:gd name="connsiteY1" fmla="*/ 132095 h 1456466"/>
                <a:gd name="connsiteX2" fmla="*/ 1015176 w 3580254"/>
                <a:gd name="connsiteY2" fmla="*/ 247250 h 1456466"/>
                <a:gd name="connsiteX3" fmla="*/ 581246 w 3580254"/>
                <a:gd name="connsiteY3" fmla="*/ 187768 h 1456466"/>
                <a:gd name="connsiteX4" fmla="*/ 311888 w 3580254"/>
                <a:gd name="connsiteY4" fmla="*/ 60177 h 1456466"/>
                <a:gd name="connsiteX5" fmla="*/ 552893 w 3580254"/>
                <a:gd name="connsiteY5" fmla="*/ 224446 h 1456466"/>
                <a:gd name="connsiteX6" fmla="*/ 232679 w 3580254"/>
                <a:gd name="connsiteY6" fmla="*/ 333247 h 1456466"/>
                <a:gd name="connsiteX7" fmla="*/ 573857 w 3580254"/>
                <a:gd name="connsiteY7" fmla="*/ 275604 h 1456466"/>
                <a:gd name="connsiteX8" fmla="*/ 1006549 w 3580254"/>
                <a:gd name="connsiteY8" fmla="*/ 294093 h 1456466"/>
                <a:gd name="connsiteX9" fmla="*/ 772632 w 3580254"/>
                <a:gd name="connsiteY9" fmla="*/ 471303 h 1456466"/>
                <a:gd name="connsiteX10" fmla="*/ 1064794 w 3580254"/>
                <a:gd name="connsiteY10" fmla="*/ 300881 h 1456466"/>
                <a:gd name="connsiteX11" fmla="*/ 1545708 w 3580254"/>
                <a:gd name="connsiteY11" fmla="*/ 230077 h 1456466"/>
                <a:gd name="connsiteX12" fmla="*/ 1601529 w 3580254"/>
                <a:gd name="connsiteY12" fmla="*/ 211027 h 1456466"/>
                <a:gd name="connsiteX13" fmla="*/ 1601972 w 3580254"/>
                <a:gd name="connsiteY13" fmla="*/ 393331 h 1456466"/>
                <a:gd name="connsiteX14" fmla="*/ 1152641 w 3580254"/>
                <a:gd name="connsiteY14" fmla="*/ 731170 h 1456466"/>
                <a:gd name="connsiteX15" fmla="*/ 789578 w 3580254"/>
                <a:gd name="connsiteY15" fmla="*/ 678622 h 1456466"/>
                <a:gd name="connsiteX16" fmla="*/ 378687 w 3580254"/>
                <a:gd name="connsiteY16" fmla="*/ 552398 h 1456466"/>
                <a:gd name="connsiteX17" fmla="*/ 718110 w 3580254"/>
                <a:gd name="connsiteY17" fmla="*/ 710584 h 1456466"/>
                <a:gd name="connsiteX18" fmla="*/ 339353 w 3580254"/>
                <a:gd name="connsiteY18" fmla="*/ 747977 h 1456466"/>
                <a:gd name="connsiteX19" fmla="*/ 787891 w 3580254"/>
                <a:gd name="connsiteY19" fmla="*/ 753863 h 1456466"/>
                <a:gd name="connsiteX20" fmla="*/ 1105786 w 3580254"/>
                <a:gd name="connsiteY20" fmla="*/ 804456 h 1456466"/>
                <a:gd name="connsiteX21" fmla="*/ 709678 w 3580254"/>
                <a:gd name="connsiteY21" fmla="*/ 1052310 h 1456466"/>
                <a:gd name="connsiteX22" fmla="*/ 480327 w 3580254"/>
                <a:gd name="connsiteY22" fmla="*/ 1121391 h 1456466"/>
                <a:gd name="connsiteX23" fmla="*/ 0 w 3580254"/>
                <a:gd name="connsiteY23" fmla="*/ 1194316 h 1456466"/>
                <a:gd name="connsiteX24" fmla="*/ 485758 w 3580254"/>
                <a:gd name="connsiteY24" fmla="*/ 1163620 h 1456466"/>
                <a:gd name="connsiteX25" fmla="*/ 1922 w 3580254"/>
                <a:gd name="connsiteY25" fmla="*/ 1337285 h 1456466"/>
                <a:gd name="connsiteX26" fmla="*/ 494553 w 3580254"/>
                <a:gd name="connsiteY26" fmla="*/ 1205682 h 1456466"/>
                <a:gd name="connsiteX27" fmla="*/ 41207 w 3580254"/>
                <a:gd name="connsiteY27" fmla="*/ 1456466 h 1456466"/>
                <a:gd name="connsiteX28" fmla="*/ 429916 w 3580254"/>
                <a:gd name="connsiteY28" fmla="*/ 1297265 h 1456466"/>
                <a:gd name="connsiteX29" fmla="*/ 632667 w 3580254"/>
                <a:gd name="connsiteY29" fmla="*/ 1161649 h 1456466"/>
                <a:gd name="connsiteX30" fmla="*/ 1006549 w 3580254"/>
                <a:gd name="connsiteY30" fmla="*/ 981666 h 1456466"/>
                <a:gd name="connsiteX31" fmla="*/ 949842 w 3580254"/>
                <a:gd name="connsiteY31" fmla="*/ 1371526 h 1456466"/>
                <a:gd name="connsiteX32" fmla="*/ 1063256 w 3580254"/>
                <a:gd name="connsiteY32" fmla="*/ 974577 h 1456466"/>
                <a:gd name="connsiteX33" fmla="*/ 1282995 w 3580254"/>
                <a:gd name="connsiteY33" fmla="*/ 719396 h 1456466"/>
                <a:gd name="connsiteX34" fmla="*/ 1616149 w 3580254"/>
                <a:gd name="connsiteY34" fmla="*/ 485479 h 1456466"/>
                <a:gd name="connsiteX35" fmla="*/ 1552353 w 3580254"/>
                <a:gd name="connsiteY35" fmla="*/ 854075 h 1456466"/>
                <a:gd name="connsiteX36" fmla="*/ 1375144 w 3580254"/>
                <a:gd name="connsiteY36" fmla="*/ 1059638 h 1456466"/>
                <a:gd name="connsiteX37" fmla="*/ 1594884 w 3580254"/>
                <a:gd name="connsiteY37" fmla="*/ 889517 h 1456466"/>
                <a:gd name="connsiteX38" fmla="*/ 1524000 w 3580254"/>
                <a:gd name="connsiteY38" fmla="*/ 1243935 h 1456466"/>
                <a:gd name="connsiteX39" fmla="*/ 1290084 w 3580254"/>
                <a:gd name="connsiteY39" fmla="*/ 1314819 h 1456466"/>
                <a:gd name="connsiteX40" fmla="*/ 1538177 w 3580254"/>
                <a:gd name="connsiteY40" fmla="*/ 1286466 h 1456466"/>
                <a:gd name="connsiteX41" fmla="*/ 1531088 w 3580254"/>
                <a:gd name="connsiteY41" fmla="*/ 1449498 h 1456466"/>
                <a:gd name="connsiteX42" fmla="*/ 1587795 w 3580254"/>
                <a:gd name="connsiteY42" fmla="*/ 1279377 h 1456466"/>
                <a:gd name="connsiteX43" fmla="*/ 1757916 w 3580254"/>
                <a:gd name="connsiteY43" fmla="*/ 1392791 h 1456466"/>
                <a:gd name="connsiteX44" fmla="*/ 1587795 w 3580254"/>
                <a:gd name="connsiteY44" fmla="*/ 1222670 h 1456466"/>
                <a:gd name="connsiteX45" fmla="*/ 1665767 w 3580254"/>
                <a:gd name="connsiteY45" fmla="*/ 875340 h 1456466"/>
                <a:gd name="connsiteX46" fmla="*/ 1779181 w 3580254"/>
                <a:gd name="connsiteY46" fmla="*/ 1130521 h 1456466"/>
                <a:gd name="connsiteX47" fmla="*/ 1687032 w 3580254"/>
                <a:gd name="connsiteY47" fmla="*/ 790279 h 1456466"/>
                <a:gd name="connsiteX48" fmla="*/ 1743739 w 3580254"/>
                <a:gd name="connsiteY48" fmla="*/ 478391 h 1456466"/>
                <a:gd name="connsiteX49" fmla="*/ 2121466 w 3580254"/>
                <a:gd name="connsiteY49" fmla="*/ 977220 h 1456466"/>
                <a:gd name="connsiteX50" fmla="*/ 2474924 w 3580254"/>
                <a:gd name="connsiteY50" fmla="*/ 1262436 h 1456466"/>
                <a:gd name="connsiteX51" fmla="*/ 2895300 w 3580254"/>
                <a:gd name="connsiteY51" fmla="*/ 1359872 h 1456466"/>
                <a:gd name="connsiteX52" fmla="*/ 2489100 w 3580254"/>
                <a:gd name="connsiteY52" fmla="*/ 1208373 h 1456466"/>
                <a:gd name="connsiteX53" fmla="*/ 2906233 w 3580254"/>
                <a:gd name="connsiteY53" fmla="*/ 1215582 h 1456466"/>
                <a:gd name="connsiteX54" fmla="*/ 2447171 w 3580254"/>
                <a:gd name="connsiteY54" fmla="*/ 1159476 h 1456466"/>
                <a:gd name="connsiteX55" fmla="*/ 2170964 w 3580254"/>
                <a:gd name="connsiteY55" fmla="*/ 933489 h 1456466"/>
                <a:gd name="connsiteX56" fmla="*/ 1821711 w 3580254"/>
                <a:gd name="connsiteY56" fmla="*/ 435861 h 1456466"/>
                <a:gd name="connsiteX57" fmla="*/ 2544725 w 3580254"/>
                <a:gd name="connsiteY57" fmla="*/ 854075 h 1456466"/>
                <a:gd name="connsiteX58" fmla="*/ 3260651 w 3580254"/>
                <a:gd name="connsiteY58" fmla="*/ 967489 h 1456466"/>
                <a:gd name="connsiteX59" fmla="*/ 3543282 w 3580254"/>
                <a:gd name="connsiteY59" fmla="*/ 1123768 h 1456466"/>
                <a:gd name="connsiteX60" fmla="*/ 3296093 w 3580254"/>
                <a:gd name="connsiteY60" fmla="*/ 939135 h 1456466"/>
                <a:gd name="connsiteX61" fmla="*/ 3572539 w 3580254"/>
                <a:gd name="connsiteY61" fmla="*/ 832810 h 1456466"/>
                <a:gd name="connsiteX62" fmla="*/ 3232298 w 3580254"/>
                <a:gd name="connsiteY62" fmla="*/ 882428 h 1456466"/>
                <a:gd name="connsiteX63" fmla="*/ 2530549 w 3580254"/>
                <a:gd name="connsiteY63" fmla="*/ 769014 h 1456466"/>
                <a:gd name="connsiteX64" fmla="*/ 1828174 w 3580254"/>
                <a:gd name="connsiteY64" fmla="*/ 355142 h 1456466"/>
                <a:gd name="connsiteX65" fmla="*/ 1937461 w 3580254"/>
                <a:gd name="connsiteY65" fmla="*/ 139150 h 1456466"/>
                <a:gd name="connsiteX66" fmla="*/ 2199455 w 3580254"/>
                <a:gd name="connsiteY66" fmla="*/ 180704 h 1456466"/>
                <a:gd name="connsiteX67" fmla="*/ 2409476 w 3580254"/>
                <a:gd name="connsiteY67" fmla="*/ 303486 h 1456466"/>
                <a:gd name="connsiteX68" fmla="*/ 2470867 w 3580254"/>
                <a:gd name="connsiteY68" fmla="*/ 510276 h 1456466"/>
                <a:gd name="connsiteX69" fmla="*/ 2454712 w 3580254"/>
                <a:gd name="connsiteY69" fmla="*/ 313179 h 1456466"/>
                <a:gd name="connsiteX70" fmla="*/ 2573079 w 3580254"/>
                <a:gd name="connsiteY70" fmla="*/ 364977 h 1456466"/>
                <a:gd name="connsiteX71" fmla="*/ 3117436 w 3580254"/>
                <a:gd name="connsiteY71" fmla="*/ 371383 h 1456466"/>
                <a:gd name="connsiteX72" fmla="*/ 3578376 w 3580254"/>
                <a:gd name="connsiteY72" fmla="*/ 454321 h 1456466"/>
                <a:gd name="connsiteX73" fmla="*/ 3180035 w 3580254"/>
                <a:gd name="connsiteY73" fmla="*/ 341069 h 1456466"/>
                <a:gd name="connsiteX74" fmla="*/ 3580254 w 3580254"/>
                <a:gd name="connsiteY74" fmla="*/ 218751 h 1456466"/>
                <a:gd name="connsiteX75" fmla="*/ 3165258 w 3580254"/>
                <a:gd name="connsiteY75" fmla="*/ 297938 h 1456466"/>
                <a:gd name="connsiteX76" fmla="*/ 2949069 w 3580254"/>
                <a:gd name="connsiteY76" fmla="*/ 297024 h 1456466"/>
                <a:gd name="connsiteX77" fmla="*/ 3000767 w 3580254"/>
                <a:gd name="connsiteY77" fmla="*/ 125776 h 1456466"/>
                <a:gd name="connsiteX78" fmla="*/ 2900603 w 3580254"/>
                <a:gd name="connsiteY78" fmla="*/ 297025 h 1456466"/>
                <a:gd name="connsiteX79" fmla="*/ 2565991 w 3580254"/>
                <a:gd name="connsiteY79" fmla="*/ 279917 h 1456466"/>
                <a:gd name="connsiteX80" fmla="*/ 2202686 w 3580254"/>
                <a:gd name="connsiteY80" fmla="*/ 112851 h 1456466"/>
                <a:gd name="connsiteX81" fmla="*/ 1933527 w 3580254"/>
                <a:gd name="connsiteY81" fmla="*/ 108235 h 1456466"/>
                <a:gd name="connsiteX82" fmla="*/ 1998921 w 3580254"/>
                <a:gd name="connsiteY82" fmla="*/ 0 h 1456466"/>
                <a:gd name="connsiteX83" fmla="*/ 1672081 w 3580254"/>
                <a:gd name="connsiteY83" fmla="*/ 69850 h 1456466"/>
                <a:gd name="connsiteX0" fmla="*/ 1672081 w 3580254"/>
                <a:gd name="connsiteY0" fmla="*/ 9673 h 1396289"/>
                <a:gd name="connsiteX1" fmla="*/ 1680239 w 3580254"/>
                <a:gd name="connsiteY1" fmla="*/ 71918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72081 w 3580254"/>
                <a:gd name="connsiteY0" fmla="*/ 9673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72081 w 3580254"/>
                <a:gd name="connsiteY83" fmla="*/ 9673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02686 w 3580254"/>
                <a:gd name="connsiteY80" fmla="*/ 526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199455 w 3580254"/>
                <a:gd name="connsiteY66" fmla="*/ 12052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37461 w 3580254"/>
                <a:gd name="connsiteY65" fmla="*/ 78973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08980 w 3580254"/>
                <a:gd name="connsiteY66" fmla="*/ 136402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409476 w 3580254"/>
                <a:gd name="connsiteY67" fmla="*/ 243309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00767 w 3580254"/>
                <a:gd name="connsiteY77" fmla="*/ 65599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591339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29439 w 3580254"/>
                <a:gd name="connsiteY1" fmla="*/ 8779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01529 w 3580254"/>
                <a:gd name="connsiteY12" fmla="*/ 1508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38150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545708 w 3580254"/>
                <a:gd name="connsiteY11" fmla="*/ 169900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064794 w 3580254"/>
                <a:gd name="connsiteY10" fmla="*/ 2407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19198 h 1396289"/>
                <a:gd name="connsiteX1" fmla="*/ 1658014 w 3580254"/>
                <a:gd name="connsiteY1" fmla="*/ 94143 h 1396289"/>
                <a:gd name="connsiteX2" fmla="*/ 1015176 w 3580254"/>
                <a:gd name="connsiteY2" fmla="*/ 187073 h 1396289"/>
                <a:gd name="connsiteX3" fmla="*/ 581246 w 3580254"/>
                <a:gd name="connsiteY3" fmla="*/ 127591 h 1396289"/>
                <a:gd name="connsiteX4" fmla="*/ 311888 w 3580254"/>
                <a:gd name="connsiteY4" fmla="*/ 0 h 1396289"/>
                <a:gd name="connsiteX5" fmla="*/ 552893 w 3580254"/>
                <a:gd name="connsiteY5" fmla="*/ 164269 h 1396289"/>
                <a:gd name="connsiteX6" fmla="*/ 232679 w 3580254"/>
                <a:gd name="connsiteY6" fmla="*/ 273070 h 1396289"/>
                <a:gd name="connsiteX7" fmla="*/ 573857 w 3580254"/>
                <a:gd name="connsiteY7" fmla="*/ 215427 h 1396289"/>
                <a:gd name="connsiteX8" fmla="*/ 1006549 w 3580254"/>
                <a:gd name="connsiteY8" fmla="*/ 233916 h 1396289"/>
                <a:gd name="connsiteX9" fmla="*/ 772632 w 3580254"/>
                <a:gd name="connsiteY9" fmla="*/ 411126 h 1396289"/>
                <a:gd name="connsiteX10" fmla="*/ 1118769 w 3580254"/>
                <a:gd name="connsiteY10" fmla="*/ 228004 h 1396289"/>
                <a:gd name="connsiteX11" fmla="*/ 1469508 w 3580254"/>
                <a:gd name="connsiteY11" fmla="*/ 173075 h 1396289"/>
                <a:gd name="connsiteX12" fmla="*/ 1665029 w 3580254"/>
                <a:gd name="connsiteY12" fmla="*/ 147675 h 1396289"/>
                <a:gd name="connsiteX13" fmla="*/ 1601972 w 3580254"/>
                <a:gd name="connsiteY13" fmla="*/ 333154 h 1396289"/>
                <a:gd name="connsiteX14" fmla="*/ 1152641 w 3580254"/>
                <a:gd name="connsiteY14" fmla="*/ 670993 h 1396289"/>
                <a:gd name="connsiteX15" fmla="*/ 789578 w 3580254"/>
                <a:gd name="connsiteY15" fmla="*/ 618445 h 1396289"/>
                <a:gd name="connsiteX16" fmla="*/ 378687 w 3580254"/>
                <a:gd name="connsiteY16" fmla="*/ 492221 h 1396289"/>
                <a:gd name="connsiteX17" fmla="*/ 718110 w 3580254"/>
                <a:gd name="connsiteY17" fmla="*/ 650407 h 1396289"/>
                <a:gd name="connsiteX18" fmla="*/ 339353 w 3580254"/>
                <a:gd name="connsiteY18" fmla="*/ 687800 h 1396289"/>
                <a:gd name="connsiteX19" fmla="*/ 787891 w 3580254"/>
                <a:gd name="connsiteY19" fmla="*/ 693686 h 1396289"/>
                <a:gd name="connsiteX20" fmla="*/ 1105786 w 3580254"/>
                <a:gd name="connsiteY20" fmla="*/ 744279 h 1396289"/>
                <a:gd name="connsiteX21" fmla="*/ 709678 w 3580254"/>
                <a:gd name="connsiteY21" fmla="*/ 992133 h 1396289"/>
                <a:gd name="connsiteX22" fmla="*/ 480327 w 3580254"/>
                <a:gd name="connsiteY22" fmla="*/ 1061214 h 1396289"/>
                <a:gd name="connsiteX23" fmla="*/ 0 w 3580254"/>
                <a:gd name="connsiteY23" fmla="*/ 1134139 h 1396289"/>
                <a:gd name="connsiteX24" fmla="*/ 485758 w 3580254"/>
                <a:gd name="connsiteY24" fmla="*/ 1103443 h 1396289"/>
                <a:gd name="connsiteX25" fmla="*/ 1922 w 3580254"/>
                <a:gd name="connsiteY25" fmla="*/ 1277108 h 1396289"/>
                <a:gd name="connsiteX26" fmla="*/ 494553 w 3580254"/>
                <a:gd name="connsiteY26" fmla="*/ 1145505 h 1396289"/>
                <a:gd name="connsiteX27" fmla="*/ 41207 w 3580254"/>
                <a:gd name="connsiteY27" fmla="*/ 1396289 h 1396289"/>
                <a:gd name="connsiteX28" fmla="*/ 429916 w 3580254"/>
                <a:gd name="connsiteY28" fmla="*/ 1237088 h 1396289"/>
                <a:gd name="connsiteX29" fmla="*/ 632667 w 3580254"/>
                <a:gd name="connsiteY29" fmla="*/ 1101472 h 1396289"/>
                <a:gd name="connsiteX30" fmla="*/ 1006549 w 3580254"/>
                <a:gd name="connsiteY30" fmla="*/ 921489 h 1396289"/>
                <a:gd name="connsiteX31" fmla="*/ 949842 w 3580254"/>
                <a:gd name="connsiteY31" fmla="*/ 1311349 h 1396289"/>
                <a:gd name="connsiteX32" fmla="*/ 1063256 w 3580254"/>
                <a:gd name="connsiteY32" fmla="*/ 914400 h 1396289"/>
                <a:gd name="connsiteX33" fmla="*/ 1282995 w 3580254"/>
                <a:gd name="connsiteY33" fmla="*/ 659219 h 1396289"/>
                <a:gd name="connsiteX34" fmla="*/ 1616149 w 3580254"/>
                <a:gd name="connsiteY34" fmla="*/ 425302 h 1396289"/>
                <a:gd name="connsiteX35" fmla="*/ 1552353 w 3580254"/>
                <a:gd name="connsiteY35" fmla="*/ 793898 h 1396289"/>
                <a:gd name="connsiteX36" fmla="*/ 1375144 w 3580254"/>
                <a:gd name="connsiteY36" fmla="*/ 999461 h 1396289"/>
                <a:gd name="connsiteX37" fmla="*/ 1594884 w 3580254"/>
                <a:gd name="connsiteY37" fmla="*/ 829340 h 1396289"/>
                <a:gd name="connsiteX38" fmla="*/ 1524000 w 3580254"/>
                <a:gd name="connsiteY38" fmla="*/ 1183758 h 1396289"/>
                <a:gd name="connsiteX39" fmla="*/ 1290084 w 3580254"/>
                <a:gd name="connsiteY39" fmla="*/ 1254642 h 1396289"/>
                <a:gd name="connsiteX40" fmla="*/ 1538177 w 3580254"/>
                <a:gd name="connsiteY40" fmla="*/ 1226289 h 1396289"/>
                <a:gd name="connsiteX41" fmla="*/ 1531088 w 3580254"/>
                <a:gd name="connsiteY41" fmla="*/ 1389321 h 1396289"/>
                <a:gd name="connsiteX42" fmla="*/ 1587795 w 3580254"/>
                <a:gd name="connsiteY42" fmla="*/ 1219200 h 1396289"/>
                <a:gd name="connsiteX43" fmla="*/ 1757916 w 3580254"/>
                <a:gd name="connsiteY43" fmla="*/ 1332614 h 1396289"/>
                <a:gd name="connsiteX44" fmla="*/ 1587795 w 3580254"/>
                <a:gd name="connsiteY44" fmla="*/ 1162493 h 1396289"/>
                <a:gd name="connsiteX45" fmla="*/ 1665767 w 3580254"/>
                <a:gd name="connsiteY45" fmla="*/ 815163 h 1396289"/>
                <a:gd name="connsiteX46" fmla="*/ 1779181 w 3580254"/>
                <a:gd name="connsiteY46" fmla="*/ 1070344 h 1396289"/>
                <a:gd name="connsiteX47" fmla="*/ 1687032 w 3580254"/>
                <a:gd name="connsiteY47" fmla="*/ 730102 h 1396289"/>
                <a:gd name="connsiteX48" fmla="*/ 1743739 w 3580254"/>
                <a:gd name="connsiteY48" fmla="*/ 418214 h 1396289"/>
                <a:gd name="connsiteX49" fmla="*/ 2121466 w 3580254"/>
                <a:gd name="connsiteY49" fmla="*/ 917043 h 1396289"/>
                <a:gd name="connsiteX50" fmla="*/ 2474924 w 3580254"/>
                <a:gd name="connsiteY50" fmla="*/ 1202259 h 1396289"/>
                <a:gd name="connsiteX51" fmla="*/ 2895300 w 3580254"/>
                <a:gd name="connsiteY51" fmla="*/ 1299695 h 1396289"/>
                <a:gd name="connsiteX52" fmla="*/ 2489100 w 3580254"/>
                <a:gd name="connsiteY52" fmla="*/ 1148196 h 1396289"/>
                <a:gd name="connsiteX53" fmla="*/ 2906233 w 3580254"/>
                <a:gd name="connsiteY53" fmla="*/ 1155405 h 1396289"/>
                <a:gd name="connsiteX54" fmla="*/ 2447171 w 3580254"/>
                <a:gd name="connsiteY54" fmla="*/ 1099299 h 1396289"/>
                <a:gd name="connsiteX55" fmla="*/ 2170964 w 3580254"/>
                <a:gd name="connsiteY55" fmla="*/ 873312 h 1396289"/>
                <a:gd name="connsiteX56" fmla="*/ 1821711 w 3580254"/>
                <a:gd name="connsiteY56" fmla="*/ 375684 h 1396289"/>
                <a:gd name="connsiteX57" fmla="*/ 2544725 w 3580254"/>
                <a:gd name="connsiteY57" fmla="*/ 793898 h 1396289"/>
                <a:gd name="connsiteX58" fmla="*/ 3260651 w 3580254"/>
                <a:gd name="connsiteY58" fmla="*/ 907312 h 1396289"/>
                <a:gd name="connsiteX59" fmla="*/ 3543282 w 3580254"/>
                <a:gd name="connsiteY59" fmla="*/ 1063591 h 1396289"/>
                <a:gd name="connsiteX60" fmla="*/ 3296093 w 3580254"/>
                <a:gd name="connsiteY60" fmla="*/ 878958 h 1396289"/>
                <a:gd name="connsiteX61" fmla="*/ 3572539 w 3580254"/>
                <a:gd name="connsiteY61" fmla="*/ 772633 h 1396289"/>
                <a:gd name="connsiteX62" fmla="*/ 3232298 w 3580254"/>
                <a:gd name="connsiteY62" fmla="*/ 822251 h 1396289"/>
                <a:gd name="connsiteX63" fmla="*/ 2530549 w 3580254"/>
                <a:gd name="connsiteY63" fmla="*/ 708837 h 1396289"/>
                <a:gd name="connsiteX64" fmla="*/ 1828174 w 3580254"/>
                <a:gd name="connsiteY64" fmla="*/ 294965 h 1396289"/>
                <a:gd name="connsiteX65" fmla="*/ 1946986 w 3580254"/>
                <a:gd name="connsiteY65" fmla="*/ 94848 h 1396289"/>
                <a:gd name="connsiteX66" fmla="*/ 2224855 w 3580254"/>
                <a:gd name="connsiteY66" fmla="*/ 126877 h 1396289"/>
                <a:gd name="connsiteX67" fmla="*/ 2393601 w 3580254"/>
                <a:gd name="connsiteY67" fmla="*/ 208384 h 1396289"/>
                <a:gd name="connsiteX68" fmla="*/ 2470867 w 3580254"/>
                <a:gd name="connsiteY68" fmla="*/ 450099 h 1396289"/>
                <a:gd name="connsiteX69" fmla="*/ 2454712 w 3580254"/>
                <a:gd name="connsiteY69" fmla="*/ 253002 h 1396289"/>
                <a:gd name="connsiteX70" fmla="*/ 2573079 w 3580254"/>
                <a:gd name="connsiteY70" fmla="*/ 304800 h 1396289"/>
                <a:gd name="connsiteX71" fmla="*/ 3117436 w 3580254"/>
                <a:gd name="connsiteY71" fmla="*/ 311206 h 1396289"/>
                <a:gd name="connsiteX72" fmla="*/ 3578376 w 3580254"/>
                <a:gd name="connsiteY72" fmla="*/ 394144 h 1396289"/>
                <a:gd name="connsiteX73" fmla="*/ 3180035 w 3580254"/>
                <a:gd name="connsiteY73" fmla="*/ 280892 h 1396289"/>
                <a:gd name="connsiteX74" fmla="*/ 3580254 w 3580254"/>
                <a:gd name="connsiteY74" fmla="*/ 158574 h 1396289"/>
                <a:gd name="connsiteX75" fmla="*/ 3165258 w 3580254"/>
                <a:gd name="connsiteY75" fmla="*/ 237761 h 1396289"/>
                <a:gd name="connsiteX76" fmla="*/ 2949069 w 3580254"/>
                <a:gd name="connsiteY76" fmla="*/ 236847 h 1396289"/>
                <a:gd name="connsiteX77" fmla="*/ 3070617 w 3580254"/>
                <a:gd name="connsiteY77" fmla="*/ 81474 h 1396289"/>
                <a:gd name="connsiteX78" fmla="*/ 2900603 w 3580254"/>
                <a:gd name="connsiteY78" fmla="*/ 236848 h 1396289"/>
                <a:gd name="connsiteX79" fmla="*/ 2565991 w 3580254"/>
                <a:gd name="connsiteY79" fmla="*/ 219740 h 1396289"/>
                <a:gd name="connsiteX80" fmla="*/ 2218561 w 3580254"/>
                <a:gd name="connsiteY80" fmla="*/ 78074 h 1396289"/>
                <a:gd name="connsiteX81" fmla="*/ 1933527 w 3580254"/>
                <a:gd name="connsiteY81" fmla="*/ 48058 h 1396289"/>
                <a:gd name="connsiteX82" fmla="*/ 1932246 w 3580254"/>
                <a:gd name="connsiteY82" fmla="*/ 9673 h 1396289"/>
                <a:gd name="connsiteX83" fmla="*/ 1656206 w 3580254"/>
                <a:gd name="connsiteY83" fmla="*/ 19198 h 1396289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573857 w 3580254"/>
                <a:gd name="connsiteY7" fmla="*/ 205754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52893 w 3580254"/>
                <a:gd name="connsiteY5" fmla="*/ 15459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322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33527 w 3580254"/>
                <a:gd name="connsiteY81" fmla="*/ 38385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656206 w 3580254"/>
                <a:gd name="connsiteY0" fmla="*/ 9525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56206 w 3580254"/>
                <a:gd name="connsiteY83" fmla="*/ 9525 h 1386616"/>
                <a:gd name="connsiteX0" fmla="*/ 1599056 w 3580254"/>
                <a:gd name="connsiteY0" fmla="*/ 635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599056 w 3580254"/>
                <a:gd name="connsiteY83" fmla="*/ 63500 h 1386616"/>
                <a:gd name="connsiteX0" fmla="*/ 1649856 w 3580254"/>
                <a:gd name="connsiteY0" fmla="*/ 12700 h 1386616"/>
                <a:gd name="connsiteX1" fmla="*/ 1658014 w 3580254"/>
                <a:gd name="connsiteY1" fmla="*/ 84470 h 1386616"/>
                <a:gd name="connsiteX2" fmla="*/ 1015176 w 3580254"/>
                <a:gd name="connsiteY2" fmla="*/ 177400 h 1386616"/>
                <a:gd name="connsiteX3" fmla="*/ 581246 w 3580254"/>
                <a:gd name="connsiteY3" fmla="*/ 117918 h 1386616"/>
                <a:gd name="connsiteX4" fmla="*/ 226163 w 3580254"/>
                <a:gd name="connsiteY4" fmla="*/ 76052 h 1386616"/>
                <a:gd name="connsiteX5" fmla="*/ 565593 w 3580254"/>
                <a:gd name="connsiteY5" fmla="*/ 160946 h 1386616"/>
                <a:gd name="connsiteX6" fmla="*/ 232679 w 3580254"/>
                <a:gd name="connsiteY6" fmla="*/ 263397 h 1386616"/>
                <a:gd name="connsiteX7" fmla="*/ 624657 w 3580254"/>
                <a:gd name="connsiteY7" fmla="*/ 189879 h 1386616"/>
                <a:gd name="connsiteX8" fmla="*/ 1006549 w 3580254"/>
                <a:gd name="connsiteY8" fmla="*/ 224243 h 1386616"/>
                <a:gd name="connsiteX9" fmla="*/ 772632 w 3580254"/>
                <a:gd name="connsiteY9" fmla="*/ 401453 h 1386616"/>
                <a:gd name="connsiteX10" fmla="*/ 1118769 w 3580254"/>
                <a:gd name="connsiteY10" fmla="*/ 218331 h 1386616"/>
                <a:gd name="connsiteX11" fmla="*/ 1469508 w 3580254"/>
                <a:gd name="connsiteY11" fmla="*/ 163402 h 1386616"/>
                <a:gd name="connsiteX12" fmla="*/ 1665029 w 3580254"/>
                <a:gd name="connsiteY12" fmla="*/ 138002 h 1386616"/>
                <a:gd name="connsiteX13" fmla="*/ 1601972 w 3580254"/>
                <a:gd name="connsiteY13" fmla="*/ 323481 h 1386616"/>
                <a:gd name="connsiteX14" fmla="*/ 1152641 w 3580254"/>
                <a:gd name="connsiteY14" fmla="*/ 661320 h 1386616"/>
                <a:gd name="connsiteX15" fmla="*/ 789578 w 3580254"/>
                <a:gd name="connsiteY15" fmla="*/ 608772 h 1386616"/>
                <a:gd name="connsiteX16" fmla="*/ 378687 w 3580254"/>
                <a:gd name="connsiteY16" fmla="*/ 482548 h 1386616"/>
                <a:gd name="connsiteX17" fmla="*/ 718110 w 3580254"/>
                <a:gd name="connsiteY17" fmla="*/ 640734 h 1386616"/>
                <a:gd name="connsiteX18" fmla="*/ 339353 w 3580254"/>
                <a:gd name="connsiteY18" fmla="*/ 678127 h 1386616"/>
                <a:gd name="connsiteX19" fmla="*/ 787891 w 3580254"/>
                <a:gd name="connsiteY19" fmla="*/ 684013 h 1386616"/>
                <a:gd name="connsiteX20" fmla="*/ 1105786 w 3580254"/>
                <a:gd name="connsiteY20" fmla="*/ 734606 h 1386616"/>
                <a:gd name="connsiteX21" fmla="*/ 709678 w 3580254"/>
                <a:gd name="connsiteY21" fmla="*/ 982460 h 1386616"/>
                <a:gd name="connsiteX22" fmla="*/ 480327 w 3580254"/>
                <a:gd name="connsiteY22" fmla="*/ 1051541 h 1386616"/>
                <a:gd name="connsiteX23" fmla="*/ 0 w 3580254"/>
                <a:gd name="connsiteY23" fmla="*/ 1124466 h 1386616"/>
                <a:gd name="connsiteX24" fmla="*/ 485758 w 3580254"/>
                <a:gd name="connsiteY24" fmla="*/ 1093770 h 1386616"/>
                <a:gd name="connsiteX25" fmla="*/ 1922 w 3580254"/>
                <a:gd name="connsiteY25" fmla="*/ 1267435 h 1386616"/>
                <a:gd name="connsiteX26" fmla="*/ 494553 w 3580254"/>
                <a:gd name="connsiteY26" fmla="*/ 1135832 h 1386616"/>
                <a:gd name="connsiteX27" fmla="*/ 41207 w 3580254"/>
                <a:gd name="connsiteY27" fmla="*/ 1386616 h 1386616"/>
                <a:gd name="connsiteX28" fmla="*/ 429916 w 3580254"/>
                <a:gd name="connsiteY28" fmla="*/ 1227415 h 1386616"/>
                <a:gd name="connsiteX29" fmla="*/ 632667 w 3580254"/>
                <a:gd name="connsiteY29" fmla="*/ 1091799 h 1386616"/>
                <a:gd name="connsiteX30" fmla="*/ 1006549 w 3580254"/>
                <a:gd name="connsiteY30" fmla="*/ 911816 h 1386616"/>
                <a:gd name="connsiteX31" fmla="*/ 949842 w 3580254"/>
                <a:gd name="connsiteY31" fmla="*/ 1301676 h 1386616"/>
                <a:gd name="connsiteX32" fmla="*/ 1063256 w 3580254"/>
                <a:gd name="connsiteY32" fmla="*/ 904727 h 1386616"/>
                <a:gd name="connsiteX33" fmla="*/ 1282995 w 3580254"/>
                <a:gd name="connsiteY33" fmla="*/ 649546 h 1386616"/>
                <a:gd name="connsiteX34" fmla="*/ 1616149 w 3580254"/>
                <a:gd name="connsiteY34" fmla="*/ 415629 h 1386616"/>
                <a:gd name="connsiteX35" fmla="*/ 1552353 w 3580254"/>
                <a:gd name="connsiteY35" fmla="*/ 784225 h 1386616"/>
                <a:gd name="connsiteX36" fmla="*/ 1375144 w 3580254"/>
                <a:gd name="connsiteY36" fmla="*/ 989788 h 1386616"/>
                <a:gd name="connsiteX37" fmla="*/ 1594884 w 3580254"/>
                <a:gd name="connsiteY37" fmla="*/ 819667 h 1386616"/>
                <a:gd name="connsiteX38" fmla="*/ 1524000 w 3580254"/>
                <a:gd name="connsiteY38" fmla="*/ 1174085 h 1386616"/>
                <a:gd name="connsiteX39" fmla="*/ 1290084 w 3580254"/>
                <a:gd name="connsiteY39" fmla="*/ 1244969 h 1386616"/>
                <a:gd name="connsiteX40" fmla="*/ 1538177 w 3580254"/>
                <a:gd name="connsiteY40" fmla="*/ 1216616 h 1386616"/>
                <a:gd name="connsiteX41" fmla="*/ 1531088 w 3580254"/>
                <a:gd name="connsiteY41" fmla="*/ 1379648 h 1386616"/>
                <a:gd name="connsiteX42" fmla="*/ 1587795 w 3580254"/>
                <a:gd name="connsiteY42" fmla="*/ 1209527 h 1386616"/>
                <a:gd name="connsiteX43" fmla="*/ 1757916 w 3580254"/>
                <a:gd name="connsiteY43" fmla="*/ 1322941 h 1386616"/>
                <a:gd name="connsiteX44" fmla="*/ 1587795 w 3580254"/>
                <a:gd name="connsiteY44" fmla="*/ 1152820 h 1386616"/>
                <a:gd name="connsiteX45" fmla="*/ 1665767 w 3580254"/>
                <a:gd name="connsiteY45" fmla="*/ 805490 h 1386616"/>
                <a:gd name="connsiteX46" fmla="*/ 1779181 w 3580254"/>
                <a:gd name="connsiteY46" fmla="*/ 1060671 h 1386616"/>
                <a:gd name="connsiteX47" fmla="*/ 1687032 w 3580254"/>
                <a:gd name="connsiteY47" fmla="*/ 720429 h 1386616"/>
                <a:gd name="connsiteX48" fmla="*/ 1743739 w 3580254"/>
                <a:gd name="connsiteY48" fmla="*/ 408541 h 1386616"/>
                <a:gd name="connsiteX49" fmla="*/ 2121466 w 3580254"/>
                <a:gd name="connsiteY49" fmla="*/ 907370 h 1386616"/>
                <a:gd name="connsiteX50" fmla="*/ 2474924 w 3580254"/>
                <a:gd name="connsiteY50" fmla="*/ 1192586 h 1386616"/>
                <a:gd name="connsiteX51" fmla="*/ 2895300 w 3580254"/>
                <a:gd name="connsiteY51" fmla="*/ 1290022 h 1386616"/>
                <a:gd name="connsiteX52" fmla="*/ 2489100 w 3580254"/>
                <a:gd name="connsiteY52" fmla="*/ 1138523 h 1386616"/>
                <a:gd name="connsiteX53" fmla="*/ 2906233 w 3580254"/>
                <a:gd name="connsiteY53" fmla="*/ 1145732 h 1386616"/>
                <a:gd name="connsiteX54" fmla="*/ 2447171 w 3580254"/>
                <a:gd name="connsiteY54" fmla="*/ 1089626 h 1386616"/>
                <a:gd name="connsiteX55" fmla="*/ 2170964 w 3580254"/>
                <a:gd name="connsiteY55" fmla="*/ 863639 h 1386616"/>
                <a:gd name="connsiteX56" fmla="*/ 1821711 w 3580254"/>
                <a:gd name="connsiteY56" fmla="*/ 366011 h 1386616"/>
                <a:gd name="connsiteX57" fmla="*/ 2544725 w 3580254"/>
                <a:gd name="connsiteY57" fmla="*/ 784225 h 1386616"/>
                <a:gd name="connsiteX58" fmla="*/ 3260651 w 3580254"/>
                <a:gd name="connsiteY58" fmla="*/ 897639 h 1386616"/>
                <a:gd name="connsiteX59" fmla="*/ 3543282 w 3580254"/>
                <a:gd name="connsiteY59" fmla="*/ 1053918 h 1386616"/>
                <a:gd name="connsiteX60" fmla="*/ 3296093 w 3580254"/>
                <a:gd name="connsiteY60" fmla="*/ 869285 h 1386616"/>
                <a:gd name="connsiteX61" fmla="*/ 3572539 w 3580254"/>
                <a:gd name="connsiteY61" fmla="*/ 762960 h 1386616"/>
                <a:gd name="connsiteX62" fmla="*/ 3232298 w 3580254"/>
                <a:gd name="connsiteY62" fmla="*/ 812578 h 1386616"/>
                <a:gd name="connsiteX63" fmla="*/ 2530549 w 3580254"/>
                <a:gd name="connsiteY63" fmla="*/ 699164 h 1386616"/>
                <a:gd name="connsiteX64" fmla="*/ 1828174 w 3580254"/>
                <a:gd name="connsiteY64" fmla="*/ 285292 h 1386616"/>
                <a:gd name="connsiteX65" fmla="*/ 1946986 w 3580254"/>
                <a:gd name="connsiteY65" fmla="*/ 85175 h 1386616"/>
                <a:gd name="connsiteX66" fmla="*/ 2224855 w 3580254"/>
                <a:gd name="connsiteY66" fmla="*/ 117204 h 1386616"/>
                <a:gd name="connsiteX67" fmla="*/ 2393601 w 3580254"/>
                <a:gd name="connsiteY67" fmla="*/ 198711 h 1386616"/>
                <a:gd name="connsiteX68" fmla="*/ 2470867 w 3580254"/>
                <a:gd name="connsiteY68" fmla="*/ 440426 h 1386616"/>
                <a:gd name="connsiteX69" fmla="*/ 2454712 w 3580254"/>
                <a:gd name="connsiteY69" fmla="*/ 243329 h 1386616"/>
                <a:gd name="connsiteX70" fmla="*/ 2573079 w 3580254"/>
                <a:gd name="connsiteY70" fmla="*/ 295127 h 1386616"/>
                <a:gd name="connsiteX71" fmla="*/ 3117436 w 3580254"/>
                <a:gd name="connsiteY71" fmla="*/ 301533 h 1386616"/>
                <a:gd name="connsiteX72" fmla="*/ 3578376 w 3580254"/>
                <a:gd name="connsiteY72" fmla="*/ 384471 h 1386616"/>
                <a:gd name="connsiteX73" fmla="*/ 3180035 w 3580254"/>
                <a:gd name="connsiteY73" fmla="*/ 271219 h 1386616"/>
                <a:gd name="connsiteX74" fmla="*/ 3580254 w 3580254"/>
                <a:gd name="connsiteY74" fmla="*/ 148901 h 1386616"/>
                <a:gd name="connsiteX75" fmla="*/ 3165258 w 3580254"/>
                <a:gd name="connsiteY75" fmla="*/ 228088 h 1386616"/>
                <a:gd name="connsiteX76" fmla="*/ 2949069 w 3580254"/>
                <a:gd name="connsiteY76" fmla="*/ 227174 h 1386616"/>
                <a:gd name="connsiteX77" fmla="*/ 3070617 w 3580254"/>
                <a:gd name="connsiteY77" fmla="*/ 71801 h 1386616"/>
                <a:gd name="connsiteX78" fmla="*/ 2900603 w 3580254"/>
                <a:gd name="connsiteY78" fmla="*/ 227175 h 1386616"/>
                <a:gd name="connsiteX79" fmla="*/ 2565991 w 3580254"/>
                <a:gd name="connsiteY79" fmla="*/ 210067 h 1386616"/>
                <a:gd name="connsiteX80" fmla="*/ 2218561 w 3580254"/>
                <a:gd name="connsiteY80" fmla="*/ 68401 h 1386616"/>
                <a:gd name="connsiteX81" fmla="*/ 1949402 w 3580254"/>
                <a:gd name="connsiteY81" fmla="*/ 47910 h 1386616"/>
                <a:gd name="connsiteX82" fmla="*/ 1944946 w 3580254"/>
                <a:gd name="connsiteY82" fmla="*/ 0 h 1386616"/>
                <a:gd name="connsiteX83" fmla="*/ 1649856 w 3580254"/>
                <a:gd name="connsiteY83" fmla="*/ 12700 h 1386616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16149 w 3580254"/>
                <a:gd name="connsiteY34" fmla="*/ 41245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552353 w 3580254"/>
                <a:gd name="connsiteY35" fmla="*/ 781050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76474 w 3580254"/>
                <a:gd name="connsiteY34" fmla="*/ 3934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85999 w 3580254"/>
                <a:gd name="connsiteY34" fmla="*/ 39975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43739 w 3580254"/>
                <a:gd name="connsiteY48" fmla="*/ 405366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594884 w 3580254"/>
                <a:gd name="connsiteY37" fmla="*/ 816492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65767 w 3580254"/>
                <a:gd name="connsiteY45" fmla="*/ 8023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8069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6242 w 3580254"/>
                <a:gd name="connsiteY45" fmla="*/ 805490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87795 w 3580254"/>
                <a:gd name="connsiteY44" fmla="*/ 114964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24000 w 3580254"/>
                <a:gd name="connsiteY38" fmla="*/ 11709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213441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87795 w 3580254"/>
                <a:gd name="connsiteY42" fmla="*/ 12063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8014 w 3580254"/>
                <a:gd name="connsiteY1" fmla="*/ 81295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86410 w 3580254"/>
                <a:gd name="connsiteY65" fmla="*/ 165652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30549 w 3580254"/>
                <a:gd name="connsiteY63" fmla="*/ 695989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32298 w 3580254"/>
                <a:gd name="connsiteY62" fmla="*/ 809403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96093 w 3580254"/>
                <a:gd name="connsiteY60" fmla="*/ 866110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1006549 w 3580254"/>
                <a:gd name="connsiteY30" fmla="*/ 908641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63256 w 3580254"/>
                <a:gd name="connsiteY32" fmla="*/ 901552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05786 w 3580254"/>
                <a:gd name="connsiteY20" fmla="*/ 731431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65029 w 3580254"/>
                <a:gd name="connsiteY12" fmla="*/ 13482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856639 w 3580254"/>
                <a:gd name="connsiteY65" fmla="*/ 178411 h 1383441"/>
                <a:gd name="connsiteX66" fmla="*/ 1946986 w 3580254"/>
                <a:gd name="connsiteY66" fmla="*/ 82000 h 1383441"/>
                <a:gd name="connsiteX67" fmla="*/ 2224855 w 3580254"/>
                <a:gd name="connsiteY67" fmla="*/ 114029 h 1383441"/>
                <a:gd name="connsiteX68" fmla="*/ 2393601 w 3580254"/>
                <a:gd name="connsiteY68" fmla="*/ 195536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73079 w 3580254"/>
                <a:gd name="connsiteY71" fmla="*/ 291952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5991 w 3580254"/>
                <a:gd name="connsiteY80" fmla="*/ 206892 h 1383441"/>
                <a:gd name="connsiteX81" fmla="*/ 2218561 w 3580254"/>
                <a:gd name="connsiteY81" fmla="*/ 65226 h 1383441"/>
                <a:gd name="connsiteX82" fmla="*/ 1949402 w 3580254"/>
                <a:gd name="connsiteY82" fmla="*/ 44735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28174 w 3580254"/>
                <a:gd name="connsiteY64" fmla="*/ 28211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74725 w 3580254"/>
                <a:gd name="connsiteY64" fmla="*/ 302067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8980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49402 w 3580254"/>
                <a:gd name="connsiteY81" fmla="*/ 4473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46986 w 3580254"/>
                <a:gd name="connsiteY65" fmla="*/ 8200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48404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92880 w 3580254"/>
                <a:gd name="connsiteY1" fmla="*/ 961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7929 w 3580254"/>
                <a:gd name="connsiteY12" fmla="*/ 141477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579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69508 w 3580254"/>
                <a:gd name="connsiteY11" fmla="*/ 1602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406008 w 3580254"/>
                <a:gd name="connsiteY11" fmla="*/ 15387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20827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27936 w 3580254"/>
                <a:gd name="connsiteY65" fmla="*/ 101050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52577 w 3580254"/>
                <a:gd name="connsiteY81" fmla="*/ 63785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18561 w 3580254"/>
                <a:gd name="connsiteY80" fmla="*/ 65226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24855 w 3580254"/>
                <a:gd name="connsiteY66" fmla="*/ 114029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1953336 w 3580254"/>
                <a:gd name="connsiteY65" fmla="*/ 97875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894676 w 3580254"/>
                <a:gd name="connsiteY64" fmla="*/ 328668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51062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54713 w 3580254"/>
                <a:gd name="connsiteY66" fmla="*/ 132691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73079 w 3580254"/>
                <a:gd name="connsiteY70" fmla="*/ 291952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48419 w 3580254"/>
                <a:gd name="connsiteY80" fmla="*/ 87619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24248 w 3580254"/>
                <a:gd name="connsiteY65" fmla="*/ 109072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1931998 w 3580254"/>
                <a:gd name="connsiteY64" fmla="*/ 369723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31713 w 3580254"/>
                <a:gd name="connsiteY64" fmla="*/ 127734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81936 w 3580254"/>
                <a:gd name="connsiteY64" fmla="*/ 3647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2031713 w 3580254"/>
                <a:gd name="connsiteY65" fmla="*/ 127734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72446 w 3580254"/>
                <a:gd name="connsiteY65" fmla="*/ 123500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114202 w 3580254"/>
                <a:gd name="connsiteY64" fmla="*/ 3774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601972 w 3580254"/>
                <a:gd name="connsiteY13" fmla="*/ 320306 h 1383441"/>
                <a:gd name="connsiteX14" fmla="*/ 1152641 w 3580254"/>
                <a:gd name="connsiteY14" fmla="*/ 658145 h 1383441"/>
                <a:gd name="connsiteX15" fmla="*/ 789578 w 3580254"/>
                <a:gd name="connsiteY15" fmla="*/ 605597 h 1383441"/>
                <a:gd name="connsiteX16" fmla="*/ 378687 w 3580254"/>
                <a:gd name="connsiteY16" fmla="*/ 479373 h 1383441"/>
                <a:gd name="connsiteX17" fmla="*/ 718110 w 3580254"/>
                <a:gd name="connsiteY17" fmla="*/ 637559 h 1383441"/>
                <a:gd name="connsiteX18" fmla="*/ 339353 w 3580254"/>
                <a:gd name="connsiteY18" fmla="*/ 674952 h 1383441"/>
                <a:gd name="connsiteX19" fmla="*/ 787891 w 3580254"/>
                <a:gd name="connsiteY19" fmla="*/ 680838 h 1383441"/>
                <a:gd name="connsiteX20" fmla="*/ 1129062 w 3580254"/>
                <a:gd name="connsiteY20" fmla="*/ 714805 h 1383441"/>
                <a:gd name="connsiteX21" fmla="*/ 709678 w 3580254"/>
                <a:gd name="connsiteY21" fmla="*/ 979285 h 1383441"/>
                <a:gd name="connsiteX22" fmla="*/ 480327 w 3580254"/>
                <a:gd name="connsiteY22" fmla="*/ 1048366 h 1383441"/>
                <a:gd name="connsiteX23" fmla="*/ 0 w 3580254"/>
                <a:gd name="connsiteY23" fmla="*/ 1121291 h 1383441"/>
                <a:gd name="connsiteX24" fmla="*/ 485758 w 3580254"/>
                <a:gd name="connsiteY24" fmla="*/ 1090595 h 1383441"/>
                <a:gd name="connsiteX25" fmla="*/ 1922 w 3580254"/>
                <a:gd name="connsiteY25" fmla="*/ 1264260 h 1383441"/>
                <a:gd name="connsiteX26" fmla="*/ 494553 w 3580254"/>
                <a:gd name="connsiteY26" fmla="*/ 1132657 h 1383441"/>
                <a:gd name="connsiteX27" fmla="*/ 41207 w 3580254"/>
                <a:gd name="connsiteY27" fmla="*/ 1383441 h 1383441"/>
                <a:gd name="connsiteX28" fmla="*/ 429916 w 3580254"/>
                <a:gd name="connsiteY28" fmla="*/ 1224240 h 1383441"/>
                <a:gd name="connsiteX29" fmla="*/ 632667 w 3580254"/>
                <a:gd name="connsiteY29" fmla="*/ 1088624 h 1383441"/>
                <a:gd name="connsiteX30" fmla="*/ 976623 w 3580254"/>
                <a:gd name="connsiteY30" fmla="*/ 875390 h 1383441"/>
                <a:gd name="connsiteX31" fmla="*/ 949842 w 3580254"/>
                <a:gd name="connsiteY31" fmla="*/ 1298501 h 1383441"/>
                <a:gd name="connsiteX32" fmla="*/ 1030006 w 3580254"/>
                <a:gd name="connsiteY32" fmla="*/ 871627 h 1383441"/>
                <a:gd name="connsiteX33" fmla="*/ 1282995 w 3580254"/>
                <a:gd name="connsiteY33" fmla="*/ 646371 h 1383441"/>
                <a:gd name="connsiteX34" fmla="*/ 1666949 w 3580254"/>
                <a:gd name="connsiteY34" fmla="*/ 380704 h 1383441"/>
                <a:gd name="connsiteX35" fmla="*/ 1619028 w 3580254"/>
                <a:gd name="connsiteY35" fmla="*/ 708025 h 1383441"/>
                <a:gd name="connsiteX36" fmla="*/ 1375144 w 3580254"/>
                <a:gd name="connsiteY36" fmla="*/ 986613 h 1383441"/>
                <a:gd name="connsiteX37" fmla="*/ 1620284 w 3580254"/>
                <a:gd name="connsiteY37" fmla="*/ 768867 h 1383441"/>
                <a:gd name="connsiteX38" fmla="*/ 1539875 w 3580254"/>
                <a:gd name="connsiteY38" fmla="*/ 1107410 h 1383441"/>
                <a:gd name="connsiteX39" fmla="*/ 1290084 w 3580254"/>
                <a:gd name="connsiteY39" fmla="*/ 1241794 h 1383441"/>
                <a:gd name="connsiteX40" fmla="*/ 1538177 w 3580254"/>
                <a:gd name="connsiteY40" fmla="*/ 1153116 h 1383441"/>
                <a:gd name="connsiteX41" fmla="*/ 1531088 w 3580254"/>
                <a:gd name="connsiteY41" fmla="*/ 1376473 h 1383441"/>
                <a:gd name="connsiteX42" fmla="*/ 1571920 w 3580254"/>
                <a:gd name="connsiteY42" fmla="*/ 1155552 h 1383441"/>
                <a:gd name="connsiteX43" fmla="*/ 1757916 w 3580254"/>
                <a:gd name="connsiteY43" fmla="*/ 1319766 h 1383441"/>
                <a:gd name="connsiteX44" fmla="*/ 1578270 w 3580254"/>
                <a:gd name="connsiteY44" fmla="*/ 1105195 h 1383441"/>
                <a:gd name="connsiteX45" fmla="*/ 1653067 w 3580254"/>
                <a:gd name="connsiteY45" fmla="*/ 764215 h 1383441"/>
                <a:gd name="connsiteX46" fmla="*/ 1779181 w 3580254"/>
                <a:gd name="connsiteY46" fmla="*/ 1057496 h 1383441"/>
                <a:gd name="connsiteX47" fmla="*/ 1687032 w 3580254"/>
                <a:gd name="connsiteY47" fmla="*/ 717254 h 1383441"/>
                <a:gd name="connsiteX48" fmla="*/ 1731039 w 3580254"/>
                <a:gd name="connsiteY48" fmla="*/ 389491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1711 w 3580254"/>
                <a:gd name="connsiteY56" fmla="*/ 362836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3825 w 3580254"/>
                <a:gd name="connsiteY63" fmla="*/ 725915 h 1383441"/>
                <a:gd name="connsiteX64" fmla="*/ 2067635 w 3580254"/>
                <a:gd name="connsiteY64" fmla="*/ 339317 h 1383441"/>
                <a:gd name="connsiteX65" fmla="*/ 1985146 w 3580254"/>
                <a:gd name="connsiteY65" fmla="*/ 115033 h 1383441"/>
                <a:gd name="connsiteX66" fmla="*/ 2239784 w 3580254"/>
                <a:gd name="connsiteY66" fmla="*/ 143888 h 1383441"/>
                <a:gd name="connsiteX67" fmla="*/ 2393601 w 3580254"/>
                <a:gd name="connsiteY67" fmla="*/ 195536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5991 w 3580254"/>
                <a:gd name="connsiteY79" fmla="*/ 206892 h 1383441"/>
                <a:gd name="connsiteX80" fmla="*/ 2259616 w 3580254"/>
                <a:gd name="connsiteY80" fmla="*/ 10254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66949 w 3580254"/>
                <a:gd name="connsiteY33" fmla="*/ 380704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1039 w 3580254"/>
                <a:gd name="connsiteY47" fmla="*/ 389491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1711 w 3580254"/>
                <a:gd name="connsiteY55" fmla="*/ 362836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7635 w 3580254"/>
                <a:gd name="connsiteY63" fmla="*/ 339317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725915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3825 w 3580254"/>
                <a:gd name="connsiteY62" fmla="*/ 687096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0866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39784 w 3580254"/>
                <a:gd name="connsiteY65" fmla="*/ 143888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59616 w 3580254"/>
                <a:gd name="connsiteY79" fmla="*/ 10254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70208 w 3580254"/>
                <a:gd name="connsiteY79" fmla="*/ 120200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85146 w 3580254"/>
                <a:gd name="connsiteY64" fmla="*/ 115033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393601 w 3580254"/>
                <a:gd name="connsiteY66" fmla="*/ 195536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5991 w 3580254"/>
                <a:gd name="connsiteY78" fmla="*/ 206892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1779181 w 3580254"/>
                <a:gd name="connsiteY45" fmla="*/ 1057496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687032 w 3580254"/>
                <a:gd name="connsiteY46" fmla="*/ 717254 h 1383441"/>
                <a:gd name="connsiteX47" fmla="*/ 1735352 w 3580254"/>
                <a:gd name="connsiteY47" fmla="*/ 307540 h 1383441"/>
                <a:gd name="connsiteX48" fmla="*/ 2121466 w 3580254"/>
                <a:gd name="connsiteY48" fmla="*/ 904195 h 1383441"/>
                <a:gd name="connsiteX49" fmla="*/ 2474924 w 3580254"/>
                <a:gd name="connsiteY49" fmla="*/ 1189411 h 1383441"/>
                <a:gd name="connsiteX50" fmla="*/ 2895300 w 3580254"/>
                <a:gd name="connsiteY50" fmla="*/ 1286847 h 1383441"/>
                <a:gd name="connsiteX51" fmla="*/ 2489100 w 3580254"/>
                <a:gd name="connsiteY51" fmla="*/ 1135348 h 1383441"/>
                <a:gd name="connsiteX52" fmla="*/ 2906233 w 3580254"/>
                <a:gd name="connsiteY52" fmla="*/ 1142557 h 1383441"/>
                <a:gd name="connsiteX53" fmla="*/ 2447171 w 3580254"/>
                <a:gd name="connsiteY53" fmla="*/ 1086451 h 1383441"/>
                <a:gd name="connsiteX54" fmla="*/ 2170964 w 3580254"/>
                <a:gd name="connsiteY54" fmla="*/ 860464 h 1383441"/>
                <a:gd name="connsiteX55" fmla="*/ 1826025 w 3580254"/>
                <a:gd name="connsiteY55" fmla="*/ 280885 h 1383441"/>
                <a:gd name="connsiteX56" fmla="*/ 2544725 w 3580254"/>
                <a:gd name="connsiteY56" fmla="*/ 781050 h 1383441"/>
                <a:gd name="connsiteX57" fmla="*/ 3260651 w 3580254"/>
                <a:gd name="connsiteY57" fmla="*/ 894464 h 1383441"/>
                <a:gd name="connsiteX58" fmla="*/ 3543282 w 3580254"/>
                <a:gd name="connsiteY58" fmla="*/ 1050743 h 1383441"/>
                <a:gd name="connsiteX59" fmla="*/ 3282792 w 3580254"/>
                <a:gd name="connsiteY59" fmla="*/ 869435 h 1383441"/>
                <a:gd name="connsiteX60" fmla="*/ 3572539 w 3580254"/>
                <a:gd name="connsiteY60" fmla="*/ 759785 h 1383441"/>
                <a:gd name="connsiteX61" fmla="*/ 3252248 w 3580254"/>
                <a:gd name="connsiteY61" fmla="*/ 836004 h 1383441"/>
                <a:gd name="connsiteX62" fmla="*/ 2558138 w 3580254"/>
                <a:gd name="connsiteY62" fmla="*/ 721602 h 1383441"/>
                <a:gd name="connsiteX63" fmla="*/ 2063322 w 3580254"/>
                <a:gd name="connsiteY63" fmla="*/ 300498 h 1383441"/>
                <a:gd name="connsiteX64" fmla="*/ 1995737 w 3580254"/>
                <a:gd name="connsiteY64" fmla="*/ 129155 h 1383441"/>
                <a:gd name="connsiteX65" fmla="*/ 2250375 w 3580254"/>
                <a:gd name="connsiteY65" fmla="*/ 165071 h 1383441"/>
                <a:gd name="connsiteX66" fmla="*/ 2400662 w 3580254"/>
                <a:gd name="connsiteY66" fmla="*/ 209658 h 1383441"/>
                <a:gd name="connsiteX67" fmla="*/ 2470867 w 3580254"/>
                <a:gd name="connsiteY67" fmla="*/ 437251 h 1383441"/>
                <a:gd name="connsiteX68" fmla="*/ 2454712 w 3580254"/>
                <a:gd name="connsiteY68" fmla="*/ 240154 h 1383441"/>
                <a:gd name="connsiteX69" fmla="*/ 2595473 w 3580254"/>
                <a:gd name="connsiteY69" fmla="*/ 269559 h 1383441"/>
                <a:gd name="connsiteX70" fmla="*/ 3117436 w 3580254"/>
                <a:gd name="connsiteY70" fmla="*/ 298358 h 1383441"/>
                <a:gd name="connsiteX71" fmla="*/ 3578376 w 3580254"/>
                <a:gd name="connsiteY71" fmla="*/ 381296 h 1383441"/>
                <a:gd name="connsiteX72" fmla="*/ 3180035 w 3580254"/>
                <a:gd name="connsiteY72" fmla="*/ 268044 h 1383441"/>
                <a:gd name="connsiteX73" fmla="*/ 3580254 w 3580254"/>
                <a:gd name="connsiteY73" fmla="*/ 145726 h 1383441"/>
                <a:gd name="connsiteX74" fmla="*/ 3165258 w 3580254"/>
                <a:gd name="connsiteY74" fmla="*/ 224913 h 1383441"/>
                <a:gd name="connsiteX75" fmla="*/ 2949069 w 3580254"/>
                <a:gd name="connsiteY75" fmla="*/ 223999 h 1383441"/>
                <a:gd name="connsiteX76" fmla="*/ 3070617 w 3580254"/>
                <a:gd name="connsiteY76" fmla="*/ 68626 h 1383441"/>
                <a:gd name="connsiteX77" fmla="*/ 2900603 w 3580254"/>
                <a:gd name="connsiteY77" fmla="*/ 224000 h 1383441"/>
                <a:gd name="connsiteX78" fmla="*/ 2562461 w 3580254"/>
                <a:gd name="connsiteY78" fmla="*/ 192770 h 1383441"/>
                <a:gd name="connsiteX79" fmla="*/ 2280799 w 3580254"/>
                <a:gd name="connsiteY79" fmla="*/ 106078 h 1383441"/>
                <a:gd name="connsiteX80" fmla="*/ 1968452 w 3580254"/>
                <a:gd name="connsiteY80" fmla="*/ 66960 h 1383441"/>
                <a:gd name="connsiteX81" fmla="*/ 1954471 w 3580254"/>
                <a:gd name="connsiteY81" fmla="*/ 0 h 1383441"/>
                <a:gd name="connsiteX82" fmla="*/ 1649856 w 3580254"/>
                <a:gd name="connsiteY82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883486 w 3580254"/>
                <a:gd name="connsiteY46" fmla="*/ 9806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687032 w 3580254"/>
                <a:gd name="connsiteY47" fmla="*/ 717254 h 1383441"/>
                <a:gd name="connsiteX48" fmla="*/ 1735352 w 3580254"/>
                <a:gd name="connsiteY48" fmla="*/ 307540 h 1383441"/>
                <a:gd name="connsiteX49" fmla="*/ 2121466 w 3580254"/>
                <a:gd name="connsiteY49" fmla="*/ 904195 h 1383441"/>
                <a:gd name="connsiteX50" fmla="*/ 2474924 w 3580254"/>
                <a:gd name="connsiteY50" fmla="*/ 1189411 h 1383441"/>
                <a:gd name="connsiteX51" fmla="*/ 2895300 w 3580254"/>
                <a:gd name="connsiteY51" fmla="*/ 1286847 h 1383441"/>
                <a:gd name="connsiteX52" fmla="*/ 2489100 w 3580254"/>
                <a:gd name="connsiteY52" fmla="*/ 1135348 h 1383441"/>
                <a:gd name="connsiteX53" fmla="*/ 2906233 w 3580254"/>
                <a:gd name="connsiteY53" fmla="*/ 1142557 h 1383441"/>
                <a:gd name="connsiteX54" fmla="*/ 2447171 w 3580254"/>
                <a:gd name="connsiteY54" fmla="*/ 1086451 h 1383441"/>
                <a:gd name="connsiteX55" fmla="*/ 2170964 w 3580254"/>
                <a:gd name="connsiteY55" fmla="*/ 860464 h 1383441"/>
                <a:gd name="connsiteX56" fmla="*/ 1826025 w 3580254"/>
                <a:gd name="connsiteY56" fmla="*/ 280885 h 1383441"/>
                <a:gd name="connsiteX57" fmla="*/ 2544725 w 3580254"/>
                <a:gd name="connsiteY57" fmla="*/ 781050 h 1383441"/>
                <a:gd name="connsiteX58" fmla="*/ 3260651 w 3580254"/>
                <a:gd name="connsiteY58" fmla="*/ 894464 h 1383441"/>
                <a:gd name="connsiteX59" fmla="*/ 3543282 w 3580254"/>
                <a:gd name="connsiteY59" fmla="*/ 1050743 h 1383441"/>
                <a:gd name="connsiteX60" fmla="*/ 3282792 w 3580254"/>
                <a:gd name="connsiteY60" fmla="*/ 869435 h 1383441"/>
                <a:gd name="connsiteX61" fmla="*/ 3572539 w 3580254"/>
                <a:gd name="connsiteY61" fmla="*/ 759785 h 1383441"/>
                <a:gd name="connsiteX62" fmla="*/ 3252248 w 3580254"/>
                <a:gd name="connsiteY62" fmla="*/ 836004 h 1383441"/>
                <a:gd name="connsiteX63" fmla="*/ 2558138 w 3580254"/>
                <a:gd name="connsiteY63" fmla="*/ 721602 h 1383441"/>
                <a:gd name="connsiteX64" fmla="*/ 2063322 w 3580254"/>
                <a:gd name="connsiteY64" fmla="*/ 300498 h 1383441"/>
                <a:gd name="connsiteX65" fmla="*/ 1995737 w 3580254"/>
                <a:gd name="connsiteY65" fmla="*/ 129155 h 1383441"/>
                <a:gd name="connsiteX66" fmla="*/ 2250375 w 3580254"/>
                <a:gd name="connsiteY66" fmla="*/ 165071 h 1383441"/>
                <a:gd name="connsiteX67" fmla="*/ 2400662 w 3580254"/>
                <a:gd name="connsiteY67" fmla="*/ 209658 h 1383441"/>
                <a:gd name="connsiteX68" fmla="*/ 2470867 w 3580254"/>
                <a:gd name="connsiteY68" fmla="*/ 437251 h 1383441"/>
                <a:gd name="connsiteX69" fmla="*/ 2454712 w 3580254"/>
                <a:gd name="connsiteY69" fmla="*/ 240154 h 1383441"/>
                <a:gd name="connsiteX70" fmla="*/ 2595473 w 3580254"/>
                <a:gd name="connsiteY70" fmla="*/ 269559 h 1383441"/>
                <a:gd name="connsiteX71" fmla="*/ 3117436 w 3580254"/>
                <a:gd name="connsiteY71" fmla="*/ 298358 h 1383441"/>
                <a:gd name="connsiteX72" fmla="*/ 3578376 w 3580254"/>
                <a:gd name="connsiteY72" fmla="*/ 381296 h 1383441"/>
                <a:gd name="connsiteX73" fmla="*/ 3180035 w 3580254"/>
                <a:gd name="connsiteY73" fmla="*/ 268044 h 1383441"/>
                <a:gd name="connsiteX74" fmla="*/ 3580254 w 3580254"/>
                <a:gd name="connsiteY74" fmla="*/ 145726 h 1383441"/>
                <a:gd name="connsiteX75" fmla="*/ 3165258 w 3580254"/>
                <a:gd name="connsiteY75" fmla="*/ 224913 h 1383441"/>
                <a:gd name="connsiteX76" fmla="*/ 2949069 w 3580254"/>
                <a:gd name="connsiteY76" fmla="*/ 223999 h 1383441"/>
                <a:gd name="connsiteX77" fmla="*/ 3070617 w 3580254"/>
                <a:gd name="connsiteY77" fmla="*/ 68626 h 1383441"/>
                <a:gd name="connsiteX78" fmla="*/ 2900603 w 3580254"/>
                <a:gd name="connsiteY78" fmla="*/ 224000 h 1383441"/>
                <a:gd name="connsiteX79" fmla="*/ 2562461 w 3580254"/>
                <a:gd name="connsiteY79" fmla="*/ 192770 h 1383441"/>
                <a:gd name="connsiteX80" fmla="*/ 2280799 w 3580254"/>
                <a:gd name="connsiteY80" fmla="*/ 106078 h 1383441"/>
                <a:gd name="connsiteX81" fmla="*/ 1968452 w 3580254"/>
                <a:gd name="connsiteY81" fmla="*/ 66960 h 1383441"/>
                <a:gd name="connsiteX82" fmla="*/ 1954471 w 3580254"/>
                <a:gd name="connsiteY82" fmla="*/ 0 h 1383441"/>
                <a:gd name="connsiteX83" fmla="*/ 1649856 w 3580254"/>
                <a:gd name="connsiteY83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10486 w 3580254"/>
                <a:gd name="connsiteY46" fmla="*/ 1018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54911 w 3580254"/>
                <a:gd name="connsiteY47" fmla="*/ 87271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75561 w 3580254"/>
                <a:gd name="connsiteY46" fmla="*/ 891767 h 1383441"/>
                <a:gd name="connsiteX47" fmla="*/ 1873961 w 3580254"/>
                <a:gd name="connsiteY47" fmla="*/ 967967 h 1383441"/>
                <a:gd name="connsiteX48" fmla="*/ 1687032 w 3580254"/>
                <a:gd name="connsiteY48" fmla="*/ 717254 h 1383441"/>
                <a:gd name="connsiteX49" fmla="*/ 1735352 w 3580254"/>
                <a:gd name="connsiteY49" fmla="*/ 307540 h 1383441"/>
                <a:gd name="connsiteX50" fmla="*/ 2121466 w 3580254"/>
                <a:gd name="connsiteY50" fmla="*/ 904195 h 1383441"/>
                <a:gd name="connsiteX51" fmla="*/ 2474924 w 3580254"/>
                <a:gd name="connsiteY51" fmla="*/ 1189411 h 1383441"/>
                <a:gd name="connsiteX52" fmla="*/ 2895300 w 3580254"/>
                <a:gd name="connsiteY52" fmla="*/ 1286847 h 1383441"/>
                <a:gd name="connsiteX53" fmla="*/ 2489100 w 3580254"/>
                <a:gd name="connsiteY53" fmla="*/ 1135348 h 1383441"/>
                <a:gd name="connsiteX54" fmla="*/ 2906233 w 3580254"/>
                <a:gd name="connsiteY54" fmla="*/ 1142557 h 1383441"/>
                <a:gd name="connsiteX55" fmla="*/ 2447171 w 3580254"/>
                <a:gd name="connsiteY55" fmla="*/ 1086451 h 1383441"/>
                <a:gd name="connsiteX56" fmla="*/ 2170964 w 3580254"/>
                <a:gd name="connsiteY56" fmla="*/ 860464 h 1383441"/>
                <a:gd name="connsiteX57" fmla="*/ 1826025 w 3580254"/>
                <a:gd name="connsiteY57" fmla="*/ 280885 h 1383441"/>
                <a:gd name="connsiteX58" fmla="*/ 2544725 w 3580254"/>
                <a:gd name="connsiteY58" fmla="*/ 781050 h 1383441"/>
                <a:gd name="connsiteX59" fmla="*/ 3260651 w 3580254"/>
                <a:gd name="connsiteY59" fmla="*/ 894464 h 1383441"/>
                <a:gd name="connsiteX60" fmla="*/ 3543282 w 3580254"/>
                <a:gd name="connsiteY60" fmla="*/ 1050743 h 1383441"/>
                <a:gd name="connsiteX61" fmla="*/ 3282792 w 3580254"/>
                <a:gd name="connsiteY61" fmla="*/ 869435 h 1383441"/>
                <a:gd name="connsiteX62" fmla="*/ 3572539 w 3580254"/>
                <a:gd name="connsiteY62" fmla="*/ 759785 h 1383441"/>
                <a:gd name="connsiteX63" fmla="*/ 3252248 w 3580254"/>
                <a:gd name="connsiteY63" fmla="*/ 836004 h 1383441"/>
                <a:gd name="connsiteX64" fmla="*/ 2558138 w 3580254"/>
                <a:gd name="connsiteY64" fmla="*/ 721602 h 1383441"/>
                <a:gd name="connsiteX65" fmla="*/ 2063322 w 3580254"/>
                <a:gd name="connsiteY65" fmla="*/ 300498 h 1383441"/>
                <a:gd name="connsiteX66" fmla="*/ 1995737 w 3580254"/>
                <a:gd name="connsiteY66" fmla="*/ 129155 h 1383441"/>
                <a:gd name="connsiteX67" fmla="*/ 2250375 w 3580254"/>
                <a:gd name="connsiteY67" fmla="*/ 165071 h 1383441"/>
                <a:gd name="connsiteX68" fmla="*/ 2400662 w 3580254"/>
                <a:gd name="connsiteY68" fmla="*/ 209658 h 1383441"/>
                <a:gd name="connsiteX69" fmla="*/ 2470867 w 3580254"/>
                <a:gd name="connsiteY69" fmla="*/ 437251 h 1383441"/>
                <a:gd name="connsiteX70" fmla="*/ 2454712 w 3580254"/>
                <a:gd name="connsiteY70" fmla="*/ 240154 h 1383441"/>
                <a:gd name="connsiteX71" fmla="*/ 2595473 w 3580254"/>
                <a:gd name="connsiteY71" fmla="*/ 269559 h 1383441"/>
                <a:gd name="connsiteX72" fmla="*/ 3117436 w 3580254"/>
                <a:gd name="connsiteY72" fmla="*/ 298358 h 1383441"/>
                <a:gd name="connsiteX73" fmla="*/ 3578376 w 3580254"/>
                <a:gd name="connsiteY73" fmla="*/ 381296 h 1383441"/>
                <a:gd name="connsiteX74" fmla="*/ 3180035 w 3580254"/>
                <a:gd name="connsiteY74" fmla="*/ 268044 h 1383441"/>
                <a:gd name="connsiteX75" fmla="*/ 3580254 w 3580254"/>
                <a:gd name="connsiteY75" fmla="*/ 145726 h 1383441"/>
                <a:gd name="connsiteX76" fmla="*/ 3165258 w 3580254"/>
                <a:gd name="connsiteY76" fmla="*/ 224913 h 1383441"/>
                <a:gd name="connsiteX77" fmla="*/ 2949069 w 3580254"/>
                <a:gd name="connsiteY77" fmla="*/ 223999 h 1383441"/>
                <a:gd name="connsiteX78" fmla="*/ 3070617 w 3580254"/>
                <a:gd name="connsiteY78" fmla="*/ 68626 h 1383441"/>
                <a:gd name="connsiteX79" fmla="*/ 2900603 w 3580254"/>
                <a:gd name="connsiteY79" fmla="*/ 224000 h 1383441"/>
                <a:gd name="connsiteX80" fmla="*/ 2562461 w 3580254"/>
                <a:gd name="connsiteY80" fmla="*/ 192770 h 1383441"/>
                <a:gd name="connsiteX81" fmla="*/ 2280799 w 3580254"/>
                <a:gd name="connsiteY81" fmla="*/ 106078 h 1383441"/>
                <a:gd name="connsiteX82" fmla="*/ 1968452 w 3580254"/>
                <a:gd name="connsiteY82" fmla="*/ 66960 h 1383441"/>
                <a:gd name="connsiteX83" fmla="*/ 1954471 w 3580254"/>
                <a:gd name="connsiteY83" fmla="*/ 0 h 1383441"/>
                <a:gd name="connsiteX84" fmla="*/ 1649856 w 3580254"/>
                <a:gd name="connsiteY84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2020011 w 3580254"/>
                <a:gd name="connsiteY46" fmla="*/ 1012417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1975561 w 3580254"/>
                <a:gd name="connsiteY47" fmla="*/ 89176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73986 w 3580254"/>
                <a:gd name="connsiteY47" fmla="*/ 100289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102561 w 3580254"/>
                <a:gd name="connsiteY47" fmla="*/ 1063217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128431 w 3580254"/>
                <a:gd name="connsiteY45" fmla="*/ 1295621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  <a:gd name="connsiteX0" fmla="*/ 1649856 w 3580254"/>
                <a:gd name="connsiteY0" fmla="*/ 9525 h 1383441"/>
                <a:gd name="connsiteX1" fmla="*/ 1645255 w 3580254"/>
                <a:gd name="connsiteY1" fmla="*/ 58051 h 1383441"/>
                <a:gd name="connsiteX2" fmla="*/ 1015176 w 3580254"/>
                <a:gd name="connsiteY2" fmla="*/ 174225 h 1383441"/>
                <a:gd name="connsiteX3" fmla="*/ 581246 w 3580254"/>
                <a:gd name="connsiteY3" fmla="*/ 114743 h 1383441"/>
                <a:gd name="connsiteX4" fmla="*/ 226163 w 3580254"/>
                <a:gd name="connsiteY4" fmla="*/ 72877 h 1383441"/>
                <a:gd name="connsiteX5" fmla="*/ 565593 w 3580254"/>
                <a:gd name="connsiteY5" fmla="*/ 157771 h 1383441"/>
                <a:gd name="connsiteX6" fmla="*/ 232679 w 3580254"/>
                <a:gd name="connsiteY6" fmla="*/ 260222 h 1383441"/>
                <a:gd name="connsiteX7" fmla="*/ 624657 w 3580254"/>
                <a:gd name="connsiteY7" fmla="*/ 186704 h 1383441"/>
                <a:gd name="connsiteX8" fmla="*/ 1006549 w 3580254"/>
                <a:gd name="connsiteY8" fmla="*/ 221068 h 1383441"/>
                <a:gd name="connsiteX9" fmla="*/ 772632 w 3580254"/>
                <a:gd name="connsiteY9" fmla="*/ 398278 h 1383441"/>
                <a:gd name="connsiteX10" fmla="*/ 1118769 w 3580254"/>
                <a:gd name="connsiteY10" fmla="*/ 215156 h 1383441"/>
                <a:gd name="connsiteX11" fmla="*/ 1386958 w 3580254"/>
                <a:gd name="connsiteY11" fmla="*/ 147527 h 1383441"/>
                <a:gd name="connsiteX12" fmla="*/ 1651579 w 3580254"/>
                <a:gd name="connsiteY12" fmla="*/ 93852 h 1383441"/>
                <a:gd name="connsiteX13" fmla="*/ 1152641 w 3580254"/>
                <a:gd name="connsiteY13" fmla="*/ 658145 h 1383441"/>
                <a:gd name="connsiteX14" fmla="*/ 789578 w 3580254"/>
                <a:gd name="connsiteY14" fmla="*/ 605597 h 1383441"/>
                <a:gd name="connsiteX15" fmla="*/ 378687 w 3580254"/>
                <a:gd name="connsiteY15" fmla="*/ 479373 h 1383441"/>
                <a:gd name="connsiteX16" fmla="*/ 718110 w 3580254"/>
                <a:gd name="connsiteY16" fmla="*/ 637559 h 1383441"/>
                <a:gd name="connsiteX17" fmla="*/ 339353 w 3580254"/>
                <a:gd name="connsiteY17" fmla="*/ 674952 h 1383441"/>
                <a:gd name="connsiteX18" fmla="*/ 787891 w 3580254"/>
                <a:gd name="connsiteY18" fmla="*/ 680838 h 1383441"/>
                <a:gd name="connsiteX19" fmla="*/ 1129062 w 3580254"/>
                <a:gd name="connsiteY19" fmla="*/ 714805 h 1383441"/>
                <a:gd name="connsiteX20" fmla="*/ 709678 w 3580254"/>
                <a:gd name="connsiteY20" fmla="*/ 979285 h 1383441"/>
                <a:gd name="connsiteX21" fmla="*/ 480327 w 3580254"/>
                <a:gd name="connsiteY21" fmla="*/ 1048366 h 1383441"/>
                <a:gd name="connsiteX22" fmla="*/ 0 w 3580254"/>
                <a:gd name="connsiteY22" fmla="*/ 1121291 h 1383441"/>
                <a:gd name="connsiteX23" fmla="*/ 485758 w 3580254"/>
                <a:gd name="connsiteY23" fmla="*/ 1090595 h 1383441"/>
                <a:gd name="connsiteX24" fmla="*/ 1922 w 3580254"/>
                <a:gd name="connsiteY24" fmla="*/ 1264260 h 1383441"/>
                <a:gd name="connsiteX25" fmla="*/ 494553 w 3580254"/>
                <a:gd name="connsiteY25" fmla="*/ 1132657 h 1383441"/>
                <a:gd name="connsiteX26" fmla="*/ 41207 w 3580254"/>
                <a:gd name="connsiteY26" fmla="*/ 1383441 h 1383441"/>
                <a:gd name="connsiteX27" fmla="*/ 429916 w 3580254"/>
                <a:gd name="connsiteY27" fmla="*/ 1224240 h 1383441"/>
                <a:gd name="connsiteX28" fmla="*/ 632667 w 3580254"/>
                <a:gd name="connsiteY28" fmla="*/ 1088624 h 1383441"/>
                <a:gd name="connsiteX29" fmla="*/ 976623 w 3580254"/>
                <a:gd name="connsiteY29" fmla="*/ 875390 h 1383441"/>
                <a:gd name="connsiteX30" fmla="*/ 949842 w 3580254"/>
                <a:gd name="connsiteY30" fmla="*/ 1298501 h 1383441"/>
                <a:gd name="connsiteX31" fmla="*/ 1030006 w 3580254"/>
                <a:gd name="connsiteY31" fmla="*/ 871627 h 1383441"/>
                <a:gd name="connsiteX32" fmla="*/ 1282995 w 3580254"/>
                <a:gd name="connsiteY32" fmla="*/ 646371 h 1383441"/>
                <a:gd name="connsiteX33" fmla="*/ 1654009 w 3580254"/>
                <a:gd name="connsiteY33" fmla="*/ 290127 h 1383441"/>
                <a:gd name="connsiteX34" fmla="*/ 1619028 w 3580254"/>
                <a:gd name="connsiteY34" fmla="*/ 708025 h 1383441"/>
                <a:gd name="connsiteX35" fmla="*/ 1375144 w 3580254"/>
                <a:gd name="connsiteY35" fmla="*/ 986613 h 1383441"/>
                <a:gd name="connsiteX36" fmla="*/ 1620284 w 3580254"/>
                <a:gd name="connsiteY36" fmla="*/ 768867 h 1383441"/>
                <a:gd name="connsiteX37" fmla="*/ 1539875 w 3580254"/>
                <a:gd name="connsiteY37" fmla="*/ 1107410 h 1383441"/>
                <a:gd name="connsiteX38" fmla="*/ 1290084 w 3580254"/>
                <a:gd name="connsiteY38" fmla="*/ 1241794 h 1383441"/>
                <a:gd name="connsiteX39" fmla="*/ 1538177 w 3580254"/>
                <a:gd name="connsiteY39" fmla="*/ 1153116 h 1383441"/>
                <a:gd name="connsiteX40" fmla="*/ 1531088 w 3580254"/>
                <a:gd name="connsiteY40" fmla="*/ 1376473 h 1383441"/>
                <a:gd name="connsiteX41" fmla="*/ 1571920 w 3580254"/>
                <a:gd name="connsiteY41" fmla="*/ 1155552 h 1383441"/>
                <a:gd name="connsiteX42" fmla="*/ 1757916 w 3580254"/>
                <a:gd name="connsiteY42" fmla="*/ 1319766 h 1383441"/>
                <a:gd name="connsiteX43" fmla="*/ 1578270 w 3580254"/>
                <a:gd name="connsiteY43" fmla="*/ 1105195 h 1383441"/>
                <a:gd name="connsiteX44" fmla="*/ 1653067 w 3580254"/>
                <a:gd name="connsiteY44" fmla="*/ 764215 h 1383441"/>
                <a:gd name="connsiteX45" fmla="*/ 2064931 w 3580254"/>
                <a:gd name="connsiteY45" fmla="*/ 1228946 h 1383441"/>
                <a:gd name="connsiteX46" fmla="*/ 1908886 w 3580254"/>
                <a:gd name="connsiteY46" fmla="*/ 1002892 h 1383441"/>
                <a:gd name="connsiteX47" fmla="*/ 2061286 w 3580254"/>
                <a:gd name="connsiteY47" fmla="*/ 1021942 h 1383441"/>
                <a:gd name="connsiteX48" fmla="*/ 1873961 w 3580254"/>
                <a:gd name="connsiteY48" fmla="*/ 967967 h 1383441"/>
                <a:gd name="connsiteX49" fmla="*/ 1687032 w 3580254"/>
                <a:gd name="connsiteY49" fmla="*/ 717254 h 1383441"/>
                <a:gd name="connsiteX50" fmla="*/ 1735352 w 3580254"/>
                <a:gd name="connsiteY50" fmla="*/ 307540 h 1383441"/>
                <a:gd name="connsiteX51" fmla="*/ 2121466 w 3580254"/>
                <a:gd name="connsiteY51" fmla="*/ 904195 h 1383441"/>
                <a:gd name="connsiteX52" fmla="*/ 2474924 w 3580254"/>
                <a:gd name="connsiteY52" fmla="*/ 1189411 h 1383441"/>
                <a:gd name="connsiteX53" fmla="*/ 2895300 w 3580254"/>
                <a:gd name="connsiteY53" fmla="*/ 1286847 h 1383441"/>
                <a:gd name="connsiteX54" fmla="*/ 2489100 w 3580254"/>
                <a:gd name="connsiteY54" fmla="*/ 1135348 h 1383441"/>
                <a:gd name="connsiteX55" fmla="*/ 2906233 w 3580254"/>
                <a:gd name="connsiteY55" fmla="*/ 1142557 h 1383441"/>
                <a:gd name="connsiteX56" fmla="*/ 2447171 w 3580254"/>
                <a:gd name="connsiteY56" fmla="*/ 1086451 h 1383441"/>
                <a:gd name="connsiteX57" fmla="*/ 2170964 w 3580254"/>
                <a:gd name="connsiteY57" fmla="*/ 860464 h 1383441"/>
                <a:gd name="connsiteX58" fmla="*/ 1826025 w 3580254"/>
                <a:gd name="connsiteY58" fmla="*/ 280885 h 1383441"/>
                <a:gd name="connsiteX59" fmla="*/ 2544725 w 3580254"/>
                <a:gd name="connsiteY59" fmla="*/ 781050 h 1383441"/>
                <a:gd name="connsiteX60" fmla="*/ 3260651 w 3580254"/>
                <a:gd name="connsiteY60" fmla="*/ 894464 h 1383441"/>
                <a:gd name="connsiteX61" fmla="*/ 3543282 w 3580254"/>
                <a:gd name="connsiteY61" fmla="*/ 1050743 h 1383441"/>
                <a:gd name="connsiteX62" fmla="*/ 3282792 w 3580254"/>
                <a:gd name="connsiteY62" fmla="*/ 869435 h 1383441"/>
                <a:gd name="connsiteX63" fmla="*/ 3572539 w 3580254"/>
                <a:gd name="connsiteY63" fmla="*/ 759785 h 1383441"/>
                <a:gd name="connsiteX64" fmla="*/ 3252248 w 3580254"/>
                <a:gd name="connsiteY64" fmla="*/ 836004 h 1383441"/>
                <a:gd name="connsiteX65" fmla="*/ 2558138 w 3580254"/>
                <a:gd name="connsiteY65" fmla="*/ 721602 h 1383441"/>
                <a:gd name="connsiteX66" fmla="*/ 2063322 w 3580254"/>
                <a:gd name="connsiteY66" fmla="*/ 300498 h 1383441"/>
                <a:gd name="connsiteX67" fmla="*/ 1995737 w 3580254"/>
                <a:gd name="connsiteY67" fmla="*/ 129155 h 1383441"/>
                <a:gd name="connsiteX68" fmla="*/ 2250375 w 3580254"/>
                <a:gd name="connsiteY68" fmla="*/ 165071 h 1383441"/>
                <a:gd name="connsiteX69" fmla="*/ 2400662 w 3580254"/>
                <a:gd name="connsiteY69" fmla="*/ 209658 h 1383441"/>
                <a:gd name="connsiteX70" fmla="*/ 2470867 w 3580254"/>
                <a:gd name="connsiteY70" fmla="*/ 437251 h 1383441"/>
                <a:gd name="connsiteX71" fmla="*/ 2454712 w 3580254"/>
                <a:gd name="connsiteY71" fmla="*/ 240154 h 1383441"/>
                <a:gd name="connsiteX72" fmla="*/ 2595473 w 3580254"/>
                <a:gd name="connsiteY72" fmla="*/ 269559 h 1383441"/>
                <a:gd name="connsiteX73" fmla="*/ 3117436 w 3580254"/>
                <a:gd name="connsiteY73" fmla="*/ 298358 h 1383441"/>
                <a:gd name="connsiteX74" fmla="*/ 3578376 w 3580254"/>
                <a:gd name="connsiteY74" fmla="*/ 381296 h 1383441"/>
                <a:gd name="connsiteX75" fmla="*/ 3180035 w 3580254"/>
                <a:gd name="connsiteY75" fmla="*/ 268044 h 1383441"/>
                <a:gd name="connsiteX76" fmla="*/ 3580254 w 3580254"/>
                <a:gd name="connsiteY76" fmla="*/ 145726 h 1383441"/>
                <a:gd name="connsiteX77" fmla="*/ 3165258 w 3580254"/>
                <a:gd name="connsiteY77" fmla="*/ 224913 h 1383441"/>
                <a:gd name="connsiteX78" fmla="*/ 2949069 w 3580254"/>
                <a:gd name="connsiteY78" fmla="*/ 223999 h 1383441"/>
                <a:gd name="connsiteX79" fmla="*/ 3070617 w 3580254"/>
                <a:gd name="connsiteY79" fmla="*/ 68626 h 1383441"/>
                <a:gd name="connsiteX80" fmla="*/ 2900603 w 3580254"/>
                <a:gd name="connsiteY80" fmla="*/ 224000 h 1383441"/>
                <a:gd name="connsiteX81" fmla="*/ 2562461 w 3580254"/>
                <a:gd name="connsiteY81" fmla="*/ 192770 h 1383441"/>
                <a:gd name="connsiteX82" fmla="*/ 2280799 w 3580254"/>
                <a:gd name="connsiteY82" fmla="*/ 106078 h 1383441"/>
                <a:gd name="connsiteX83" fmla="*/ 1968452 w 3580254"/>
                <a:gd name="connsiteY83" fmla="*/ 66960 h 1383441"/>
                <a:gd name="connsiteX84" fmla="*/ 1954471 w 3580254"/>
                <a:gd name="connsiteY84" fmla="*/ 0 h 1383441"/>
                <a:gd name="connsiteX85" fmla="*/ 1649856 w 3580254"/>
                <a:gd name="connsiteY85" fmla="*/ 9525 h 138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3580254" h="1383441">
                  <a:moveTo>
                    <a:pt x="1649856" y="9525"/>
                  </a:moveTo>
                  <a:cubicBezTo>
                    <a:pt x="1650459" y="34507"/>
                    <a:pt x="1644652" y="33069"/>
                    <a:pt x="1645255" y="58051"/>
                  </a:cubicBezTo>
                  <a:lnTo>
                    <a:pt x="1015176" y="174225"/>
                  </a:lnTo>
                  <a:lnTo>
                    <a:pt x="581246" y="114743"/>
                  </a:lnTo>
                  <a:lnTo>
                    <a:pt x="226163" y="72877"/>
                  </a:lnTo>
                  <a:lnTo>
                    <a:pt x="565593" y="157771"/>
                  </a:lnTo>
                  <a:lnTo>
                    <a:pt x="232679" y="260222"/>
                  </a:lnTo>
                  <a:lnTo>
                    <a:pt x="624657" y="186704"/>
                  </a:lnTo>
                  <a:lnTo>
                    <a:pt x="1006549" y="221068"/>
                  </a:lnTo>
                  <a:lnTo>
                    <a:pt x="772632" y="398278"/>
                  </a:lnTo>
                  <a:lnTo>
                    <a:pt x="1118769" y="215156"/>
                  </a:lnTo>
                  <a:lnTo>
                    <a:pt x="1386958" y="147527"/>
                  </a:lnTo>
                  <a:lnTo>
                    <a:pt x="1651579" y="93852"/>
                  </a:lnTo>
                  <a:cubicBezTo>
                    <a:pt x="1612526" y="178955"/>
                    <a:pt x="1296308" y="572854"/>
                    <a:pt x="1152641" y="658145"/>
                  </a:cubicBezTo>
                  <a:lnTo>
                    <a:pt x="789578" y="605597"/>
                  </a:lnTo>
                  <a:lnTo>
                    <a:pt x="378687" y="479373"/>
                  </a:lnTo>
                  <a:lnTo>
                    <a:pt x="718110" y="637559"/>
                  </a:lnTo>
                  <a:lnTo>
                    <a:pt x="339353" y="674952"/>
                  </a:lnTo>
                  <a:lnTo>
                    <a:pt x="787891" y="680838"/>
                  </a:lnTo>
                  <a:lnTo>
                    <a:pt x="1129062" y="714805"/>
                  </a:lnTo>
                  <a:lnTo>
                    <a:pt x="709678" y="979285"/>
                  </a:lnTo>
                  <a:lnTo>
                    <a:pt x="480327" y="1048366"/>
                  </a:lnTo>
                  <a:lnTo>
                    <a:pt x="0" y="1121291"/>
                  </a:lnTo>
                  <a:lnTo>
                    <a:pt x="485758" y="1090595"/>
                  </a:lnTo>
                  <a:lnTo>
                    <a:pt x="1922" y="1264260"/>
                  </a:lnTo>
                  <a:lnTo>
                    <a:pt x="494553" y="1132657"/>
                  </a:lnTo>
                  <a:lnTo>
                    <a:pt x="41207" y="1383441"/>
                  </a:lnTo>
                  <a:lnTo>
                    <a:pt x="429916" y="1224240"/>
                  </a:lnTo>
                  <a:lnTo>
                    <a:pt x="632667" y="1088624"/>
                  </a:lnTo>
                  <a:lnTo>
                    <a:pt x="976623" y="875390"/>
                  </a:lnTo>
                  <a:lnTo>
                    <a:pt x="949842" y="1298501"/>
                  </a:lnTo>
                  <a:lnTo>
                    <a:pt x="1030006" y="871627"/>
                  </a:lnTo>
                  <a:lnTo>
                    <a:pt x="1282995" y="646371"/>
                  </a:lnTo>
                  <a:lnTo>
                    <a:pt x="1654009" y="290127"/>
                  </a:lnTo>
                  <a:lnTo>
                    <a:pt x="1619028" y="708025"/>
                  </a:lnTo>
                  <a:lnTo>
                    <a:pt x="1375144" y="986613"/>
                  </a:lnTo>
                  <a:lnTo>
                    <a:pt x="1620284" y="768867"/>
                  </a:lnTo>
                  <a:lnTo>
                    <a:pt x="1539875" y="1107410"/>
                  </a:lnTo>
                  <a:lnTo>
                    <a:pt x="1290084" y="1241794"/>
                  </a:lnTo>
                  <a:lnTo>
                    <a:pt x="1538177" y="1153116"/>
                  </a:lnTo>
                  <a:lnTo>
                    <a:pt x="1531088" y="1376473"/>
                  </a:lnTo>
                  <a:lnTo>
                    <a:pt x="1571920" y="1155552"/>
                  </a:lnTo>
                  <a:cubicBezTo>
                    <a:pt x="1628627" y="1193357"/>
                    <a:pt x="1756858" y="1328159"/>
                    <a:pt x="1757916" y="1319766"/>
                  </a:cubicBezTo>
                  <a:cubicBezTo>
                    <a:pt x="1758974" y="1311373"/>
                    <a:pt x="1638152" y="1176719"/>
                    <a:pt x="1578270" y="1105195"/>
                  </a:cubicBezTo>
                  <a:lnTo>
                    <a:pt x="1653067" y="764215"/>
                  </a:lnTo>
                  <a:lnTo>
                    <a:pt x="2064931" y="1228946"/>
                  </a:lnTo>
                  <a:lnTo>
                    <a:pt x="1908886" y="1002892"/>
                  </a:lnTo>
                  <a:lnTo>
                    <a:pt x="2061286" y="1021942"/>
                  </a:lnTo>
                  <a:lnTo>
                    <a:pt x="1873961" y="967967"/>
                  </a:lnTo>
                  <a:lnTo>
                    <a:pt x="1687032" y="717254"/>
                  </a:lnTo>
                  <a:lnTo>
                    <a:pt x="1735352" y="307540"/>
                  </a:lnTo>
                  <a:lnTo>
                    <a:pt x="2121466" y="904195"/>
                  </a:lnTo>
                  <a:lnTo>
                    <a:pt x="2474924" y="1189411"/>
                  </a:lnTo>
                  <a:lnTo>
                    <a:pt x="2895300" y="1286847"/>
                  </a:lnTo>
                  <a:lnTo>
                    <a:pt x="2489100" y="1135348"/>
                  </a:lnTo>
                  <a:lnTo>
                    <a:pt x="2906233" y="1142557"/>
                  </a:lnTo>
                  <a:lnTo>
                    <a:pt x="2447171" y="1086451"/>
                  </a:lnTo>
                  <a:lnTo>
                    <a:pt x="2170964" y="860464"/>
                  </a:lnTo>
                  <a:lnTo>
                    <a:pt x="1826025" y="280885"/>
                  </a:lnTo>
                  <a:lnTo>
                    <a:pt x="2544725" y="781050"/>
                  </a:lnTo>
                  <a:lnTo>
                    <a:pt x="3260651" y="894464"/>
                  </a:lnTo>
                  <a:lnTo>
                    <a:pt x="3543282" y="1050743"/>
                  </a:lnTo>
                  <a:lnTo>
                    <a:pt x="3282792" y="869435"/>
                  </a:lnTo>
                  <a:lnTo>
                    <a:pt x="3572539" y="759785"/>
                  </a:lnTo>
                  <a:lnTo>
                    <a:pt x="3252248" y="836004"/>
                  </a:lnTo>
                  <a:lnTo>
                    <a:pt x="2558138" y="721602"/>
                  </a:lnTo>
                  <a:cubicBezTo>
                    <a:pt x="2278033" y="546087"/>
                    <a:pt x="2373272" y="599470"/>
                    <a:pt x="2063322" y="300498"/>
                  </a:cubicBezTo>
                  <a:cubicBezTo>
                    <a:pt x="1949784" y="25078"/>
                    <a:pt x="1990330" y="153260"/>
                    <a:pt x="1995737" y="129155"/>
                  </a:cubicBezTo>
                  <a:lnTo>
                    <a:pt x="2250375" y="165071"/>
                  </a:lnTo>
                  <a:lnTo>
                    <a:pt x="2400662" y="209658"/>
                  </a:lnTo>
                  <a:lnTo>
                    <a:pt x="2470867" y="437251"/>
                  </a:lnTo>
                  <a:lnTo>
                    <a:pt x="2454712" y="240154"/>
                  </a:lnTo>
                  <a:lnTo>
                    <a:pt x="2595473" y="269559"/>
                  </a:lnTo>
                  <a:lnTo>
                    <a:pt x="3117436" y="298358"/>
                  </a:lnTo>
                  <a:lnTo>
                    <a:pt x="3578376" y="381296"/>
                  </a:lnTo>
                  <a:lnTo>
                    <a:pt x="3180035" y="268044"/>
                  </a:lnTo>
                  <a:lnTo>
                    <a:pt x="3580254" y="145726"/>
                  </a:lnTo>
                  <a:lnTo>
                    <a:pt x="3165258" y="224913"/>
                  </a:lnTo>
                  <a:lnTo>
                    <a:pt x="2949069" y="223999"/>
                  </a:lnTo>
                  <a:lnTo>
                    <a:pt x="3070617" y="68626"/>
                  </a:lnTo>
                  <a:lnTo>
                    <a:pt x="2900603" y="224000"/>
                  </a:lnTo>
                  <a:lnTo>
                    <a:pt x="2562461" y="192770"/>
                  </a:lnTo>
                  <a:lnTo>
                    <a:pt x="2280799" y="106078"/>
                  </a:lnTo>
                  <a:lnTo>
                    <a:pt x="1968452" y="66960"/>
                  </a:lnTo>
                  <a:cubicBezTo>
                    <a:pt x="1969083" y="45698"/>
                    <a:pt x="1953840" y="21262"/>
                    <a:pt x="1954471" y="0"/>
                  </a:cubicBezTo>
                  <a:lnTo>
                    <a:pt x="1649856" y="9525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Triangle 58">
              <a:extLst>
                <a:ext uri="{FF2B5EF4-FFF2-40B4-BE49-F238E27FC236}">
                  <a16:creationId xmlns:a16="http://schemas.microsoft.com/office/drawing/2014/main" id="{54AE7153-1107-044C-A24F-2707B69891F2}"/>
                </a:ext>
              </a:extLst>
            </p:cNvPr>
            <p:cNvSpPr/>
            <p:nvPr/>
          </p:nvSpPr>
          <p:spPr>
            <a:xfrm>
              <a:off x="2300341" y="2277448"/>
              <a:ext cx="4088364" cy="1897323"/>
            </a:xfrm>
            <a:prstGeom prst="triangle">
              <a:avLst/>
            </a:pr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Triangle 263">
              <a:extLst>
                <a:ext uri="{FF2B5EF4-FFF2-40B4-BE49-F238E27FC236}">
                  <a16:creationId xmlns:a16="http://schemas.microsoft.com/office/drawing/2014/main" id="{1E257DAF-C84E-934F-AF8B-93D3291C02C4}"/>
                </a:ext>
              </a:extLst>
            </p:cNvPr>
            <p:cNvSpPr/>
            <p:nvPr/>
          </p:nvSpPr>
          <p:spPr>
            <a:xfrm>
              <a:off x="2534549" y="1485130"/>
              <a:ext cx="3498807" cy="1897323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riangle 264">
              <a:extLst>
                <a:ext uri="{FF2B5EF4-FFF2-40B4-BE49-F238E27FC236}">
                  <a16:creationId xmlns:a16="http://schemas.microsoft.com/office/drawing/2014/main" id="{E14FB5C6-0626-3E4D-95E9-3E11BFA00E9A}"/>
                </a:ext>
              </a:extLst>
            </p:cNvPr>
            <p:cNvSpPr/>
            <p:nvPr/>
          </p:nvSpPr>
          <p:spPr>
            <a:xfrm>
              <a:off x="2737088" y="690617"/>
              <a:ext cx="2988966" cy="1897323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Triangle 264">
              <a:extLst>
                <a:ext uri="{FF2B5EF4-FFF2-40B4-BE49-F238E27FC236}">
                  <a16:creationId xmlns:a16="http://schemas.microsoft.com/office/drawing/2014/main" id="{5DD21E07-11F3-F048-9A44-98BFF68A3A4F}"/>
                </a:ext>
              </a:extLst>
            </p:cNvPr>
            <p:cNvSpPr/>
            <p:nvPr/>
          </p:nvSpPr>
          <p:spPr>
            <a:xfrm>
              <a:off x="2921755" y="485220"/>
              <a:ext cx="2524113" cy="131559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Triangle 62">
              <a:extLst>
                <a:ext uri="{FF2B5EF4-FFF2-40B4-BE49-F238E27FC236}">
                  <a16:creationId xmlns:a16="http://schemas.microsoft.com/office/drawing/2014/main" id="{5C0F4335-E0AA-8E48-A2C3-2CBAA7EFB077}"/>
                </a:ext>
              </a:extLst>
            </p:cNvPr>
            <p:cNvSpPr/>
            <p:nvPr/>
          </p:nvSpPr>
          <p:spPr>
            <a:xfrm>
              <a:off x="2751864" y="2573645"/>
              <a:ext cx="3159896" cy="1436248"/>
            </a:xfrm>
            <a:prstGeom prst="triangle">
              <a:avLst/>
            </a:pr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Triangle 263">
              <a:extLst>
                <a:ext uri="{FF2B5EF4-FFF2-40B4-BE49-F238E27FC236}">
                  <a16:creationId xmlns:a16="http://schemas.microsoft.com/office/drawing/2014/main" id="{BF3571A7-BFEE-D74E-B5EE-2F22473F403B}"/>
                </a:ext>
              </a:extLst>
            </p:cNvPr>
            <p:cNvSpPr/>
            <p:nvPr/>
          </p:nvSpPr>
          <p:spPr>
            <a:xfrm>
              <a:off x="2968155" y="1803418"/>
              <a:ext cx="2637493" cy="1430251"/>
            </a:xfrm>
            <a:custGeom>
              <a:avLst/>
              <a:gdLst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6949 w 1610885"/>
                <a:gd name="connsiteY3" fmla="*/ 1080919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31824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19223 w 1610885"/>
                <a:gd name="connsiteY3" fmla="*/ 1013413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808988 w 1610885"/>
                <a:gd name="connsiteY3" fmla="*/ 1020236 h 1082416"/>
                <a:gd name="connsiteX4" fmla="*/ 0 w 1610885"/>
                <a:gd name="connsiteY4" fmla="*/ 1082416 h 1082416"/>
                <a:gd name="connsiteX0" fmla="*/ 0 w 1610885"/>
                <a:gd name="connsiteY0" fmla="*/ 1082416 h 1082416"/>
                <a:gd name="connsiteX1" fmla="*/ 805443 w 1610885"/>
                <a:gd name="connsiteY1" fmla="*/ 0 h 1082416"/>
                <a:gd name="connsiteX2" fmla="*/ 1610885 w 1610885"/>
                <a:gd name="connsiteY2" fmla="*/ 1082416 h 1082416"/>
                <a:gd name="connsiteX3" fmla="*/ 0 w 1610885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0885" h="1082416">
                  <a:moveTo>
                    <a:pt x="0" y="1082416"/>
                  </a:moveTo>
                  <a:lnTo>
                    <a:pt x="805443" y="0"/>
                  </a:lnTo>
                  <a:lnTo>
                    <a:pt x="1610885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Triangle 264">
              <a:extLst>
                <a:ext uri="{FF2B5EF4-FFF2-40B4-BE49-F238E27FC236}">
                  <a16:creationId xmlns:a16="http://schemas.microsoft.com/office/drawing/2014/main" id="{07990413-BAC5-4649-A6B0-F6771A4AB7A5}"/>
                </a:ext>
              </a:extLst>
            </p:cNvPr>
            <p:cNvSpPr/>
            <p:nvPr/>
          </p:nvSpPr>
          <p:spPr>
            <a:xfrm>
              <a:off x="3158031" y="1005396"/>
              <a:ext cx="2209812" cy="1402734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5719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2072 w 1376149"/>
                <a:gd name="connsiteY3" fmla="*/ 100038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552D1B4-B48C-0246-9467-5F45FE14104E}"/>
                </a:ext>
              </a:extLst>
            </p:cNvPr>
            <p:cNvSpPr/>
            <p:nvPr/>
          </p:nvSpPr>
          <p:spPr>
            <a:xfrm>
              <a:off x="4130695" y="4790189"/>
              <a:ext cx="424278" cy="642256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Triangle 264">
              <a:extLst>
                <a:ext uri="{FF2B5EF4-FFF2-40B4-BE49-F238E27FC236}">
                  <a16:creationId xmlns:a16="http://schemas.microsoft.com/office/drawing/2014/main" id="{302D4916-4F49-C84A-90CB-9D57C34CE3B4}"/>
                </a:ext>
              </a:extLst>
            </p:cNvPr>
            <p:cNvSpPr/>
            <p:nvPr/>
          </p:nvSpPr>
          <p:spPr>
            <a:xfrm>
              <a:off x="3200228" y="289820"/>
              <a:ext cx="1823132" cy="803749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70AD47">
                <a:lumMod val="75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Triangle 264">
              <a:extLst>
                <a:ext uri="{FF2B5EF4-FFF2-40B4-BE49-F238E27FC236}">
                  <a16:creationId xmlns:a16="http://schemas.microsoft.com/office/drawing/2014/main" id="{7AEA4249-825B-4542-AAC9-9743AD40BFD6}"/>
                </a:ext>
              </a:extLst>
            </p:cNvPr>
            <p:cNvSpPr/>
            <p:nvPr/>
          </p:nvSpPr>
          <p:spPr>
            <a:xfrm>
              <a:off x="3549059" y="481437"/>
              <a:ext cx="1124062" cy="49555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7261 w 1376149"/>
                <a:gd name="connsiteY3" fmla="*/ 918187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6043 w 1376149"/>
                <a:gd name="connsiteY3" fmla="*/ 910768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83956 w 1376149"/>
                <a:gd name="connsiteY3" fmla="*/ 1047515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91872 w 1376149"/>
                <a:gd name="connsiteY3" fmla="*/ 1001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Triangle 264">
              <a:extLst>
                <a:ext uri="{FF2B5EF4-FFF2-40B4-BE49-F238E27FC236}">
                  <a16:creationId xmlns:a16="http://schemas.microsoft.com/office/drawing/2014/main" id="{0AA83F3C-21F4-4E4C-8680-3C4AE2E055E5}"/>
                </a:ext>
              </a:extLst>
            </p:cNvPr>
            <p:cNvSpPr/>
            <p:nvPr/>
          </p:nvSpPr>
          <p:spPr>
            <a:xfrm>
              <a:off x="3344674" y="755992"/>
              <a:ext cx="1715269" cy="894016"/>
            </a:xfrm>
            <a:custGeom>
              <a:avLst/>
              <a:gdLst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1856 w 1376149"/>
                <a:gd name="connsiteY3" fmla="*/ 1080166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07993 w 1376149"/>
                <a:gd name="connsiteY3" fmla="*/ 102493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715261 w 1376149"/>
                <a:gd name="connsiteY3" fmla="*/ 998383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678898 w 1376149"/>
                <a:gd name="connsiteY3" fmla="*/ 993462 h 1082416"/>
                <a:gd name="connsiteX4" fmla="*/ 0 w 1376149"/>
                <a:gd name="connsiteY4" fmla="*/ 1082416 h 1082416"/>
                <a:gd name="connsiteX0" fmla="*/ 0 w 1376149"/>
                <a:gd name="connsiteY0" fmla="*/ 1082416 h 1082416"/>
                <a:gd name="connsiteX1" fmla="*/ 688075 w 1376149"/>
                <a:gd name="connsiteY1" fmla="*/ 0 h 1082416"/>
                <a:gd name="connsiteX2" fmla="*/ 1376149 w 1376149"/>
                <a:gd name="connsiteY2" fmla="*/ 1082416 h 1082416"/>
                <a:gd name="connsiteX3" fmla="*/ 0 w 1376149"/>
                <a:gd name="connsiteY3" fmla="*/ 1082416 h 108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149" h="1082416">
                  <a:moveTo>
                    <a:pt x="0" y="1082416"/>
                  </a:moveTo>
                  <a:lnTo>
                    <a:pt x="688075" y="0"/>
                  </a:lnTo>
                  <a:lnTo>
                    <a:pt x="1376149" y="1082416"/>
                  </a:lnTo>
                  <a:lnTo>
                    <a:pt x="0" y="1082416"/>
                  </a:lnTo>
                  <a:close/>
                </a:path>
              </a:pathLst>
            </a:custGeom>
            <a:solidFill>
              <a:srgbClr val="3B5C2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6D9E326-E50A-824B-A078-89DF5C4B2169}"/>
                </a:ext>
              </a:extLst>
            </p:cNvPr>
            <p:cNvSpPr/>
            <p:nvPr/>
          </p:nvSpPr>
          <p:spPr>
            <a:xfrm rot="10800000">
              <a:off x="4149487" y="3996963"/>
              <a:ext cx="424278" cy="851038"/>
            </a:xfrm>
            <a:custGeom>
              <a:avLst/>
              <a:gdLst>
                <a:gd name="connsiteX0" fmla="*/ 0 w 421105"/>
                <a:gd name="connsiteY0" fmla="*/ 427121 h 445168"/>
                <a:gd name="connsiteX1" fmla="*/ 72189 w 421105"/>
                <a:gd name="connsiteY1" fmla="*/ 228600 h 445168"/>
                <a:gd name="connsiteX2" fmla="*/ 72189 w 421105"/>
                <a:gd name="connsiteY2" fmla="*/ 0 h 445168"/>
                <a:gd name="connsiteX3" fmla="*/ 360947 w 421105"/>
                <a:gd name="connsiteY3" fmla="*/ 0 h 445168"/>
                <a:gd name="connsiteX4" fmla="*/ 360947 w 421105"/>
                <a:gd name="connsiteY4" fmla="*/ 222584 h 445168"/>
                <a:gd name="connsiteX5" fmla="*/ 421105 w 421105"/>
                <a:gd name="connsiteY5" fmla="*/ 445168 h 445168"/>
                <a:gd name="connsiteX6" fmla="*/ 0 w 421105"/>
                <a:gd name="connsiteY6" fmla="*/ 427121 h 445168"/>
                <a:gd name="connsiteX0" fmla="*/ 0 w 424280"/>
                <a:gd name="connsiteY0" fmla="*/ 452521 h 452521"/>
                <a:gd name="connsiteX1" fmla="*/ 75364 w 424280"/>
                <a:gd name="connsiteY1" fmla="*/ 228600 h 452521"/>
                <a:gd name="connsiteX2" fmla="*/ 75364 w 424280"/>
                <a:gd name="connsiteY2" fmla="*/ 0 h 452521"/>
                <a:gd name="connsiteX3" fmla="*/ 364122 w 424280"/>
                <a:gd name="connsiteY3" fmla="*/ 0 h 452521"/>
                <a:gd name="connsiteX4" fmla="*/ 364122 w 424280"/>
                <a:gd name="connsiteY4" fmla="*/ 222584 h 452521"/>
                <a:gd name="connsiteX5" fmla="*/ 424280 w 424280"/>
                <a:gd name="connsiteY5" fmla="*/ 445168 h 452521"/>
                <a:gd name="connsiteX6" fmla="*/ 0 w 424280"/>
                <a:gd name="connsiteY6" fmla="*/ 452521 h 452521"/>
                <a:gd name="connsiteX0" fmla="*/ 0 w 421105"/>
                <a:gd name="connsiteY0" fmla="*/ 452521 h 452521"/>
                <a:gd name="connsiteX1" fmla="*/ 75364 w 421105"/>
                <a:gd name="connsiteY1" fmla="*/ 228600 h 452521"/>
                <a:gd name="connsiteX2" fmla="*/ 75364 w 421105"/>
                <a:gd name="connsiteY2" fmla="*/ 0 h 452521"/>
                <a:gd name="connsiteX3" fmla="*/ 364122 w 421105"/>
                <a:gd name="connsiteY3" fmla="*/ 0 h 452521"/>
                <a:gd name="connsiteX4" fmla="*/ 364122 w 421105"/>
                <a:gd name="connsiteY4" fmla="*/ 222584 h 452521"/>
                <a:gd name="connsiteX5" fmla="*/ 421105 w 421105"/>
                <a:gd name="connsiteY5" fmla="*/ 435643 h 452521"/>
                <a:gd name="connsiteX6" fmla="*/ 0 w 421105"/>
                <a:gd name="connsiteY6" fmla="*/ 452521 h 452521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4122 w 421105"/>
                <a:gd name="connsiteY4" fmla="*/ 2225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21105"/>
                <a:gd name="connsiteY0" fmla="*/ 433471 h 435643"/>
                <a:gd name="connsiteX1" fmla="*/ 75364 w 421105"/>
                <a:gd name="connsiteY1" fmla="*/ 228600 h 435643"/>
                <a:gd name="connsiteX2" fmla="*/ 75364 w 421105"/>
                <a:gd name="connsiteY2" fmla="*/ 0 h 435643"/>
                <a:gd name="connsiteX3" fmla="*/ 364122 w 421105"/>
                <a:gd name="connsiteY3" fmla="*/ 0 h 435643"/>
                <a:gd name="connsiteX4" fmla="*/ 367297 w 421105"/>
                <a:gd name="connsiteY4" fmla="*/ 235284 h 435643"/>
                <a:gd name="connsiteX5" fmla="*/ 421105 w 421105"/>
                <a:gd name="connsiteY5" fmla="*/ 435643 h 435643"/>
                <a:gd name="connsiteX6" fmla="*/ 0 w 421105"/>
                <a:gd name="connsiteY6" fmla="*/ 433471 h 435643"/>
                <a:gd name="connsiteX0" fmla="*/ 0 w 414755"/>
                <a:gd name="connsiteY0" fmla="*/ 436646 h 436646"/>
                <a:gd name="connsiteX1" fmla="*/ 69014 w 414755"/>
                <a:gd name="connsiteY1" fmla="*/ 228600 h 436646"/>
                <a:gd name="connsiteX2" fmla="*/ 69014 w 414755"/>
                <a:gd name="connsiteY2" fmla="*/ 0 h 436646"/>
                <a:gd name="connsiteX3" fmla="*/ 357772 w 414755"/>
                <a:gd name="connsiteY3" fmla="*/ 0 h 436646"/>
                <a:gd name="connsiteX4" fmla="*/ 360947 w 414755"/>
                <a:gd name="connsiteY4" fmla="*/ 235284 h 436646"/>
                <a:gd name="connsiteX5" fmla="*/ 414755 w 414755"/>
                <a:gd name="connsiteY5" fmla="*/ 435643 h 436646"/>
                <a:gd name="connsiteX6" fmla="*/ 0 w 414755"/>
                <a:gd name="connsiteY6" fmla="*/ 436646 h 436646"/>
                <a:gd name="connsiteX0" fmla="*/ 0 w 424280"/>
                <a:gd name="connsiteY0" fmla="*/ 455696 h 455696"/>
                <a:gd name="connsiteX1" fmla="*/ 78539 w 424280"/>
                <a:gd name="connsiteY1" fmla="*/ 228600 h 455696"/>
                <a:gd name="connsiteX2" fmla="*/ 78539 w 424280"/>
                <a:gd name="connsiteY2" fmla="*/ 0 h 455696"/>
                <a:gd name="connsiteX3" fmla="*/ 367297 w 424280"/>
                <a:gd name="connsiteY3" fmla="*/ 0 h 455696"/>
                <a:gd name="connsiteX4" fmla="*/ 370472 w 424280"/>
                <a:gd name="connsiteY4" fmla="*/ 235284 h 455696"/>
                <a:gd name="connsiteX5" fmla="*/ 424280 w 424280"/>
                <a:gd name="connsiteY5" fmla="*/ 435643 h 455696"/>
                <a:gd name="connsiteX6" fmla="*/ 0 w 424280"/>
                <a:gd name="connsiteY6" fmla="*/ 455696 h 455696"/>
                <a:gd name="connsiteX0" fmla="*/ 0 w 427455"/>
                <a:gd name="connsiteY0" fmla="*/ 455696 h 457868"/>
                <a:gd name="connsiteX1" fmla="*/ 78539 w 427455"/>
                <a:gd name="connsiteY1" fmla="*/ 228600 h 457868"/>
                <a:gd name="connsiteX2" fmla="*/ 78539 w 427455"/>
                <a:gd name="connsiteY2" fmla="*/ 0 h 457868"/>
                <a:gd name="connsiteX3" fmla="*/ 367297 w 427455"/>
                <a:gd name="connsiteY3" fmla="*/ 0 h 457868"/>
                <a:gd name="connsiteX4" fmla="*/ 370472 w 427455"/>
                <a:gd name="connsiteY4" fmla="*/ 235284 h 457868"/>
                <a:gd name="connsiteX5" fmla="*/ 427455 w 427455"/>
                <a:gd name="connsiteY5" fmla="*/ 457868 h 457868"/>
                <a:gd name="connsiteX6" fmla="*/ 0 w 427455"/>
                <a:gd name="connsiteY6" fmla="*/ 455696 h 457868"/>
                <a:gd name="connsiteX0" fmla="*/ 0 w 427455"/>
                <a:gd name="connsiteY0" fmla="*/ 455696 h 455696"/>
                <a:gd name="connsiteX1" fmla="*/ 78539 w 427455"/>
                <a:gd name="connsiteY1" fmla="*/ 228600 h 455696"/>
                <a:gd name="connsiteX2" fmla="*/ 78539 w 427455"/>
                <a:gd name="connsiteY2" fmla="*/ 0 h 455696"/>
                <a:gd name="connsiteX3" fmla="*/ 367297 w 427455"/>
                <a:gd name="connsiteY3" fmla="*/ 0 h 455696"/>
                <a:gd name="connsiteX4" fmla="*/ 370472 w 427455"/>
                <a:gd name="connsiteY4" fmla="*/ 235284 h 455696"/>
                <a:gd name="connsiteX5" fmla="*/ 427455 w 427455"/>
                <a:gd name="connsiteY5" fmla="*/ 451518 h 455696"/>
                <a:gd name="connsiteX6" fmla="*/ 0 w 427455"/>
                <a:gd name="connsiteY6" fmla="*/ 455696 h 45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55" h="455696">
                  <a:moveTo>
                    <a:pt x="0" y="455696"/>
                  </a:moveTo>
                  <a:lnTo>
                    <a:pt x="78539" y="228600"/>
                  </a:lnTo>
                  <a:lnTo>
                    <a:pt x="78539" y="0"/>
                  </a:lnTo>
                  <a:lnTo>
                    <a:pt x="367297" y="0"/>
                  </a:lnTo>
                  <a:cubicBezTo>
                    <a:pt x="368355" y="78428"/>
                    <a:pt x="369414" y="156856"/>
                    <a:pt x="370472" y="235284"/>
                  </a:cubicBezTo>
                  <a:lnTo>
                    <a:pt x="427455" y="451518"/>
                  </a:lnTo>
                  <a:lnTo>
                    <a:pt x="0" y="455696"/>
                  </a:lnTo>
                  <a:close/>
                </a:path>
              </a:pathLst>
            </a:custGeom>
            <a:solidFill>
              <a:srgbClr val="A1926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5915D889-9268-774B-BB27-5C56E70A57DE}"/>
                </a:ext>
              </a:extLst>
            </p:cNvPr>
            <p:cNvGrpSpPr/>
            <p:nvPr/>
          </p:nvGrpSpPr>
          <p:grpSpPr>
            <a:xfrm rot="20275914">
              <a:off x="4415395" y="2993878"/>
              <a:ext cx="319926" cy="404542"/>
              <a:chOff x="3510479" y="1211170"/>
              <a:chExt cx="2079479" cy="2629470"/>
            </a:xfrm>
          </p:grpSpPr>
          <p:sp>
            <p:nvSpPr>
              <p:cNvPr id="134" name="Oval 1">
                <a:extLst>
                  <a:ext uri="{FF2B5EF4-FFF2-40B4-BE49-F238E27FC236}">
                    <a16:creationId xmlns:a16="http://schemas.microsoft.com/office/drawing/2014/main" id="{A84DC03B-5CD8-7C44-BA62-9F69DD433138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Teardrop 134">
                <a:extLst>
                  <a:ext uri="{FF2B5EF4-FFF2-40B4-BE49-F238E27FC236}">
                    <a16:creationId xmlns:a16="http://schemas.microsoft.com/office/drawing/2014/main" id="{8FCEC36D-5949-8641-96A7-3642AF97B4E0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Teardrop 135">
                <a:extLst>
                  <a:ext uri="{FF2B5EF4-FFF2-40B4-BE49-F238E27FC236}">
                    <a16:creationId xmlns:a16="http://schemas.microsoft.com/office/drawing/2014/main" id="{AD6807F0-9569-D045-92FA-5CEB72D36218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Teardrop 136">
                <a:extLst>
                  <a:ext uri="{FF2B5EF4-FFF2-40B4-BE49-F238E27FC236}">
                    <a16:creationId xmlns:a16="http://schemas.microsoft.com/office/drawing/2014/main" id="{427D5599-00BA-1D4C-A366-02497F19D8BD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Teardrop 137">
                <a:extLst>
                  <a:ext uri="{FF2B5EF4-FFF2-40B4-BE49-F238E27FC236}">
                    <a16:creationId xmlns:a16="http://schemas.microsoft.com/office/drawing/2014/main" id="{47113B65-6765-444F-8429-E90C273558E3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Teardrop 138">
                <a:extLst>
                  <a:ext uri="{FF2B5EF4-FFF2-40B4-BE49-F238E27FC236}">
                    <a16:creationId xmlns:a16="http://schemas.microsoft.com/office/drawing/2014/main" id="{036FB780-C4C6-CC4B-BD56-BE03BD3D7C64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Teardrop 139">
                <a:extLst>
                  <a:ext uri="{FF2B5EF4-FFF2-40B4-BE49-F238E27FC236}">
                    <a16:creationId xmlns:a16="http://schemas.microsoft.com/office/drawing/2014/main" id="{FCD59ABC-11FD-9D4D-B700-BA34AFA67EEC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Teardrop 140">
                <a:extLst>
                  <a:ext uri="{FF2B5EF4-FFF2-40B4-BE49-F238E27FC236}">
                    <a16:creationId xmlns:a16="http://schemas.microsoft.com/office/drawing/2014/main" id="{DE7D05DC-99A8-5442-8252-E486643514C3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Teardrop 141">
                <a:extLst>
                  <a:ext uri="{FF2B5EF4-FFF2-40B4-BE49-F238E27FC236}">
                    <a16:creationId xmlns:a16="http://schemas.microsoft.com/office/drawing/2014/main" id="{6DB0C9C5-2C49-FC4E-A72A-30D6F424768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Teardrop 142">
                <a:extLst>
                  <a:ext uri="{FF2B5EF4-FFF2-40B4-BE49-F238E27FC236}">
                    <a16:creationId xmlns:a16="http://schemas.microsoft.com/office/drawing/2014/main" id="{2C8C6ECE-F88F-3344-8166-B552B87F92DA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Teardrop 143">
                <a:extLst>
                  <a:ext uri="{FF2B5EF4-FFF2-40B4-BE49-F238E27FC236}">
                    <a16:creationId xmlns:a16="http://schemas.microsoft.com/office/drawing/2014/main" id="{6E9BC750-F4F3-6D4F-8046-D27C7977F9B7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Teardrop 144">
                <a:extLst>
                  <a:ext uri="{FF2B5EF4-FFF2-40B4-BE49-F238E27FC236}">
                    <a16:creationId xmlns:a16="http://schemas.microsoft.com/office/drawing/2014/main" id="{9BB1C0F7-14F3-BB47-BC1F-9F3CDF73BDF8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Teardrop 145">
                <a:extLst>
                  <a:ext uri="{FF2B5EF4-FFF2-40B4-BE49-F238E27FC236}">
                    <a16:creationId xmlns:a16="http://schemas.microsoft.com/office/drawing/2014/main" id="{24D2D185-CA0C-5B41-832F-8B4B8762037E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Teardrop 146">
                <a:extLst>
                  <a:ext uri="{FF2B5EF4-FFF2-40B4-BE49-F238E27FC236}">
                    <a16:creationId xmlns:a16="http://schemas.microsoft.com/office/drawing/2014/main" id="{B60F0A6B-281A-5343-957B-E35371CCBC7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Teardrop 147">
                <a:extLst>
                  <a:ext uri="{FF2B5EF4-FFF2-40B4-BE49-F238E27FC236}">
                    <a16:creationId xmlns:a16="http://schemas.microsoft.com/office/drawing/2014/main" id="{39AC28F7-50F8-0A4C-B470-8AAF23E02045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Teardrop 148">
                <a:extLst>
                  <a:ext uri="{FF2B5EF4-FFF2-40B4-BE49-F238E27FC236}">
                    <a16:creationId xmlns:a16="http://schemas.microsoft.com/office/drawing/2014/main" id="{144A02C3-6AF4-784B-A8FF-34FB8EF6C8F7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Teardrop 149">
                <a:extLst>
                  <a:ext uri="{FF2B5EF4-FFF2-40B4-BE49-F238E27FC236}">
                    <a16:creationId xmlns:a16="http://schemas.microsoft.com/office/drawing/2014/main" id="{8E48BFAC-550F-4449-B7B2-9AB85934249E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Teardrop 150">
                <a:extLst>
                  <a:ext uri="{FF2B5EF4-FFF2-40B4-BE49-F238E27FC236}">
                    <a16:creationId xmlns:a16="http://schemas.microsoft.com/office/drawing/2014/main" id="{2B607409-6D67-6447-BC85-824EA2B67B3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Teardrop 151">
                <a:extLst>
                  <a:ext uri="{FF2B5EF4-FFF2-40B4-BE49-F238E27FC236}">
                    <a16:creationId xmlns:a16="http://schemas.microsoft.com/office/drawing/2014/main" id="{3C11FA79-0EAD-D642-A985-7A2CF7253880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Teardrop 152">
                <a:extLst>
                  <a:ext uri="{FF2B5EF4-FFF2-40B4-BE49-F238E27FC236}">
                    <a16:creationId xmlns:a16="http://schemas.microsoft.com/office/drawing/2014/main" id="{A158AFC0-FD04-E14A-A472-28BFE5812167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Teardrop 153">
                <a:extLst>
                  <a:ext uri="{FF2B5EF4-FFF2-40B4-BE49-F238E27FC236}">
                    <a16:creationId xmlns:a16="http://schemas.microsoft.com/office/drawing/2014/main" id="{E83ECAA8-9FCA-124D-A0CA-ACABD99AC1BE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Teardrop 154">
                <a:extLst>
                  <a:ext uri="{FF2B5EF4-FFF2-40B4-BE49-F238E27FC236}">
                    <a16:creationId xmlns:a16="http://schemas.microsoft.com/office/drawing/2014/main" id="{153E05C7-0104-6848-818D-45D3C0BFFD4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Teardrop 155">
                <a:extLst>
                  <a:ext uri="{FF2B5EF4-FFF2-40B4-BE49-F238E27FC236}">
                    <a16:creationId xmlns:a16="http://schemas.microsoft.com/office/drawing/2014/main" id="{55E9AF4B-7BA1-9143-841E-A38B0F626489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Teardrop 156">
                <a:extLst>
                  <a:ext uri="{FF2B5EF4-FFF2-40B4-BE49-F238E27FC236}">
                    <a16:creationId xmlns:a16="http://schemas.microsoft.com/office/drawing/2014/main" id="{445C4982-8FE6-F54F-8608-47A680BF1DA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Teardrop 157">
                <a:extLst>
                  <a:ext uri="{FF2B5EF4-FFF2-40B4-BE49-F238E27FC236}">
                    <a16:creationId xmlns:a16="http://schemas.microsoft.com/office/drawing/2014/main" id="{B8389058-F667-C34E-B183-3CE21C9DC7DB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Teardrop 158">
                <a:extLst>
                  <a:ext uri="{FF2B5EF4-FFF2-40B4-BE49-F238E27FC236}">
                    <a16:creationId xmlns:a16="http://schemas.microsoft.com/office/drawing/2014/main" id="{0762D455-7F46-0741-B882-DBD0375FBB9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Teardrop 159">
                <a:extLst>
                  <a:ext uri="{FF2B5EF4-FFF2-40B4-BE49-F238E27FC236}">
                    <a16:creationId xmlns:a16="http://schemas.microsoft.com/office/drawing/2014/main" id="{0C93DAF3-884C-904E-BFCF-69777EBE84F9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Teardrop 160">
                <a:extLst>
                  <a:ext uri="{FF2B5EF4-FFF2-40B4-BE49-F238E27FC236}">
                    <a16:creationId xmlns:a16="http://schemas.microsoft.com/office/drawing/2014/main" id="{38C65978-82E9-D347-ACBB-9CF8F7205862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Teardrop 161">
                <a:extLst>
                  <a:ext uri="{FF2B5EF4-FFF2-40B4-BE49-F238E27FC236}">
                    <a16:creationId xmlns:a16="http://schemas.microsoft.com/office/drawing/2014/main" id="{59E72509-6815-0746-B452-DBD073E0316B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Teardrop 162">
                <a:extLst>
                  <a:ext uri="{FF2B5EF4-FFF2-40B4-BE49-F238E27FC236}">
                    <a16:creationId xmlns:a16="http://schemas.microsoft.com/office/drawing/2014/main" id="{F4D3D5EE-031C-374D-8604-FB4C262981FE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0EC0B58-A859-C042-A8DC-BD682686CC3B}"/>
                </a:ext>
              </a:extLst>
            </p:cNvPr>
            <p:cNvGrpSpPr/>
            <p:nvPr/>
          </p:nvGrpSpPr>
          <p:grpSpPr>
            <a:xfrm rot="20726076">
              <a:off x="4445230" y="1854502"/>
              <a:ext cx="319926" cy="404542"/>
              <a:chOff x="3510479" y="1211170"/>
              <a:chExt cx="2079479" cy="2629470"/>
            </a:xfrm>
          </p:grpSpPr>
          <p:sp>
            <p:nvSpPr>
              <p:cNvPr id="104" name="Oval 1">
                <a:extLst>
                  <a:ext uri="{FF2B5EF4-FFF2-40B4-BE49-F238E27FC236}">
                    <a16:creationId xmlns:a16="http://schemas.microsoft.com/office/drawing/2014/main" id="{35FB634F-10F5-A24E-997D-35F0B5DFB869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Teardrop 104">
                <a:extLst>
                  <a:ext uri="{FF2B5EF4-FFF2-40B4-BE49-F238E27FC236}">
                    <a16:creationId xmlns:a16="http://schemas.microsoft.com/office/drawing/2014/main" id="{579A5E27-53C7-F44D-A1DD-4F219B23B3E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Teardrop 105">
                <a:extLst>
                  <a:ext uri="{FF2B5EF4-FFF2-40B4-BE49-F238E27FC236}">
                    <a16:creationId xmlns:a16="http://schemas.microsoft.com/office/drawing/2014/main" id="{0D006534-496F-2644-BA77-F4B7AF8F3CDD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Teardrop 106">
                <a:extLst>
                  <a:ext uri="{FF2B5EF4-FFF2-40B4-BE49-F238E27FC236}">
                    <a16:creationId xmlns:a16="http://schemas.microsoft.com/office/drawing/2014/main" id="{37C89F82-31CA-C744-ABA9-FB836548EDCB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Teardrop 107">
                <a:extLst>
                  <a:ext uri="{FF2B5EF4-FFF2-40B4-BE49-F238E27FC236}">
                    <a16:creationId xmlns:a16="http://schemas.microsoft.com/office/drawing/2014/main" id="{1D7F5CD2-28C0-DE44-9F98-D7B5AB40458A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Teardrop 108">
                <a:extLst>
                  <a:ext uri="{FF2B5EF4-FFF2-40B4-BE49-F238E27FC236}">
                    <a16:creationId xmlns:a16="http://schemas.microsoft.com/office/drawing/2014/main" id="{6FA06ACD-E3FB-564D-A75D-D6C4E83CCBDD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Teardrop 109">
                <a:extLst>
                  <a:ext uri="{FF2B5EF4-FFF2-40B4-BE49-F238E27FC236}">
                    <a16:creationId xmlns:a16="http://schemas.microsoft.com/office/drawing/2014/main" id="{6337276B-F3AC-0B46-8854-AFB0F243A783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Teardrop 110">
                <a:extLst>
                  <a:ext uri="{FF2B5EF4-FFF2-40B4-BE49-F238E27FC236}">
                    <a16:creationId xmlns:a16="http://schemas.microsoft.com/office/drawing/2014/main" id="{543EA95C-0037-F242-A2D0-B44DC35FE6D1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Teardrop 111">
                <a:extLst>
                  <a:ext uri="{FF2B5EF4-FFF2-40B4-BE49-F238E27FC236}">
                    <a16:creationId xmlns:a16="http://schemas.microsoft.com/office/drawing/2014/main" id="{56136F0F-CBAA-414C-9435-E32185FD4175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Teardrop 112">
                <a:extLst>
                  <a:ext uri="{FF2B5EF4-FFF2-40B4-BE49-F238E27FC236}">
                    <a16:creationId xmlns:a16="http://schemas.microsoft.com/office/drawing/2014/main" id="{8B98930C-A971-F04F-8ADF-FC8384C77AD0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Teardrop 113">
                <a:extLst>
                  <a:ext uri="{FF2B5EF4-FFF2-40B4-BE49-F238E27FC236}">
                    <a16:creationId xmlns:a16="http://schemas.microsoft.com/office/drawing/2014/main" id="{8949386C-3FAF-E740-87D1-AAB2418F06F6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Teardrop 114">
                <a:extLst>
                  <a:ext uri="{FF2B5EF4-FFF2-40B4-BE49-F238E27FC236}">
                    <a16:creationId xmlns:a16="http://schemas.microsoft.com/office/drawing/2014/main" id="{980FE568-E459-044A-BF38-7B200C7F0BF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Teardrop 115">
                <a:extLst>
                  <a:ext uri="{FF2B5EF4-FFF2-40B4-BE49-F238E27FC236}">
                    <a16:creationId xmlns:a16="http://schemas.microsoft.com/office/drawing/2014/main" id="{FCF5CA1C-10D3-794D-8E1C-84DE8AC71812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Teardrop 116">
                <a:extLst>
                  <a:ext uri="{FF2B5EF4-FFF2-40B4-BE49-F238E27FC236}">
                    <a16:creationId xmlns:a16="http://schemas.microsoft.com/office/drawing/2014/main" id="{C8BAD3D7-9339-044B-A76E-51841762E60B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Teardrop 117">
                <a:extLst>
                  <a:ext uri="{FF2B5EF4-FFF2-40B4-BE49-F238E27FC236}">
                    <a16:creationId xmlns:a16="http://schemas.microsoft.com/office/drawing/2014/main" id="{F51EE9B3-F996-BB42-A826-7981B495A23D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Teardrop 118">
                <a:extLst>
                  <a:ext uri="{FF2B5EF4-FFF2-40B4-BE49-F238E27FC236}">
                    <a16:creationId xmlns:a16="http://schemas.microsoft.com/office/drawing/2014/main" id="{0867BB1E-BF01-AB48-BA19-79EE63D0B575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Teardrop 119">
                <a:extLst>
                  <a:ext uri="{FF2B5EF4-FFF2-40B4-BE49-F238E27FC236}">
                    <a16:creationId xmlns:a16="http://schemas.microsoft.com/office/drawing/2014/main" id="{343CE504-C88D-6541-9AEA-DE4A2455CEEC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Teardrop 120">
                <a:extLst>
                  <a:ext uri="{FF2B5EF4-FFF2-40B4-BE49-F238E27FC236}">
                    <a16:creationId xmlns:a16="http://schemas.microsoft.com/office/drawing/2014/main" id="{9A68D246-8134-7C4A-B7E3-133BC77C364B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Teardrop 121">
                <a:extLst>
                  <a:ext uri="{FF2B5EF4-FFF2-40B4-BE49-F238E27FC236}">
                    <a16:creationId xmlns:a16="http://schemas.microsoft.com/office/drawing/2014/main" id="{C27289A2-E7F4-1145-8A97-A87DA79D6195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Teardrop 122">
                <a:extLst>
                  <a:ext uri="{FF2B5EF4-FFF2-40B4-BE49-F238E27FC236}">
                    <a16:creationId xmlns:a16="http://schemas.microsoft.com/office/drawing/2014/main" id="{2CBB96AA-C5FC-2548-8857-CCEB31AE9453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Teardrop 123">
                <a:extLst>
                  <a:ext uri="{FF2B5EF4-FFF2-40B4-BE49-F238E27FC236}">
                    <a16:creationId xmlns:a16="http://schemas.microsoft.com/office/drawing/2014/main" id="{C460E235-89BA-FC45-B539-3BD93BBD541A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Teardrop 124">
                <a:extLst>
                  <a:ext uri="{FF2B5EF4-FFF2-40B4-BE49-F238E27FC236}">
                    <a16:creationId xmlns:a16="http://schemas.microsoft.com/office/drawing/2014/main" id="{A64EB4FB-EEE4-754E-8658-030508A4C07C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Teardrop 125">
                <a:extLst>
                  <a:ext uri="{FF2B5EF4-FFF2-40B4-BE49-F238E27FC236}">
                    <a16:creationId xmlns:a16="http://schemas.microsoft.com/office/drawing/2014/main" id="{C3A944F2-0F1B-5347-BC84-6A9ACBA09017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Teardrop 126">
                <a:extLst>
                  <a:ext uri="{FF2B5EF4-FFF2-40B4-BE49-F238E27FC236}">
                    <a16:creationId xmlns:a16="http://schemas.microsoft.com/office/drawing/2014/main" id="{479323FF-5BC7-C24A-8FE4-D756002CD09F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Teardrop 127">
                <a:extLst>
                  <a:ext uri="{FF2B5EF4-FFF2-40B4-BE49-F238E27FC236}">
                    <a16:creationId xmlns:a16="http://schemas.microsoft.com/office/drawing/2014/main" id="{1A7429DC-65CE-C14E-800B-8974804D80E5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Teardrop 128">
                <a:extLst>
                  <a:ext uri="{FF2B5EF4-FFF2-40B4-BE49-F238E27FC236}">
                    <a16:creationId xmlns:a16="http://schemas.microsoft.com/office/drawing/2014/main" id="{40C3CF50-C93B-324C-B962-C9D6806A8BA6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Teardrop 129">
                <a:extLst>
                  <a:ext uri="{FF2B5EF4-FFF2-40B4-BE49-F238E27FC236}">
                    <a16:creationId xmlns:a16="http://schemas.microsoft.com/office/drawing/2014/main" id="{4EDEFADF-4825-8540-BC2E-DBDE2F6B627A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Teardrop 130">
                <a:extLst>
                  <a:ext uri="{FF2B5EF4-FFF2-40B4-BE49-F238E27FC236}">
                    <a16:creationId xmlns:a16="http://schemas.microsoft.com/office/drawing/2014/main" id="{76AA0ED0-D8DF-454B-882C-91088EFB66D8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Teardrop 131">
                <a:extLst>
                  <a:ext uri="{FF2B5EF4-FFF2-40B4-BE49-F238E27FC236}">
                    <a16:creationId xmlns:a16="http://schemas.microsoft.com/office/drawing/2014/main" id="{9354ECF8-F6C4-A64E-AF52-933F17414A56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Teardrop 132">
                <a:extLst>
                  <a:ext uri="{FF2B5EF4-FFF2-40B4-BE49-F238E27FC236}">
                    <a16:creationId xmlns:a16="http://schemas.microsoft.com/office/drawing/2014/main" id="{21F949CD-3DEC-304D-9CE2-F5E8FB607855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86D3745F-F413-E64B-98BC-1CA74C89BEF8}"/>
                </a:ext>
              </a:extLst>
            </p:cNvPr>
            <p:cNvGrpSpPr/>
            <p:nvPr/>
          </p:nvGrpSpPr>
          <p:grpSpPr>
            <a:xfrm rot="21065350">
              <a:off x="3727049" y="2277700"/>
              <a:ext cx="319926" cy="404542"/>
              <a:chOff x="3510479" y="1211170"/>
              <a:chExt cx="2079479" cy="2629470"/>
            </a:xfrm>
          </p:grpSpPr>
          <p:sp>
            <p:nvSpPr>
              <p:cNvPr id="74" name="Oval 1">
                <a:extLst>
                  <a:ext uri="{FF2B5EF4-FFF2-40B4-BE49-F238E27FC236}">
                    <a16:creationId xmlns:a16="http://schemas.microsoft.com/office/drawing/2014/main" id="{AC0BE921-DEB2-344B-9A3E-B21CF5E4B68A}"/>
                  </a:ext>
                </a:extLst>
              </p:cNvPr>
              <p:cNvSpPr/>
              <p:nvPr/>
            </p:nvSpPr>
            <p:spPr>
              <a:xfrm>
                <a:off x="3674951" y="1470415"/>
                <a:ext cx="1740876" cy="2370225"/>
              </a:xfrm>
              <a:custGeom>
                <a:avLst/>
                <a:gdLst>
                  <a:gd name="connsiteX0" fmla="*/ 0 w 1674688"/>
                  <a:gd name="connsiteY0" fmla="*/ 1101947 h 2203893"/>
                  <a:gd name="connsiteX1" fmla="*/ 837344 w 1674688"/>
                  <a:gd name="connsiteY1" fmla="*/ 0 h 2203893"/>
                  <a:gd name="connsiteX2" fmla="*/ 1674688 w 1674688"/>
                  <a:gd name="connsiteY2" fmla="*/ 1101947 h 2203893"/>
                  <a:gd name="connsiteX3" fmla="*/ 837344 w 1674688"/>
                  <a:gd name="connsiteY3" fmla="*/ 2203894 h 2203893"/>
                  <a:gd name="connsiteX4" fmla="*/ 0 w 1674688"/>
                  <a:gd name="connsiteY4" fmla="*/ 1101947 h 2203893"/>
                  <a:gd name="connsiteX0" fmla="*/ 15000 w 1689688"/>
                  <a:gd name="connsiteY0" fmla="*/ 1101947 h 2264508"/>
                  <a:gd name="connsiteX1" fmla="*/ 852344 w 1689688"/>
                  <a:gd name="connsiteY1" fmla="*/ 0 h 2264508"/>
                  <a:gd name="connsiteX2" fmla="*/ 1689688 w 1689688"/>
                  <a:gd name="connsiteY2" fmla="*/ 1101947 h 2264508"/>
                  <a:gd name="connsiteX3" fmla="*/ 852344 w 1689688"/>
                  <a:gd name="connsiteY3" fmla="*/ 2203894 h 2264508"/>
                  <a:gd name="connsiteX4" fmla="*/ 354048 w 1689688"/>
                  <a:gd name="connsiteY4" fmla="*/ 2012657 h 2264508"/>
                  <a:gd name="connsiteX5" fmla="*/ 15000 w 1689688"/>
                  <a:gd name="connsiteY5" fmla="*/ 1101947 h 2264508"/>
                  <a:gd name="connsiteX0" fmla="*/ 24303 w 1698991"/>
                  <a:gd name="connsiteY0" fmla="*/ 1101947 h 2279713"/>
                  <a:gd name="connsiteX1" fmla="*/ 861647 w 1698991"/>
                  <a:gd name="connsiteY1" fmla="*/ 0 h 2279713"/>
                  <a:gd name="connsiteX2" fmla="*/ 1698991 w 1698991"/>
                  <a:gd name="connsiteY2" fmla="*/ 1101947 h 2279713"/>
                  <a:gd name="connsiteX3" fmla="*/ 861647 w 1698991"/>
                  <a:gd name="connsiteY3" fmla="*/ 2203894 h 2279713"/>
                  <a:gd name="connsiteX4" fmla="*/ 281158 w 1698991"/>
                  <a:gd name="connsiteY4" fmla="*/ 2064028 h 2279713"/>
                  <a:gd name="connsiteX5" fmla="*/ 24303 w 1698991"/>
                  <a:gd name="connsiteY5" fmla="*/ 1101947 h 2279713"/>
                  <a:gd name="connsiteX0" fmla="*/ 24303 w 1702644"/>
                  <a:gd name="connsiteY0" fmla="*/ 1101947 h 2212262"/>
                  <a:gd name="connsiteX1" fmla="*/ 861647 w 1702644"/>
                  <a:gd name="connsiteY1" fmla="*/ 0 h 2212262"/>
                  <a:gd name="connsiteX2" fmla="*/ 1698991 w 1702644"/>
                  <a:gd name="connsiteY2" fmla="*/ 1101947 h 2212262"/>
                  <a:gd name="connsiteX3" fmla="*/ 1154462 w 1702644"/>
                  <a:gd name="connsiteY3" fmla="*/ 2012656 h 2212262"/>
                  <a:gd name="connsiteX4" fmla="*/ 861647 w 1702644"/>
                  <a:gd name="connsiteY4" fmla="*/ 2203894 h 2212262"/>
                  <a:gd name="connsiteX5" fmla="*/ 281158 w 1702644"/>
                  <a:gd name="connsiteY5" fmla="*/ 2064028 h 2212262"/>
                  <a:gd name="connsiteX6" fmla="*/ 24303 w 1702644"/>
                  <a:gd name="connsiteY6" fmla="*/ 1101947 h 2212262"/>
                  <a:gd name="connsiteX0" fmla="*/ 24303 w 1707293"/>
                  <a:gd name="connsiteY0" fmla="*/ 1101947 h 2208459"/>
                  <a:gd name="connsiteX1" fmla="*/ 861647 w 1707293"/>
                  <a:gd name="connsiteY1" fmla="*/ 0 h 2208459"/>
                  <a:gd name="connsiteX2" fmla="*/ 1698991 w 1707293"/>
                  <a:gd name="connsiteY2" fmla="*/ 1101947 h 2208459"/>
                  <a:gd name="connsiteX3" fmla="*/ 1431864 w 1707293"/>
                  <a:gd name="connsiteY3" fmla="*/ 2064027 h 2208459"/>
                  <a:gd name="connsiteX4" fmla="*/ 861647 w 1707293"/>
                  <a:gd name="connsiteY4" fmla="*/ 2203894 h 2208459"/>
                  <a:gd name="connsiteX5" fmla="*/ 281158 w 1707293"/>
                  <a:gd name="connsiteY5" fmla="*/ 2064028 h 2208459"/>
                  <a:gd name="connsiteX6" fmla="*/ 24303 w 1707293"/>
                  <a:gd name="connsiteY6" fmla="*/ 1101947 h 2208459"/>
                  <a:gd name="connsiteX0" fmla="*/ 24303 w 1709160"/>
                  <a:gd name="connsiteY0" fmla="*/ 1101947 h 2221000"/>
                  <a:gd name="connsiteX1" fmla="*/ 861647 w 1709160"/>
                  <a:gd name="connsiteY1" fmla="*/ 0 h 2221000"/>
                  <a:gd name="connsiteX2" fmla="*/ 1698991 w 1709160"/>
                  <a:gd name="connsiteY2" fmla="*/ 1101947 h 2221000"/>
                  <a:gd name="connsiteX3" fmla="*/ 1472961 w 1709160"/>
                  <a:gd name="connsiteY3" fmla="*/ 2094849 h 2221000"/>
                  <a:gd name="connsiteX4" fmla="*/ 861647 w 1709160"/>
                  <a:gd name="connsiteY4" fmla="*/ 2203894 h 2221000"/>
                  <a:gd name="connsiteX5" fmla="*/ 281158 w 1709160"/>
                  <a:gd name="connsiteY5" fmla="*/ 2064028 h 2221000"/>
                  <a:gd name="connsiteX6" fmla="*/ 24303 w 1709160"/>
                  <a:gd name="connsiteY6" fmla="*/ 1101947 h 2221000"/>
                  <a:gd name="connsiteX0" fmla="*/ 24303 w 1707695"/>
                  <a:gd name="connsiteY0" fmla="*/ 1101947 h 2209220"/>
                  <a:gd name="connsiteX1" fmla="*/ 861647 w 1707695"/>
                  <a:gd name="connsiteY1" fmla="*/ 0 h 2209220"/>
                  <a:gd name="connsiteX2" fmla="*/ 1698991 w 1707695"/>
                  <a:gd name="connsiteY2" fmla="*/ 1101947 h 2209220"/>
                  <a:gd name="connsiteX3" fmla="*/ 1442139 w 1707695"/>
                  <a:gd name="connsiteY3" fmla="*/ 2053752 h 2209220"/>
                  <a:gd name="connsiteX4" fmla="*/ 861647 w 1707695"/>
                  <a:gd name="connsiteY4" fmla="*/ 2203894 h 2209220"/>
                  <a:gd name="connsiteX5" fmla="*/ 281158 w 1707695"/>
                  <a:gd name="connsiteY5" fmla="*/ 2064028 h 2209220"/>
                  <a:gd name="connsiteX6" fmla="*/ 24303 w 1707695"/>
                  <a:gd name="connsiteY6" fmla="*/ 1101947 h 2209220"/>
                  <a:gd name="connsiteX0" fmla="*/ 24303 w 1707695"/>
                  <a:gd name="connsiteY0" fmla="*/ 1169006 h 2276279"/>
                  <a:gd name="connsiteX1" fmla="*/ 492844 w 1707695"/>
                  <a:gd name="connsiteY1" fmla="*/ 235099 h 2276279"/>
                  <a:gd name="connsiteX2" fmla="*/ 861647 w 1707695"/>
                  <a:gd name="connsiteY2" fmla="*/ 67059 h 2276279"/>
                  <a:gd name="connsiteX3" fmla="*/ 1698991 w 1707695"/>
                  <a:gd name="connsiteY3" fmla="*/ 1169006 h 2276279"/>
                  <a:gd name="connsiteX4" fmla="*/ 1442139 w 1707695"/>
                  <a:gd name="connsiteY4" fmla="*/ 2120811 h 2276279"/>
                  <a:gd name="connsiteX5" fmla="*/ 861647 w 1707695"/>
                  <a:gd name="connsiteY5" fmla="*/ 2270953 h 2276279"/>
                  <a:gd name="connsiteX6" fmla="*/ 281158 w 1707695"/>
                  <a:gd name="connsiteY6" fmla="*/ 2131087 h 2276279"/>
                  <a:gd name="connsiteX7" fmla="*/ 24303 w 1707695"/>
                  <a:gd name="connsiteY7" fmla="*/ 1169006 h 2276279"/>
                  <a:gd name="connsiteX0" fmla="*/ 10402 w 1693794"/>
                  <a:gd name="connsiteY0" fmla="*/ 1166438 h 2273711"/>
                  <a:gd name="connsiteX1" fmla="*/ 595309 w 1693794"/>
                  <a:gd name="connsiteY1" fmla="*/ 241496 h 2273711"/>
                  <a:gd name="connsiteX2" fmla="*/ 847746 w 1693794"/>
                  <a:gd name="connsiteY2" fmla="*/ 64491 h 2273711"/>
                  <a:gd name="connsiteX3" fmla="*/ 1685090 w 1693794"/>
                  <a:gd name="connsiteY3" fmla="*/ 1166438 h 2273711"/>
                  <a:gd name="connsiteX4" fmla="*/ 1428238 w 1693794"/>
                  <a:gd name="connsiteY4" fmla="*/ 2118243 h 2273711"/>
                  <a:gd name="connsiteX5" fmla="*/ 847746 w 1693794"/>
                  <a:gd name="connsiteY5" fmla="*/ 2268385 h 2273711"/>
                  <a:gd name="connsiteX6" fmla="*/ 267257 w 1693794"/>
                  <a:gd name="connsiteY6" fmla="*/ 2128519 h 2273711"/>
                  <a:gd name="connsiteX7" fmla="*/ 10402 w 1693794"/>
                  <a:gd name="connsiteY7" fmla="*/ 1166438 h 2273711"/>
                  <a:gd name="connsiteX0" fmla="*/ 10402 w 1698907"/>
                  <a:gd name="connsiteY0" fmla="*/ 1102317 h 2209590"/>
                  <a:gd name="connsiteX1" fmla="*/ 595309 w 1698907"/>
                  <a:gd name="connsiteY1" fmla="*/ 177375 h 2209590"/>
                  <a:gd name="connsiteX2" fmla="*/ 847746 w 1698907"/>
                  <a:gd name="connsiteY2" fmla="*/ 370 h 2209590"/>
                  <a:gd name="connsiteX3" fmla="*/ 1033396 w 1698907"/>
                  <a:gd name="connsiteY3" fmla="*/ 186341 h 2209590"/>
                  <a:gd name="connsiteX4" fmla="*/ 1685090 w 1698907"/>
                  <a:gd name="connsiteY4" fmla="*/ 1102317 h 2209590"/>
                  <a:gd name="connsiteX5" fmla="*/ 1428238 w 1698907"/>
                  <a:gd name="connsiteY5" fmla="*/ 2054122 h 2209590"/>
                  <a:gd name="connsiteX6" fmla="*/ 847746 w 1698907"/>
                  <a:gd name="connsiteY6" fmla="*/ 2204264 h 2209590"/>
                  <a:gd name="connsiteX7" fmla="*/ 267257 w 1698907"/>
                  <a:gd name="connsiteY7" fmla="*/ 2064398 h 2209590"/>
                  <a:gd name="connsiteX8" fmla="*/ 10402 w 1698907"/>
                  <a:gd name="connsiteY8" fmla="*/ 1102317 h 2209590"/>
                  <a:gd name="connsiteX0" fmla="*/ 10402 w 1698907"/>
                  <a:gd name="connsiteY0" fmla="*/ 1103677 h 2210950"/>
                  <a:gd name="connsiteX1" fmla="*/ 595309 w 1698907"/>
                  <a:gd name="connsiteY1" fmla="*/ 178735 h 2210950"/>
                  <a:gd name="connsiteX2" fmla="*/ 847746 w 1698907"/>
                  <a:gd name="connsiteY2" fmla="*/ 1730 h 2210950"/>
                  <a:gd name="connsiteX3" fmla="*/ 1047086 w 1698907"/>
                  <a:gd name="connsiteY3" fmla="*/ 214595 h 2210950"/>
                  <a:gd name="connsiteX4" fmla="*/ 1685090 w 1698907"/>
                  <a:gd name="connsiteY4" fmla="*/ 1103677 h 2210950"/>
                  <a:gd name="connsiteX5" fmla="*/ 1428238 w 1698907"/>
                  <a:gd name="connsiteY5" fmla="*/ 2055482 h 2210950"/>
                  <a:gd name="connsiteX6" fmla="*/ 847746 w 1698907"/>
                  <a:gd name="connsiteY6" fmla="*/ 2205624 h 2210950"/>
                  <a:gd name="connsiteX7" fmla="*/ 267257 w 1698907"/>
                  <a:gd name="connsiteY7" fmla="*/ 2065758 h 2210950"/>
                  <a:gd name="connsiteX8" fmla="*/ 10402 w 1698907"/>
                  <a:gd name="connsiteY8" fmla="*/ 1103677 h 2210950"/>
                  <a:gd name="connsiteX0" fmla="*/ 9076 w 1697581"/>
                  <a:gd name="connsiteY0" fmla="*/ 1101998 h 2209271"/>
                  <a:gd name="connsiteX1" fmla="*/ 566602 w 1697581"/>
                  <a:gd name="connsiteY1" fmla="*/ 221879 h 2209271"/>
                  <a:gd name="connsiteX2" fmla="*/ 846420 w 1697581"/>
                  <a:gd name="connsiteY2" fmla="*/ 51 h 2209271"/>
                  <a:gd name="connsiteX3" fmla="*/ 1045760 w 1697581"/>
                  <a:gd name="connsiteY3" fmla="*/ 212916 h 2209271"/>
                  <a:gd name="connsiteX4" fmla="*/ 1683764 w 1697581"/>
                  <a:gd name="connsiteY4" fmla="*/ 1101998 h 2209271"/>
                  <a:gd name="connsiteX5" fmla="*/ 1426912 w 1697581"/>
                  <a:gd name="connsiteY5" fmla="*/ 2053803 h 2209271"/>
                  <a:gd name="connsiteX6" fmla="*/ 846420 w 1697581"/>
                  <a:gd name="connsiteY6" fmla="*/ 2203945 h 2209271"/>
                  <a:gd name="connsiteX7" fmla="*/ 265931 w 1697581"/>
                  <a:gd name="connsiteY7" fmla="*/ 2064079 h 2209271"/>
                  <a:gd name="connsiteX8" fmla="*/ 9076 w 1697581"/>
                  <a:gd name="connsiteY8" fmla="*/ 1101998 h 2209271"/>
                  <a:gd name="connsiteX0" fmla="*/ 9076 w 1697581"/>
                  <a:gd name="connsiteY0" fmla="*/ 1101998 h 2231919"/>
                  <a:gd name="connsiteX1" fmla="*/ 566602 w 1697581"/>
                  <a:gd name="connsiteY1" fmla="*/ 221879 h 2231919"/>
                  <a:gd name="connsiteX2" fmla="*/ 846420 w 1697581"/>
                  <a:gd name="connsiteY2" fmla="*/ 51 h 2231919"/>
                  <a:gd name="connsiteX3" fmla="*/ 1045760 w 1697581"/>
                  <a:gd name="connsiteY3" fmla="*/ 212916 h 2231919"/>
                  <a:gd name="connsiteX4" fmla="*/ 1683764 w 1697581"/>
                  <a:gd name="connsiteY4" fmla="*/ 1101998 h 2231919"/>
                  <a:gd name="connsiteX5" fmla="*/ 1426912 w 1697581"/>
                  <a:gd name="connsiteY5" fmla="*/ 2053803 h 2231919"/>
                  <a:gd name="connsiteX6" fmla="*/ 846420 w 1697581"/>
                  <a:gd name="connsiteY6" fmla="*/ 2203945 h 2231919"/>
                  <a:gd name="connsiteX7" fmla="*/ 265931 w 1697581"/>
                  <a:gd name="connsiteY7" fmla="*/ 1704483 h 2231919"/>
                  <a:gd name="connsiteX8" fmla="*/ 9076 w 1697581"/>
                  <a:gd name="connsiteY8" fmla="*/ 1101998 h 2231919"/>
                  <a:gd name="connsiteX0" fmla="*/ 9076 w 1695336"/>
                  <a:gd name="connsiteY0" fmla="*/ 1101998 h 2204052"/>
                  <a:gd name="connsiteX1" fmla="*/ 566602 w 1695336"/>
                  <a:gd name="connsiteY1" fmla="*/ 221879 h 2204052"/>
                  <a:gd name="connsiteX2" fmla="*/ 846420 w 1695336"/>
                  <a:gd name="connsiteY2" fmla="*/ 51 h 2204052"/>
                  <a:gd name="connsiteX3" fmla="*/ 1045760 w 1695336"/>
                  <a:gd name="connsiteY3" fmla="*/ 212916 h 2204052"/>
                  <a:gd name="connsiteX4" fmla="*/ 1683764 w 1695336"/>
                  <a:gd name="connsiteY4" fmla="*/ 1101998 h 2204052"/>
                  <a:gd name="connsiteX5" fmla="*/ 1379843 w 1695336"/>
                  <a:gd name="connsiteY5" fmla="*/ 1663385 h 2204052"/>
                  <a:gd name="connsiteX6" fmla="*/ 846420 w 1695336"/>
                  <a:gd name="connsiteY6" fmla="*/ 2203945 h 2204052"/>
                  <a:gd name="connsiteX7" fmla="*/ 265931 w 1695336"/>
                  <a:gd name="connsiteY7" fmla="*/ 1704483 h 2204052"/>
                  <a:gd name="connsiteX8" fmla="*/ 9076 w 1695336"/>
                  <a:gd name="connsiteY8" fmla="*/ 1101998 h 2204052"/>
                  <a:gd name="connsiteX0" fmla="*/ 9076 w 1702265"/>
                  <a:gd name="connsiteY0" fmla="*/ 1101998 h 2204235"/>
                  <a:gd name="connsiteX1" fmla="*/ 566602 w 1702265"/>
                  <a:gd name="connsiteY1" fmla="*/ 221879 h 2204235"/>
                  <a:gd name="connsiteX2" fmla="*/ 846420 w 1702265"/>
                  <a:gd name="connsiteY2" fmla="*/ 51 h 2204235"/>
                  <a:gd name="connsiteX3" fmla="*/ 1045760 w 1702265"/>
                  <a:gd name="connsiteY3" fmla="*/ 212916 h 2204235"/>
                  <a:gd name="connsiteX4" fmla="*/ 1683764 w 1702265"/>
                  <a:gd name="connsiteY4" fmla="*/ 1101998 h 2204235"/>
                  <a:gd name="connsiteX5" fmla="*/ 1489673 w 1702265"/>
                  <a:gd name="connsiteY5" fmla="*/ 1766127 h 2204235"/>
                  <a:gd name="connsiteX6" fmla="*/ 846420 w 1702265"/>
                  <a:gd name="connsiteY6" fmla="*/ 2203945 h 2204235"/>
                  <a:gd name="connsiteX7" fmla="*/ 265931 w 1702265"/>
                  <a:gd name="connsiteY7" fmla="*/ 1704483 h 2204235"/>
                  <a:gd name="connsiteX8" fmla="*/ 9076 w 1702265"/>
                  <a:gd name="connsiteY8" fmla="*/ 1101998 h 2204235"/>
                  <a:gd name="connsiteX0" fmla="*/ 9076 w 1691229"/>
                  <a:gd name="connsiteY0" fmla="*/ 1101998 h 2213666"/>
                  <a:gd name="connsiteX1" fmla="*/ 566602 w 1691229"/>
                  <a:gd name="connsiteY1" fmla="*/ 221879 h 2213666"/>
                  <a:gd name="connsiteX2" fmla="*/ 846420 w 1691229"/>
                  <a:gd name="connsiteY2" fmla="*/ 51 h 2213666"/>
                  <a:gd name="connsiteX3" fmla="*/ 1045760 w 1691229"/>
                  <a:gd name="connsiteY3" fmla="*/ 212916 h 2213666"/>
                  <a:gd name="connsiteX4" fmla="*/ 1683764 w 1691229"/>
                  <a:gd name="connsiteY4" fmla="*/ 1101998 h 2213666"/>
                  <a:gd name="connsiteX5" fmla="*/ 1222945 w 1691229"/>
                  <a:gd name="connsiteY5" fmla="*/ 1961336 h 2213666"/>
                  <a:gd name="connsiteX6" fmla="*/ 846420 w 1691229"/>
                  <a:gd name="connsiteY6" fmla="*/ 2203945 h 2213666"/>
                  <a:gd name="connsiteX7" fmla="*/ 265931 w 1691229"/>
                  <a:gd name="connsiteY7" fmla="*/ 1704483 h 2213666"/>
                  <a:gd name="connsiteX8" fmla="*/ 9076 w 1691229"/>
                  <a:gd name="connsiteY8" fmla="*/ 1101998 h 2213666"/>
                  <a:gd name="connsiteX0" fmla="*/ 183 w 1682336"/>
                  <a:gd name="connsiteY0" fmla="*/ 1101998 h 2204431"/>
                  <a:gd name="connsiteX1" fmla="*/ 557709 w 1682336"/>
                  <a:gd name="connsiteY1" fmla="*/ 221879 h 2204431"/>
                  <a:gd name="connsiteX2" fmla="*/ 837527 w 1682336"/>
                  <a:gd name="connsiteY2" fmla="*/ 51 h 2204431"/>
                  <a:gd name="connsiteX3" fmla="*/ 1036867 w 1682336"/>
                  <a:gd name="connsiteY3" fmla="*/ 212916 h 2204431"/>
                  <a:gd name="connsiteX4" fmla="*/ 1674871 w 1682336"/>
                  <a:gd name="connsiteY4" fmla="*/ 1101998 h 2204431"/>
                  <a:gd name="connsiteX5" fmla="*/ 1214052 w 1682336"/>
                  <a:gd name="connsiteY5" fmla="*/ 1961336 h 2204431"/>
                  <a:gd name="connsiteX6" fmla="*/ 837527 w 1682336"/>
                  <a:gd name="connsiteY6" fmla="*/ 2203945 h 2204431"/>
                  <a:gd name="connsiteX7" fmla="*/ 500231 w 1682336"/>
                  <a:gd name="connsiteY7" fmla="*/ 1992160 h 2204431"/>
                  <a:gd name="connsiteX8" fmla="*/ 183 w 1682336"/>
                  <a:gd name="connsiteY8" fmla="*/ 1101998 h 2204431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0614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183 w 1682336"/>
                  <a:gd name="connsiteY0" fmla="*/ 1101998 h 2265788"/>
                  <a:gd name="connsiteX1" fmla="*/ 557709 w 1682336"/>
                  <a:gd name="connsiteY1" fmla="*/ 221879 h 2265788"/>
                  <a:gd name="connsiteX2" fmla="*/ 837527 w 1682336"/>
                  <a:gd name="connsiteY2" fmla="*/ 51 h 2265788"/>
                  <a:gd name="connsiteX3" fmla="*/ 1036867 w 1682336"/>
                  <a:gd name="connsiteY3" fmla="*/ 212916 h 2265788"/>
                  <a:gd name="connsiteX4" fmla="*/ 1674871 w 1682336"/>
                  <a:gd name="connsiteY4" fmla="*/ 1101998 h 2265788"/>
                  <a:gd name="connsiteX5" fmla="*/ 1214052 w 1682336"/>
                  <a:gd name="connsiteY5" fmla="*/ 1961336 h 2265788"/>
                  <a:gd name="connsiteX6" fmla="*/ 868907 w 1682336"/>
                  <a:gd name="connsiteY6" fmla="*/ 2265590 h 2265788"/>
                  <a:gd name="connsiteX7" fmla="*/ 500231 w 1682336"/>
                  <a:gd name="connsiteY7" fmla="*/ 1992160 h 2265788"/>
                  <a:gd name="connsiteX8" fmla="*/ 183 w 1682336"/>
                  <a:gd name="connsiteY8" fmla="*/ 1101998 h 2265788"/>
                  <a:gd name="connsiteX0" fmla="*/ 379 w 1682532"/>
                  <a:gd name="connsiteY0" fmla="*/ 1101998 h 2265853"/>
                  <a:gd name="connsiteX1" fmla="*/ 557905 w 1682532"/>
                  <a:gd name="connsiteY1" fmla="*/ 221879 h 2265853"/>
                  <a:gd name="connsiteX2" fmla="*/ 837723 w 1682532"/>
                  <a:gd name="connsiteY2" fmla="*/ 51 h 2265853"/>
                  <a:gd name="connsiteX3" fmla="*/ 1037063 w 1682532"/>
                  <a:gd name="connsiteY3" fmla="*/ 212916 h 2265853"/>
                  <a:gd name="connsiteX4" fmla="*/ 1675067 w 1682532"/>
                  <a:gd name="connsiteY4" fmla="*/ 1101998 h 2265853"/>
                  <a:gd name="connsiteX5" fmla="*/ 1214248 w 1682532"/>
                  <a:gd name="connsiteY5" fmla="*/ 1961336 h 2265853"/>
                  <a:gd name="connsiteX6" fmla="*/ 869103 w 1682532"/>
                  <a:gd name="connsiteY6" fmla="*/ 2265590 h 2265853"/>
                  <a:gd name="connsiteX7" fmla="*/ 476892 w 1682532"/>
                  <a:gd name="connsiteY7" fmla="*/ 1920241 h 2265853"/>
                  <a:gd name="connsiteX8" fmla="*/ 379 w 1682532"/>
                  <a:gd name="connsiteY8" fmla="*/ 1101998 h 2265853"/>
                  <a:gd name="connsiteX0" fmla="*/ 868 w 1479053"/>
                  <a:gd name="connsiteY0" fmla="*/ 1471868 h 2265853"/>
                  <a:gd name="connsiteX1" fmla="*/ 354426 w 1479053"/>
                  <a:gd name="connsiteY1" fmla="*/ 221879 h 2265853"/>
                  <a:gd name="connsiteX2" fmla="*/ 634244 w 1479053"/>
                  <a:gd name="connsiteY2" fmla="*/ 51 h 2265853"/>
                  <a:gd name="connsiteX3" fmla="*/ 833584 w 1479053"/>
                  <a:gd name="connsiteY3" fmla="*/ 212916 h 2265853"/>
                  <a:gd name="connsiteX4" fmla="*/ 1471588 w 1479053"/>
                  <a:gd name="connsiteY4" fmla="*/ 1101998 h 2265853"/>
                  <a:gd name="connsiteX5" fmla="*/ 1010769 w 1479053"/>
                  <a:gd name="connsiteY5" fmla="*/ 1961336 h 2265853"/>
                  <a:gd name="connsiteX6" fmla="*/ 665624 w 1479053"/>
                  <a:gd name="connsiteY6" fmla="*/ 2265590 h 2265853"/>
                  <a:gd name="connsiteX7" fmla="*/ 273413 w 1479053"/>
                  <a:gd name="connsiteY7" fmla="*/ 1920241 h 2265853"/>
                  <a:gd name="connsiteX8" fmla="*/ 868 w 1479053"/>
                  <a:gd name="connsiteY8" fmla="*/ 1471868 h 2265853"/>
                  <a:gd name="connsiteX0" fmla="*/ 30662 w 1508847"/>
                  <a:gd name="connsiteY0" fmla="*/ 1471868 h 2265853"/>
                  <a:gd name="connsiteX1" fmla="*/ 384220 w 1508847"/>
                  <a:gd name="connsiteY1" fmla="*/ 221879 h 2265853"/>
                  <a:gd name="connsiteX2" fmla="*/ 664038 w 1508847"/>
                  <a:gd name="connsiteY2" fmla="*/ 51 h 2265853"/>
                  <a:gd name="connsiteX3" fmla="*/ 863378 w 1508847"/>
                  <a:gd name="connsiteY3" fmla="*/ 212916 h 2265853"/>
                  <a:gd name="connsiteX4" fmla="*/ 1501382 w 1508847"/>
                  <a:gd name="connsiteY4" fmla="*/ 1101998 h 2265853"/>
                  <a:gd name="connsiteX5" fmla="*/ 1040563 w 1508847"/>
                  <a:gd name="connsiteY5" fmla="*/ 1961336 h 2265853"/>
                  <a:gd name="connsiteX6" fmla="*/ 695418 w 1508847"/>
                  <a:gd name="connsiteY6" fmla="*/ 2265590 h 2265853"/>
                  <a:gd name="connsiteX7" fmla="*/ 303207 w 1508847"/>
                  <a:gd name="connsiteY7" fmla="*/ 1920241 h 2265853"/>
                  <a:gd name="connsiteX8" fmla="*/ 30662 w 1508847"/>
                  <a:gd name="connsiteY8" fmla="*/ 1471868 h 2265853"/>
                  <a:gd name="connsiteX0" fmla="*/ 30662 w 1378714"/>
                  <a:gd name="connsiteY0" fmla="*/ 1471868 h 2265853"/>
                  <a:gd name="connsiteX1" fmla="*/ 384220 w 1378714"/>
                  <a:gd name="connsiteY1" fmla="*/ 221879 h 2265853"/>
                  <a:gd name="connsiteX2" fmla="*/ 664038 w 1378714"/>
                  <a:gd name="connsiteY2" fmla="*/ 51 h 2265853"/>
                  <a:gd name="connsiteX3" fmla="*/ 863378 w 1378714"/>
                  <a:gd name="connsiteY3" fmla="*/ 212916 h 2265853"/>
                  <a:gd name="connsiteX4" fmla="*/ 1368018 w 1378714"/>
                  <a:gd name="connsiteY4" fmla="*/ 1482141 h 2265853"/>
                  <a:gd name="connsiteX5" fmla="*/ 1040563 w 1378714"/>
                  <a:gd name="connsiteY5" fmla="*/ 1961336 h 2265853"/>
                  <a:gd name="connsiteX6" fmla="*/ 695418 w 1378714"/>
                  <a:gd name="connsiteY6" fmla="*/ 2265590 h 2265853"/>
                  <a:gd name="connsiteX7" fmla="*/ 303207 w 1378714"/>
                  <a:gd name="connsiteY7" fmla="*/ 1920241 h 2265853"/>
                  <a:gd name="connsiteX8" fmla="*/ 30662 w 1378714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5853"/>
                  <a:gd name="connsiteX1" fmla="*/ 384220 w 1410699"/>
                  <a:gd name="connsiteY1" fmla="*/ 221879 h 2265853"/>
                  <a:gd name="connsiteX2" fmla="*/ 664038 w 1410699"/>
                  <a:gd name="connsiteY2" fmla="*/ 51 h 2265853"/>
                  <a:gd name="connsiteX3" fmla="*/ 863378 w 1410699"/>
                  <a:gd name="connsiteY3" fmla="*/ 212916 h 2265853"/>
                  <a:gd name="connsiteX4" fmla="*/ 1368018 w 1410699"/>
                  <a:gd name="connsiteY4" fmla="*/ 1482141 h 2265853"/>
                  <a:gd name="connsiteX5" fmla="*/ 1040563 w 1410699"/>
                  <a:gd name="connsiteY5" fmla="*/ 1961336 h 2265853"/>
                  <a:gd name="connsiteX6" fmla="*/ 695418 w 1410699"/>
                  <a:gd name="connsiteY6" fmla="*/ 2265590 h 2265853"/>
                  <a:gd name="connsiteX7" fmla="*/ 303207 w 1410699"/>
                  <a:gd name="connsiteY7" fmla="*/ 1920241 h 2265853"/>
                  <a:gd name="connsiteX8" fmla="*/ 30662 w 1410699"/>
                  <a:gd name="connsiteY8" fmla="*/ 1471868 h 2265853"/>
                  <a:gd name="connsiteX0" fmla="*/ 30662 w 1410699"/>
                  <a:gd name="connsiteY0" fmla="*/ 1471868 h 2266250"/>
                  <a:gd name="connsiteX1" fmla="*/ 384220 w 1410699"/>
                  <a:gd name="connsiteY1" fmla="*/ 221879 h 2266250"/>
                  <a:gd name="connsiteX2" fmla="*/ 664038 w 1410699"/>
                  <a:gd name="connsiteY2" fmla="*/ 51 h 2266250"/>
                  <a:gd name="connsiteX3" fmla="*/ 863378 w 1410699"/>
                  <a:gd name="connsiteY3" fmla="*/ 212916 h 2266250"/>
                  <a:gd name="connsiteX4" fmla="*/ 1368018 w 1410699"/>
                  <a:gd name="connsiteY4" fmla="*/ 1482141 h 2266250"/>
                  <a:gd name="connsiteX5" fmla="*/ 1071942 w 1410699"/>
                  <a:gd name="connsiteY5" fmla="*/ 1981884 h 2266250"/>
                  <a:gd name="connsiteX6" fmla="*/ 695418 w 1410699"/>
                  <a:gd name="connsiteY6" fmla="*/ 2265590 h 2266250"/>
                  <a:gd name="connsiteX7" fmla="*/ 303207 w 1410699"/>
                  <a:gd name="connsiteY7" fmla="*/ 1920241 h 2266250"/>
                  <a:gd name="connsiteX8" fmla="*/ 30662 w 1410699"/>
                  <a:gd name="connsiteY8" fmla="*/ 1471868 h 2266250"/>
                  <a:gd name="connsiteX0" fmla="*/ 30662 w 1416493"/>
                  <a:gd name="connsiteY0" fmla="*/ 1504310 h 2298692"/>
                  <a:gd name="connsiteX1" fmla="*/ 384220 w 1416493"/>
                  <a:gd name="connsiteY1" fmla="*/ 254321 h 2298692"/>
                  <a:gd name="connsiteX2" fmla="*/ 664038 w 1416493"/>
                  <a:gd name="connsiteY2" fmla="*/ 32493 h 2298692"/>
                  <a:gd name="connsiteX3" fmla="*/ 949672 w 1416493"/>
                  <a:gd name="connsiteY3" fmla="*/ 122068 h 2298692"/>
                  <a:gd name="connsiteX4" fmla="*/ 1368018 w 1416493"/>
                  <a:gd name="connsiteY4" fmla="*/ 1514583 h 2298692"/>
                  <a:gd name="connsiteX5" fmla="*/ 1071942 w 1416493"/>
                  <a:gd name="connsiteY5" fmla="*/ 2014326 h 2298692"/>
                  <a:gd name="connsiteX6" fmla="*/ 695418 w 1416493"/>
                  <a:gd name="connsiteY6" fmla="*/ 2298032 h 2298692"/>
                  <a:gd name="connsiteX7" fmla="*/ 303207 w 1416493"/>
                  <a:gd name="connsiteY7" fmla="*/ 1952683 h 2298692"/>
                  <a:gd name="connsiteX8" fmla="*/ 30662 w 1416493"/>
                  <a:gd name="connsiteY8" fmla="*/ 1504310 h 2298692"/>
                  <a:gd name="connsiteX0" fmla="*/ 168 w 1385999"/>
                  <a:gd name="connsiteY0" fmla="*/ 1509120 h 2303502"/>
                  <a:gd name="connsiteX1" fmla="*/ 306656 w 1385999"/>
                  <a:gd name="connsiteY1" fmla="*/ 105018 h 2303502"/>
                  <a:gd name="connsiteX2" fmla="*/ 633544 w 1385999"/>
                  <a:gd name="connsiteY2" fmla="*/ 37303 h 2303502"/>
                  <a:gd name="connsiteX3" fmla="*/ 919178 w 1385999"/>
                  <a:gd name="connsiteY3" fmla="*/ 126878 h 2303502"/>
                  <a:gd name="connsiteX4" fmla="*/ 1337524 w 1385999"/>
                  <a:gd name="connsiteY4" fmla="*/ 1519393 h 2303502"/>
                  <a:gd name="connsiteX5" fmla="*/ 1041448 w 1385999"/>
                  <a:gd name="connsiteY5" fmla="*/ 2019136 h 2303502"/>
                  <a:gd name="connsiteX6" fmla="*/ 664924 w 1385999"/>
                  <a:gd name="connsiteY6" fmla="*/ 2302842 h 2303502"/>
                  <a:gd name="connsiteX7" fmla="*/ 272713 w 1385999"/>
                  <a:gd name="connsiteY7" fmla="*/ 1957493 h 2303502"/>
                  <a:gd name="connsiteX8" fmla="*/ 168 w 1385999"/>
                  <a:gd name="connsiteY8" fmla="*/ 1509120 h 2303502"/>
                  <a:gd name="connsiteX0" fmla="*/ 168 w 1385999"/>
                  <a:gd name="connsiteY0" fmla="*/ 1575950 h 2370332"/>
                  <a:gd name="connsiteX1" fmla="*/ 306656 w 1385999"/>
                  <a:gd name="connsiteY1" fmla="*/ 171848 h 2370332"/>
                  <a:gd name="connsiteX2" fmla="*/ 641389 w 1385999"/>
                  <a:gd name="connsiteY2" fmla="*/ 1392 h 2370332"/>
                  <a:gd name="connsiteX3" fmla="*/ 919178 w 1385999"/>
                  <a:gd name="connsiteY3" fmla="*/ 193708 h 2370332"/>
                  <a:gd name="connsiteX4" fmla="*/ 1337524 w 1385999"/>
                  <a:gd name="connsiteY4" fmla="*/ 1586223 h 2370332"/>
                  <a:gd name="connsiteX5" fmla="*/ 1041448 w 1385999"/>
                  <a:gd name="connsiteY5" fmla="*/ 2085966 h 2370332"/>
                  <a:gd name="connsiteX6" fmla="*/ 664924 w 1385999"/>
                  <a:gd name="connsiteY6" fmla="*/ 2369672 h 2370332"/>
                  <a:gd name="connsiteX7" fmla="*/ 272713 w 1385999"/>
                  <a:gd name="connsiteY7" fmla="*/ 2024323 h 2370332"/>
                  <a:gd name="connsiteX8" fmla="*/ 168 w 1385999"/>
                  <a:gd name="connsiteY8" fmla="*/ 1575950 h 2370332"/>
                  <a:gd name="connsiteX0" fmla="*/ 387 w 1386218"/>
                  <a:gd name="connsiteY0" fmla="*/ 1575950 h 2369695"/>
                  <a:gd name="connsiteX1" fmla="*/ 306875 w 1386218"/>
                  <a:gd name="connsiteY1" fmla="*/ 171848 h 2369695"/>
                  <a:gd name="connsiteX2" fmla="*/ 641608 w 1386218"/>
                  <a:gd name="connsiteY2" fmla="*/ 1392 h 2369695"/>
                  <a:gd name="connsiteX3" fmla="*/ 919397 w 1386218"/>
                  <a:gd name="connsiteY3" fmla="*/ 193708 h 2369695"/>
                  <a:gd name="connsiteX4" fmla="*/ 1337743 w 1386218"/>
                  <a:gd name="connsiteY4" fmla="*/ 1586223 h 2369695"/>
                  <a:gd name="connsiteX5" fmla="*/ 1041667 w 1386218"/>
                  <a:gd name="connsiteY5" fmla="*/ 2085966 h 2369695"/>
                  <a:gd name="connsiteX6" fmla="*/ 665143 w 1386218"/>
                  <a:gd name="connsiteY6" fmla="*/ 2369672 h 2369695"/>
                  <a:gd name="connsiteX7" fmla="*/ 257242 w 1386218"/>
                  <a:gd name="connsiteY7" fmla="*/ 2096242 h 2369695"/>
                  <a:gd name="connsiteX8" fmla="*/ 387 w 1386218"/>
                  <a:gd name="connsiteY8" fmla="*/ 1575950 h 2369695"/>
                  <a:gd name="connsiteX0" fmla="*/ 387 w 1386218"/>
                  <a:gd name="connsiteY0" fmla="*/ 1575950 h 2370225"/>
                  <a:gd name="connsiteX1" fmla="*/ 306875 w 1386218"/>
                  <a:gd name="connsiteY1" fmla="*/ 171848 h 2370225"/>
                  <a:gd name="connsiteX2" fmla="*/ 641608 w 1386218"/>
                  <a:gd name="connsiteY2" fmla="*/ 1392 h 2370225"/>
                  <a:gd name="connsiteX3" fmla="*/ 919397 w 1386218"/>
                  <a:gd name="connsiteY3" fmla="*/ 193708 h 2370225"/>
                  <a:gd name="connsiteX4" fmla="*/ 1337743 w 1386218"/>
                  <a:gd name="connsiteY4" fmla="*/ 1586223 h 2370225"/>
                  <a:gd name="connsiteX5" fmla="*/ 1073046 w 1386218"/>
                  <a:gd name="connsiteY5" fmla="*/ 2137336 h 2370225"/>
                  <a:gd name="connsiteX6" fmla="*/ 665143 w 1386218"/>
                  <a:gd name="connsiteY6" fmla="*/ 2369672 h 2370225"/>
                  <a:gd name="connsiteX7" fmla="*/ 257242 w 1386218"/>
                  <a:gd name="connsiteY7" fmla="*/ 2096242 h 2370225"/>
                  <a:gd name="connsiteX8" fmla="*/ 387 w 1386218"/>
                  <a:gd name="connsiteY8" fmla="*/ 1575950 h 2370225"/>
                  <a:gd name="connsiteX0" fmla="*/ 387 w 1350167"/>
                  <a:gd name="connsiteY0" fmla="*/ 1575950 h 2370225"/>
                  <a:gd name="connsiteX1" fmla="*/ 306875 w 1350167"/>
                  <a:gd name="connsiteY1" fmla="*/ 171848 h 2370225"/>
                  <a:gd name="connsiteX2" fmla="*/ 641608 w 1350167"/>
                  <a:gd name="connsiteY2" fmla="*/ 1392 h 2370225"/>
                  <a:gd name="connsiteX3" fmla="*/ 919397 w 1350167"/>
                  <a:gd name="connsiteY3" fmla="*/ 193708 h 2370225"/>
                  <a:gd name="connsiteX4" fmla="*/ 1298519 w 1350167"/>
                  <a:gd name="connsiteY4" fmla="*/ 1617046 h 2370225"/>
                  <a:gd name="connsiteX5" fmla="*/ 1073046 w 1350167"/>
                  <a:gd name="connsiteY5" fmla="*/ 2137336 h 2370225"/>
                  <a:gd name="connsiteX6" fmla="*/ 665143 w 1350167"/>
                  <a:gd name="connsiteY6" fmla="*/ 2369672 h 2370225"/>
                  <a:gd name="connsiteX7" fmla="*/ 257242 w 1350167"/>
                  <a:gd name="connsiteY7" fmla="*/ 2096242 h 2370225"/>
                  <a:gd name="connsiteX8" fmla="*/ 387 w 1350167"/>
                  <a:gd name="connsiteY8" fmla="*/ 1575950 h 2370225"/>
                  <a:gd name="connsiteX0" fmla="*/ 387 w 1364541"/>
                  <a:gd name="connsiteY0" fmla="*/ 1575950 h 2370225"/>
                  <a:gd name="connsiteX1" fmla="*/ 306875 w 1364541"/>
                  <a:gd name="connsiteY1" fmla="*/ 171848 h 2370225"/>
                  <a:gd name="connsiteX2" fmla="*/ 641608 w 1364541"/>
                  <a:gd name="connsiteY2" fmla="*/ 1392 h 2370225"/>
                  <a:gd name="connsiteX3" fmla="*/ 919397 w 1364541"/>
                  <a:gd name="connsiteY3" fmla="*/ 193708 h 2370225"/>
                  <a:gd name="connsiteX4" fmla="*/ 1314209 w 1364541"/>
                  <a:gd name="connsiteY4" fmla="*/ 1647869 h 2370225"/>
                  <a:gd name="connsiteX5" fmla="*/ 1073046 w 1364541"/>
                  <a:gd name="connsiteY5" fmla="*/ 2137336 h 2370225"/>
                  <a:gd name="connsiteX6" fmla="*/ 665143 w 1364541"/>
                  <a:gd name="connsiteY6" fmla="*/ 2369672 h 2370225"/>
                  <a:gd name="connsiteX7" fmla="*/ 257242 w 1364541"/>
                  <a:gd name="connsiteY7" fmla="*/ 2096242 h 2370225"/>
                  <a:gd name="connsiteX8" fmla="*/ 387 w 1364541"/>
                  <a:gd name="connsiteY8" fmla="*/ 1575950 h 2370225"/>
                  <a:gd name="connsiteX0" fmla="*/ 387 w 1329262"/>
                  <a:gd name="connsiteY0" fmla="*/ 1575950 h 2370225"/>
                  <a:gd name="connsiteX1" fmla="*/ 306875 w 1329262"/>
                  <a:gd name="connsiteY1" fmla="*/ 171848 h 2370225"/>
                  <a:gd name="connsiteX2" fmla="*/ 641608 w 1329262"/>
                  <a:gd name="connsiteY2" fmla="*/ 1392 h 2370225"/>
                  <a:gd name="connsiteX3" fmla="*/ 919397 w 1329262"/>
                  <a:gd name="connsiteY3" fmla="*/ 193708 h 2370225"/>
                  <a:gd name="connsiteX4" fmla="*/ 1314209 w 1329262"/>
                  <a:gd name="connsiteY4" fmla="*/ 1647869 h 2370225"/>
                  <a:gd name="connsiteX5" fmla="*/ 1073046 w 1329262"/>
                  <a:gd name="connsiteY5" fmla="*/ 2137336 h 2370225"/>
                  <a:gd name="connsiteX6" fmla="*/ 665143 w 1329262"/>
                  <a:gd name="connsiteY6" fmla="*/ 2369672 h 2370225"/>
                  <a:gd name="connsiteX7" fmla="*/ 257242 w 1329262"/>
                  <a:gd name="connsiteY7" fmla="*/ 2096242 h 2370225"/>
                  <a:gd name="connsiteX8" fmla="*/ 387 w 1329262"/>
                  <a:gd name="connsiteY8" fmla="*/ 1575950 h 237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9262" h="2370225">
                    <a:moveTo>
                      <a:pt x="387" y="1575950"/>
                    </a:moveTo>
                    <a:cubicBezTo>
                      <a:pt x="8659" y="1255218"/>
                      <a:pt x="167318" y="355506"/>
                      <a:pt x="306875" y="171848"/>
                    </a:cubicBezTo>
                    <a:cubicBezTo>
                      <a:pt x="446432" y="-11810"/>
                      <a:pt x="539521" y="-2251"/>
                      <a:pt x="641608" y="1392"/>
                    </a:cubicBezTo>
                    <a:cubicBezTo>
                      <a:pt x="743695" y="5035"/>
                      <a:pt x="779840" y="10050"/>
                      <a:pt x="919397" y="193708"/>
                    </a:cubicBezTo>
                    <a:cubicBezTo>
                      <a:pt x="1058954" y="377366"/>
                      <a:pt x="1405301" y="1285201"/>
                      <a:pt x="1314209" y="1647869"/>
                    </a:cubicBezTo>
                    <a:cubicBezTo>
                      <a:pt x="1230962" y="2020811"/>
                      <a:pt x="1212603" y="1953678"/>
                      <a:pt x="1073046" y="2137336"/>
                    </a:cubicBezTo>
                    <a:cubicBezTo>
                      <a:pt x="933489" y="2320994"/>
                      <a:pt x="801110" y="2376521"/>
                      <a:pt x="665143" y="2369672"/>
                    </a:cubicBezTo>
                    <a:cubicBezTo>
                      <a:pt x="529176" y="2362823"/>
                      <a:pt x="396799" y="2279900"/>
                      <a:pt x="257242" y="2096242"/>
                    </a:cubicBezTo>
                    <a:cubicBezTo>
                      <a:pt x="117685" y="1912584"/>
                      <a:pt x="-7885" y="1896682"/>
                      <a:pt x="387" y="1575950"/>
                    </a:cubicBezTo>
                    <a:close/>
                  </a:path>
                </a:pathLst>
              </a:custGeom>
              <a:solidFill>
                <a:srgbClr val="512D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Teardrop 74">
                <a:extLst>
                  <a:ext uri="{FF2B5EF4-FFF2-40B4-BE49-F238E27FC236}">
                    <a16:creationId xmlns:a16="http://schemas.microsoft.com/office/drawing/2014/main" id="{C2888E13-BAC4-2543-BE11-57CF46072FC3}"/>
                  </a:ext>
                </a:extLst>
              </p:cNvPr>
              <p:cNvSpPr/>
              <p:nvPr/>
            </p:nvSpPr>
            <p:spPr>
              <a:xfrm rot="8100000">
                <a:off x="4122556" y="3485690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Teardrop 75">
                <a:extLst>
                  <a:ext uri="{FF2B5EF4-FFF2-40B4-BE49-F238E27FC236}">
                    <a16:creationId xmlns:a16="http://schemas.microsoft.com/office/drawing/2014/main" id="{126BC2B8-71E9-0745-8C9D-F0304E3E2F16}"/>
                  </a:ext>
                </a:extLst>
              </p:cNvPr>
              <p:cNvSpPr/>
              <p:nvPr/>
            </p:nvSpPr>
            <p:spPr>
              <a:xfrm rot="8100000">
                <a:off x="3748743" y="334554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Teardrop 76">
                <a:extLst>
                  <a:ext uri="{FF2B5EF4-FFF2-40B4-BE49-F238E27FC236}">
                    <a16:creationId xmlns:a16="http://schemas.microsoft.com/office/drawing/2014/main" id="{FE3511B3-3479-0943-964D-335324F04B49}"/>
                  </a:ext>
                </a:extLst>
              </p:cNvPr>
              <p:cNvSpPr/>
              <p:nvPr/>
            </p:nvSpPr>
            <p:spPr>
              <a:xfrm rot="8100000">
                <a:off x="4532617" y="34783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Teardrop 77">
                <a:extLst>
                  <a:ext uri="{FF2B5EF4-FFF2-40B4-BE49-F238E27FC236}">
                    <a16:creationId xmlns:a16="http://schemas.microsoft.com/office/drawing/2014/main" id="{1B74FA59-484D-6D40-AB29-A886B733C838}"/>
                  </a:ext>
                </a:extLst>
              </p:cNvPr>
              <p:cNvSpPr/>
              <p:nvPr/>
            </p:nvSpPr>
            <p:spPr>
              <a:xfrm rot="8100000">
                <a:off x="3510479" y="29979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Teardrop 78">
                <a:extLst>
                  <a:ext uri="{FF2B5EF4-FFF2-40B4-BE49-F238E27FC236}">
                    <a16:creationId xmlns:a16="http://schemas.microsoft.com/office/drawing/2014/main" id="{832D212B-7384-244B-9A92-1FFF576B5095}"/>
                  </a:ext>
                </a:extLst>
              </p:cNvPr>
              <p:cNvSpPr/>
              <p:nvPr/>
            </p:nvSpPr>
            <p:spPr>
              <a:xfrm rot="8100000">
                <a:off x="5139915" y="246645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Teardrop 79">
                <a:extLst>
                  <a:ext uri="{FF2B5EF4-FFF2-40B4-BE49-F238E27FC236}">
                    <a16:creationId xmlns:a16="http://schemas.microsoft.com/office/drawing/2014/main" id="{2E27F46D-5C2C-8148-92A1-3A005C741CAD}"/>
                  </a:ext>
                </a:extLst>
              </p:cNvPr>
              <p:cNvSpPr/>
              <p:nvPr/>
            </p:nvSpPr>
            <p:spPr>
              <a:xfrm rot="8100000">
                <a:off x="3574153" y="2482833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Teardrop 80">
                <a:extLst>
                  <a:ext uri="{FF2B5EF4-FFF2-40B4-BE49-F238E27FC236}">
                    <a16:creationId xmlns:a16="http://schemas.microsoft.com/office/drawing/2014/main" id="{00AA51E6-DF57-ED47-A237-038DBED25328}"/>
                  </a:ext>
                </a:extLst>
              </p:cNvPr>
              <p:cNvSpPr/>
              <p:nvPr/>
            </p:nvSpPr>
            <p:spPr>
              <a:xfrm rot="8100000">
                <a:off x="4900212" y="3406801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Teardrop 81">
                <a:extLst>
                  <a:ext uri="{FF2B5EF4-FFF2-40B4-BE49-F238E27FC236}">
                    <a16:creationId xmlns:a16="http://schemas.microsoft.com/office/drawing/2014/main" id="{C62DAD51-DAE3-9E4C-AD7D-8F4729D2AE59}"/>
                  </a:ext>
                </a:extLst>
              </p:cNvPr>
              <p:cNvSpPr/>
              <p:nvPr/>
            </p:nvSpPr>
            <p:spPr>
              <a:xfrm rot="8100000">
                <a:off x="3783908" y="27402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ardrop 82">
                <a:extLst>
                  <a:ext uri="{FF2B5EF4-FFF2-40B4-BE49-F238E27FC236}">
                    <a16:creationId xmlns:a16="http://schemas.microsoft.com/office/drawing/2014/main" id="{0AA7FED4-88A9-BB4A-A5C8-0A5C1DE7B902}"/>
                  </a:ext>
                </a:extLst>
              </p:cNvPr>
              <p:cNvSpPr/>
              <p:nvPr/>
            </p:nvSpPr>
            <p:spPr>
              <a:xfrm rot="8100000">
                <a:off x="3734013" y="1993689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Teardrop 83">
                <a:extLst>
                  <a:ext uri="{FF2B5EF4-FFF2-40B4-BE49-F238E27FC236}">
                    <a16:creationId xmlns:a16="http://schemas.microsoft.com/office/drawing/2014/main" id="{5B84EF26-B555-1441-8B67-57999731E250}"/>
                  </a:ext>
                </a:extLst>
              </p:cNvPr>
              <p:cNvSpPr/>
              <p:nvPr/>
            </p:nvSpPr>
            <p:spPr>
              <a:xfrm rot="8100000">
                <a:off x="3920441" y="1654064"/>
                <a:ext cx="294813" cy="280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Teardrop 84">
                <a:extLst>
                  <a:ext uri="{FF2B5EF4-FFF2-40B4-BE49-F238E27FC236}">
                    <a16:creationId xmlns:a16="http://schemas.microsoft.com/office/drawing/2014/main" id="{E797EDA6-4B81-5446-875C-E48F1316BFB0}"/>
                  </a:ext>
                </a:extLst>
              </p:cNvPr>
              <p:cNvSpPr/>
              <p:nvPr/>
            </p:nvSpPr>
            <p:spPr>
              <a:xfrm rot="8100000">
                <a:off x="4639104" y="1430925"/>
                <a:ext cx="283042" cy="26912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Teardrop 85">
                <a:extLst>
                  <a:ext uri="{FF2B5EF4-FFF2-40B4-BE49-F238E27FC236}">
                    <a16:creationId xmlns:a16="http://schemas.microsoft.com/office/drawing/2014/main" id="{5D0AE62E-56D7-B749-A9BB-C6954F6CD00F}"/>
                  </a:ext>
                </a:extLst>
              </p:cNvPr>
              <p:cNvSpPr/>
              <p:nvPr/>
            </p:nvSpPr>
            <p:spPr>
              <a:xfrm rot="8100000">
                <a:off x="4405118" y="1211170"/>
                <a:ext cx="305575" cy="290551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Teardrop 86">
                <a:extLst>
                  <a:ext uri="{FF2B5EF4-FFF2-40B4-BE49-F238E27FC236}">
                    <a16:creationId xmlns:a16="http://schemas.microsoft.com/office/drawing/2014/main" id="{6ABEC992-CD2A-A243-926C-EB82B7FC6487}"/>
                  </a:ext>
                </a:extLst>
              </p:cNvPr>
              <p:cNvSpPr/>
              <p:nvPr/>
            </p:nvSpPr>
            <p:spPr>
              <a:xfrm rot="8100000">
                <a:off x="5226711" y="302064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Teardrop 87">
                <a:extLst>
                  <a:ext uri="{FF2B5EF4-FFF2-40B4-BE49-F238E27FC236}">
                    <a16:creationId xmlns:a16="http://schemas.microsoft.com/office/drawing/2014/main" id="{2E4D8898-C41B-224E-B391-57379278BCE3}"/>
                  </a:ext>
                </a:extLst>
              </p:cNvPr>
              <p:cNvSpPr/>
              <p:nvPr/>
            </p:nvSpPr>
            <p:spPr>
              <a:xfrm rot="8100000">
                <a:off x="5024332" y="206767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Teardrop 88">
                <a:extLst>
                  <a:ext uri="{FF2B5EF4-FFF2-40B4-BE49-F238E27FC236}">
                    <a16:creationId xmlns:a16="http://schemas.microsoft.com/office/drawing/2014/main" id="{B2BF74D5-7B03-9349-BCED-362A85F09846}"/>
                  </a:ext>
                </a:extLst>
              </p:cNvPr>
              <p:cNvSpPr/>
              <p:nvPr/>
            </p:nvSpPr>
            <p:spPr>
              <a:xfrm rot="8100000">
                <a:off x="4006357" y="30239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Teardrop 89">
                <a:extLst>
                  <a:ext uri="{FF2B5EF4-FFF2-40B4-BE49-F238E27FC236}">
                    <a16:creationId xmlns:a16="http://schemas.microsoft.com/office/drawing/2014/main" id="{DE639BD1-4257-3C4D-9473-C49198121C72}"/>
                  </a:ext>
                </a:extLst>
              </p:cNvPr>
              <p:cNvSpPr/>
              <p:nvPr/>
            </p:nvSpPr>
            <p:spPr>
              <a:xfrm rot="8100000">
                <a:off x="4327086" y="304196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Teardrop 90">
                <a:extLst>
                  <a:ext uri="{FF2B5EF4-FFF2-40B4-BE49-F238E27FC236}">
                    <a16:creationId xmlns:a16="http://schemas.microsoft.com/office/drawing/2014/main" id="{C6835DC7-BDEA-B04C-B545-6111F9E1AA63}"/>
                  </a:ext>
                </a:extLst>
              </p:cNvPr>
              <p:cNvSpPr/>
              <p:nvPr/>
            </p:nvSpPr>
            <p:spPr>
              <a:xfrm rot="8100000">
                <a:off x="4687785" y="3063635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Teardrop 91">
                <a:extLst>
                  <a:ext uri="{FF2B5EF4-FFF2-40B4-BE49-F238E27FC236}">
                    <a16:creationId xmlns:a16="http://schemas.microsoft.com/office/drawing/2014/main" id="{E06D2AE1-8A17-0E4E-9BE1-06301851EF56}"/>
                  </a:ext>
                </a:extLst>
              </p:cNvPr>
              <p:cNvSpPr/>
              <p:nvPr/>
            </p:nvSpPr>
            <p:spPr>
              <a:xfrm rot="8100000">
                <a:off x="4974054" y="2837436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Teardrop 92">
                <a:extLst>
                  <a:ext uri="{FF2B5EF4-FFF2-40B4-BE49-F238E27FC236}">
                    <a16:creationId xmlns:a16="http://schemas.microsoft.com/office/drawing/2014/main" id="{7F6D751B-0D2C-1746-8CAF-E3E43C5010DE}"/>
                  </a:ext>
                </a:extLst>
              </p:cNvPr>
              <p:cNvSpPr/>
              <p:nvPr/>
            </p:nvSpPr>
            <p:spPr>
              <a:xfrm rot="8100000">
                <a:off x="3992674" y="219571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Teardrop 93">
                <a:extLst>
                  <a:ext uri="{FF2B5EF4-FFF2-40B4-BE49-F238E27FC236}">
                    <a16:creationId xmlns:a16="http://schemas.microsoft.com/office/drawing/2014/main" id="{42171826-C744-A54E-8C53-5FC11583471C}"/>
                  </a:ext>
                </a:extLst>
              </p:cNvPr>
              <p:cNvSpPr/>
              <p:nvPr/>
            </p:nvSpPr>
            <p:spPr>
              <a:xfrm rot="8100000">
                <a:off x="4119866" y="2532837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Teardrop 94">
                <a:extLst>
                  <a:ext uri="{FF2B5EF4-FFF2-40B4-BE49-F238E27FC236}">
                    <a16:creationId xmlns:a16="http://schemas.microsoft.com/office/drawing/2014/main" id="{8EBBE149-9B14-1D4B-B85F-4B64A6184C07}"/>
                  </a:ext>
                </a:extLst>
              </p:cNvPr>
              <p:cNvSpPr/>
              <p:nvPr/>
            </p:nvSpPr>
            <p:spPr>
              <a:xfrm rot="8100000">
                <a:off x="4478237" y="2609202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Teardrop 95">
                <a:extLst>
                  <a:ext uri="{FF2B5EF4-FFF2-40B4-BE49-F238E27FC236}">
                    <a16:creationId xmlns:a16="http://schemas.microsoft.com/office/drawing/2014/main" id="{E2E98886-416E-A847-9D15-CA59FA6F9A56}"/>
                  </a:ext>
                </a:extLst>
              </p:cNvPr>
              <p:cNvSpPr/>
              <p:nvPr/>
            </p:nvSpPr>
            <p:spPr>
              <a:xfrm rot="8100000">
                <a:off x="4814195" y="2496154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Teardrop 96">
                <a:extLst>
                  <a:ext uri="{FF2B5EF4-FFF2-40B4-BE49-F238E27FC236}">
                    <a16:creationId xmlns:a16="http://schemas.microsoft.com/office/drawing/2014/main" id="{525CBC70-B6FC-E243-8936-9F1B67BD4561}"/>
                  </a:ext>
                </a:extLst>
              </p:cNvPr>
              <p:cNvSpPr/>
              <p:nvPr/>
            </p:nvSpPr>
            <p:spPr>
              <a:xfrm rot="8100000">
                <a:off x="4164276" y="1831731"/>
                <a:ext cx="316899" cy="301318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Teardrop 97">
                <a:extLst>
                  <a:ext uri="{FF2B5EF4-FFF2-40B4-BE49-F238E27FC236}">
                    <a16:creationId xmlns:a16="http://schemas.microsoft.com/office/drawing/2014/main" id="{B14AB4D2-A2AB-564D-9345-4608B74DACFF}"/>
                  </a:ext>
                </a:extLst>
              </p:cNvPr>
              <p:cNvSpPr/>
              <p:nvPr/>
            </p:nvSpPr>
            <p:spPr>
              <a:xfrm rot="8100000">
                <a:off x="4598358" y="1856228"/>
                <a:ext cx="247088" cy="23493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Teardrop 98">
                <a:extLst>
                  <a:ext uri="{FF2B5EF4-FFF2-40B4-BE49-F238E27FC236}">
                    <a16:creationId xmlns:a16="http://schemas.microsoft.com/office/drawing/2014/main" id="{8016F2DE-6F90-C842-8754-309AAD6684EC}"/>
                  </a:ext>
                </a:extLst>
              </p:cNvPr>
              <p:cNvSpPr/>
              <p:nvPr/>
            </p:nvSpPr>
            <p:spPr>
              <a:xfrm rot="8100000">
                <a:off x="4171848" y="1382970"/>
                <a:ext cx="309713" cy="29448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Teardrop 99">
                <a:extLst>
                  <a:ext uri="{FF2B5EF4-FFF2-40B4-BE49-F238E27FC236}">
                    <a16:creationId xmlns:a16="http://schemas.microsoft.com/office/drawing/2014/main" id="{C4A6BCB0-933B-D545-8B05-5BD46B3F3B4F}"/>
                  </a:ext>
                </a:extLst>
              </p:cNvPr>
              <p:cNvSpPr/>
              <p:nvPr/>
            </p:nvSpPr>
            <p:spPr>
              <a:xfrm rot="8100000">
                <a:off x="4402724" y="1598666"/>
                <a:ext cx="318198" cy="302553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Teardrop 100">
                <a:extLst>
                  <a:ext uri="{FF2B5EF4-FFF2-40B4-BE49-F238E27FC236}">
                    <a16:creationId xmlns:a16="http://schemas.microsoft.com/office/drawing/2014/main" id="{FA0365E7-7A2A-234C-AC15-8FB51FED00A6}"/>
                  </a:ext>
                </a:extLst>
              </p:cNvPr>
              <p:cNvSpPr/>
              <p:nvPr/>
            </p:nvSpPr>
            <p:spPr>
              <a:xfrm rot="8100000">
                <a:off x="4834096" y="1757642"/>
                <a:ext cx="311757" cy="296429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Teardrop 101">
                <a:extLst>
                  <a:ext uri="{FF2B5EF4-FFF2-40B4-BE49-F238E27FC236}">
                    <a16:creationId xmlns:a16="http://schemas.microsoft.com/office/drawing/2014/main" id="{15CE6E59-BBE1-E446-B761-69E4AFFCBBD1}"/>
                  </a:ext>
                </a:extLst>
              </p:cNvPr>
              <p:cNvSpPr/>
              <p:nvPr/>
            </p:nvSpPr>
            <p:spPr>
              <a:xfrm rot="8100000">
                <a:off x="4711185" y="2100677"/>
                <a:ext cx="331094" cy="314815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Teardrop 102">
                <a:extLst>
                  <a:ext uri="{FF2B5EF4-FFF2-40B4-BE49-F238E27FC236}">
                    <a16:creationId xmlns:a16="http://schemas.microsoft.com/office/drawing/2014/main" id="{FABF1069-82F2-F244-B6FF-CCB90B5F3EA9}"/>
                  </a:ext>
                </a:extLst>
              </p:cNvPr>
              <p:cNvSpPr/>
              <p:nvPr/>
            </p:nvSpPr>
            <p:spPr>
              <a:xfrm rot="8100000">
                <a:off x="4374886" y="2128418"/>
                <a:ext cx="363247" cy="345387"/>
              </a:xfrm>
              <a:prstGeom prst="teardrop">
                <a:avLst>
                  <a:gd name="adj" fmla="val 116000"/>
                </a:avLst>
              </a:prstGeom>
              <a:solidFill>
                <a:srgbClr val="945200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6" name="Donut 5">
            <a:extLst>
              <a:ext uri="{FF2B5EF4-FFF2-40B4-BE49-F238E27FC236}">
                <a16:creationId xmlns:a16="http://schemas.microsoft.com/office/drawing/2014/main" id="{00D4CA8F-385B-F840-8AF1-D8F3AA82E202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802C89DC-8723-2B46-966F-B915746B1788}"/>
              </a:ext>
            </a:extLst>
          </p:cNvPr>
          <p:cNvSpPr txBox="1"/>
          <p:nvPr/>
        </p:nvSpPr>
        <p:spPr>
          <a:xfrm>
            <a:off x="1222267" y="4237525"/>
            <a:ext cx="936675" cy="461665"/>
          </a:xfrm>
          <a:prstGeom prst="rect">
            <a:avLst/>
          </a:prstGeom>
          <a:solidFill>
            <a:srgbClr val="FBFFBD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Arial"/>
                <a:cs typeface="Arial"/>
              </a:rPr>
              <a:t>Input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49DB1583-AC11-C941-AFFD-A3F54490E1B0}"/>
              </a:ext>
            </a:extLst>
          </p:cNvPr>
          <p:cNvSpPr txBox="1"/>
          <p:nvPr/>
        </p:nvSpPr>
        <p:spPr>
          <a:xfrm>
            <a:off x="4831976" y="1547840"/>
            <a:ext cx="1193055" cy="461665"/>
          </a:xfrm>
          <a:prstGeom prst="rect">
            <a:avLst/>
          </a:prstGeom>
          <a:solidFill>
            <a:srgbClr val="B9CEE5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Arial"/>
                <a:cs typeface="Arial"/>
              </a:rPr>
              <a:t>Output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3B276E87-5B72-F244-A438-83CA26FFBD9E}"/>
              </a:ext>
            </a:extLst>
          </p:cNvPr>
          <p:cNvSpPr txBox="1"/>
          <p:nvPr/>
        </p:nvSpPr>
        <p:spPr>
          <a:xfrm>
            <a:off x="1676494" y="1778673"/>
            <a:ext cx="10951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Weather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647A6725-0CEB-CE48-A5D6-F121C30F0A30}"/>
              </a:ext>
            </a:extLst>
          </p:cNvPr>
          <p:cNvSpPr txBox="1"/>
          <p:nvPr/>
        </p:nvSpPr>
        <p:spPr>
          <a:xfrm>
            <a:off x="98052" y="2162213"/>
            <a:ext cx="3302725" cy="738664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Humidity, Pressure, Temperature, Wind</a:t>
            </a:r>
          </a:p>
          <a:p>
            <a:r>
              <a:rPr lang="en-US" sz="1400" b="1" dirty="0"/>
              <a:t>&gt; Precipitation: Convective/Large-Scale</a:t>
            </a:r>
          </a:p>
          <a:p>
            <a:r>
              <a:rPr lang="en-US" sz="1400" b="1" dirty="0"/>
              <a:t>&gt; Radiation: Shortwave/</a:t>
            </a:r>
            <a:r>
              <a:rPr lang="en-US" sz="1400" b="1" dirty="0" err="1"/>
              <a:t>Longwave</a:t>
            </a:r>
            <a:endParaRPr lang="en-US" sz="1400" b="1" dirty="0"/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EEF79811-DDD6-404B-9BED-C7BFA1C0CF21}"/>
              </a:ext>
            </a:extLst>
          </p:cNvPr>
          <p:cNvSpPr txBox="1"/>
          <p:nvPr/>
        </p:nvSpPr>
        <p:spPr>
          <a:xfrm>
            <a:off x="406819" y="3196258"/>
            <a:ext cx="14544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Land Cover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D3788B3A-4CB0-D54A-B09A-98BD79874DE6}"/>
              </a:ext>
            </a:extLst>
          </p:cNvPr>
          <p:cNvSpPr txBox="1"/>
          <p:nvPr/>
        </p:nvSpPr>
        <p:spPr>
          <a:xfrm>
            <a:off x="289028" y="4842340"/>
            <a:ext cx="18137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u="sng" dirty="0">
                <a:latin typeface="Arial"/>
                <a:cs typeface="Arial"/>
              </a:rPr>
              <a:t>Soil Properties</a:t>
            </a:r>
            <a:endParaRPr lang="en-US" dirty="0">
              <a:cs typeface="Arial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B3897395-94DE-2D41-B14A-A92171FFF944}"/>
              </a:ext>
            </a:extLst>
          </p:cNvPr>
          <p:cNvSpPr txBox="1"/>
          <p:nvPr/>
        </p:nvSpPr>
        <p:spPr>
          <a:xfrm>
            <a:off x="180016" y="5208156"/>
            <a:ext cx="2082621" cy="523220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Sand and Clay Fractions</a:t>
            </a:r>
          </a:p>
          <a:p>
            <a:r>
              <a:rPr lang="en-US" sz="1400" b="1" dirty="0"/>
              <a:t>&gt; Soil reflectance 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992C690-0476-5741-96AB-F0327CF91511}"/>
              </a:ext>
            </a:extLst>
          </p:cNvPr>
          <p:cNvSpPr txBox="1"/>
          <p:nvPr/>
        </p:nvSpPr>
        <p:spPr>
          <a:xfrm>
            <a:off x="119660" y="3579648"/>
            <a:ext cx="2343573" cy="307777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Plant Functional Type (PFT)</a:t>
            </a:r>
          </a:p>
        </p:txBody>
      </p:sp>
      <p:cxnSp>
        <p:nvCxnSpPr>
          <p:cNvPr id="172" name="Straight Arrow Connector 171">
            <a:extLst>
              <a:ext uri="{FF2B5EF4-FFF2-40B4-BE49-F238E27FC236}">
                <a16:creationId xmlns:a16="http://schemas.microsoft.com/office/drawing/2014/main" id="{6EBE2FAC-FD71-7E4C-B9CE-0BC14F2569DA}"/>
              </a:ext>
            </a:extLst>
          </p:cNvPr>
          <p:cNvCxnSpPr/>
          <p:nvPr/>
        </p:nvCxnSpPr>
        <p:spPr>
          <a:xfrm flipV="1">
            <a:off x="4424820" y="1521357"/>
            <a:ext cx="0" cy="53234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70559C9D-AF0D-5043-9305-713F25717D13}"/>
              </a:ext>
            </a:extLst>
          </p:cNvPr>
          <p:cNvSpPr txBox="1"/>
          <p:nvPr/>
        </p:nvSpPr>
        <p:spPr>
          <a:xfrm>
            <a:off x="2759255" y="77522"/>
            <a:ext cx="326403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000" b="1" u="sng" dirty="0">
                <a:latin typeface="Arial"/>
                <a:cs typeface="Arial"/>
              </a:rPr>
              <a:t>Land-Atmosphere Fluxes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FFDB95AD-53E2-334D-8CCF-8C2974043DE3}"/>
              </a:ext>
            </a:extLst>
          </p:cNvPr>
          <p:cNvSpPr txBox="1"/>
          <p:nvPr/>
        </p:nvSpPr>
        <p:spPr>
          <a:xfrm>
            <a:off x="2747740" y="470041"/>
            <a:ext cx="3278720" cy="954107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Carbon: Net Ecosystem Exchange (NEE)</a:t>
            </a:r>
          </a:p>
          <a:p>
            <a:r>
              <a:rPr lang="en-US" sz="1400" b="1" dirty="0"/>
              <a:t>&gt; Carbonyl Sulfide (OCS)</a:t>
            </a:r>
          </a:p>
          <a:p>
            <a:r>
              <a:rPr lang="en-US" sz="1400" b="1" dirty="0"/>
              <a:t>&gt; Energy:  Latent and Sensible Heat</a:t>
            </a:r>
          </a:p>
          <a:p>
            <a:r>
              <a:rPr lang="en-US" sz="1400" b="1" dirty="0"/>
              <a:t>&gt; Water: Evapotranspiration</a:t>
            </a:r>
            <a:endParaRPr lang="en-US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1E748C6-BB70-3A44-9F55-0E456C13DBFA}"/>
              </a:ext>
            </a:extLst>
          </p:cNvPr>
          <p:cNvSpPr txBox="1"/>
          <p:nvPr/>
        </p:nvSpPr>
        <p:spPr>
          <a:xfrm>
            <a:off x="7185108" y="2458033"/>
            <a:ext cx="11468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Biomass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CF9C85CA-8815-DD46-BC4B-85929633A7A9}"/>
              </a:ext>
            </a:extLst>
          </p:cNvPr>
          <p:cNvSpPr txBox="1"/>
          <p:nvPr/>
        </p:nvSpPr>
        <p:spPr>
          <a:xfrm>
            <a:off x="6519179" y="2822294"/>
            <a:ext cx="2497821" cy="1169551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Aboveground Pools</a:t>
            </a:r>
          </a:p>
          <a:p>
            <a:r>
              <a:rPr lang="en-US" sz="1400" b="1" dirty="0"/>
              <a:t>   - Leaf, Stem/Wood, Product</a:t>
            </a:r>
          </a:p>
          <a:p>
            <a:r>
              <a:rPr lang="en-US" sz="1400" b="1" dirty="0"/>
              <a:t>&gt; Belowground Pools </a:t>
            </a:r>
          </a:p>
          <a:p>
            <a:r>
              <a:rPr lang="en-US" sz="1400" b="1" dirty="0"/>
              <a:t>   - Fine and Coarse Roots</a:t>
            </a:r>
          </a:p>
          <a:p>
            <a:r>
              <a:rPr lang="en-US" sz="1400" b="1" dirty="0"/>
              <a:t>&gt; Net Primary Productivity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7D79AFF6-E554-C04A-8939-6518C57FA90B}"/>
              </a:ext>
            </a:extLst>
          </p:cNvPr>
          <p:cNvSpPr txBox="1"/>
          <p:nvPr/>
        </p:nvSpPr>
        <p:spPr>
          <a:xfrm>
            <a:off x="6575714" y="5572544"/>
            <a:ext cx="23400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Soil Characteristics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CA647D04-9BFF-A649-8E88-133FDE772D51}"/>
              </a:ext>
            </a:extLst>
          </p:cNvPr>
          <p:cNvSpPr txBox="1"/>
          <p:nvPr/>
        </p:nvSpPr>
        <p:spPr>
          <a:xfrm>
            <a:off x="6457719" y="5969476"/>
            <a:ext cx="2578513" cy="738664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Soil Moisture/Water Content</a:t>
            </a:r>
          </a:p>
          <a:p>
            <a:r>
              <a:rPr lang="en-US" sz="1400" b="1" dirty="0"/>
              <a:t>&gt; Soil Carbon </a:t>
            </a:r>
          </a:p>
          <a:p>
            <a:r>
              <a:rPr lang="en-US" sz="1400" b="1" dirty="0"/>
              <a:t>   - Soil Litter, Slow and Passive</a:t>
            </a:r>
          </a:p>
        </p:txBody>
      </p:sp>
      <p:sp>
        <p:nvSpPr>
          <p:cNvPr id="179" name="TextBox 1">
            <a:extLst>
              <a:ext uri="{FF2B5EF4-FFF2-40B4-BE49-F238E27FC236}">
                <a16:creationId xmlns:a16="http://schemas.microsoft.com/office/drawing/2014/main" id="{212064BE-BE21-994C-A262-176C9CA77F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727" y="3136194"/>
            <a:ext cx="2753325" cy="830997"/>
          </a:xfrm>
          <a:prstGeom prst="rect">
            <a:avLst/>
          </a:prstGeom>
          <a:solidFill>
            <a:schemeClr val="tx1"/>
          </a:solidFill>
          <a:ln w="508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b="1" dirty="0">
                <a:solidFill>
                  <a:srgbClr val="FFFDF1"/>
                </a:solidFill>
                <a:latin typeface="Helvetica"/>
                <a:cs typeface="Helvetica"/>
              </a:rPr>
              <a:t>SiB4 </a:t>
            </a:r>
          </a:p>
          <a:p>
            <a:pPr algn="ctr" eaLnBrk="1" hangingPunct="1"/>
            <a:r>
              <a:rPr lang="en-US" b="1" dirty="0">
                <a:solidFill>
                  <a:srgbClr val="FFFDF1"/>
                </a:solidFill>
                <a:latin typeface="Helvetica"/>
                <a:cs typeface="Helvetica"/>
              </a:rPr>
              <a:t>Input and Output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5D087D0-A4A0-3C40-8B48-419024CBC236}"/>
              </a:ext>
            </a:extLst>
          </p:cNvPr>
          <p:cNvSpPr txBox="1"/>
          <p:nvPr/>
        </p:nvSpPr>
        <p:spPr>
          <a:xfrm>
            <a:off x="2915059" y="4686303"/>
            <a:ext cx="1245203" cy="461665"/>
          </a:xfrm>
          <a:prstGeom prst="rect">
            <a:avLst/>
          </a:prstGeom>
          <a:solidFill>
            <a:schemeClr val="bg2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400" b="1" dirty="0">
                <a:latin typeface="Arial"/>
                <a:cs typeface="Arial"/>
              </a:rPr>
              <a:t>Restart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F732CE8-E5A6-544E-B3AA-15F545439E3B}"/>
              </a:ext>
            </a:extLst>
          </p:cNvPr>
          <p:cNvSpPr txBox="1"/>
          <p:nvPr/>
        </p:nvSpPr>
        <p:spPr>
          <a:xfrm>
            <a:off x="2698677" y="5220971"/>
            <a:ext cx="1613262" cy="1477328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Soil Water Profile</a:t>
            </a:r>
          </a:p>
          <a:p>
            <a:r>
              <a:rPr lang="en-US" sz="1400" b="1" dirty="0"/>
              <a:t>&gt; Carbon Pools</a:t>
            </a:r>
          </a:p>
          <a:p>
            <a:r>
              <a:rPr lang="en-US" sz="1400" b="1" dirty="0"/>
              <a:t>&gt; Climatology</a:t>
            </a:r>
          </a:p>
          <a:p>
            <a:r>
              <a:rPr lang="en-US" sz="1200" b="1" dirty="0"/>
              <a:t>    - Assimilation</a:t>
            </a:r>
          </a:p>
          <a:p>
            <a:r>
              <a:rPr lang="en-US" sz="1200" b="1" dirty="0"/>
              <a:t>    - LAI</a:t>
            </a:r>
          </a:p>
          <a:p>
            <a:r>
              <a:rPr lang="en-US" sz="1200" b="1" dirty="0"/>
              <a:t>    - Temperature</a:t>
            </a:r>
          </a:p>
          <a:p>
            <a:r>
              <a:rPr lang="en-US" sz="1200" b="1" dirty="0"/>
              <a:t>    - Water Availability</a:t>
            </a:r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3CF06A33-FAFC-1649-A450-F071AED7723D}"/>
              </a:ext>
            </a:extLst>
          </p:cNvPr>
          <p:cNvGrpSpPr/>
          <p:nvPr/>
        </p:nvGrpSpPr>
        <p:grpSpPr>
          <a:xfrm>
            <a:off x="7539892" y="4117436"/>
            <a:ext cx="1490577" cy="1351039"/>
            <a:chOff x="6080676" y="4110767"/>
            <a:chExt cx="1490577" cy="135103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954301A-80E4-5447-8E3D-559E5EA3D13C}"/>
                </a:ext>
              </a:extLst>
            </p:cNvPr>
            <p:cNvSpPr txBox="1"/>
            <p:nvPr/>
          </p:nvSpPr>
          <p:spPr>
            <a:xfrm>
              <a:off x="6116783" y="4110767"/>
              <a:ext cx="145447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u="sng" dirty="0">
                  <a:latin typeface="Arial"/>
                  <a:cs typeface="Arial"/>
                </a:rPr>
                <a:t>Land Cover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6944424-4685-7342-B95D-D43A7B9886B5}"/>
                </a:ext>
              </a:extLst>
            </p:cNvPr>
            <p:cNvSpPr txBox="1"/>
            <p:nvPr/>
          </p:nvSpPr>
          <p:spPr>
            <a:xfrm>
              <a:off x="6080676" y="4507699"/>
              <a:ext cx="1447907" cy="954107"/>
            </a:xfrm>
            <a:prstGeom prst="rect">
              <a:avLst/>
            </a:prstGeom>
            <a:solidFill>
              <a:srgbClr val="B9CEE5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sz="1400" b="1" dirty="0"/>
                <a:t>&gt; Albedo</a:t>
              </a:r>
            </a:p>
            <a:p>
              <a:r>
                <a:rPr lang="en-US" sz="1400" b="1" dirty="0"/>
                <a:t>&gt; LAI</a:t>
              </a:r>
            </a:p>
            <a:p>
              <a:r>
                <a:rPr lang="en-US" sz="1400" b="1" dirty="0"/>
                <a:t>&gt; Surface Carbon </a:t>
              </a:r>
            </a:p>
            <a:p>
              <a:r>
                <a:rPr lang="en-US" sz="1400" b="1" dirty="0"/>
                <a:t>   - Litter, CWD</a:t>
              </a:r>
            </a:p>
          </p:txBody>
        </p:sp>
      </p:grpSp>
      <p:sp>
        <p:nvSpPr>
          <p:cNvPr id="185" name="TextBox 184">
            <a:extLst>
              <a:ext uri="{FF2B5EF4-FFF2-40B4-BE49-F238E27FC236}">
                <a16:creationId xmlns:a16="http://schemas.microsoft.com/office/drawing/2014/main" id="{96A2DA55-EB8E-DE4D-95BE-FAFC6E9D4AB1}"/>
              </a:ext>
            </a:extLst>
          </p:cNvPr>
          <p:cNvSpPr txBox="1"/>
          <p:nvPr/>
        </p:nvSpPr>
        <p:spPr>
          <a:xfrm>
            <a:off x="6812568" y="337598"/>
            <a:ext cx="15440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Productivity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EF18333D-2798-9745-A7D2-AFC13518277D}"/>
              </a:ext>
            </a:extLst>
          </p:cNvPr>
          <p:cNvSpPr txBox="1"/>
          <p:nvPr/>
        </p:nvSpPr>
        <p:spPr>
          <a:xfrm>
            <a:off x="6146471" y="706930"/>
            <a:ext cx="2876207" cy="1600438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1400" b="1" dirty="0"/>
              <a:t>&gt; Solar-Induced Chlorophyll </a:t>
            </a:r>
          </a:p>
          <a:p>
            <a:r>
              <a:rPr lang="en-US" sz="1400" b="1" dirty="0"/>
              <a:t>      Fluorescence (SIF)</a:t>
            </a:r>
          </a:p>
          <a:p>
            <a:r>
              <a:rPr lang="en-US" sz="1400" b="1" dirty="0"/>
              <a:t>&gt; Gross Primary Productivity (GPP)</a:t>
            </a:r>
          </a:p>
          <a:p>
            <a:r>
              <a:rPr lang="en-US" sz="1400" b="1" dirty="0"/>
              <a:t>&gt; Net Primary Productivity (NPP)</a:t>
            </a:r>
          </a:p>
          <a:p>
            <a:r>
              <a:rPr lang="en-US" sz="1400" b="1" dirty="0"/>
              <a:t>&gt; Respiration</a:t>
            </a:r>
          </a:p>
          <a:p>
            <a:r>
              <a:rPr lang="en-US" sz="1400" b="1" dirty="0"/>
              <a:t>    - Autotrophic</a:t>
            </a:r>
          </a:p>
          <a:p>
            <a:r>
              <a:rPr lang="en-US" sz="1400" b="1" dirty="0"/>
              <a:t>    - Heterotrophic</a:t>
            </a:r>
          </a:p>
        </p:txBody>
      </p:sp>
      <p:cxnSp>
        <p:nvCxnSpPr>
          <p:cNvPr id="187" name="Straight Arrow Connector 186">
            <a:extLst>
              <a:ext uri="{FF2B5EF4-FFF2-40B4-BE49-F238E27FC236}">
                <a16:creationId xmlns:a16="http://schemas.microsoft.com/office/drawing/2014/main" id="{6668302B-E943-2648-8CC3-2FDB632F6157}"/>
              </a:ext>
            </a:extLst>
          </p:cNvPr>
          <p:cNvCxnSpPr/>
          <p:nvPr/>
        </p:nvCxnSpPr>
        <p:spPr>
          <a:xfrm>
            <a:off x="4577220" y="1528769"/>
            <a:ext cx="0" cy="559681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AD90F560-0D17-F24D-99E6-23BB61FD95F7}"/>
              </a:ext>
            </a:extLst>
          </p:cNvPr>
          <p:cNvGrpSpPr/>
          <p:nvPr/>
        </p:nvGrpSpPr>
        <p:grpSpPr>
          <a:xfrm>
            <a:off x="6090745" y="4445447"/>
            <a:ext cx="1317284" cy="886612"/>
            <a:chOff x="7655427" y="4309554"/>
            <a:chExt cx="1317284" cy="886612"/>
          </a:xfrm>
        </p:grpSpPr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83A5EEB3-F337-E142-8EFE-64B8FFFC5CE9}"/>
                </a:ext>
              </a:extLst>
            </p:cNvPr>
            <p:cNvSpPr txBox="1"/>
            <p:nvPr/>
          </p:nvSpPr>
          <p:spPr>
            <a:xfrm>
              <a:off x="7655427" y="4672946"/>
              <a:ext cx="1317284" cy="523220"/>
            </a:xfrm>
            <a:prstGeom prst="rect">
              <a:avLst/>
            </a:prstGeom>
            <a:solidFill>
              <a:srgbClr val="B9CEE5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sz="1400" b="1" dirty="0"/>
                <a:t>&gt; Yield</a:t>
              </a:r>
            </a:p>
            <a:p>
              <a:r>
                <a:rPr lang="en-US" sz="1400" b="1" dirty="0"/>
                <a:t>&gt; Planting Date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E8CBCD48-C9E3-D645-8883-896CEDCD2249}"/>
                </a:ext>
              </a:extLst>
            </p:cNvPr>
            <p:cNvSpPr txBox="1"/>
            <p:nvPr/>
          </p:nvSpPr>
          <p:spPr>
            <a:xfrm>
              <a:off x="7916460" y="4309554"/>
              <a:ext cx="85151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u="sng" dirty="0">
                  <a:latin typeface="Arial"/>
                  <a:cs typeface="Arial"/>
                </a:rPr>
                <a:t>Crops</a:t>
              </a:r>
            </a:p>
          </p:txBody>
        </p: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87E8CFF3-EB74-CB42-919E-AC4D8D3C0976}"/>
              </a:ext>
            </a:extLst>
          </p:cNvPr>
          <p:cNvSpPr txBox="1"/>
          <p:nvPr/>
        </p:nvSpPr>
        <p:spPr>
          <a:xfrm>
            <a:off x="2911342" y="2981045"/>
            <a:ext cx="3482043" cy="1077218"/>
          </a:xfrm>
          <a:prstGeom prst="rect">
            <a:avLst/>
          </a:prstGeo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SiB4 </a:t>
            </a:r>
          </a:p>
          <a:p>
            <a:pPr algn="ctr"/>
            <a:r>
              <a:rPr lang="en-US" sz="3200" b="1" dirty="0">
                <a:solidFill>
                  <a:srgbClr val="4B3118"/>
                </a:solidFill>
                <a:latin typeface="Helvetica"/>
                <a:cs typeface="Helvetica"/>
              </a:rPr>
              <a:t>Input and Output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808D5CB2-CE7F-1340-B21E-A5CA2BFA0EE8}"/>
              </a:ext>
            </a:extLst>
          </p:cNvPr>
          <p:cNvSpPr txBox="1"/>
          <p:nvPr/>
        </p:nvSpPr>
        <p:spPr>
          <a:xfrm>
            <a:off x="4701393" y="5757210"/>
            <a:ext cx="1403205" cy="523220"/>
          </a:xfrm>
          <a:prstGeom prst="rect">
            <a:avLst/>
          </a:prstGeom>
          <a:solidFill>
            <a:srgbClr val="B9CEE5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b="1" dirty="0"/>
              <a:t>&gt; C Emissions</a:t>
            </a:r>
          </a:p>
          <a:p>
            <a:r>
              <a:rPr lang="en-US" sz="1400" b="1" dirty="0"/>
              <a:t>&gt; CO</a:t>
            </a:r>
            <a:r>
              <a:rPr lang="en-US" sz="1400" b="1" baseline="-25000" dirty="0"/>
              <a:t>2</a:t>
            </a:r>
            <a:r>
              <a:rPr lang="en-US" sz="1400" b="1" dirty="0"/>
              <a:t> Emissions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0DD67B66-2207-454A-B0C5-349F162E3425}"/>
              </a:ext>
            </a:extLst>
          </p:cNvPr>
          <p:cNvSpPr txBox="1"/>
          <p:nvPr/>
        </p:nvSpPr>
        <p:spPr>
          <a:xfrm>
            <a:off x="5097974" y="5400179"/>
            <a:ext cx="6078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Fire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8D023D6-8504-3148-B98D-2B99BC8F6FCE}"/>
              </a:ext>
            </a:extLst>
          </p:cNvPr>
          <p:cNvSpPr txBox="1"/>
          <p:nvPr/>
        </p:nvSpPr>
        <p:spPr>
          <a:xfrm>
            <a:off x="1018183" y="5915109"/>
            <a:ext cx="6078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>
                <a:latin typeface="Arial"/>
                <a:cs typeface="Arial"/>
              </a:rPr>
              <a:t>Fire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87348B18-E832-5E41-9779-C5CA5C3C860F}"/>
              </a:ext>
            </a:extLst>
          </p:cNvPr>
          <p:cNvSpPr txBox="1"/>
          <p:nvPr/>
        </p:nvSpPr>
        <p:spPr>
          <a:xfrm>
            <a:off x="295286" y="6257724"/>
            <a:ext cx="2136708" cy="307777"/>
          </a:xfrm>
          <a:prstGeom prst="rect">
            <a:avLst/>
          </a:prstGeom>
          <a:solidFill>
            <a:srgbClr val="FBFFBD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&gt; Fire C and CO</a:t>
            </a:r>
            <a:r>
              <a:rPr lang="en-US" sz="1400" b="1" baseline="-25000" dirty="0"/>
              <a:t>2</a:t>
            </a:r>
            <a:r>
              <a:rPr lang="en-US" sz="1400" b="1" dirty="0"/>
              <a:t> Emissions</a:t>
            </a:r>
          </a:p>
        </p:txBody>
      </p:sp>
    </p:spTree>
    <p:extLst>
      <p:ext uri="{BB962C8B-B14F-4D97-AF65-F5344CB8AC3E}">
        <p14:creationId xmlns:p14="http://schemas.microsoft.com/office/powerpoint/2010/main" val="256570727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>
            <a:extLst>
              <a:ext uri="{FF2B5EF4-FFF2-40B4-BE49-F238E27FC236}">
                <a16:creationId xmlns:a16="http://schemas.microsoft.com/office/drawing/2014/main" id="{D03E743E-0A65-A14D-8F34-828D6AA3CBA0}"/>
              </a:ext>
            </a:extLst>
          </p:cNvPr>
          <p:cNvSpPr/>
          <p:nvPr/>
        </p:nvSpPr>
        <p:spPr>
          <a:xfrm>
            <a:off x="84666" y="98747"/>
            <a:ext cx="8980683" cy="6680566"/>
          </a:xfrm>
          <a:prstGeom prst="donut">
            <a:avLst>
              <a:gd name="adj" fmla="val 2395"/>
            </a:avLst>
          </a:prstGeom>
          <a:solidFill>
            <a:schemeClr val="bg2">
              <a:alpha val="75000"/>
            </a:schemeClr>
          </a:solidFill>
          <a:ln>
            <a:solidFill>
              <a:schemeClr val="tx1">
                <a:alpha val="1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47D2A1B-C27B-5243-B3D2-01284CD64BFB}"/>
              </a:ext>
            </a:extLst>
          </p:cNvPr>
          <p:cNvGrpSpPr/>
          <p:nvPr/>
        </p:nvGrpSpPr>
        <p:grpSpPr>
          <a:xfrm>
            <a:off x="7335339" y="245666"/>
            <a:ext cx="1303255" cy="1338514"/>
            <a:chOff x="1393880" y="1143248"/>
            <a:chExt cx="1298448" cy="1298448"/>
          </a:xfrm>
          <a:solidFill>
            <a:srgbClr val="FFF400"/>
          </a:solidFill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1177BA3A-FFCB-CD4C-94C8-7FDD0C1E450E}"/>
                </a:ext>
              </a:extLst>
            </p:cNvPr>
            <p:cNvSpPr/>
            <p:nvPr/>
          </p:nvSpPr>
          <p:spPr>
            <a:xfrm>
              <a:off x="1620283" y="1370783"/>
              <a:ext cx="845643" cy="845643"/>
            </a:xfrm>
            <a:prstGeom prst="ellipse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DE7C7E0-BEBB-164B-8A99-CD4D3645740B}"/>
                </a:ext>
              </a:extLst>
            </p:cNvPr>
            <p:cNvGrpSpPr/>
            <p:nvPr/>
          </p:nvGrpSpPr>
          <p:grpSpPr>
            <a:xfrm>
              <a:off x="1394682" y="1284460"/>
              <a:ext cx="1296846" cy="1034301"/>
              <a:chOff x="1394682" y="1284460"/>
              <a:chExt cx="1296846" cy="1034301"/>
            </a:xfrm>
            <a:grpFill/>
          </p:grpSpPr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61CCF89-33CD-7147-8F4C-DA68DEF92525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D78142D-21CB-2E44-B688-2D9785B9909F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A113FE2-2B1A-9649-B00D-B1409CB32C13}"/>
                </a:ext>
              </a:extLst>
            </p:cNvPr>
            <p:cNvGrpSpPr/>
            <p:nvPr/>
          </p:nvGrpSpPr>
          <p:grpSpPr>
            <a:xfrm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7A70F91-E393-CB43-BD93-FF2E5A987BBC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07E8BBF-53A0-0847-9B62-74A610EE474D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1393A502-420D-E54B-B266-74C8C87D882F}"/>
                </a:ext>
              </a:extLst>
            </p:cNvPr>
            <p:cNvGrpSpPr/>
            <p:nvPr/>
          </p:nvGrpSpPr>
          <p:grpSpPr>
            <a:xfrm rot="18926824" flipH="1">
              <a:off x="1393880" y="1276968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45629D8-6FA6-AF4A-8A6F-458CC00ADEDE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AE24122-4A0E-8446-AEA4-CC31A930B61A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C82137DF-75DF-744D-8825-6DF2AE6BA418}"/>
                </a:ext>
              </a:extLst>
            </p:cNvPr>
            <p:cNvGrpSpPr/>
            <p:nvPr/>
          </p:nvGrpSpPr>
          <p:grpSpPr>
            <a:xfrm rot="2728193" flipH="1">
              <a:off x="1393881" y="1275836"/>
              <a:ext cx="1298448" cy="1033272"/>
              <a:chOff x="1394682" y="1284460"/>
              <a:chExt cx="1296846" cy="1034301"/>
            </a:xfrm>
            <a:grpFill/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AF9A46B-5035-1E44-B402-BCC741406F68}"/>
                  </a:ext>
                </a:extLst>
              </p:cNvPr>
              <p:cNvSpPr/>
              <p:nvPr/>
            </p:nvSpPr>
            <p:spPr>
              <a:xfrm rot="18900000">
                <a:off x="2360656" y="1284460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3ABDAD0-901D-D647-A814-8A346CE40909}"/>
                  </a:ext>
                </a:extLst>
              </p:cNvPr>
              <p:cNvSpPr/>
              <p:nvPr/>
            </p:nvSpPr>
            <p:spPr>
              <a:xfrm rot="18900000">
                <a:off x="1394682" y="2234421"/>
                <a:ext cx="330872" cy="8434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DE6ADE2-4250-DF47-997B-3E23ADEB8E34}"/>
              </a:ext>
            </a:extLst>
          </p:cNvPr>
          <p:cNvGrpSpPr/>
          <p:nvPr/>
        </p:nvGrpSpPr>
        <p:grpSpPr>
          <a:xfrm>
            <a:off x="0" y="15627"/>
            <a:ext cx="2297202" cy="1463862"/>
            <a:chOff x="-66158" y="-7377"/>
            <a:chExt cx="2606739" cy="1742784"/>
          </a:xfrm>
        </p:grpSpPr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C57E632A-322E-A14C-9EE6-B1AD1B431C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flipH="1">
              <a:off x="-66158" y="524493"/>
              <a:ext cx="2160009" cy="1210914"/>
            </a:xfrm>
            <a:prstGeom prst="rect">
              <a:avLst/>
            </a:prstGeom>
          </p:spPr>
        </p:pic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4AB492EC-8340-2A42-9271-1B7F5A1ECA8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>
                      <a14:imgEffect>
                        <a14:colorTemperature colorTemp="8800"/>
                      </a14:imgEffect>
                      <a14:imgEffect>
                        <a14:saturation sat="364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flipH="1">
              <a:off x="0" y="-7377"/>
              <a:ext cx="2540581" cy="1413104"/>
            </a:xfrm>
            <a:prstGeom prst="rect">
              <a:avLst/>
            </a:prstGeom>
          </p:spPr>
        </p:pic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F5F7B24F-3960-2B49-BFEC-FE849C38F46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328533" y="449759"/>
              <a:ext cx="1988683" cy="1106131"/>
            </a:xfrm>
            <a:prstGeom prst="rect">
              <a:avLst/>
            </a:prstGeom>
          </p:spPr>
        </p:pic>
      </p:grpSp>
      <p:pic>
        <p:nvPicPr>
          <p:cNvPr id="140" name="Picture 139">
            <a:extLst>
              <a:ext uri="{FF2B5EF4-FFF2-40B4-BE49-F238E27FC236}">
                <a16:creationId xmlns:a16="http://schemas.microsoft.com/office/drawing/2014/main" id="{C1D7CE13-F45F-974B-9D1E-FF9BE39ECAB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45000"/>
          </a:blip>
          <a:stretch>
            <a:fillRect/>
          </a:stretch>
        </p:blipFill>
        <p:spPr>
          <a:xfrm>
            <a:off x="1821017" y="562457"/>
            <a:ext cx="5702300" cy="51689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33888" y="268111"/>
            <a:ext cx="3033890" cy="600137"/>
          </a:xfrm>
          <a:solidFill>
            <a:srgbClr val="FFFDF0"/>
          </a:solidFill>
          <a:ln w="50800">
            <a:solidFill>
              <a:srgbClr val="A01300"/>
            </a:solidFill>
          </a:ln>
        </p:spPr>
        <p:txBody>
          <a:bodyPr>
            <a:normAutofit fontScale="90000"/>
          </a:bodyPr>
          <a:lstStyle/>
          <a:p>
            <a:r>
              <a:rPr lang="en-US" sz="3200" b="1" dirty="0" err="1">
                <a:solidFill>
                  <a:srgbClr val="654321"/>
                </a:solidFill>
                <a:latin typeface="Helvetica"/>
                <a:cs typeface="Helvetica"/>
              </a:rPr>
              <a:t>SiB</a:t>
            </a:r>
            <a:r>
              <a:rPr lang="en-US" sz="3200" b="1" dirty="0">
                <a:solidFill>
                  <a:srgbClr val="654321"/>
                </a:solidFill>
                <a:latin typeface="Helvetica"/>
                <a:cs typeface="Helvetica"/>
              </a:rPr>
              <a:t> References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7800" y="1704318"/>
            <a:ext cx="8668399" cy="4908779"/>
          </a:xfrm>
          <a:prstGeom prst="rect">
            <a:avLst/>
          </a:prstGeom>
          <a:solidFill>
            <a:srgbClr val="FDFAF0">
              <a:alpha val="85000"/>
            </a:srgbClr>
          </a:solidFill>
          <a:ln w="25400">
            <a:solidFill>
              <a:srgbClr val="A01300"/>
            </a:solidFill>
          </a:ln>
        </p:spPr>
        <p:txBody>
          <a:bodyPr wrap="none" rtlCol="0">
            <a:noAutofit/>
          </a:bodyPr>
          <a:lstStyle/>
          <a:p>
            <a:pPr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 Modified from SiB3 (Baker et al., 2008; Sellers et al., 1996)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ea typeface="Wingdings"/>
                <a:cs typeface="Helvetica"/>
                <a:sym typeface="Wingdings"/>
              </a:rPr>
              <a:t>	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Switched from biomes to plant functional types (PFTs)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	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 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</a:rPr>
              <a:t>Added tiles for fractional PFT coverage per grid 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</a:rPr>
              <a:t>cel</a:t>
            </a:r>
            <a:endParaRPr lang="en-US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lnSpc>
                <a:spcPct val="120000"/>
              </a:lnSpc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</a:endParaRPr>
          </a:p>
          <a:p>
            <a:pPr>
              <a:lnSpc>
                <a:spcPct val="120000"/>
              </a:lnSpc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Incorporated carbon pools loosely following 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SiB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-CASA (Schaefer et al., 2008)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5 live pools: leaf, fine root, coarse root, wood, product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6 dead pools: coarse dead biomass (woody debris/standing dead), 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            metabolic litter, structural litter, soil litter, soil slow, soil armored </a:t>
            </a:r>
          </a:p>
          <a:p>
            <a:pPr>
              <a:lnSpc>
                <a:spcPct val="120000"/>
              </a:lnSpc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  <a:sym typeface="Wingdings"/>
            </a:endParaRPr>
          </a:p>
          <a:p>
            <a:pPr>
              <a:lnSpc>
                <a:spcPct val="120000"/>
              </a:lnSpc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Started from established prognostic phenology scheme (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Stöckli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et al., 2008/2011)</a:t>
            </a:r>
          </a:p>
          <a:p>
            <a:pPr>
              <a:lnSpc>
                <a:spcPct val="120000"/>
              </a:lnSpc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Predicts consistent carbon fluxes, pools and leaf area index (LAI)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Calculates sub-hourly fluxes and updates phenology/pools daily</a:t>
            </a:r>
          </a:p>
          <a:p>
            <a:pPr>
              <a:buSzPct val="120000"/>
            </a:pPr>
            <a:endParaRPr lang="en-US" sz="1000" dirty="0">
              <a:solidFill>
                <a:srgbClr val="654321"/>
              </a:solidFill>
              <a:latin typeface="Helvetica"/>
              <a:cs typeface="Helvetica"/>
              <a:sym typeface="Wingdings"/>
            </a:endParaRPr>
          </a:p>
          <a:p>
            <a:pPr>
              <a:buSzPct val="120000"/>
              <a:buFont typeface="Wingdings" charset="2"/>
              <a:buChar char="§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Modified crop phenology modules (</a:t>
            </a:r>
            <a:r>
              <a:rPr lang="en-US" dirty="0" err="1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Lokupitiya</a:t>
            </a: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 et al., 2009; Corbin et al., 2010)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Maize</a:t>
            </a:r>
          </a:p>
          <a:p>
            <a:pPr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Soybeans</a:t>
            </a:r>
          </a:p>
          <a:p>
            <a:pPr fontAlgn="ctr" hangingPunct="0">
              <a:buSzPct val="120000"/>
            </a:pPr>
            <a:r>
              <a:rPr lang="en-US" dirty="0">
                <a:solidFill>
                  <a:srgbClr val="654321"/>
                </a:solidFill>
                <a:latin typeface="Helvetica"/>
                <a:cs typeface="Helvetica"/>
                <a:sym typeface="Wingdings"/>
              </a:rPr>
              <a:t>	 Wheat</a:t>
            </a:r>
          </a:p>
        </p:txBody>
      </p:sp>
    </p:spTree>
    <p:extLst>
      <p:ext uri="{BB962C8B-B14F-4D97-AF65-F5344CB8AC3E}">
        <p14:creationId xmlns:p14="http://schemas.microsoft.com/office/powerpoint/2010/main" val="183949635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50031</TotalTime>
  <Words>2896</Words>
  <Application>Microsoft Macintosh PowerPoint</Application>
  <PresentationFormat>On-screen Show (4:3)</PresentationFormat>
  <Paragraphs>912</Paragraphs>
  <Slides>26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35" baseType="lpstr">
      <vt:lpstr>Apple Chancery</vt:lpstr>
      <vt:lpstr>Arial</vt:lpstr>
      <vt:lpstr>Arial Rounded MT Bold</vt:lpstr>
      <vt:lpstr>Calibri</vt:lpstr>
      <vt:lpstr>Calibri Light</vt:lpstr>
      <vt:lpstr>Cambria</vt:lpstr>
      <vt:lpstr>Helvetica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SiB References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SiB4</dc:title>
  <dc:subject/>
  <dc:creator>Katherine Haynes</dc:creator>
  <cp:keywords/>
  <dc:description/>
  <cp:lastModifiedBy>Haynes,Katherine</cp:lastModifiedBy>
  <cp:revision>651</cp:revision>
  <cp:lastPrinted>2020-01-30T17:58:23Z</cp:lastPrinted>
  <dcterms:created xsi:type="dcterms:W3CDTF">2015-07-29T13:37:50Z</dcterms:created>
  <dcterms:modified xsi:type="dcterms:W3CDTF">2020-02-05T03:16:29Z</dcterms:modified>
  <cp:category/>
</cp:coreProperties>
</file>