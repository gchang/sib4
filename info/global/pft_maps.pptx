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33"/>
  </p:normalViewPr>
  <p:slideViewPr>
    <p:cSldViewPr snapToGrid="0" snapToObjects="1">
      <p:cViewPr varScale="1">
        <p:scale>
          <a:sx n="90" d="100"/>
          <a:sy n="90" d="100"/>
        </p:scale>
        <p:origin x="1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4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9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8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12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39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19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8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2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29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BAE41-C817-904F-AA32-05D576DA7D69}" type="datetimeFigureOut">
              <a:rPr lang="en-US" smtClean="0"/>
              <a:t>8/5/19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E2451-8D1A-D247-B56C-DBB9A9A84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2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7" y="93672"/>
            <a:ext cx="9019105" cy="676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5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3"/>
            <a:ext cx="9143223" cy="685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137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07156"/>
            <a:ext cx="8858250" cy="664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98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" y="80367"/>
            <a:ext cx="8929688" cy="669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76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4" y="85726"/>
            <a:ext cx="8972552" cy="672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3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SiB4 PFT Distributions</dc:title>
  <dc:subject/>
  <dc:creator>Katherine Haynes</dc:creator>
  <cp:keywords/>
  <dc:description/>
  <cp:lastModifiedBy>Haynes,Katherine</cp:lastModifiedBy>
  <cp:revision>6</cp:revision>
  <dcterms:created xsi:type="dcterms:W3CDTF">2015-08-22T02:17:59Z</dcterms:created>
  <dcterms:modified xsi:type="dcterms:W3CDTF">2019-08-05T16:35:46Z</dcterms:modified>
  <cp:category/>
</cp:coreProperties>
</file>